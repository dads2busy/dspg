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7" r:id="rId2"/>
  </p:sldIdLst>
  <p:sldSz cx="21945600" cy="329184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1971675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691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381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 snapToObjects="1">
      <p:cViewPr varScale="1">
        <p:scale>
          <a:sx n="24" d="100"/>
          <a:sy n="24" d="100"/>
        </p:scale>
        <p:origin x="3656" y="296"/>
      </p:cViewPr>
      <p:guideLst>
        <p:guide orient="horz" pos="10368"/>
        <p:guide pos="69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viewProps" Target="viewProps.xml"/><Relationship Id="rId10" Type="http://schemas.openxmlformats.org/officeDocument/2006/relationships/customXml" Target="../customXml/item2.xml"/><Relationship Id="rId4" Type="http://schemas.openxmlformats.org/officeDocument/2006/relationships/presProps" Target="pres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rkmaz, Gizem (gk8yj)" userId="a3021717-695e-41c9-8d4c-e599a2aec0eb" providerId="ADAL" clId="{A6FD57A5-445D-D647-A981-371EA5547FE8}"/>
    <pc:docChg chg="delSld">
      <pc:chgData name="Korkmaz, Gizem (gk8yj)" userId="a3021717-695e-41c9-8d4c-e599a2aec0eb" providerId="ADAL" clId="{A6FD57A5-445D-D647-A981-371EA5547FE8}" dt="2019-07-18T18:03:16.312" v="1" actId="2696"/>
      <pc:docMkLst>
        <pc:docMk/>
      </pc:docMkLst>
      <pc:sldChg chg="del">
        <pc:chgData name="Korkmaz, Gizem (gk8yj)" userId="a3021717-695e-41c9-8d4c-e599a2aec0eb" providerId="ADAL" clId="{A6FD57A5-445D-D647-A981-371EA5547FE8}" dt="2019-07-18T18:03:16.310" v="0" actId="2696"/>
        <pc:sldMkLst>
          <pc:docMk/>
          <pc:sldMk cId="0" sldId="256"/>
        </pc:sldMkLst>
      </pc:sldChg>
      <pc:sldMasterChg chg="delSldLayout">
        <pc:chgData name="Korkmaz, Gizem (gk8yj)" userId="a3021717-695e-41c9-8d4c-e599a2aec0eb" providerId="ADAL" clId="{A6FD57A5-445D-D647-A981-371EA5547FE8}" dt="2019-07-18T18:03:16.312" v="1" actId="2696"/>
        <pc:sldMasterMkLst>
          <pc:docMk/>
          <pc:sldMasterMk cId="0" sldId="2147483648"/>
        </pc:sldMasterMkLst>
        <pc:sldLayoutChg chg="del">
          <pc:chgData name="Korkmaz, Gizem (gk8yj)" userId="a3021717-695e-41c9-8d4c-e599a2aec0eb" providerId="ADAL" clId="{A6FD57A5-445D-D647-A981-371EA5547FE8}" dt="2019-07-18T18:03:16.312" v="1" actId="2696"/>
          <pc:sldLayoutMkLst>
            <pc:docMk/>
            <pc:sldMasterMk cId="0" sldId="2147483648"/>
            <pc:sldLayoutMk cId="0" sldId="2147483650"/>
          </pc:sldLayoutMkLst>
        </pc:sldLayoutChg>
      </pc:sldMasterChg>
    </pc:docChg>
  </pc:docChgLst>
  <pc:docChgLst>
    <pc:chgData name="Dusseau, Grace R (grd4bp)" userId="S::grd4bp@virginia.edu::8058f72f-6056-4bad-8d9d-632665c7ad2a" providerId="AD" clId="Web-{72C05222-336E-2D57-D14B-244CF931E7F3}"/>
    <pc:docChg chg="modSld">
      <pc:chgData name="Dusseau, Grace R (grd4bp)" userId="S::grd4bp@virginia.edu::8058f72f-6056-4bad-8d9d-632665c7ad2a" providerId="AD" clId="Web-{72C05222-336E-2D57-D14B-244CF931E7F3}" dt="2019-08-04T03:06:30.861" v="1"/>
      <pc:docMkLst>
        <pc:docMk/>
      </pc:docMkLst>
      <pc:sldChg chg="modSp">
        <pc:chgData name="Dusseau, Grace R (grd4bp)" userId="S::grd4bp@virginia.edu::8058f72f-6056-4bad-8d9d-632665c7ad2a" providerId="AD" clId="Web-{72C05222-336E-2D57-D14B-244CF931E7F3}" dt="2019-08-04T03:06:30.861" v="1"/>
        <pc:sldMkLst>
          <pc:docMk/>
          <pc:sldMk cId="0" sldId="257"/>
        </pc:sldMkLst>
        <pc:spChg chg="mod">
          <ac:chgData name="Dusseau, Grace R (grd4bp)" userId="S::grd4bp@virginia.edu::8058f72f-6056-4bad-8d9d-632665c7ad2a" providerId="AD" clId="Web-{72C05222-336E-2D57-D14B-244CF931E7F3}" dt="2019-08-04T03:06:30.861" v="1"/>
          <ac:spMkLst>
            <pc:docMk/>
            <pc:sldMk cId="0" sldId="257"/>
            <ac:spMk id="4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7" name="Shape 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empla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6998" y="-620308"/>
            <a:ext cx="22039596" cy="335583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2143125" y="10994231"/>
            <a:ext cx="17659350" cy="5572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 anchor="b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2143125" y="16737806"/>
            <a:ext cx="17659350" cy="19073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85725" tIns="85725" rIns="85725" bIns="85725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493705" y="23917275"/>
            <a:ext cx="946760" cy="989758"/>
          </a:xfrm>
          <a:prstGeom prst="rect">
            <a:avLst/>
          </a:prstGeom>
          <a:ln w="12700">
            <a:miter lim="400000"/>
          </a:ln>
        </p:spPr>
        <p:txBody>
          <a:bodyPr wrap="none" lIns="85725" tIns="85725" rIns="85725" bIns="85725">
            <a:spAutoFit/>
          </a:bodyPr>
          <a:lstStyle>
            <a:lvl1pPr>
              <a:defRPr sz="5400" b="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70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3556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7112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10668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1422400" algn="ctr" defTabSz="1971675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4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1pPr>
      <a:lvl2pPr marL="0" marR="0" indent="228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2pPr>
      <a:lvl3pPr marL="0" marR="0" indent="457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3pPr>
      <a:lvl4pPr marL="0" marR="0" indent="685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4pPr>
      <a:lvl5pPr marL="0" marR="0" indent="9144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5pPr>
      <a:lvl6pPr marL="0" marR="0" indent="11430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6pPr>
      <a:lvl7pPr marL="0" marR="0" indent="13716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7pPr>
      <a:lvl8pPr marL="0" marR="0" indent="16002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8pPr>
      <a:lvl9pPr marL="0" marR="0" indent="1828800" algn="ctr" defTabSz="1971675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Thi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OF RESEARCH STUDY in 54 pt"/>
          <p:cNvSpPr txBox="1"/>
          <p:nvPr/>
        </p:nvSpPr>
        <p:spPr>
          <a:xfrm>
            <a:off x="1079106" y="753829"/>
            <a:ext cx="10241586" cy="1061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b">
            <a:spAutoFit/>
          </a:bodyPr>
          <a:lstStyle>
            <a:lvl1pPr algn="l">
              <a:defRPr sz="5400" b="0">
                <a:solidFill>
                  <a:srgbClr val="FFFFFF"/>
                </a:solidFill>
                <a:latin typeface="ITC Franklin Gothic Std Demi Co"/>
                <a:ea typeface="ITC Franklin Gothic Std Demi Co"/>
                <a:cs typeface="ITC Franklin Gothic Std Demi Co"/>
                <a:sym typeface="ITC Franklin Gothic Std Demi Co"/>
              </a:defRPr>
            </a:lvl1pPr>
          </a:lstStyle>
          <a:p>
            <a:r>
              <a:rPr dirty="0">
                <a:latin typeface="ITC Franklin Gothic Std Dm Cd"/>
                <a:cs typeface="ITC Franklin Gothic Std Dm Cd"/>
              </a:rPr>
              <a:t>TITLE OF RESEARCH STUDY in 54 pt</a:t>
            </a:r>
          </a:p>
        </p:txBody>
      </p:sp>
      <p:sp>
        <p:nvSpPr>
          <p:cNvPr id="43" name="Subhead - Franklin Gothic Demi - 28"/>
          <p:cNvSpPr txBox="1"/>
          <p:nvPr/>
        </p:nvSpPr>
        <p:spPr>
          <a:xfrm>
            <a:off x="1093607" y="7454619"/>
            <a:ext cx="6011900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8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dirty="0"/>
              <a:t>Subhead - Franklin Gothic Demi - 28</a:t>
            </a:r>
          </a:p>
        </p:txBody>
      </p:sp>
      <p:sp>
        <p:nvSpPr>
          <p:cNvPr id="44" name="Body Text - Franklin Gothic Book - 22"/>
          <p:cNvSpPr txBox="1"/>
          <p:nvPr/>
        </p:nvSpPr>
        <p:spPr>
          <a:xfrm>
            <a:off x="1123638" y="8131435"/>
            <a:ext cx="4756171" cy="5693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2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dirty="0">
                <a:latin typeface="ITC Franklin Gothic Std Book"/>
                <a:cs typeface="ITC Franklin Gothic Std Book"/>
              </a:rPr>
              <a:t>Body Text - Franklin Gothic Book - 22</a:t>
            </a:r>
          </a:p>
        </p:txBody>
      </p:sp>
      <p:sp>
        <p:nvSpPr>
          <p:cNvPr id="45" name="References - Franklin Gothic Demi - 24"/>
          <p:cNvSpPr txBox="1"/>
          <p:nvPr/>
        </p:nvSpPr>
        <p:spPr>
          <a:xfrm>
            <a:off x="1093607" y="11666280"/>
            <a:ext cx="5565626" cy="600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2400" b="0">
                <a:latin typeface="ITC Franklin Gothic Std Demi"/>
                <a:ea typeface="ITC Franklin Gothic Std Demi"/>
                <a:cs typeface="ITC Franklin Gothic Std Demi"/>
                <a:sym typeface="ITC Franklin Gothic Std Demi"/>
              </a:defRPr>
            </a:lvl1pPr>
          </a:lstStyle>
          <a:p>
            <a:r>
              <a:rPr dirty="0"/>
              <a:t>References - Franklin Gothic Demi - 24</a:t>
            </a:r>
          </a:p>
        </p:txBody>
      </p:sp>
      <p:sp>
        <p:nvSpPr>
          <p:cNvPr id="46" name="Reference Text - Franklin Gothic Book - 18"/>
          <p:cNvSpPr txBox="1"/>
          <p:nvPr/>
        </p:nvSpPr>
        <p:spPr>
          <a:xfrm>
            <a:off x="1123638" y="12343095"/>
            <a:ext cx="4464294" cy="50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algn="l" defTabSz="1314450">
              <a:defRPr sz="1800" b="0"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lvl1pPr>
          </a:lstStyle>
          <a:p>
            <a:r>
              <a:rPr dirty="0">
                <a:latin typeface="ITC Franklin Gothic Std Book"/>
                <a:cs typeface="ITC Franklin Gothic Std Book"/>
              </a:rPr>
              <a:t>Reference Text - Franklin Gothic Book - 18</a:t>
            </a:r>
          </a:p>
        </p:txBody>
      </p:sp>
      <p:sp>
        <p:nvSpPr>
          <p:cNvPr id="47" name="Circle"/>
          <p:cNvSpPr/>
          <p:nvPr/>
        </p:nvSpPr>
        <p:spPr>
          <a:xfrm>
            <a:off x="7035241" y="16433724"/>
            <a:ext cx="6538022" cy="6538022"/>
          </a:xfrm>
          <a:prstGeom prst="ellipse">
            <a:avLst/>
          </a:prstGeom>
          <a:solidFill>
            <a:srgbClr val="213566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8" name="Square"/>
          <p:cNvSpPr/>
          <p:nvPr/>
        </p:nvSpPr>
        <p:spPr>
          <a:xfrm>
            <a:off x="14843281" y="16794095"/>
            <a:ext cx="5948681" cy="5948681"/>
          </a:xfrm>
          <a:prstGeom prst="rect">
            <a:avLst/>
          </a:prstGeom>
          <a:solidFill>
            <a:srgbClr val="EE6419"/>
          </a:solidFill>
          <a:ln w="12700">
            <a:miter lim="400000"/>
          </a:ln>
        </p:spPr>
        <p:txBody>
          <a:bodyPr lIns="114300" tIns="114300" rIns="114300" bIns="114300" anchor="ctr"/>
          <a:lstStyle/>
          <a:p>
            <a:pPr defTabSz="1314450">
              <a:defRPr sz="48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49" name="Figure #1"/>
          <p:cNvSpPr txBox="1"/>
          <p:nvPr/>
        </p:nvSpPr>
        <p:spPr>
          <a:xfrm>
            <a:off x="4777122" y="23825162"/>
            <a:ext cx="10570335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defTabSz="1314450">
              <a:defRPr sz="2800" b="0" i="1">
                <a:solidFill>
                  <a:srgbClr val="213566"/>
                </a:solidFill>
                <a:latin typeface="Bodoni Std Poster"/>
                <a:ea typeface="Bodoni Std Poster"/>
                <a:cs typeface="Bodoni Std Poster"/>
                <a:sym typeface="Bodoni Std Poster"/>
              </a:defRPr>
            </a:lvl1pPr>
          </a:lstStyle>
          <a:p>
            <a:r>
              <a:rPr i="0" dirty="0">
                <a:latin typeface="Bodoni Std Poster Italic"/>
                <a:cs typeface="Bodoni Std Poster Italic"/>
              </a:rPr>
              <a:t>Figure #1</a:t>
            </a:r>
          </a:p>
        </p:txBody>
      </p:sp>
      <p:sp>
        <p:nvSpPr>
          <p:cNvPr id="50" name="Figure #2"/>
          <p:cNvSpPr txBox="1"/>
          <p:nvPr/>
        </p:nvSpPr>
        <p:spPr>
          <a:xfrm>
            <a:off x="12532454" y="23825162"/>
            <a:ext cx="10570335" cy="661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>
            <a:lvl1pPr defTabSz="1314450">
              <a:defRPr sz="2800" b="0" i="1">
                <a:solidFill>
                  <a:srgbClr val="213566"/>
                </a:solidFill>
                <a:latin typeface="Bodoni Std Poster"/>
                <a:ea typeface="Bodoni Std Poster"/>
                <a:cs typeface="Bodoni Std Poster"/>
                <a:sym typeface="Bodoni Std Poster"/>
              </a:defRPr>
            </a:lvl1pPr>
          </a:lstStyle>
          <a:p>
            <a:r>
              <a:rPr i="0" dirty="0">
                <a:latin typeface="Bodoni Std Poster Italic"/>
                <a:cs typeface="Bodoni Std Poster Italic"/>
              </a:rPr>
              <a:t>Figure #2</a:t>
            </a:r>
          </a:p>
        </p:txBody>
      </p:sp>
      <p:sp>
        <p:nvSpPr>
          <p:cNvPr id="51" name="Your Name, Graduate Student Name, Post Doc Name, Advisor…"/>
          <p:cNvSpPr txBox="1"/>
          <p:nvPr/>
        </p:nvSpPr>
        <p:spPr>
          <a:xfrm>
            <a:off x="1045930" y="2022961"/>
            <a:ext cx="7540526" cy="11733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wrap="none" lIns="114300" tIns="114300" rIns="114300" bIns="114300" anchor="ctr">
            <a:spAutoFit/>
          </a:bodyPr>
          <a:lstStyle/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b="0" dirty="0">
                <a:latin typeface="ITC Franklin Gothic Std Book"/>
                <a:cs typeface="ITC Franklin Gothic Std Book"/>
              </a:rPr>
              <a:t>Your Name, Graduate Student Name, Post Doc Name, Advisor</a:t>
            </a:r>
          </a:p>
          <a:p>
            <a:pPr algn="l" defTabSz="1314450">
              <a:lnSpc>
                <a:spcPct val="150000"/>
              </a:lnSpc>
              <a:defRPr sz="2100" b="0">
                <a:solidFill>
                  <a:srgbClr val="FFFFFF"/>
                </a:solidFill>
                <a:latin typeface="ITC Franklin Gothic Std"/>
                <a:ea typeface="ITC Franklin Gothic Std"/>
                <a:cs typeface="ITC Franklin Gothic Std"/>
                <a:sym typeface="ITC Franklin Gothic Std"/>
              </a:defRPr>
            </a:pPr>
            <a:r>
              <a:rPr b="0" dirty="0">
                <a:latin typeface="ITC Franklin Gothic Std Book"/>
                <a:cs typeface="ITC Franklin Gothic Std Book"/>
              </a:rPr>
              <a:t>Department Listing with captions if needed</a:t>
            </a:r>
          </a:p>
        </p:txBody>
      </p:sp>
      <p:sp>
        <p:nvSpPr>
          <p:cNvPr id="52" name="TextBox 15"/>
          <p:cNvSpPr txBox="1"/>
          <p:nvPr/>
        </p:nvSpPr>
        <p:spPr>
          <a:xfrm>
            <a:off x="7315882" y="4367498"/>
            <a:ext cx="1418896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xmlns:mv="urn:schemas-microsoft-com:mac:vml" xmlns:mc="http://schemas.openxmlformats.org/markup-compatibility/2006" val="1"/>
            </a:ext>
          </a:extLst>
        </p:spPr>
        <p:txBody>
          <a:bodyPr lIns="45719" rIns="45719">
            <a:spAutoFit/>
          </a:bodyPr>
          <a:lstStyle>
            <a:lvl1pPr algn="r" defTabSz="2633472">
              <a:defRPr sz="3600" b="0">
                <a:solidFill>
                  <a:srgbClr val="20304B"/>
                </a:solidFill>
                <a:latin typeface="ITC Franklin Gothic Std Medium"/>
                <a:ea typeface="ITC Franklin Gothic Std Medium"/>
                <a:cs typeface="ITC Franklin Gothic Std Medium"/>
                <a:sym typeface="ITC Franklin Gothic Std Medium"/>
              </a:defRPr>
            </a:lvl1pPr>
          </a:lstStyle>
          <a:p>
            <a:r>
              <a:rPr dirty="0">
                <a:latin typeface="Franklin Gothic Medium"/>
                <a:cs typeface="Franklin Gothic Medium"/>
              </a:rPr>
              <a:t>DIVISION NAME HERE</a:t>
            </a:r>
          </a:p>
        </p:txBody>
      </p:sp>
      <p:pic>
        <p:nvPicPr>
          <p:cNvPr id="5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514" y="31141639"/>
            <a:ext cx="8550572" cy="128498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74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381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85725" tIns="85725" rIns="85725" bIns="85725" numCol="1" spcCol="38100" rtlCol="0" anchor="ctr">
        <a:spAutoFit/>
      </a:bodyPr>
      <a:lstStyle>
        <a:defPPr marL="0" marR="0" indent="0" algn="ctr" defTabSz="1971675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8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73346917-C961-4DB3-9F95-97064115D38D}"/>
</file>

<file path=customXml/itemProps2.xml><?xml version="1.0" encoding="utf-8"?>
<ds:datastoreItem xmlns:ds="http://schemas.openxmlformats.org/officeDocument/2006/customXml" ds:itemID="{8DC57E6D-CB8A-4F48-99E3-EF722C2E566F}"/>
</file>

<file path=customXml/itemProps3.xml><?xml version="1.0" encoding="utf-8"?>
<ds:datastoreItem xmlns:ds="http://schemas.openxmlformats.org/officeDocument/2006/customXml" ds:itemID="{0FA331AE-6720-4734-966C-8072516A8047}"/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64</Words>
  <Application>Microsoft Office PowerPoint</Application>
  <PresentationFormat>Custom</PresentationFormat>
  <Paragraphs>10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White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Korkmaz, Gizem (gk8yj)</cp:lastModifiedBy>
  <cp:revision>4</cp:revision>
  <dcterms:created xsi:type="dcterms:W3CDTF">2019-07-16T21:17:53Z</dcterms:created>
  <dcterms:modified xsi:type="dcterms:W3CDTF">2019-08-04T03:06:33Z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
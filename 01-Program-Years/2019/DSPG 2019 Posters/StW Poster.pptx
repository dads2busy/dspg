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1143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5918"/>
    <a:srgbClr val="2C8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ECE2D-7AA2-064B-1E69-ACA101232457}" v="23" dt="2019-08-05T18:10:41.081"/>
    <p1510:client id="{85CC19FB-D400-7B41-9A87-6C71CFAD5628}" v="4049" dt="2019-08-05T22:59:11.038"/>
    <p1510:client id="{F885F7F7-DE18-DF48-9072-9FE5256F6347}" v="3" dt="2019-08-05T12:19:03.23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918"/>
  </p:normalViewPr>
  <p:slideViewPr>
    <p:cSldViewPr snapToGrid="0">
      <p:cViewPr varScale="1">
        <p:scale>
          <a:sx n="20" d="100"/>
          <a:sy n="20" d="100"/>
        </p:scale>
        <p:origin x="2960" y="304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hen, Samantha (sc2pg)" userId="S::sc2pg@virginia.edu::00765cc7-31bd-431d-b2b3-38c8fe88a53e" providerId="AD" clId="Web-{2F83D465-6E9F-DEC9-450B-EAB6628BB5F7}"/>
    <pc:docChg chg="addSld modSld">
      <pc:chgData name="Cohen, Samantha (sc2pg)" userId="S::sc2pg@virginia.edu::00765cc7-31bd-431d-b2b3-38c8fe88a53e" providerId="AD" clId="Web-{2F83D465-6E9F-DEC9-450B-EAB6628BB5F7}" dt="2019-08-02T19:42:57.495" v="2806" actId="20577"/>
      <pc:docMkLst>
        <pc:docMk/>
      </pc:docMkLst>
      <pc:sldChg chg="modSp">
        <pc:chgData name="Cohen, Samantha (sc2pg)" userId="S::sc2pg@virginia.edu::00765cc7-31bd-431d-b2b3-38c8fe88a53e" providerId="AD" clId="Web-{2F83D465-6E9F-DEC9-450B-EAB6628BB5F7}" dt="2019-08-02T19:20:37.947" v="2199" actId="1076"/>
        <pc:sldMkLst>
          <pc:docMk/>
          <pc:sldMk cId="0" sldId="256"/>
        </pc:sldMkLst>
        <pc:spChg chg="mod">
          <ac:chgData name="Cohen, Samantha (sc2pg)" userId="S::sc2pg@virginia.edu::00765cc7-31bd-431d-b2b3-38c8fe88a53e" providerId="AD" clId="Web-{2F83D465-6E9F-DEC9-450B-EAB6628BB5F7}" dt="2019-08-02T18:47:43.827" v="142" actId="1076"/>
          <ac:spMkLst>
            <pc:docMk/>
            <pc:sldMk cId="0" sldId="256"/>
            <ac:spMk id="2" creationId="{18915918-6960-514F-95CD-3CB2FB9304F4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20:34.900" v="2198" actId="1076"/>
          <ac:spMkLst>
            <pc:docMk/>
            <pc:sldMk cId="0" sldId="256"/>
            <ac:spMk id="15" creationId="{CF8D7370-A377-3143-BED6-B3B88C4B5C82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20:37.947" v="2199" actId="1076"/>
          <ac:spMkLst>
            <pc:docMk/>
            <pc:sldMk cId="0" sldId="256"/>
            <ac:spMk id="17" creationId="{73B4C1C2-0EF3-6542-A466-57FB1D3AE2EE}"/>
          </ac:spMkLst>
        </pc:spChg>
      </pc:sldChg>
      <pc:sldChg chg="addSp delSp modSp add replId">
        <pc:chgData name="Cohen, Samantha (sc2pg)" userId="S::sc2pg@virginia.edu::00765cc7-31bd-431d-b2b3-38c8fe88a53e" providerId="AD" clId="Web-{2F83D465-6E9F-DEC9-450B-EAB6628BB5F7}" dt="2019-08-02T19:42:56.527" v="2804" actId="20577"/>
        <pc:sldMkLst>
          <pc:docMk/>
          <pc:sldMk cId="474268097" sldId="257"/>
        </pc:sldMkLst>
        <pc:spChg chg="mod">
          <ac:chgData name="Cohen, Samantha (sc2pg)" userId="S::sc2pg@virginia.edu::00765cc7-31bd-431d-b2b3-38c8fe88a53e" providerId="AD" clId="Web-{2F83D465-6E9F-DEC9-450B-EAB6628BB5F7}" dt="2019-08-02T19:42:56.527" v="2804" actId="20577"/>
          <ac:spMkLst>
            <pc:docMk/>
            <pc:sldMk cId="474268097" sldId="257"/>
            <ac:spMk id="2" creationId="{18915918-6960-514F-95CD-3CB2FB9304F4}"/>
          </ac:spMkLst>
        </pc:spChg>
        <pc:spChg chg="del mod">
          <ac:chgData name="Cohen, Samantha (sc2pg)" userId="S::sc2pg@virginia.edu::00765cc7-31bd-431d-b2b3-38c8fe88a53e" providerId="AD" clId="Web-{2F83D465-6E9F-DEC9-450B-EAB6628BB5F7}" dt="2019-08-02T19:10:51.501" v="1523"/>
          <ac:spMkLst>
            <pc:docMk/>
            <pc:sldMk cId="474268097" sldId="257"/>
            <ac:spMk id="15" creationId="{CF8D7370-A377-3143-BED6-B3B88C4B5C82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41:32.510" v="2787" actId="20577"/>
          <ac:spMkLst>
            <pc:docMk/>
            <pc:sldMk cId="474268097" sldId="257"/>
            <ac:spMk id="17" creationId="{73B4C1C2-0EF3-6542-A466-57FB1D3AE2EE}"/>
          </ac:spMkLst>
        </pc:spChg>
        <pc:spChg chg="add mod">
          <ac:chgData name="Cohen, Samantha (sc2pg)" userId="S::sc2pg@virginia.edu::00765cc7-31bd-431d-b2b3-38c8fe88a53e" providerId="AD" clId="Web-{2F83D465-6E9F-DEC9-450B-EAB6628BB5F7}" dt="2019-08-02T19:11:53.190" v="1548" actId="20577"/>
          <ac:spMkLst>
            <pc:docMk/>
            <pc:sldMk cId="474268097" sldId="257"/>
            <ac:spMk id="27" creationId="{2379D35F-E1D1-4A07-87FC-69A785017BAE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26:17.138" v="2368" actId="20577"/>
          <ac:spMkLst>
            <pc:docMk/>
            <pc:sldMk cId="474268097" sldId="257"/>
            <ac:spMk id="30" creationId="{00000000-0000-0000-0000-000000000000}"/>
          </ac:spMkLst>
        </pc:spChg>
        <pc:spChg chg="mod">
          <ac:chgData name="Cohen, Samantha (sc2pg)" userId="S::sc2pg@virginia.edu::00765cc7-31bd-431d-b2b3-38c8fe88a53e" providerId="AD" clId="Web-{2F83D465-6E9F-DEC9-450B-EAB6628BB5F7}" dt="2019-08-02T19:26:10.373" v="2364" actId="1076"/>
          <ac:spMkLst>
            <pc:docMk/>
            <pc:sldMk cId="474268097" sldId="257"/>
            <ac:spMk id="39" creationId="{00000000-0000-0000-0000-000000000000}"/>
          </ac:spMkLst>
        </pc:spChg>
        <pc:spChg chg="add mod">
          <ac:chgData name="Cohen, Samantha (sc2pg)" userId="S::sc2pg@virginia.edu::00765cc7-31bd-431d-b2b3-38c8fe88a53e" providerId="AD" clId="Web-{2F83D465-6E9F-DEC9-450B-EAB6628BB5F7}" dt="2019-08-02T19:41:38.854" v="2789" actId="20577"/>
          <ac:spMkLst>
            <pc:docMk/>
            <pc:sldMk cId="474268097" sldId="257"/>
            <ac:spMk id="41" creationId="{5417D758-3F94-4CE6-B1BF-683373F8156E}"/>
          </ac:spMkLst>
        </pc:spChg>
        <pc:spChg chg="add mod">
          <ac:chgData name="Cohen, Samantha (sc2pg)" userId="S::sc2pg@virginia.edu::00765cc7-31bd-431d-b2b3-38c8fe88a53e" providerId="AD" clId="Web-{2F83D465-6E9F-DEC9-450B-EAB6628BB5F7}" dt="2019-08-02T19:42:37.776" v="2801" actId="20577"/>
          <ac:spMkLst>
            <pc:docMk/>
            <pc:sldMk cId="474268097" sldId="257"/>
            <ac:spMk id="42" creationId="{39FE785A-F709-4A7A-93F7-63E8DACB4E1B}"/>
          </ac:spMkLst>
        </pc:spChg>
      </pc:sldChg>
    </pc:docChg>
  </pc:docChgLst>
  <pc:docChgLst>
    <pc:chgData name="Cohen, Samantha (sc2pg)" userId="S::sc2pg@virginia.edu::00765cc7-31bd-431d-b2b3-38c8fe88a53e" providerId="AD" clId="Web-{A5D369A5-DD58-3AAC-5D86-40697122CA6E}"/>
    <pc:docChg chg="modSld">
      <pc:chgData name="Cohen, Samantha (sc2pg)" userId="S::sc2pg@virginia.edu::00765cc7-31bd-431d-b2b3-38c8fe88a53e" providerId="AD" clId="Web-{A5D369A5-DD58-3AAC-5D86-40697122CA6E}" dt="2019-08-06T12:31:48.039" v="11" actId="20577"/>
      <pc:docMkLst>
        <pc:docMk/>
      </pc:docMkLst>
      <pc:sldChg chg="modSp">
        <pc:chgData name="Cohen, Samantha (sc2pg)" userId="S::sc2pg@virginia.edu::00765cc7-31bd-431d-b2b3-38c8fe88a53e" providerId="AD" clId="Web-{A5D369A5-DD58-3AAC-5D86-40697122CA6E}" dt="2019-08-06T12:31:48.039" v="10" actId="20577"/>
        <pc:sldMkLst>
          <pc:docMk/>
          <pc:sldMk cId="474268097" sldId="257"/>
        </pc:sldMkLst>
        <pc:spChg chg="mod">
          <ac:chgData name="Cohen, Samantha (sc2pg)" userId="S::sc2pg@virginia.edu::00765cc7-31bd-431d-b2b3-38c8fe88a53e" providerId="AD" clId="Web-{A5D369A5-DD58-3AAC-5D86-40697122CA6E}" dt="2019-08-06T12:31:48.039" v="10" actId="20577"/>
          <ac:spMkLst>
            <pc:docMk/>
            <pc:sldMk cId="474268097" sldId="257"/>
            <ac:spMk id="39" creationId="{00000000-0000-0000-0000-000000000000}"/>
          </ac:spMkLst>
        </pc:spChg>
      </pc:sldChg>
    </pc:docChg>
  </pc:docChgLst>
  <pc:docChgLst>
    <pc:chgData name="Fowers, Alyssa (af5ug)" userId="S::af5ug@virginia.edu::c3a37977-17ff-41a0-ad75-fd916179f175" providerId="AD" clId="Web-{BC360D86-2497-671E-5A62-844376245D2A}"/>
    <pc:docChg chg="modSld">
      <pc:chgData name="Fowers, Alyssa (af5ug)" userId="S::af5ug@virginia.edu::c3a37977-17ff-41a0-ad75-fd916179f175" providerId="AD" clId="Web-{BC360D86-2497-671E-5A62-844376245D2A}" dt="2019-08-05T16:43:27.299" v="13" actId="14100"/>
      <pc:docMkLst>
        <pc:docMk/>
      </pc:docMkLst>
      <pc:sldChg chg="modSp">
        <pc:chgData name="Fowers, Alyssa (af5ug)" userId="S::af5ug@virginia.edu::c3a37977-17ff-41a0-ad75-fd916179f175" providerId="AD" clId="Web-{BC360D86-2497-671E-5A62-844376245D2A}" dt="2019-08-05T16:43:27.299" v="13" actId="14100"/>
        <pc:sldMkLst>
          <pc:docMk/>
          <pc:sldMk cId="474268097" sldId="257"/>
        </pc:sldMkLst>
        <pc:spChg chg="mod">
          <ac:chgData name="Fowers, Alyssa (af5ug)" userId="S::af5ug@virginia.edu::c3a37977-17ff-41a0-ad75-fd916179f175" providerId="AD" clId="Web-{BC360D86-2497-671E-5A62-844376245D2A}" dt="2019-08-05T16:43:27.299" v="13" actId="14100"/>
          <ac:spMkLst>
            <pc:docMk/>
            <pc:sldMk cId="474268097" sldId="257"/>
            <ac:spMk id="39" creationId="{00000000-0000-0000-0000-000000000000}"/>
          </ac:spMkLst>
        </pc:spChg>
      </pc:sldChg>
    </pc:docChg>
  </pc:docChgLst>
  <pc:docChgLst>
    <pc:chgData name="Lancaster, Vicki Ann (val7zv)" userId="S::val7zv@virginia.edu::1848b937-7720-42a5-9891-d77f8c3cb783" providerId="AD" clId="Web-{6183927E-4000-B3D5-66B0-B04B03A11586}"/>
    <pc:docChg chg="modSld">
      <pc:chgData name="Lancaster, Vicki Ann (val7zv)" userId="S::val7zv@virginia.edu::1848b937-7720-42a5-9891-d77f8c3cb783" providerId="AD" clId="Web-{6183927E-4000-B3D5-66B0-B04B03A11586}" dt="2019-08-06T12:27:24.578" v="6" actId="14100"/>
      <pc:docMkLst>
        <pc:docMk/>
      </pc:docMkLst>
      <pc:sldChg chg="modSp">
        <pc:chgData name="Lancaster, Vicki Ann (val7zv)" userId="S::val7zv@virginia.edu::1848b937-7720-42a5-9891-d77f8c3cb783" providerId="AD" clId="Web-{6183927E-4000-B3D5-66B0-B04B03A11586}" dt="2019-08-06T12:27:24.578" v="6" actId="14100"/>
        <pc:sldMkLst>
          <pc:docMk/>
          <pc:sldMk cId="474268097" sldId="257"/>
        </pc:sldMkLst>
        <pc:spChg chg="mod">
          <ac:chgData name="Lancaster, Vicki Ann (val7zv)" userId="S::val7zv@virginia.edu::1848b937-7720-42a5-9891-d77f8c3cb783" providerId="AD" clId="Web-{6183927E-4000-B3D5-66B0-B04B03A11586}" dt="2019-08-06T12:27:24.578" v="6" actId="14100"/>
          <ac:spMkLst>
            <pc:docMk/>
            <pc:sldMk cId="474268097" sldId="257"/>
            <ac:spMk id="39" creationId="{00000000-0000-0000-0000-000000000000}"/>
          </ac:spMkLst>
        </pc:spChg>
      </pc:sldChg>
    </pc:docChg>
  </pc:docChgLst>
  <pc:docChgLst>
    <pc:chgData name="Lancaster, Vicki Ann (val7zv)" userId="S::val7zv@virginia.edu::1848b937-7720-42a5-9891-d77f8c3cb783" providerId="AD" clId="Web-{159B5B00-A61C-0C0E-B229-76A8B711B982}"/>
    <pc:docChg chg="modSld">
      <pc:chgData name="Lancaster, Vicki Ann (val7zv)" userId="S::val7zv@virginia.edu::1848b937-7720-42a5-9891-d77f8c3cb783" providerId="AD" clId="Web-{159B5B00-A61C-0C0E-B229-76A8B711B982}" dt="2019-08-04T15:11:17.021" v="192" actId="20577"/>
      <pc:docMkLst>
        <pc:docMk/>
      </pc:docMkLst>
      <pc:sldChg chg="modSp">
        <pc:chgData name="Lancaster, Vicki Ann (val7zv)" userId="S::val7zv@virginia.edu::1848b937-7720-42a5-9891-d77f8c3cb783" providerId="AD" clId="Web-{159B5B00-A61C-0C0E-B229-76A8B711B982}" dt="2019-08-04T15:11:17.021" v="191" actId="20577"/>
        <pc:sldMkLst>
          <pc:docMk/>
          <pc:sldMk cId="474268097" sldId="257"/>
        </pc:sldMkLst>
        <pc:spChg chg="mod">
          <ac:chgData name="Lancaster, Vicki Ann (val7zv)" userId="S::val7zv@virginia.edu::1848b937-7720-42a5-9891-d77f8c3cb783" providerId="AD" clId="Web-{159B5B00-A61C-0C0E-B229-76A8B711B982}" dt="2019-08-04T15:11:17.021" v="191" actId="20577"/>
          <ac:spMkLst>
            <pc:docMk/>
            <pc:sldMk cId="474268097" sldId="257"/>
            <ac:spMk id="39" creationId="{00000000-0000-0000-0000-000000000000}"/>
          </ac:spMkLst>
        </pc:spChg>
      </pc:sldChg>
    </pc:docChg>
  </pc:docChgLst>
  <pc:docChgLst>
    <pc:chgData name="Cohen, Samantha (sc2pg)" userId="S::sc2pg@virginia.edu::00765cc7-31bd-431d-b2b3-38c8fe88a53e" providerId="AD" clId="Web-{DF8D5083-8EF3-4C84-BA40-F7D10E5506FC}"/>
    <pc:docChg chg="modSld">
      <pc:chgData name="Cohen, Samantha (sc2pg)" userId="S::sc2pg@virginia.edu::00765cc7-31bd-431d-b2b3-38c8fe88a53e" providerId="AD" clId="Web-{DF8D5083-8EF3-4C84-BA40-F7D10E5506FC}" dt="2019-08-04T14:26:44.744" v="858" actId="1076"/>
      <pc:docMkLst>
        <pc:docMk/>
      </pc:docMkLst>
      <pc:sldChg chg="addSp delSp modSp">
        <pc:chgData name="Cohen, Samantha (sc2pg)" userId="S::sc2pg@virginia.edu::00765cc7-31bd-431d-b2b3-38c8fe88a53e" providerId="AD" clId="Web-{DF8D5083-8EF3-4C84-BA40-F7D10E5506FC}" dt="2019-08-04T14:26:44.744" v="858" actId="1076"/>
        <pc:sldMkLst>
          <pc:docMk/>
          <pc:sldMk cId="474268097" sldId="257"/>
        </pc:sldMkLst>
        <pc:spChg chg="mod">
          <ac:chgData name="Cohen, Samantha (sc2pg)" userId="S::sc2pg@virginia.edu::00765cc7-31bd-431d-b2b3-38c8fe88a53e" providerId="AD" clId="Web-{DF8D5083-8EF3-4C84-BA40-F7D10E5506FC}" dt="2019-08-04T14:19:11.239" v="219" actId="20577"/>
          <ac:spMkLst>
            <pc:docMk/>
            <pc:sldMk cId="474268097" sldId="257"/>
            <ac:spMk id="20" creationId="{DFDFB8D7-C7F7-E040-B453-06921698F40B}"/>
          </ac:spMkLst>
        </pc:spChg>
        <pc:spChg chg="del">
          <ac:chgData name="Cohen, Samantha (sc2pg)" userId="S::sc2pg@virginia.edu::00765cc7-31bd-431d-b2b3-38c8fe88a53e" providerId="AD" clId="Web-{DF8D5083-8EF3-4C84-BA40-F7D10E5506FC}" dt="2019-08-04T14:25:04.305" v="843"/>
          <ac:spMkLst>
            <pc:docMk/>
            <pc:sldMk cId="474268097" sldId="257"/>
            <ac:spMk id="22" creationId="{E217D3CB-BBE1-7B44-A6B9-B8EA676EC5FD}"/>
          </ac:spMkLst>
        </pc:spChg>
        <pc:spChg chg="del">
          <ac:chgData name="Cohen, Samantha (sc2pg)" userId="S::sc2pg@virginia.edu::00765cc7-31bd-431d-b2b3-38c8fe88a53e" providerId="AD" clId="Web-{DF8D5083-8EF3-4C84-BA40-F7D10E5506FC}" dt="2019-08-04T14:25:00.524" v="842"/>
          <ac:spMkLst>
            <pc:docMk/>
            <pc:sldMk cId="474268097" sldId="257"/>
            <ac:spMk id="24" creationId="{DB06C1BF-D8CC-894C-BFCA-0A1661FC753F}"/>
          </ac:spMkLst>
        </pc:spChg>
        <pc:spChg chg="mod">
          <ac:chgData name="Cohen, Samantha (sc2pg)" userId="S::sc2pg@virginia.edu::00765cc7-31bd-431d-b2b3-38c8fe88a53e" providerId="AD" clId="Web-{DF8D5083-8EF3-4C84-BA40-F7D10E5506FC}" dt="2019-08-04T14:25:54.478" v="854" actId="1076"/>
          <ac:spMkLst>
            <pc:docMk/>
            <pc:sldMk cId="474268097" sldId="257"/>
            <ac:spMk id="26" creationId="{4AAC0E0A-669A-7348-BF8B-DC9D5C762118}"/>
          </ac:spMkLst>
        </pc:spChg>
        <pc:spChg chg="mod">
          <ac:chgData name="Cohen, Samantha (sc2pg)" userId="S::sc2pg@virginia.edu::00765cc7-31bd-431d-b2b3-38c8fe88a53e" providerId="AD" clId="Web-{DF8D5083-8EF3-4C84-BA40-F7D10E5506FC}" dt="2019-08-04T14:24:46.711" v="838" actId="20577"/>
          <ac:spMkLst>
            <pc:docMk/>
            <pc:sldMk cId="474268097" sldId="257"/>
            <ac:spMk id="28" creationId="{337201F6-EB7A-2440-A5A7-D04DCC0E38CC}"/>
          </ac:spMkLst>
        </pc:spChg>
        <pc:spChg chg="del">
          <ac:chgData name="Cohen, Samantha (sc2pg)" userId="S::sc2pg@virginia.edu::00765cc7-31bd-431d-b2b3-38c8fe88a53e" providerId="AD" clId="Web-{DF8D5083-8EF3-4C84-BA40-F7D10E5506FC}" dt="2019-08-04T14:26:02.556" v="855"/>
          <ac:spMkLst>
            <pc:docMk/>
            <pc:sldMk cId="474268097" sldId="257"/>
            <ac:spMk id="36" creationId="{00000000-0000-0000-0000-000000000000}"/>
          </ac:spMkLst>
        </pc:spChg>
        <pc:picChg chg="add del mod">
          <ac:chgData name="Cohen, Samantha (sc2pg)" userId="S::sc2pg@virginia.edu::00765cc7-31bd-431d-b2b3-38c8fe88a53e" providerId="AD" clId="Web-{DF8D5083-8EF3-4C84-BA40-F7D10E5506FC}" dt="2019-08-04T14:07:15.417" v="14"/>
          <ac:picMkLst>
            <pc:docMk/>
            <pc:sldMk cId="474268097" sldId="257"/>
            <ac:picMk id="4" creationId="{BE6A776F-0D8D-4D58-9841-79E8E09B0DF5}"/>
          </ac:picMkLst>
        </pc:picChg>
        <pc:picChg chg="add del mod">
          <ac:chgData name="Cohen, Samantha (sc2pg)" userId="S::sc2pg@virginia.edu::00765cc7-31bd-431d-b2b3-38c8fe88a53e" providerId="AD" clId="Web-{DF8D5083-8EF3-4C84-BA40-F7D10E5506FC}" dt="2019-08-04T14:07:17.307" v="15"/>
          <ac:picMkLst>
            <pc:docMk/>
            <pc:sldMk cId="474268097" sldId="257"/>
            <ac:picMk id="6" creationId="{1B64D1BC-F6A4-40DD-AB62-F0320D797660}"/>
          </ac:picMkLst>
        </pc:picChg>
        <pc:picChg chg="add mod">
          <ac:chgData name="Cohen, Samantha (sc2pg)" userId="S::sc2pg@virginia.edu::00765cc7-31bd-431d-b2b3-38c8fe88a53e" providerId="AD" clId="Web-{DF8D5083-8EF3-4C84-BA40-F7D10E5506FC}" dt="2019-08-04T14:19:28.739" v="224" actId="1076"/>
          <ac:picMkLst>
            <pc:docMk/>
            <pc:sldMk cId="474268097" sldId="257"/>
            <ac:picMk id="8" creationId="{32C36E08-1314-4777-9047-D35EA8601A9D}"/>
          </ac:picMkLst>
        </pc:picChg>
        <pc:picChg chg="add del mod">
          <ac:chgData name="Cohen, Samantha (sc2pg)" userId="S::sc2pg@virginia.edu::00765cc7-31bd-431d-b2b3-38c8fe88a53e" providerId="AD" clId="Web-{DF8D5083-8EF3-4C84-BA40-F7D10E5506FC}" dt="2019-08-04T14:08:35.044" v="21"/>
          <ac:picMkLst>
            <pc:docMk/>
            <pc:sldMk cId="474268097" sldId="257"/>
            <ac:picMk id="10" creationId="{C2F100F4-8334-434F-B0CC-5F45F0D03191}"/>
          </ac:picMkLst>
        </pc:picChg>
        <pc:picChg chg="add mod">
          <ac:chgData name="Cohen, Samantha (sc2pg)" userId="S::sc2pg@virginia.edu::00765cc7-31bd-431d-b2b3-38c8fe88a53e" providerId="AD" clId="Web-{DF8D5083-8EF3-4C84-BA40-F7D10E5506FC}" dt="2019-08-04T14:26:44.744" v="858" actId="1076"/>
          <ac:picMkLst>
            <pc:docMk/>
            <pc:sldMk cId="474268097" sldId="257"/>
            <ac:picMk id="12" creationId="{F213E0D1-62E8-45E6-B7D2-460CFB70A2D7}"/>
          </ac:picMkLst>
        </pc:picChg>
        <pc:picChg chg="add mod">
          <ac:chgData name="Cohen, Samantha (sc2pg)" userId="S::sc2pg@virginia.edu::00765cc7-31bd-431d-b2b3-38c8fe88a53e" providerId="AD" clId="Web-{DF8D5083-8EF3-4C84-BA40-F7D10E5506FC}" dt="2019-08-04T14:25:19.399" v="846" actId="1076"/>
          <ac:picMkLst>
            <pc:docMk/>
            <pc:sldMk cId="474268097" sldId="257"/>
            <ac:picMk id="14" creationId="{E01A1207-8998-4555-A9FF-B30FB02E6296}"/>
          </ac:picMkLst>
        </pc:picChg>
        <pc:picChg chg="add mod">
          <ac:chgData name="Cohen, Samantha (sc2pg)" userId="S::sc2pg@virginia.edu::00765cc7-31bd-431d-b2b3-38c8fe88a53e" providerId="AD" clId="Web-{DF8D5083-8EF3-4C84-BA40-F7D10E5506FC}" dt="2019-08-04T14:24:54.993" v="841" actId="1076"/>
          <ac:picMkLst>
            <pc:docMk/>
            <pc:sldMk cId="474268097" sldId="257"/>
            <ac:picMk id="16" creationId="{70F9A533-0B80-41BB-8818-D6980B143EA3}"/>
          </ac:picMkLst>
        </pc:picChg>
      </pc:sldChg>
    </pc:docChg>
  </pc:docChgLst>
  <pc:docChgLst>
    <pc:chgData name="Lancaster, Vicki Ann (val7zv)" userId="S::val7zv@virginia.edu::1848b937-7720-42a5-9891-d77f8c3cb783" providerId="AD" clId="Web-{8534C4B6-079B-FD09-A1EC-6488EFAA0243}"/>
    <pc:docChg chg="modSld">
      <pc:chgData name="Lancaster, Vicki Ann (val7zv)" userId="S::val7zv@virginia.edu::1848b937-7720-42a5-9891-d77f8c3cb783" providerId="AD" clId="Web-{8534C4B6-079B-FD09-A1EC-6488EFAA0243}" dt="2019-08-05T13:56:16.025" v="125" actId="20577"/>
      <pc:docMkLst>
        <pc:docMk/>
      </pc:docMkLst>
      <pc:sldChg chg="modSp">
        <pc:chgData name="Lancaster, Vicki Ann (val7zv)" userId="S::val7zv@virginia.edu::1848b937-7720-42a5-9891-d77f8c3cb783" providerId="AD" clId="Web-{8534C4B6-079B-FD09-A1EC-6488EFAA0243}" dt="2019-08-05T13:56:14.790" v="123" actId="20577"/>
        <pc:sldMkLst>
          <pc:docMk/>
          <pc:sldMk cId="474268097" sldId="257"/>
        </pc:sldMkLst>
        <pc:spChg chg="mod">
          <ac:chgData name="Lancaster, Vicki Ann (val7zv)" userId="S::val7zv@virginia.edu::1848b937-7720-42a5-9891-d77f8c3cb783" providerId="AD" clId="Web-{8534C4B6-079B-FD09-A1EC-6488EFAA0243}" dt="2019-08-05T13:56:14.790" v="123" actId="20577"/>
          <ac:spMkLst>
            <pc:docMk/>
            <pc:sldMk cId="474268097" sldId="257"/>
            <ac:spMk id="30" creationId="{00000000-0000-0000-0000-000000000000}"/>
          </ac:spMkLst>
        </pc:spChg>
        <pc:spChg chg="mod">
          <ac:chgData name="Lancaster, Vicki Ann (val7zv)" userId="S::val7zv@virginia.edu::1848b937-7720-42a5-9891-d77f8c3cb783" providerId="AD" clId="Web-{8534C4B6-079B-FD09-A1EC-6488EFAA0243}" dt="2019-08-05T13:55:08.085" v="98" actId="1076"/>
          <ac:spMkLst>
            <pc:docMk/>
            <pc:sldMk cId="474268097" sldId="257"/>
            <ac:spMk id="39" creationId="{00000000-0000-0000-0000-000000000000}"/>
          </ac:spMkLst>
        </pc:spChg>
      </pc:sldChg>
    </pc:docChg>
  </pc:docChgLst>
  <pc:docChgLst>
    <pc:chgData name="Lancaster, Vicki Ann (val7zv)" userId="1848b937-7720-42a5-9891-d77f8c3cb783" providerId="ADAL" clId="{F885F7F7-DE18-DF48-9072-9FE5256F6347}"/>
    <pc:docChg chg="modSld">
      <pc:chgData name="Lancaster, Vicki Ann (val7zv)" userId="1848b937-7720-42a5-9891-d77f8c3cb783" providerId="ADAL" clId="{F885F7F7-DE18-DF48-9072-9FE5256F6347}" dt="2019-08-05T12:19:03.232" v="2" actId="20577"/>
      <pc:docMkLst>
        <pc:docMk/>
      </pc:docMkLst>
      <pc:sldChg chg="modSp">
        <pc:chgData name="Lancaster, Vicki Ann (val7zv)" userId="1848b937-7720-42a5-9891-d77f8c3cb783" providerId="ADAL" clId="{F885F7F7-DE18-DF48-9072-9FE5256F6347}" dt="2019-08-05T12:19:03.232" v="2" actId="20577"/>
        <pc:sldMkLst>
          <pc:docMk/>
          <pc:sldMk cId="474268097" sldId="257"/>
        </pc:sldMkLst>
        <pc:spChg chg="mod">
          <ac:chgData name="Lancaster, Vicki Ann (val7zv)" userId="1848b937-7720-42a5-9891-d77f8c3cb783" providerId="ADAL" clId="{F885F7F7-DE18-DF48-9072-9FE5256F6347}" dt="2019-08-05T12:19:03.232" v="2" actId="20577"/>
          <ac:spMkLst>
            <pc:docMk/>
            <pc:sldMk cId="474268097" sldId="257"/>
            <ac:spMk id="42" creationId="{39FE785A-F709-4A7A-93F7-63E8DACB4E1B}"/>
          </ac:spMkLst>
        </pc:spChg>
        <pc:picChg chg="mod">
          <ac:chgData name="Lancaster, Vicki Ann (val7zv)" userId="1848b937-7720-42a5-9891-d77f8c3cb783" providerId="ADAL" clId="{F885F7F7-DE18-DF48-9072-9FE5256F6347}" dt="2019-08-05T12:18:06.673" v="1" actId="14100"/>
          <ac:picMkLst>
            <pc:docMk/>
            <pc:sldMk cId="474268097" sldId="257"/>
            <ac:picMk id="12" creationId="{F213E0D1-62E8-45E6-B7D2-460CFB70A2D7}"/>
          </ac:picMkLst>
        </pc:picChg>
      </pc:sldChg>
    </pc:docChg>
  </pc:docChgLst>
  <pc:docChgLst>
    <pc:chgData name="Cohen, Samantha (sc2pg)" userId="S::sc2pg@virginia.edu::00765cc7-31bd-431d-b2b3-38c8fe88a53e" providerId="AD" clId="Web-{942D6BE3-C803-ADC5-C49F-0DA84D51910F}"/>
    <pc:docChg chg="modSld sldOrd">
      <pc:chgData name="Cohen, Samantha (sc2pg)" userId="S::sc2pg@virginia.edu::00765cc7-31bd-431d-b2b3-38c8fe88a53e" providerId="AD" clId="Web-{942D6BE3-C803-ADC5-C49F-0DA84D51910F}" dt="2019-08-04T14:31:44.422" v="1" actId="1076"/>
      <pc:docMkLst>
        <pc:docMk/>
      </pc:docMkLst>
      <pc:sldChg chg="modSp ord">
        <pc:chgData name="Cohen, Samantha (sc2pg)" userId="S::sc2pg@virginia.edu::00765cc7-31bd-431d-b2b3-38c8fe88a53e" providerId="AD" clId="Web-{942D6BE3-C803-ADC5-C49F-0DA84D51910F}" dt="2019-08-04T14:31:44.422" v="1" actId="1076"/>
        <pc:sldMkLst>
          <pc:docMk/>
          <pc:sldMk cId="474268097" sldId="257"/>
        </pc:sldMkLst>
        <pc:picChg chg="mod">
          <ac:chgData name="Cohen, Samantha (sc2pg)" userId="S::sc2pg@virginia.edu::00765cc7-31bd-431d-b2b3-38c8fe88a53e" providerId="AD" clId="Web-{942D6BE3-C803-ADC5-C49F-0DA84D51910F}" dt="2019-08-04T14:31:44.422" v="1" actId="1076"/>
          <ac:picMkLst>
            <pc:docMk/>
            <pc:sldMk cId="474268097" sldId="257"/>
            <ac:picMk id="14" creationId="{E01A1207-8998-4555-A9FF-B30FB02E6296}"/>
          </ac:picMkLst>
        </pc:picChg>
      </pc:sldChg>
    </pc:docChg>
  </pc:docChgLst>
  <pc:docChgLst>
    <pc:chgData name="Cohen, Samantha (sc2pg)" userId="S::sc2pg@virginia.edu::00765cc7-31bd-431d-b2b3-38c8fe88a53e" providerId="AD" clId="Web-{435ECE2D-7AA2-064B-1E69-ACA101232457}"/>
    <pc:docChg chg="modSld">
      <pc:chgData name="Cohen, Samantha (sc2pg)" userId="S::sc2pg@virginia.edu::00765cc7-31bd-431d-b2b3-38c8fe88a53e" providerId="AD" clId="Web-{435ECE2D-7AA2-064B-1E69-ACA101232457}" dt="2019-08-05T18:10:41.081" v="24" actId="20577"/>
      <pc:docMkLst>
        <pc:docMk/>
      </pc:docMkLst>
      <pc:sldChg chg="addSp delSp modSp">
        <pc:chgData name="Cohen, Samantha (sc2pg)" userId="S::sc2pg@virginia.edu::00765cc7-31bd-431d-b2b3-38c8fe88a53e" providerId="AD" clId="Web-{435ECE2D-7AA2-064B-1E69-ACA101232457}" dt="2019-08-05T18:10:41.081" v="23" actId="20577"/>
        <pc:sldMkLst>
          <pc:docMk/>
          <pc:sldMk cId="474268097" sldId="257"/>
        </pc:sldMkLst>
        <pc:spChg chg="mod">
          <ac:chgData name="Cohen, Samantha (sc2pg)" userId="S::sc2pg@virginia.edu::00765cc7-31bd-431d-b2b3-38c8fe88a53e" providerId="AD" clId="Web-{435ECE2D-7AA2-064B-1E69-ACA101232457}" dt="2019-08-05T18:10:27.269" v="19" actId="1076"/>
          <ac:spMkLst>
            <pc:docMk/>
            <pc:sldMk cId="474268097" sldId="257"/>
            <ac:spMk id="11" creationId="{40EC8205-FEE5-0A47-A91B-818174EDDDBC}"/>
          </ac:spMkLst>
        </pc:spChg>
        <pc:spChg chg="del mod">
          <ac:chgData name="Cohen, Samantha (sc2pg)" userId="S::sc2pg@virginia.edu::00765cc7-31bd-431d-b2b3-38c8fe88a53e" providerId="AD" clId="Web-{435ECE2D-7AA2-064B-1E69-ACA101232457}" dt="2019-08-05T18:09:48.065" v="2"/>
          <ac:spMkLst>
            <pc:docMk/>
            <pc:sldMk cId="474268097" sldId="257"/>
            <ac:spMk id="19" creationId="{E50935F5-C91D-C44B-9710-D9A7B604FDB4}"/>
          </ac:spMkLst>
        </pc:spChg>
        <pc:spChg chg="mod">
          <ac:chgData name="Cohen, Samantha (sc2pg)" userId="S::sc2pg@virginia.edu::00765cc7-31bd-431d-b2b3-38c8fe88a53e" providerId="AD" clId="Web-{435ECE2D-7AA2-064B-1E69-ACA101232457}" dt="2019-08-05T18:10:41.081" v="23" actId="20577"/>
          <ac:spMkLst>
            <pc:docMk/>
            <pc:sldMk cId="474268097" sldId="257"/>
            <ac:spMk id="42" creationId="{39FE785A-F709-4A7A-93F7-63E8DACB4E1B}"/>
          </ac:spMkLst>
        </pc:spChg>
        <pc:spChg chg="mod">
          <ac:chgData name="Cohen, Samantha (sc2pg)" userId="S::sc2pg@virginia.edu::00765cc7-31bd-431d-b2b3-38c8fe88a53e" providerId="AD" clId="Web-{435ECE2D-7AA2-064B-1E69-ACA101232457}" dt="2019-08-05T18:10:27.144" v="17" actId="1076"/>
          <ac:spMkLst>
            <pc:docMk/>
            <pc:sldMk cId="474268097" sldId="257"/>
            <ac:spMk id="43" creationId="{83B09F24-36CF-864C-BE27-4D6F0ECD4751}"/>
          </ac:spMkLst>
        </pc:spChg>
        <pc:picChg chg="add mod">
          <ac:chgData name="Cohen, Samantha (sc2pg)" userId="S::sc2pg@virginia.edu::00765cc7-31bd-431d-b2b3-38c8fe88a53e" providerId="AD" clId="Web-{435ECE2D-7AA2-064B-1E69-ACA101232457}" dt="2019-08-05T18:10:11.847" v="8" actId="14100"/>
          <ac:picMkLst>
            <pc:docMk/>
            <pc:sldMk cId="474268097" sldId="257"/>
            <ac:picMk id="3" creationId="{209B351D-6F12-4E00-AD88-ADCA27AD7A46}"/>
          </ac:picMkLst>
        </pc:picChg>
        <pc:picChg chg="mod">
          <ac:chgData name="Cohen, Samantha (sc2pg)" userId="S::sc2pg@virginia.edu::00765cc7-31bd-431d-b2b3-38c8fe88a53e" providerId="AD" clId="Web-{435ECE2D-7AA2-064B-1E69-ACA101232457}" dt="2019-08-05T18:10:27.394" v="20" actId="1076"/>
          <ac:picMkLst>
            <pc:docMk/>
            <pc:sldMk cId="474268097" sldId="257"/>
            <ac:picMk id="21" creationId="{09D89FEA-9247-CA4E-B203-303D8A0720E7}"/>
          </ac:picMkLst>
        </pc:picChg>
        <pc:picChg chg="mod">
          <ac:chgData name="Cohen, Samantha (sc2pg)" userId="S::sc2pg@virginia.edu::00765cc7-31bd-431d-b2b3-38c8fe88a53e" providerId="AD" clId="Web-{435ECE2D-7AA2-064B-1E69-ACA101232457}" dt="2019-08-05T18:10:27.206" v="18" actId="1076"/>
          <ac:picMkLst>
            <pc:docMk/>
            <pc:sldMk cId="474268097" sldId="257"/>
            <ac:picMk id="52" creationId="{19D23E85-7B80-4C40-BAF7-BD46AC14726C}"/>
          </ac:picMkLst>
        </pc:picChg>
      </pc:sldChg>
    </pc:docChg>
  </pc:docChgLst>
  <pc:docChgLst>
    <pc:chgData name="Fowers, Alyssa (af5ug)" userId="S::af5ug@virginia.edu::c3a37977-17ff-41a0-ad75-fd916179f175" providerId="AD" clId="Web-{60BC3E1F-8925-ACE4-F804-22F7CBD1C3EC}"/>
    <pc:docChg chg="delSld modSld">
      <pc:chgData name="Fowers, Alyssa (af5ug)" userId="S::af5ug@virginia.edu::c3a37977-17ff-41a0-ad75-fd916179f175" providerId="AD" clId="Web-{60BC3E1F-8925-ACE4-F804-22F7CBD1C3EC}" dt="2019-08-05T23:05:43.455" v="1"/>
      <pc:docMkLst>
        <pc:docMk/>
      </pc:docMkLst>
      <pc:sldChg chg="del">
        <pc:chgData name="Fowers, Alyssa (af5ug)" userId="S::af5ug@virginia.edu::c3a37977-17ff-41a0-ad75-fd916179f175" providerId="AD" clId="Web-{60BC3E1F-8925-ACE4-F804-22F7CBD1C3EC}" dt="2019-08-05T23:04:21.562" v="0"/>
        <pc:sldMkLst>
          <pc:docMk/>
          <pc:sldMk cId="0" sldId="256"/>
        </pc:sldMkLst>
      </pc:sldChg>
      <pc:sldChg chg="delSp">
        <pc:chgData name="Fowers, Alyssa (af5ug)" userId="S::af5ug@virginia.edu::c3a37977-17ff-41a0-ad75-fd916179f175" providerId="AD" clId="Web-{60BC3E1F-8925-ACE4-F804-22F7CBD1C3EC}" dt="2019-08-05T23:05:43.455" v="1"/>
        <pc:sldMkLst>
          <pc:docMk/>
          <pc:sldMk cId="474268097" sldId="257"/>
        </pc:sldMkLst>
        <pc:spChg chg="del">
          <ac:chgData name="Fowers, Alyssa (af5ug)" userId="S::af5ug@virginia.edu::c3a37977-17ff-41a0-ad75-fd916179f175" providerId="AD" clId="Web-{60BC3E1F-8925-ACE4-F804-22F7CBD1C3EC}" dt="2019-08-05T23:05:43.455" v="1"/>
          <ac:spMkLst>
            <pc:docMk/>
            <pc:sldMk cId="474268097" sldId="257"/>
            <ac:spMk id="38" creationId="{00000000-0000-0000-0000-000000000000}"/>
          </ac:spMkLst>
        </pc:spChg>
      </pc:sldChg>
    </pc:docChg>
  </pc:docChgLst>
  <pc:docChgLst>
    <pc:chgData name="Fowers, Alyssa (af5ug)" userId="c3a37977-17ff-41a0-ad75-fd916179f175" providerId="ADAL" clId="{85CC19FB-D400-7B41-9A87-6C71CFAD5628}"/>
    <pc:docChg chg="undo redo custSel addSld delSld modSld">
      <pc:chgData name="Fowers, Alyssa (af5ug)" userId="c3a37977-17ff-41a0-ad75-fd916179f175" providerId="ADAL" clId="{85CC19FB-D400-7B41-9A87-6C71CFAD5628}" dt="2019-08-06T00:06:42.558" v="5960" actId="2696"/>
      <pc:docMkLst>
        <pc:docMk/>
      </pc:docMkLst>
      <pc:sldChg chg="del">
        <pc:chgData name="Fowers, Alyssa (af5ug)" userId="c3a37977-17ff-41a0-ad75-fd916179f175" providerId="ADAL" clId="{85CC19FB-D400-7B41-9A87-6C71CFAD5628}" dt="2019-08-06T00:06:42.558" v="5960" actId="2696"/>
        <pc:sldMkLst>
          <pc:docMk/>
          <pc:sldMk cId="0" sldId="256"/>
        </pc:sldMkLst>
      </pc:sldChg>
      <pc:sldChg chg="addSp delSp modSp">
        <pc:chgData name="Fowers, Alyssa (af5ug)" userId="c3a37977-17ff-41a0-ad75-fd916179f175" providerId="ADAL" clId="{85CC19FB-D400-7B41-9A87-6C71CFAD5628}" dt="2019-08-05T22:59:18.931" v="5959" actId="1076"/>
        <pc:sldMkLst>
          <pc:docMk/>
          <pc:sldMk cId="474268097" sldId="257"/>
        </pc:sldMkLst>
        <pc:spChg chg="mod">
          <ac:chgData name="Fowers, Alyssa (af5ug)" userId="c3a37977-17ff-41a0-ad75-fd916179f175" providerId="ADAL" clId="{85CC19FB-D400-7B41-9A87-6C71CFAD5628}" dt="2019-08-05T21:46:11.507" v="5347" actId="1076"/>
          <ac:spMkLst>
            <pc:docMk/>
            <pc:sldMk cId="474268097" sldId="257"/>
            <ac:spMk id="2" creationId="{18915918-6960-514F-95CD-3CB2FB9304F4}"/>
          </ac:spMkLst>
        </pc:spChg>
        <pc:spChg chg="add mod">
          <ac:chgData name="Fowers, Alyssa (af5ug)" userId="c3a37977-17ff-41a0-ad75-fd916179f175" providerId="ADAL" clId="{85CC19FB-D400-7B41-9A87-6C71CFAD5628}" dt="2019-08-05T22:02:12.612" v="5786" actId="14100"/>
          <ac:spMkLst>
            <pc:docMk/>
            <pc:sldMk cId="474268097" sldId="257"/>
            <ac:spMk id="11" creationId="{40EC8205-FEE5-0A47-A91B-818174EDDDBC}"/>
          </ac:spMkLst>
        </pc:spChg>
        <pc:spChg chg="mod">
          <ac:chgData name="Fowers, Alyssa (af5ug)" userId="c3a37977-17ff-41a0-ad75-fd916179f175" providerId="ADAL" clId="{85CC19FB-D400-7B41-9A87-6C71CFAD5628}" dt="2019-08-05T21:46:11.507" v="5347" actId="1076"/>
          <ac:spMkLst>
            <pc:docMk/>
            <pc:sldMk cId="474268097" sldId="257"/>
            <ac:spMk id="17" creationId="{73B4C1C2-0EF3-6542-A466-57FB1D3AE2EE}"/>
          </ac:spMkLst>
        </pc:spChg>
        <pc:spChg chg="del mod">
          <ac:chgData name="Fowers, Alyssa (af5ug)" userId="c3a37977-17ff-41a0-ad75-fd916179f175" providerId="ADAL" clId="{85CC19FB-D400-7B41-9A87-6C71CFAD5628}" dt="2019-08-05T21:50:01.146" v="5509" actId="478"/>
          <ac:spMkLst>
            <pc:docMk/>
            <pc:sldMk cId="474268097" sldId="257"/>
            <ac:spMk id="20" creationId="{DFDFB8D7-C7F7-E040-B453-06921698F40B}"/>
          </ac:spMkLst>
        </pc:spChg>
        <pc:spChg chg="mod">
          <ac:chgData name="Fowers, Alyssa (af5ug)" userId="c3a37977-17ff-41a0-ad75-fd916179f175" providerId="ADAL" clId="{85CC19FB-D400-7B41-9A87-6C71CFAD5628}" dt="2019-08-05T21:49:37.101" v="5508" actId="1076"/>
          <ac:spMkLst>
            <pc:docMk/>
            <pc:sldMk cId="474268097" sldId="257"/>
            <ac:spMk id="23" creationId="{D49BE833-BB3F-6E41-9D5D-A6BE096627C2}"/>
          </ac:spMkLst>
        </pc:spChg>
        <pc:spChg chg="add del mod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24" creationId="{E5858AE9-E92F-7C45-842F-A06989CE0F80}"/>
          </ac:spMkLst>
        </pc:spChg>
        <pc:spChg chg="del">
          <ac:chgData name="Fowers, Alyssa (af5ug)" userId="c3a37977-17ff-41a0-ad75-fd916179f175" providerId="ADAL" clId="{85CC19FB-D400-7B41-9A87-6C71CFAD5628}" dt="2019-08-05T20:35:40.332" v="642" actId="478"/>
          <ac:spMkLst>
            <pc:docMk/>
            <pc:sldMk cId="474268097" sldId="257"/>
            <ac:spMk id="25" creationId="{083A75F2-9FC6-354D-8D65-A3A906CC814D}"/>
          </ac:spMkLst>
        </pc:spChg>
        <pc:spChg chg="del mod">
          <ac:chgData name="Fowers, Alyssa (af5ug)" userId="c3a37977-17ff-41a0-ad75-fd916179f175" providerId="ADAL" clId="{85CC19FB-D400-7B41-9A87-6C71CFAD5628}" dt="2019-08-05T22:51:45.325" v="5831"/>
          <ac:spMkLst>
            <pc:docMk/>
            <pc:sldMk cId="474268097" sldId="257"/>
            <ac:spMk id="26" creationId="{4AAC0E0A-669A-7348-BF8B-DC9D5C762118}"/>
          </ac:spMkLst>
        </pc:spChg>
        <pc:spChg chg="del">
          <ac:chgData name="Fowers, Alyssa (af5ug)" userId="c3a37977-17ff-41a0-ad75-fd916179f175" providerId="ADAL" clId="{85CC19FB-D400-7B41-9A87-6C71CFAD5628}" dt="2019-08-05T22:53:30.799" v="5887" actId="478"/>
          <ac:spMkLst>
            <pc:docMk/>
            <pc:sldMk cId="474268097" sldId="257"/>
            <ac:spMk id="27" creationId="{2379D35F-E1D1-4A07-87FC-69A785017BAE}"/>
          </ac:spMkLst>
        </pc:spChg>
        <pc:spChg chg="mod">
          <ac:chgData name="Fowers, Alyssa (af5ug)" userId="c3a37977-17ff-41a0-ad75-fd916179f175" providerId="ADAL" clId="{85CC19FB-D400-7B41-9A87-6C71CFAD5628}" dt="2019-08-05T22:54:38.570" v="5953" actId="20577"/>
          <ac:spMkLst>
            <pc:docMk/>
            <pc:sldMk cId="474268097" sldId="257"/>
            <ac:spMk id="28" creationId="{337201F6-EB7A-2440-A5A7-D04DCC0E38CC}"/>
          </ac:spMkLst>
        </pc:spChg>
        <pc:spChg chg="del">
          <ac:chgData name="Fowers, Alyssa (af5ug)" userId="c3a37977-17ff-41a0-ad75-fd916179f175" providerId="ADAL" clId="{85CC19FB-D400-7B41-9A87-6C71CFAD5628}" dt="2019-08-05T22:53:30.799" v="5887" actId="478"/>
          <ac:spMkLst>
            <pc:docMk/>
            <pc:sldMk cId="474268097" sldId="257"/>
            <ac:spMk id="31" creationId="{00000000-0000-0000-0000-000000000000}"/>
          </ac:spMkLst>
        </pc:spChg>
        <pc:spChg chg="del">
          <ac:chgData name="Fowers, Alyssa (af5ug)" userId="c3a37977-17ff-41a0-ad75-fd916179f175" providerId="ADAL" clId="{85CC19FB-D400-7B41-9A87-6C71CFAD5628}" dt="2019-08-05T22:53:30.799" v="5887" actId="478"/>
          <ac:spMkLst>
            <pc:docMk/>
            <pc:sldMk cId="474268097" sldId="257"/>
            <ac:spMk id="32" creationId="{00000000-0000-0000-0000-000000000000}"/>
          </ac:spMkLst>
        </pc:spChg>
        <pc:spChg chg="del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3" creationId="{00000000-0000-0000-0000-000000000000}"/>
          </ac:spMkLst>
        </pc:spChg>
        <pc:spChg chg="del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4" creationId="{00000000-0000-0000-0000-000000000000}"/>
          </ac:spMkLst>
        </pc:spChg>
        <pc:spChg chg="del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5" creationId="{00000000-0000-0000-0000-000000000000}"/>
          </ac:spMkLst>
        </pc:spChg>
        <pc:spChg chg="add del mod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6" creationId="{96774F97-8116-8044-9BA3-DEEAB974C381}"/>
          </ac:spMkLst>
        </pc:spChg>
        <pc:spChg chg="del">
          <ac:chgData name="Fowers, Alyssa (af5ug)" userId="c3a37977-17ff-41a0-ad75-fd916179f175" providerId="ADAL" clId="{85CC19FB-D400-7B41-9A87-6C71CFAD5628}" dt="2019-08-05T22:53:25.785" v="5886" actId="478"/>
          <ac:spMkLst>
            <pc:docMk/>
            <pc:sldMk cId="474268097" sldId="257"/>
            <ac:spMk id="37" creationId="{00000000-0000-0000-0000-000000000000}"/>
          </ac:spMkLst>
        </pc:spChg>
        <pc:spChg chg="mod">
          <ac:chgData name="Fowers, Alyssa (af5ug)" userId="c3a37977-17ff-41a0-ad75-fd916179f175" providerId="ADAL" clId="{85CC19FB-D400-7B41-9A87-6C71CFAD5628}" dt="2019-08-05T22:54:05.723" v="5925" actId="1035"/>
          <ac:spMkLst>
            <pc:docMk/>
            <pc:sldMk cId="474268097" sldId="257"/>
            <ac:spMk id="39" creationId="{00000000-0000-0000-0000-000000000000}"/>
          </ac:spMkLst>
        </pc:spChg>
        <pc:spChg chg="mod">
          <ac:chgData name="Fowers, Alyssa (af5ug)" userId="c3a37977-17ff-41a0-ad75-fd916179f175" providerId="ADAL" clId="{85CC19FB-D400-7B41-9A87-6C71CFAD5628}" dt="2019-08-05T21:44:18.471" v="5277" actId="1076"/>
          <ac:spMkLst>
            <pc:docMk/>
            <pc:sldMk cId="474268097" sldId="257"/>
            <ac:spMk id="40" creationId="{00000000-0000-0000-0000-000000000000}"/>
          </ac:spMkLst>
        </pc:spChg>
        <pc:spChg chg="mod">
          <ac:chgData name="Fowers, Alyssa (af5ug)" userId="c3a37977-17ff-41a0-ad75-fd916179f175" providerId="ADAL" clId="{85CC19FB-D400-7B41-9A87-6C71CFAD5628}" dt="2019-08-05T21:55:17.526" v="5716" actId="20577"/>
          <ac:spMkLst>
            <pc:docMk/>
            <pc:sldMk cId="474268097" sldId="257"/>
            <ac:spMk id="41" creationId="{5417D758-3F94-4CE6-B1BF-683373F8156E}"/>
          </ac:spMkLst>
        </pc:spChg>
        <pc:spChg chg="del mod">
          <ac:chgData name="Fowers, Alyssa (af5ug)" userId="c3a37977-17ff-41a0-ad75-fd916179f175" providerId="ADAL" clId="{85CC19FB-D400-7B41-9A87-6C71CFAD5628}" dt="2019-08-05T21:36:44.702" v="5014" actId="478"/>
          <ac:spMkLst>
            <pc:docMk/>
            <pc:sldMk cId="474268097" sldId="257"/>
            <ac:spMk id="42" creationId="{39FE785A-F709-4A7A-93F7-63E8DACB4E1B}"/>
          </ac:spMkLst>
        </pc:spChg>
        <pc:spChg chg="add mod">
          <ac:chgData name="Fowers, Alyssa (af5ug)" userId="c3a37977-17ff-41a0-ad75-fd916179f175" providerId="ADAL" clId="{85CC19FB-D400-7B41-9A87-6C71CFAD5628}" dt="2019-08-05T21:49:37.101" v="5508" actId="1076"/>
          <ac:spMkLst>
            <pc:docMk/>
            <pc:sldMk cId="474268097" sldId="257"/>
            <ac:spMk id="43" creationId="{83B09F24-36CF-864C-BE27-4D6F0ECD4751}"/>
          </ac:spMkLst>
        </pc:spChg>
        <pc:spChg chg="add mod">
          <ac:chgData name="Fowers, Alyssa (af5ug)" userId="c3a37977-17ff-41a0-ad75-fd916179f175" providerId="ADAL" clId="{85CC19FB-D400-7B41-9A87-6C71CFAD5628}" dt="2019-08-05T21:48:35.322" v="5453" actId="1076"/>
          <ac:spMkLst>
            <pc:docMk/>
            <pc:sldMk cId="474268097" sldId="257"/>
            <ac:spMk id="44" creationId="{649E813E-F4E4-374F-A170-551A66C0F3C1}"/>
          </ac:spMkLst>
        </pc:spChg>
        <pc:spChg chg="add del mod">
          <ac:chgData name="Fowers, Alyssa (af5ug)" userId="c3a37977-17ff-41a0-ad75-fd916179f175" providerId="ADAL" clId="{85CC19FB-D400-7B41-9A87-6C71CFAD5628}" dt="2019-08-05T22:37:03.246" v="5797"/>
          <ac:spMkLst>
            <pc:docMk/>
            <pc:sldMk cId="474268097" sldId="257"/>
            <ac:spMk id="54" creationId="{5D134071-D9B7-D845-972D-FF67F5AA42D2}"/>
          </ac:spMkLst>
        </pc:spChg>
        <pc:spChg chg="add mod">
          <ac:chgData name="Fowers, Alyssa (af5ug)" userId="c3a37977-17ff-41a0-ad75-fd916179f175" providerId="ADAL" clId="{85CC19FB-D400-7B41-9A87-6C71CFAD5628}" dt="2019-08-05T21:15:49.433" v="2576" actId="571"/>
          <ac:spMkLst>
            <pc:docMk/>
            <pc:sldMk cId="474268097" sldId="257"/>
            <ac:spMk id="55" creationId="{A9454923-F279-A94B-A182-56C3A3FDDC39}"/>
          </ac:spMkLst>
        </pc:spChg>
        <pc:spChg chg="add mod">
          <ac:chgData name="Fowers, Alyssa (af5ug)" userId="c3a37977-17ff-41a0-ad75-fd916179f175" providerId="ADAL" clId="{85CC19FB-D400-7B41-9A87-6C71CFAD5628}" dt="2019-08-05T21:49:37.101" v="5508" actId="1076"/>
          <ac:spMkLst>
            <pc:docMk/>
            <pc:sldMk cId="474268097" sldId="257"/>
            <ac:spMk id="56" creationId="{1E63F410-28E3-1D46-B156-4F8279B98EC6}"/>
          </ac:spMkLst>
        </pc:spChg>
        <pc:spChg chg="add mod">
          <ac:chgData name="Fowers, Alyssa (af5ug)" userId="c3a37977-17ff-41a0-ad75-fd916179f175" providerId="ADAL" clId="{85CC19FB-D400-7B41-9A87-6C71CFAD5628}" dt="2019-08-05T21:49:37.101" v="5508" actId="1076"/>
          <ac:spMkLst>
            <pc:docMk/>
            <pc:sldMk cId="474268097" sldId="257"/>
            <ac:spMk id="57" creationId="{4FD96AD7-6D96-3943-A7B0-5D1D4BDCE29D}"/>
          </ac:spMkLst>
        </pc:spChg>
        <pc:spChg chg="add del mod">
          <ac:chgData name="Fowers, Alyssa (af5ug)" userId="c3a37977-17ff-41a0-ad75-fd916179f175" providerId="ADAL" clId="{85CC19FB-D400-7B41-9A87-6C71CFAD5628}" dt="2019-08-05T21:49:13.546" v="5458" actId="478"/>
          <ac:spMkLst>
            <pc:docMk/>
            <pc:sldMk cId="474268097" sldId="257"/>
            <ac:spMk id="58" creationId="{8FDDD8B9-D191-D149-92B1-31162ED7D050}"/>
          </ac:spMkLst>
        </pc:spChg>
        <pc:spChg chg="add mod">
          <ac:chgData name="Fowers, Alyssa (af5ug)" userId="c3a37977-17ff-41a0-ad75-fd916179f175" providerId="ADAL" clId="{85CC19FB-D400-7B41-9A87-6C71CFAD5628}" dt="2019-08-05T21:47:44.108" v="5413" actId="571"/>
          <ac:spMkLst>
            <pc:docMk/>
            <pc:sldMk cId="474268097" sldId="257"/>
            <ac:spMk id="60" creationId="{2464AE48-8C62-454C-8A94-FF50FD5E8F1A}"/>
          </ac:spMkLst>
        </pc:spChg>
        <pc:spChg chg="add mod">
          <ac:chgData name="Fowers, Alyssa (af5ug)" userId="c3a37977-17ff-41a0-ad75-fd916179f175" providerId="ADAL" clId="{85CC19FB-D400-7B41-9A87-6C71CFAD5628}" dt="2019-08-05T21:47:44.108" v="5413" actId="571"/>
          <ac:spMkLst>
            <pc:docMk/>
            <pc:sldMk cId="474268097" sldId="257"/>
            <ac:spMk id="61" creationId="{6112ABF0-5EB6-C14B-A32F-AA3BA1DA6B8A}"/>
          </ac:spMkLst>
        </pc:spChg>
        <pc:spChg chg="add del mod">
          <ac:chgData name="Fowers, Alyssa (af5ug)" userId="c3a37977-17ff-41a0-ad75-fd916179f175" providerId="ADAL" clId="{85CC19FB-D400-7B41-9A87-6C71CFAD5628}" dt="2019-08-05T21:50:48.396" v="5543"/>
          <ac:spMkLst>
            <pc:docMk/>
            <pc:sldMk cId="474268097" sldId="257"/>
            <ac:spMk id="63" creationId="{368A0C09-DD1F-0047-920C-3D28500F50CD}"/>
          </ac:spMkLst>
        </pc:spChg>
        <pc:spChg chg="add del mod">
          <ac:chgData name="Fowers, Alyssa (af5ug)" userId="c3a37977-17ff-41a0-ad75-fd916179f175" providerId="ADAL" clId="{85CC19FB-D400-7B41-9A87-6C71CFAD5628}" dt="2019-08-05T22:01:44.157" v="5723" actId="478"/>
          <ac:spMkLst>
            <pc:docMk/>
            <pc:sldMk cId="474268097" sldId="257"/>
            <ac:spMk id="64" creationId="{02E32668-5E65-0B40-B8D2-F75F1E718BB6}"/>
          </ac:spMkLst>
        </pc:spChg>
        <pc:spChg chg="add del mod">
          <ac:chgData name="Fowers, Alyssa (af5ug)" userId="c3a37977-17ff-41a0-ad75-fd916179f175" providerId="ADAL" clId="{85CC19FB-D400-7B41-9A87-6C71CFAD5628}" dt="2019-08-05T22:01:42.166" v="5722" actId="478"/>
          <ac:spMkLst>
            <pc:docMk/>
            <pc:sldMk cId="474268097" sldId="257"/>
            <ac:spMk id="65" creationId="{1CFC146D-DCE6-3742-8DED-F2B6F454C1DC}"/>
          </ac:spMkLst>
        </pc:spChg>
        <pc:spChg chg="add del mod">
          <ac:chgData name="Fowers, Alyssa (af5ug)" userId="c3a37977-17ff-41a0-ad75-fd916179f175" providerId="ADAL" clId="{85CC19FB-D400-7B41-9A87-6C71CFAD5628}" dt="2019-08-05T21:52:31.188" v="5587" actId="478"/>
          <ac:spMkLst>
            <pc:docMk/>
            <pc:sldMk cId="474268097" sldId="257"/>
            <ac:spMk id="66" creationId="{E2B734B6-58FC-E841-A66E-16ABD2BBD6D6}"/>
          </ac:spMkLst>
        </pc:spChg>
        <pc:spChg chg="add mod">
          <ac:chgData name="Fowers, Alyssa (af5ug)" userId="c3a37977-17ff-41a0-ad75-fd916179f175" providerId="ADAL" clId="{85CC19FB-D400-7B41-9A87-6C71CFAD5628}" dt="2019-08-05T21:54:27.195" v="5645" actId="693"/>
          <ac:spMkLst>
            <pc:docMk/>
            <pc:sldMk cId="474268097" sldId="257"/>
            <ac:spMk id="67" creationId="{61D87EA2-BEB6-F44E-8699-93A30011D60C}"/>
          </ac:spMkLst>
        </pc:spChg>
        <pc:spChg chg="add mod">
          <ac:chgData name="Fowers, Alyssa (af5ug)" userId="c3a37977-17ff-41a0-ad75-fd916179f175" providerId="ADAL" clId="{85CC19FB-D400-7B41-9A87-6C71CFAD5628}" dt="2019-08-05T21:54:04.703" v="5643" actId="1076"/>
          <ac:spMkLst>
            <pc:docMk/>
            <pc:sldMk cId="474268097" sldId="257"/>
            <ac:spMk id="68" creationId="{2DC14F4E-49A1-1445-A754-013813ED11D8}"/>
          </ac:spMkLst>
        </pc:spChg>
        <pc:spChg chg="add del">
          <ac:chgData name="Fowers, Alyssa (af5ug)" userId="c3a37977-17ff-41a0-ad75-fd916179f175" providerId="ADAL" clId="{85CC19FB-D400-7B41-9A87-6C71CFAD5628}" dt="2019-08-05T22:01:50.023" v="5725"/>
          <ac:spMkLst>
            <pc:docMk/>
            <pc:sldMk cId="474268097" sldId="257"/>
            <ac:spMk id="71" creationId="{620DAF01-C234-514F-B7C9-3B33C62D45BB}"/>
          </ac:spMkLst>
        </pc:spChg>
        <pc:spChg chg="add del mod">
          <ac:chgData name="Fowers, Alyssa (af5ug)" userId="c3a37977-17ff-41a0-ad75-fd916179f175" providerId="ADAL" clId="{85CC19FB-D400-7B41-9A87-6C71CFAD5628}" dt="2019-08-05T22:42:20.690" v="5819"/>
          <ac:spMkLst>
            <pc:docMk/>
            <pc:sldMk cId="474268097" sldId="257"/>
            <ac:spMk id="74" creationId="{E2DFF398-93F3-0040-8CE4-ED6E4E48907D}"/>
          </ac:spMkLst>
        </pc:spChg>
        <pc:spChg chg="add del mod">
          <ac:chgData name="Fowers, Alyssa (af5ug)" userId="c3a37977-17ff-41a0-ad75-fd916179f175" providerId="ADAL" clId="{85CC19FB-D400-7B41-9A87-6C71CFAD5628}" dt="2019-08-05T22:52:29.699" v="5845"/>
          <ac:spMkLst>
            <pc:docMk/>
            <pc:sldMk cId="474268097" sldId="257"/>
            <ac:spMk id="77" creationId="{56CF63E8-61B6-1F4C-8154-3ECFD6F1CB00}"/>
          </ac:spMkLst>
        </pc:spChg>
        <pc:spChg chg="add">
          <ac:chgData name="Fowers, Alyssa (af5ug)" userId="c3a37977-17ff-41a0-ad75-fd916179f175" providerId="ADAL" clId="{85CC19FB-D400-7B41-9A87-6C71CFAD5628}" dt="2019-08-05T22:42:21.531" v="5820"/>
          <ac:spMkLst>
            <pc:docMk/>
            <pc:sldMk cId="474268097" sldId="257"/>
            <ac:spMk id="78" creationId="{1F5B2A93-FB1D-7343-85A9-2F352D0DE6DD}"/>
          </ac:spMkLst>
        </pc:spChg>
        <pc:spChg chg="add mod">
          <ac:chgData name="Fowers, Alyssa (af5ug)" userId="c3a37977-17ff-41a0-ad75-fd916179f175" providerId="ADAL" clId="{85CC19FB-D400-7B41-9A87-6C71CFAD5628}" dt="2019-08-05T22:52:37.567" v="5850" actId="12"/>
          <ac:spMkLst>
            <pc:docMk/>
            <pc:sldMk cId="474268097" sldId="257"/>
            <ac:spMk id="81" creationId="{54F27E8A-18E3-6344-95A0-A6A48FC00368}"/>
          </ac:spMkLst>
        </pc:spChg>
        <pc:spChg chg="add mod">
          <ac:chgData name="Fowers, Alyssa (af5ug)" userId="c3a37977-17ff-41a0-ad75-fd916179f175" providerId="ADAL" clId="{85CC19FB-D400-7B41-9A87-6C71CFAD5628}" dt="2019-08-05T22:52:48.166" v="5885" actId="20577"/>
          <ac:spMkLst>
            <pc:docMk/>
            <pc:sldMk cId="474268097" sldId="257"/>
            <ac:spMk id="82" creationId="{6F881D68-1FFC-9740-AB43-B950EE52CAF5}"/>
          </ac:spMkLst>
        </pc:spChg>
        <pc:picChg chg="del mod">
          <ac:chgData name="Fowers, Alyssa (af5ug)" userId="c3a37977-17ff-41a0-ad75-fd916179f175" providerId="ADAL" clId="{85CC19FB-D400-7B41-9A87-6C71CFAD5628}" dt="2019-08-05T20:04:32.046" v="558" actId="478"/>
          <ac:picMkLst>
            <pc:docMk/>
            <pc:sldMk cId="474268097" sldId="257"/>
            <ac:picMk id="3" creationId="{209B351D-6F12-4E00-AD88-ADCA27AD7A46}"/>
          </ac:picMkLst>
        </pc:picChg>
        <pc:picChg chg="del">
          <ac:chgData name="Fowers, Alyssa (af5ug)" userId="c3a37977-17ff-41a0-ad75-fd916179f175" providerId="ADAL" clId="{85CC19FB-D400-7B41-9A87-6C71CFAD5628}" dt="2019-08-05T16:57:00.369" v="0" actId="478"/>
          <ac:picMkLst>
            <pc:docMk/>
            <pc:sldMk cId="474268097" sldId="257"/>
            <ac:picMk id="3" creationId="{28553E2B-C17A-9F4A-A515-352C92D21B66}"/>
          </ac:picMkLst>
        </pc:picChg>
        <pc:picChg chg="add del mod modCrop">
          <ac:chgData name="Fowers, Alyssa (af5ug)" userId="c3a37977-17ff-41a0-ad75-fd916179f175" providerId="ADAL" clId="{85CC19FB-D400-7B41-9A87-6C71CFAD5628}" dt="2019-08-05T18:16:29.736" v="203" actId="478"/>
          <ac:picMkLst>
            <pc:docMk/>
            <pc:sldMk cId="474268097" sldId="257"/>
            <ac:picMk id="5" creationId="{C82429CC-9FBD-0742-9D55-44E03F536DAE}"/>
          </ac:picMkLst>
        </pc:picChg>
        <pc:picChg chg="add del mod">
          <ac:chgData name="Fowers, Alyssa (af5ug)" userId="c3a37977-17ff-41a0-ad75-fd916179f175" providerId="ADAL" clId="{85CC19FB-D400-7B41-9A87-6C71CFAD5628}" dt="2019-08-05T16:57:31.387" v="4" actId="478"/>
          <ac:picMkLst>
            <pc:docMk/>
            <pc:sldMk cId="474268097" sldId="257"/>
            <ac:picMk id="5" creationId="{EA877947-9B04-7D43-A449-7435283EDDE2}"/>
          </ac:picMkLst>
        </pc:picChg>
        <pc:picChg chg="add del mod">
          <ac:chgData name="Fowers, Alyssa (af5ug)" userId="c3a37977-17ff-41a0-ad75-fd916179f175" providerId="ADAL" clId="{85CC19FB-D400-7B41-9A87-6C71CFAD5628}" dt="2019-08-05T17:01:02.342" v="6" actId="478"/>
          <ac:picMkLst>
            <pc:docMk/>
            <pc:sldMk cId="474268097" sldId="257"/>
            <ac:picMk id="7" creationId="{0FAB57CB-F888-7D46-8F2F-13B98DE9F540}"/>
          </ac:picMkLst>
        </pc:picChg>
        <pc:picChg chg="add mod modCrop">
          <ac:chgData name="Fowers, Alyssa (af5ug)" userId="c3a37977-17ff-41a0-ad75-fd916179f175" providerId="ADAL" clId="{85CC19FB-D400-7B41-9A87-6C71CFAD5628}" dt="2019-08-05T21:49:37.101" v="5508" actId="1076"/>
          <ac:picMkLst>
            <pc:docMk/>
            <pc:sldMk cId="474268097" sldId="257"/>
            <ac:picMk id="7" creationId="{66DEBB37-FDA1-AB47-AB6E-A0E700D0B0F3}"/>
          </ac:picMkLst>
        </pc:picChg>
        <pc:picChg chg="mod">
          <ac:chgData name="Fowers, Alyssa (af5ug)" userId="c3a37977-17ff-41a0-ad75-fd916179f175" providerId="ADAL" clId="{85CC19FB-D400-7B41-9A87-6C71CFAD5628}" dt="2019-08-05T22:51:41.892" v="5830" actId="14100"/>
          <ac:picMkLst>
            <pc:docMk/>
            <pc:sldMk cId="474268097" sldId="257"/>
            <ac:picMk id="8" creationId="{32C36E08-1314-4777-9047-D35EA8601A9D}"/>
          </ac:picMkLst>
        </pc:picChg>
        <pc:picChg chg="add del mod modCrop">
          <ac:chgData name="Fowers, Alyssa (af5ug)" userId="c3a37977-17ff-41a0-ad75-fd916179f175" providerId="ADAL" clId="{85CC19FB-D400-7B41-9A87-6C71CFAD5628}" dt="2019-08-05T20:12:08.525" v="603" actId="478"/>
          <ac:picMkLst>
            <pc:docMk/>
            <pc:sldMk cId="474268097" sldId="257"/>
            <ac:picMk id="10" creationId="{5CBBC63F-B91E-AE44-ABE6-857B8DDE5DA5}"/>
          </ac:picMkLst>
        </pc:picChg>
        <pc:picChg chg="add del mod modCrop">
          <ac:chgData name="Fowers, Alyssa (af5ug)" userId="c3a37977-17ff-41a0-ad75-fd916179f175" providerId="ADAL" clId="{85CC19FB-D400-7B41-9A87-6C71CFAD5628}" dt="2019-08-05T17:08:07.611" v="127" actId="478"/>
          <ac:picMkLst>
            <pc:docMk/>
            <pc:sldMk cId="474268097" sldId="257"/>
            <ac:picMk id="10" creationId="{A4965AAF-EB7F-4B48-A0E4-A87B9FF6A533}"/>
          </ac:picMkLst>
        </pc:picChg>
        <pc:picChg chg="del">
          <ac:chgData name="Fowers, Alyssa (af5ug)" userId="c3a37977-17ff-41a0-ad75-fd916179f175" providerId="ADAL" clId="{85CC19FB-D400-7B41-9A87-6C71CFAD5628}" dt="2019-08-05T17:36:55.977" v="136" actId="478"/>
          <ac:picMkLst>
            <pc:docMk/>
            <pc:sldMk cId="474268097" sldId="257"/>
            <ac:picMk id="12" creationId="{F213E0D1-62E8-45E6-B7D2-460CFB70A2D7}"/>
          </ac:picMkLst>
        </pc:picChg>
        <pc:picChg chg="add del mod">
          <ac:chgData name="Fowers, Alyssa (af5ug)" userId="c3a37977-17ff-41a0-ad75-fd916179f175" providerId="ADAL" clId="{85CC19FB-D400-7B41-9A87-6C71CFAD5628}" dt="2019-08-05T21:52:23.350" v="5585" actId="1076"/>
          <ac:picMkLst>
            <pc:docMk/>
            <pc:sldMk cId="474268097" sldId="257"/>
            <ac:picMk id="13" creationId="{FE5D5750-EEB8-7149-9BEA-94BD9A62AD3F}"/>
          </ac:picMkLst>
        </pc:picChg>
        <pc:picChg chg="del mod">
          <ac:chgData name="Fowers, Alyssa (af5ug)" userId="c3a37977-17ff-41a0-ad75-fd916179f175" providerId="ADAL" clId="{85CC19FB-D400-7B41-9A87-6C71CFAD5628}" dt="2019-08-05T20:34:26.346" v="631" actId="478"/>
          <ac:picMkLst>
            <pc:docMk/>
            <pc:sldMk cId="474268097" sldId="257"/>
            <ac:picMk id="14" creationId="{E01A1207-8998-4555-A9FF-B30FB02E6296}"/>
          </ac:picMkLst>
        </pc:picChg>
        <pc:picChg chg="add del mod">
          <ac:chgData name="Fowers, Alyssa (af5ug)" userId="c3a37977-17ff-41a0-ad75-fd916179f175" providerId="ADAL" clId="{85CC19FB-D400-7B41-9A87-6C71CFAD5628}" dt="2019-08-05T17:08:32.990" v="130" actId="478"/>
          <ac:picMkLst>
            <pc:docMk/>
            <pc:sldMk cId="474268097" sldId="257"/>
            <ac:picMk id="15" creationId="{4B34D9C2-9ED0-8D40-8BCD-662919984E65}"/>
          </ac:picMkLst>
        </pc:picChg>
        <pc:picChg chg="del mod">
          <ac:chgData name="Fowers, Alyssa (af5ug)" userId="c3a37977-17ff-41a0-ad75-fd916179f175" providerId="ADAL" clId="{85CC19FB-D400-7B41-9A87-6C71CFAD5628}" dt="2019-08-05T22:53:30.799" v="5887" actId="478"/>
          <ac:picMkLst>
            <pc:docMk/>
            <pc:sldMk cId="474268097" sldId="257"/>
            <ac:picMk id="16" creationId="{70F9A533-0B80-41BB-8818-D6980B143EA3}"/>
          </ac:picMkLst>
        </pc:picChg>
        <pc:picChg chg="add del mod">
          <ac:chgData name="Fowers, Alyssa (af5ug)" userId="c3a37977-17ff-41a0-ad75-fd916179f175" providerId="ADAL" clId="{85CC19FB-D400-7B41-9A87-6C71CFAD5628}" dt="2019-08-05T20:07:15.151" v="587" actId="478"/>
          <ac:picMkLst>
            <pc:docMk/>
            <pc:sldMk cId="474268097" sldId="257"/>
            <ac:picMk id="18" creationId="{6A1207F5-0D9B-2248-989C-8B4C2FECA87C}"/>
          </ac:picMkLst>
        </pc:picChg>
        <pc:picChg chg="add del mod modCrop">
          <ac:chgData name="Fowers, Alyssa (af5ug)" userId="c3a37977-17ff-41a0-ad75-fd916179f175" providerId="ADAL" clId="{85CC19FB-D400-7B41-9A87-6C71CFAD5628}" dt="2019-08-05T18:19:52.966" v="352" actId="478"/>
          <ac:picMkLst>
            <pc:docMk/>
            <pc:sldMk cId="474268097" sldId="257"/>
            <ac:picMk id="21" creationId="{09D89FEA-9247-CA4E-B203-303D8A0720E7}"/>
          </ac:picMkLst>
        </pc:picChg>
        <pc:picChg chg="add del mod modCrop">
          <ac:chgData name="Fowers, Alyssa (af5ug)" userId="c3a37977-17ff-41a0-ad75-fd916179f175" providerId="ADAL" clId="{85CC19FB-D400-7B41-9A87-6C71CFAD5628}" dt="2019-08-05T22:02:15.703" v="5787" actId="478"/>
          <ac:picMkLst>
            <pc:docMk/>
            <pc:sldMk cId="474268097" sldId="257"/>
            <ac:picMk id="22" creationId="{11721334-BB64-D442-A5C9-EA0A7635EC58}"/>
          </ac:picMkLst>
        </pc:picChg>
        <pc:picChg chg="add del mod">
          <ac:chgData name="Fowers, Alyssa (af5ug)" userId="c3a37977-17ff-41a0-ad75-fd916179f175" providerId="ADAL" clId="{85CC19FB-D400-7B41-9A87-6C71CFAD5628}" dt="2019-08-05T17:37:55.716" v="144" actId="478"/>
          <ac:picMkLst>
            <pc:docMk/>
            <pc:sldMk cId="474268097" sldId="257"/>
            <ac:picMk id="24" creationId="{3BD15E97-BF07-D840-9101-2993076230C1}"/>
          </ac:picMkLst>
        </pc:picChg>
        <pc:picChg chg="mod">
          <ac:chgData name="Fowers, Alyssa (af5ug)" userId="c3a37977-17ff-41a0-ad75-fd916179f175" providerId="ADAL" clId="{85CC19FB-D400-7B41-9A87-6C71CFAD5628}" dt="2019-08-05T21:44:18.471" v="5277" actId="1076"/>
          <ac:picMkLst>
            <pc:docMk/>
            <pc:sldMk cId="474268097" sldId="257"/>
            <ac:picMk id="29" creationId="{00000000-0000-0000-0000-000000000000}"/>
          </ac:picMkLst>
        </pc:picChg>
        <pc:picChg chg="add del mod modCrop">
          <ac:chgData name="Fowers, Alyssa (af5ug)" userId="c3a37977-17ff-41a0-ad75-fd916179f175" providerId="ADAL" clId="{85CC19FB-D400-7B41-9A87-6C71CFAD5628}" dt="2019-08-05T17:59:32.653" v="156" actId="478"/>
          <ac:picMkLst>
            <pc:docMk/>
            <pc:sldMk cId="474268097" sldId="257"/>
            <ac:picMk id="44" creationId="{76764728-ABDC-C347-ADE3-92A9107E58ED}"/>
          </ac:picMkLst>
        </pc:picChg>
        <pc:picChg chg="add del mod">
          <ac:chgData name="Fowers, Alyssa (af5ug)" userId="c3a37977-17ff-41a0-ad75-fd916179f175" providerId="ADAL" clId="{85CC19FB-D400-7B41-9A87-6C71CFAD5628}" dt="2019-08-05T20:33:46.223" v="626" actId="478"/>
          <ac:picMkLst>
            <pc:docMk/>
            <pc:sldMk cId="474268097" sldId="257"/>
            <ac:picMk id="46" creationId="{9962B745-1AF5-D14D-8D9A-4516B088D041}"/>
          </ac:picMkLst>
        </pc:picChg>
        <pc:picChg chg="add del mod">
          <ac:chgData name="Fowers, Alyssa (af5ug)" userId="c3a37977-17ff-41a0-ad75-fd916179f175" providerId="ADAL" clId="{85CC19FB-D400-7B41-9A87-6C71CFAD5628}" dt="2019-08-05T17:59:15.297" v="155" actId="478"/>
          <ac:picMkLst>
            <pc:docMk/>
            <pc:sldMk cId="474268097" sldId="257"/>
            <ac:picMk id="46" creationId="{D787A062-469F-8A40-B212-49E779142D35}"/>
          </ac:picMkLst>
        </pc:picChg>
        <pc:picChg chg="add del mod modCrop">
          <ac:chgData name="Fowers, Alyssa (af5ug)" userId="c3a37977-17ff-41a0-ad75-fd916179f175" providerId="ADAL" clId="{85CC19FB-D400-7B41-9A87-6C71CFAD5628}" dt="2019-08-05T22:37:45.864" v="5804" actId="478"/>
          <ac:picMkLst>
            <pc:docMk/>
            <pc:sldMk cId="474268097" sldId="257"/>
            <ac:picMk id="48" creationId="{7A3BF47D-FB72-4A45-8CF6-3BCAF26E36E5}"/>
          </ac:picMkLst>
        </pc:picChg>
        <pc:picChg chg="add del mod">
          <ac:chgData name="Fowers, Alyssa (af5ug)" userId="c3a37977-17ff-41a0-ad75-fd916179f175" providerId="ADAL" clId="{85CC19FB-D400-7B41-9A87-6C71CFAD5628}" dt="2019-08-05T18:02:26.756" v="168" actId="478"/>
          <ac:picMkLst>
            <pc:docMk/>
            <pc:sldMk cId="474268097" sldId="257"/>
            <ac:picMk id="48" creationId="{7FF3ACB0-E14F-AB4F-B604-996C9BA6393E}"/>
          </ac:picMkLst>
        </pc:picChg>
        <pc:picChg chg="add del mod modCrop">
          <ac:chgData name="Fowers, Alyssa (af5ug)" userId="c3a37977-17ff-41a0-ad75-fd916179f175" providerId="ADAL" clId="{85CC19FB-D400-7B41-9A87-6C71CFAD5628}" dt="2019-08-05T21:02:41.256" v="662" actId="478"/>
          <ac:picMkLst>
            <pc:docMk/>
            <pc:sldMk cId="474268097" sldId="257"/>
            <ac:picMk id="50" creationId="{4182FE0B-0203-3644-9536-10C5254DA99D}"/>
          </ac:picMkLst>
        </pc:picChg>
        <pc:picChg chg="add del mod">
          <ac:chgData name="Fowers, Alyssa (af5ug)" userId="c3a37977-17ff-41a0-ad75-fd916179f175" providerId="ADAL" clId="{85CC19FB-D400-7B41-9A87-6C71CFAD5628}" dt="2019-08-05T18:02:08.196" v="165" actId="478"/>
          <ac:picMkLst>
            <pc:docMk/>
            <pc:sldMk cId="474268097" sldId="257"/>
            <ac:picMk id="50" creationId="{C97954EE-9664-CD40-82B4-05E022A3E737}"/>
          </ac:picMkLst>
        </pc:picChg>
        <pc:picChg chg="add del mod modCrop">
          <ac:chgData name="Fowers, Alyssa (af5ug)" userId="c3a37977-17ff-41a0-ad75-fd916179f175" providerId="ADAL" clId="{85CC19FB-D400-7B41-9A87-6C71CFAD5628}" dt="2019-08-05T18:12:52.683" v="182" actId="478"/>
          <ac:picMkLst>
            <pc:docMk/>
            <pc:sldMk cId="474268097" sldId="257"/>
            <ac:picMk id="52" creationId="{19D23E85-7B80-4C40-BAF7-BD46AC14726C}"/>
          </ac:picMkLst>
        </pc:picChg>
        <pc:picChg chg="add del mod modCrop">
          <ac:chgData name="Fowers, Alyssa (af5ug)" userId="c3a37977-17ff-41a0-ad75-fd916179f175" providerId="ADAL" clId="{85CC19FB-D400-7B41-9A87-6C71CFAD5628}" dt="2019-08-05T22:51:26.299" v="5825" actId="478"/>
          <ac:picMkLst>
            <pc:docMk/>
            <pc:sldMk cId="474268097" sldId="257"/>
            <ac:picMk id="53" creationId="{DA7F4672-8A42-6B46-88DA-990E258DB1E5}"/>
          </ac:picMkLst>
        </pc:picChg>
        <pc:picChg chg="add del mod">
          <ac:chgData name="Fowers, Alyssa (af5ug)" userId="c3a37977-17ff-41a0-ad75-fd916179f175" providerId="ADAL" clId="{85CC19FB-D400-7B41-9A87-6C71CFAD5628}" dt="2019-08-05T22:36:25.729" v="5790" actId="478"/>
          <ac:picMkLst>
            <pc:docMk/>
            <pc:sldMk cId="474268097" sldId="257"/>
            <ac:picMk id="59" creationId="{E9F8630B-3092-2B48-BC64-E65D82C4DFE5}"/>
          </ac:picMkLst>
        </pc:picChg>
        <pc:picChg chg="add mod">
          <ac:chgData name="Fowers, Alyssa (af5ug)" userId="c3a37977-17ff-41a0-ad75-fd916179f175" providerId="ADAL" clId="{85CC19FB-D400-7B41-9A87-6C71CFAD5628}" dt="2019-08-05T21:47:44.108" v="5413" actId="571"/>
          <ac:picMkLst>
            <pc:docMk/>
            <pc:sldMk cId="474268097" sldId="257"/>
            <ac:picMk id="62" creationId="{F5BAD9E2-C155-1649-B79F-55112A69CB32}"/>
          </ac:picMkLst>
        </pc:picChg>
        <pc:picChg chg="add del mod">
          <ac:chgData name="Fowers, Alyssa (af5ug)" userId="c3a37977-17ff-41a0-ad75-fd916179f175" providerId="ADAL" clId="{85CC19FB-D400-7B41-9A87-6C71CFAD5628}" dt="2019-08-05T22:58:58.179" v="5954" actId="478"/>
          <ac:picMkLst>
            <pc:docMk/>
            <pc:sldMk cId="474268097" sldId="257"/>
            <ac:picMk id="70" creationId="{D276A3F5-BC6D-A542-AA83-6ABC2FD64983}"/>
          </ac:picMkLst>
        </pc:picChg>
        <pc:picChg chg="add del mod modCrop">
          <ac:chgData name="Fowers, Alyssa (af5ug)" userId="c3a37977-17ff-41a0-ad75-fd916179f175" providerId="ADAL" clId="{85CC19FB-D400-7B41-9A87-6C71CFAD5628}" dt="2019-08-05T22:41:52.337" v="5810" actId="478"/>
          <ac:picMkLst>
            <pc:docMk/>
            <pc:sldMk cId="474268097" sldId="257"/>
            <ac:picMk id="73" creationId="{E491C60C-2279-8D4D-8A81-01FCFB4EFA10}"/>
          </ac:picMkLst>
        </pc:picChg>
        <pc:picChg chg="add mod">
          <ac:chgData name="Fowers, Alyssa (af5ug)" userId="c3a37977-17ff-41a0-ad75-fd916179f175" providerId="ADAL" clId="{85CC19FB-D400-7B41-9A87-6C71CFAD5628}" dt="2019-08-05T22:41:56.634" v="5812" actId="1076"/>
          <ac:picMkLst>
            <pc:docMk/>
            <pc:sldMk cId="474268097" sldId="257"/>
            <ac:picMk id="76" creationId="{593A7C1E-B4B0-FE45-A725-B3AA25C15830}"/>
          </ac:picMkLst>
        </pc:picChg>
        <pc:picChg chg="add mod">
          <ac:chgData name="Fowers, Alyssa (af5ug)" userId="c3a37977-17ff-41a0-ad75-fd916179f175" providerId="ADAL" clId="{85CC19FB-D400-7B41-9A87-6C71CFAD5628}" dt="2019-08-05T22:51:30.386" v="5826" actId="1076"/>
          <ac:picMkLst>
            <pc:docMk/>
            <pc:sldMk cId="474268097" sldId="257"/>
            <ac:picMk id="80" creationId="{B352F8AE-8DBA-6740-BA42-8D4C84B632AA}"/>
          </ac:picMkLst>
        </pc:picChg>
        <pc:picChg chg="add mod">
          <ac:chgData name="Fowers, Alyssa (af5ug)" userId="c3a37977-17ff-41a0-ad75-fd916179f175" providerId="ADAL" clId="{85CC19FB-D400-7B41-9A87-6C71CFAD5628}" dt="2019-08-05T22:59:18.931" v="5959" actId="1076"/>
          <ac:picMkLst>
            <pc:docMk/>
            <pc:sldMk cId="474268097" sldId="257"/>
            <ac:picMk id="84" creationId="{C905D068-106A-F443-A342-4085CE9FB8A0}"/>
          </ac:picMkLst>
        </pc:picChg>
      </pc:sldChg>
      <pc:sldChg chg="add del">
        <pc:chgData name="Fowers, Alyssa (af5ug)" userId="c3a37977-17ff-41a0-ad75-fd916179f175" providerId="ADAL" clId="{85CC19FB-D400-7B41-9A87-6C71CFAD5628}" dt="2019-08-05T17:38:16.484" v="146"/>
        <pc:sldMkLst>
          <pc:docMk/>
          <pc:sldMk cId="4054519278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685800"/>
            <a:ext cx="228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316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95" y="-65166"/>
            <a:ext cx="22754146" cy="32331953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DEBB37-FDA1-AB47-AB6E-A0E700D0B0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4"/>
          <a:stretch/>
        </p:blipFill>
        <p:spPr>
          <a:xfrm>
            <a:off x="14732292" y="10837332"/>
            <a:ext cx="6500890" cy="5403546"/>
          </a:xfrm>
          <a:prstGeom prst="rect">
            <a:avLst/>
          </a:prstGeom>
        </p:spPr>
      </p:pic>
      <p:pic>
        <p:nvPicPr>
          <p:cNvPr id="2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4517" y="31158015"/>
            <a:ext cx="7135281" cy="107177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ITLE OF RESEARCH STUDY in 54 pt"/>
          <p:cNvSpPr txBox="1"/>
          <p:nvPr/>
        </p:nvSpPr>
        <p:spPr>
          <a:xfrm>
            <a:off x="1304413" y="448656"/>
            <a:ext cx="13428044" cy="2723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b">
            <a:spAutoFit/>
          </a:bodyPr>
          <a:lstStyle>
            <a:lvl1pPr algn="l" defTabSz="1314450">
              <a:defRPr sz="5400" b="0" cap="all">
                <a:solidFill>
                  <a:srgbClr val="EE6419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b="1">
                <a:latin typeface="ITC Franklin Gothic Std Dm Cd"/>
                <a:cs typeface="ITC Franklin Gothic Std Dm Cd"/>
              </a:rPr>
              <a:t>SKILLED TECHNICAL Workforce</a:t>
            </a:r>
            <a:r>
              <a:rPr lang="en-US">
                <a:latin typeface="ITC Franklin Gothic Std Dm Cd"/>
                <a:cs typeface="ITC Franklin Gothic Std Dm Cd"/>
              </a:rPr>
              <a:t>:</a:t>
            </a:r>
            <a:endParaRPr lang="en-US"/>
          </a:p>
          <a:p>
            <a:r>
              <a:rPr lang="en-US">
                <a:latin typeface="ITC Franklin Gothic Std Dm Cd"/>
              </a:rPr>
              <a:t>Demand, SUPPLY, &amp; Pathways </a:t>
            </a:r>
          </a:p>
          <a:p>
            <a:r>
              <a:rPr lang="en-US">
                <a:latin typeface="ITC Franklin Gothic Std Dm Cd"/>
              </a:rPr>
              <a:t>A Case Study</a:t>
            </a:r>
            <a:endParaRPr lang="en-US"/>
          </a:p>
        </p:txBody>
      </p:sp>
      <p:sp>
        <p:nvSpPr>
          <p:cNvPr id="39" name="Your Name, Graduate Student Name, Post Doc Name, Advisor…"/>
          <p:cNvSpPr txBox="1"/>
          <p:nvPr/>
        </p:nvSpPr>
        <p:spPr>
          <a:xfrm>
            <a:off x="8726678" y="2254708"/>
            <a:ext cx="11838316" cy="1634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Fellow: Alyssa </a:t>
            </a:r>
            <a:r>
              <a:rPr lang="en-US" b="0" dirty="0" err="1">
                <a:latin typeface="ITC Franklin Gothic Std Book"/>
                <a:cs typeface="ITC Franklin Gothic Std Book"/>
              </a:rPr>
              <a:t>Fowers</a:t>
            </a:r>
            <a:r>
              <a:rPr lang="en-US" b="0" dirty="0">
                <a:latin typeface="ITC Franklin Gothic Std Book"/>
                <a:cs typeface="ITC Franklin Gothic Std Book"/>
              </a:rPr>
              <a:t> (University of Miami)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Interns: Calvin Isch (Indiana University) &amp; Sarah McDonald (Marymount University)</a:t>
            </a:r>
            <a:endParaRPr b="0" dirty="0">
              <a:latin typeface="ITC Franklin Gothic Std Book"/>
              <a:cs typeface="ITC Franklin Gothic Std Book"/>
            </a:endParaRPr>
          </a:p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Mentors: Vicki Lancaster &amp; Sam Cohen, Biocomplexity Institute and Initiative, University of Virginia</a:t>
            </a:r>
            <a:endParaRPr b="0" dirty="0">
              <a:latin typeface="ITC Franklin Gothic Std Book"/>
              <a:cs typeface="ITC Franklin Gothic Std Book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6849697" y="31068904"/>
            <a:ext cx="1418896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45719" rIns="45719">
            <a:spAutoFit/>
          </a:bodyPr>
          <a:lstStyle>
            <a:lvl1pPr algn="l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 lang="en-US" sz="3200">
                <a:latin typeface="Franklin Gothic Medium"/>
                <a:cs typeface="Franklin Gothic Medium"/>
              </a:rPr>
              <a:t>SOCIAL AND DECISION ANALYTICS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915918-6960-514F-95CD-3CB2FB9304F4}"/>
              </a:ext>
            </a:extLst>
          </p:cNvPr>
          <p:cNvSpPr/>
          <p:nvPr/>
        </p:nvSpPr>
        <p:spPr>
          <a:xfrm>
            <a:off x="1386694" y="4159431"/>
            <a:ext cx="9132006" cy="27584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r>
              <a:rPr lang="en-US" sz="4200" b="0" dirty="0">
                <a:latin typeface="Franklin Gothic Book"/>
                <a:ea typeface="+mn-ea"/>
                <a:cs typeface="+mn-cs"/>
                <a:sym typeface="Helvetica Neue Medium"/>
              </a:rPr>
              <a:t>What skills are needed to enter </a:t>
            </a:r>
          </a:p>
          <a:p>
            <a:r>
              <a:rPr lang="en-US" sz="4200" b="0" dirty="0">
                <a:latin typeface="Franklin Gothic Book"/>
                <a:ea typeface="+mn-ea"/>
                <a:cs typeface="+mn-cs"/>
                <a:sym typeface="Helvetica Neue Medium"/>
              </a:rPr>
              <a:t>in-demand jobs in the Skilled Technical Workforce? How does skill supply match with demand?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B4C1C2-0EF3-6542-A466-57FB1D3AE2EE}"/>
              </a:ext>
            </a:extLst>
          </p:cNvPr>
          <p:cNvSpPr/>
          <p:nvPr/>
        </p:nvSpPr>
        <p:spPr>
          <a:xfrm>
            <a:off x="1306697" y="7281787"/>
            <a:ext cx="9610588" cy="16504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2400" dirty="0">
                <a:latin typeface="Franklin Gothic Book"/>
                <a:ea typeface="+mn-ea"/>
                <a:cs typeface="+mn-cs"/>
                <a:sym typeface="Helvetica Neue Medium"/>
              </a:rPr>
              <a:t>Skilled Technical Work (STW) </a:t>
            </a:r>
            <a:r>
              <a:rPr lang="en-US" sz="2400" b="0" dirty="0">
                <a:latin typeface="Franklin Gothic Book"/>
                <a:ea typeface="+mn-ea"/>
                <a:cs typeface="+mn-cs"/>
                <a:sym typeface="Helvetica Neue Medium"/>
              </a:rPr>
              <a:t>requires a high degree of technical knowledge, but does not necessarily require a bachelor’s degree. Skilled technical occupations offer a path to the middle class for workers without four-year degrees.</a:t>
            </a: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D49BE833-BB3F-6E41-9D5D-A6BE096627C2}"/>
              </a:ext>
            </a:extLst>
          </p:cNvPr>
          <p:cNvSpPr txBox="1"/>
          <p:nvPr/>
        </p:nvSpPr>
        <p:spPr>
          <a:xfrm>
            <a:off x="1068760" y="9308467"/>
            <a:ext cx="19740679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45719" rIns="45719">
            <a:spAutoFit/>
          </a:bodyPr>
          <a:lstStyle>
            <a:lvl1pPr algn="l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  <a:latin typeface="Franklin Gothic Medium"/>
                <a:cs typeface="Franklin Gothic Medium"/>
              </a:rPr>
              <a:t>Neonatal Intensive Care Needed: Critical Care Nurses in Richmond, 2016-2017</a:t>
            </a:r>
            <a:endParaRPr dirty="0">
              <a:solidFill>
                <a:schemeClr val="tx1"/>
              </a:solidFill>
              <a:latin typeface="Franklin Gothic Medium"/>
              <a:cs typeface="Franklin Gothic Medium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7201F6-EB7A-2440-A5A7-D04DCC0E38CC}"/>
              </a:ext>
            </a:extLst>
          </p:cNvPr>
          <p:cNvSpPr/>
          <p:nvPr/>
        </p:nvSpPr>
        <p:spPr>
          <a:xfrm>
            <a:off x="1235258" y="17622703"/>
            <a:ext cx="4914032" cy="4235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342900" indent="-342900" algn="l"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Franklin Gothic Book"/>
                <a:ea typeface="+mn-ea"/>
                <a:cs typeface="+mn-cs"/>
                <a:sym typeface="Helvetica Neue Medium"/>
              </a:rPr>
              <a:t>Calculated the proportion of desired skills in each job that each candidate fulfilled (</a:t>
            </a:r>
            <a:r>
              <a:rPr lang="en-US" sz="2400" b="0" i="1" dirty="0">
                <a:solidFill>
                  <a:schemeClr val="tx1"/>
                </a:solidFill>
                <a:latin typeface="Franklin Gothic Book"/>
                <a:ea typeface="+mn-ea"/>
                <a:cs typeface="+mn-cs"/>
                <a:sym typeface="Helvetica Neue Medium"/>
              </a:rPr>
              <a:t>match score</a:t>
            </a:r>
            <a:r>
              <a:rPr lang="en-US" sz="2400" b="0" dirty="0">
                <a:solidFill>
                  <a:schemeClr val="tx1"/>
                </a:solidFill>
                <a:latin typeface="Franklin Gothic Book"/>
                <a:ea typeface="+mn-ea"/>
                <a:cs typeface="+mn-cs"/>
                <a:sym typeface="Helvetica Neue Medium"/>
              </a:rPr>
              <a:t>) and plotted the matches of all plausible candidates to Critical Care Nursing positions in Richmond (right).</a:t>
            </a:r>
          </a:p>
          <a:p>
            <a:pPr marL="342900" indent="-342900" algn="l"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Franklin Gothic Book"/>
                <a:ea typeface="+mn-ea"/>
                <a:cs typeface="+mn-cs"/>
                <a:sym typeface="Helvetica Neue Medium"/>
              </a:rPr>
              <a:t>Training in the Neonatal Intensive Care Unit (NICU) skill would have the largest impact on improving match scores (below).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17D758-3F94-4CE6-B1BF-683373F8156E}"/>
              </a:ext>
            </a:extLst>
          </p:cNvPr>
          <p:cNvSpPr/>
          <p:nvPr/>
        </p:nvSpPr>
        <p:spPr>
          <a:xfrm>
            <a:off x="11677433" y="4022292"/>
            <a:ext cx="9361231" cy="4666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t">
            <a:sp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Franklin Gothic Medium"/>
                <a:ea typeface="+mn-ea"/>
                <a:cs typeface="+mn-cs"/>
                <a:sym typeface="Helvetica Neue Medium"/>
              </a:rPr>
              <a:t>Our Research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sz="2200" b="0" dirty="0">
              <a:latin typeface="Franklin Gothic Book"/>
              <a:ea typeface="+mn-ea"/>
              <a:cs typeface="+mn-cs"/>
              <a:sym typeface="Helvetica Neue Medium"/>
            </a:endParaRP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</a:rPr>
              <a:t>Worked with data from </a:t>
            </a:r>
            <a:r>
              <a:rPr lang="en-US" sz="2200" dirty="0">
                <a:latin typeface="Franklin Gothic Book"/>
              </a:rPr>
              <a:t>Burning Glass Technologies (BGT), </a:t>
            </a:r>
            <a:r>
              <a:rPr lang="en-US" sz="2200" b="0" dirty="0">
                <a:latin typeface="Franklin Gothic Book"/>
              </a:rPr>
              <a:t>which scrapes online job advertisements and resumes from over 50,000 sites. </a:t>
            </a: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</a:rPr>
              <a:t>Our research focused on two metropolitan areas in Virginia: Richmond and Blacksburg-Christiansburg-Radford.</a:t>
            </a: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  <a:ea typeface="+mn-ea"/>
                <a:cs typeface="+mn-cs"/>
                <a:sym typeface="Helvetica Neue Medium"/>
              </a:rPr>
              <a:t>Identified online job ads for STW occupations that did not require a bachelor’s degree</a:t>
            </a: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  <a:ea typeface="+mn-ea"/>
                <a:cs typeface="+mn-cs"/>
                <a:sym typeface="Helvetica Neue Medium"/>
              </a:rPr>
              <a:t>Critical Care Nurses were the most commonly advertised STW occupation</a:t>
            </a:r>
          </a:p>
          <a:p>
            <a:pPr algn="l">
              <a:buFont typeface="Arial"/>
              <a:buChar char="•"/>
            </a:pPr>
            <a:r>
              <a:rPr lang="en-US" sz="2200" b="0" dirty="0">
                <a:latin typeface="Franklin Gothic Book"/>
                <a:ea typeface="+mn-ea"/>
                <a:cs typeface="+mn-cs"/>
                <a:sym typeface="Helvetica Neue Medium"/>
              </a:rPr>
              <a:t>Identified resumes of plausible critical care nursing candidates, which listed at least one core skill for the occupation</a:t>
            </a:r>
            <a:endParaRPr lang="en-US" sz="2200" b="0" dirty="0">
              <a:latin typeface="Franklin Gothic Book"/>
            </a:endParaRPr>
          </a:p>
          <a:p>
            <a:pPr marL="285750" lvl="3" indent="-285750" algn="l">
              <a:buFont typeface="Arial,Sans-Serif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Richmond Population: 1,292, 911; CCN Resumes 3,150; CCN Ads: 1,609</a:t>
            </a:r>
            <a:endParaRPr lang="en-US" sz="2200" b="0" dirty="0">
              <a:solidFill>
                <a:schemeClr val="tx1"/>
              </a:solidFill>
            </a:endParaRPr>
          </a:p>
          <a:p>
            <a:pPr marL="285750" lvl="3" indent="-285750" algn="l">
              <a:buFont typeface="Arial,Sans-Serif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Blacksburg Population: 182,692; CCN Resumes: 266; CCN Ads: 245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8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32C36E08-1314-4777-9047-D35EA8601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4144" y="25571978"/>
            <a:ext cx="10651921" cy="49649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EC8205-FEE5-0A47-A91B-818174EDDDBC}"/>
              </a:ext>
            </a:extLst>
          </p:cNvPr>
          <p:cNvSpPr txBox="1"/>
          <p:nvPr/>
        </p:nvSpPr>
        <p:spPr>
          <a:xfrm>
            <a:off x="8284962" y="10161115"/>
            <a:ext cx="6374445" cy="16504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Count of Skills on Job Ads and Resumes</a:t>
            </a:r>
          </a:p>
          <a:p>
            <a:pPr algn="l"/>
            <a:r>
              <a:rPr lang="en-US" sz="2400" b="0" i="1" dirty="0">
                <a:latin typeface="Franklin Gothic Book" panose="020B0503020102020204" pitchFamily="34" charset="0"/>
              </a:rPr>
              <a:t>Resumes listed many more skills than job ads in both MSAs</a:t>
            </a: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Medium" panose="020B0603020102020204" pitchFamily="34" charset="0"/>
              <a:sym typeface="Helvetica Neue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B09F24-36CF-864C-BE27-4D6F0ECD4751}"/>
              </a:ext>
            </a:extLst>
          </p:cNvPr>
          <p:cNvSpPr txBox="1"/>
          <p:nvPr/>
        </p:nvSpPr>
        <p:spPr>
          <a:xfrm>
            <a:off x="14762729" y="10255099"/>
            <a:ext cx="7366000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Top Five Hard and Soft Skills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9E813E-F4E4-374F-A170-551A66C0F3C1}"/>
              </a:ext>
            </a:extLst>
          </p:cNvPr>
          <p:cNvSpPr txBox="1"/>
          <p:nvPr/>
        </p:nvSpPr>
        <p:spPr>
          <a:xfrm>
            <a:off x="1105071" y="23204746"/>
            <a:ext cx="9215754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Impact of skill training on matches to Critical Care Nursing jobs</a:t>
            </a:r>
            <a:endParaRPr lang="en-US" sz="2400" b="0" dirty="0">
              <a:latin typeface="Franklin Gothic Medium" panose="020B0603020102020204" pitchFamily="34" charset="0"/>
            </a:endParaRP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Richmond, VA, 2016-2017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5D5750-EEB8-7149-9BEA-94BD9A62AD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05" y="10822971"/>
            <a:ext cx="7317045" cy="522034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E63F410-28E3-1D46-B156-4F8279B98EC6}"/>
              </a:ext>
            </a:extLst>
          </p:cNvPr>
          <p:cNvSpPr txBox="1"/>
          <p:nvPr/>
        </p:nvSpPr>
        <p:spPr>
          <a:xfrm>
            <a:off x="1228179" y="10223332"/>
            <a:ext cx="7366000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Most relevant skills for Critical Care Nurses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D96AD7-6D96-3943-A7B0-5D1D4BDCE29D}"/>
              </a:ext>
            </a:extLst>
          </p:cNvPr>
          <p:cNvSpPr txBox="1"/>
          <p:nvPr/>
        </p:nvSpPr>
        <p:spPr>
          <a:xfrm>
            <a:off x="16681094" y="16100241"/>
            <a:ext cx="5264506" cy="4501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latin typeface="Franklin Gothic Book" panose="020B0503020102020204" pitchFamily="34" charset="0"/>
              </a:rPr>
              <a:t>Percent of resumes and ads with skill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61D87EA2-BEB6-F44E-8699-93A30011D60C}"/>
              </a:ext>
            </a:extLst>
          </p:cNvPr>
          <p:cNvSpPr/>
          <p:nvPr/>
        </p:nvSpPr>
        <p:spPr>
          <a:xfrm>
            <a:off x="3249386" y="11103429"/>
            <a:ext cx="4327071" cy="2253342"/>
          </a:xfrm>
          <a:custGeom>
            <a:avLst/>
            <a:gdLst>
              <a:gd name="connsiteX0" fmla="*/ 179614 w 4147457"/>
              <a:gd name="connsiteY0" fmla="*/ 1681842 h 2253342"/>
              <a:gd name="connsiteX1" fmla="*/ 114300 w 4147457"/>
              <a:gd name="connsiteY1" fmla="*/ 1632857 h 2253342"/>
              <a:gd name="connsiteX2" fmla="*/ 0 w 4147457"/>
              <a:gd name="connsiteY2" fmla="*/ 1289957 h 2253342"/>
              <a:gd name="connsiteX3" fmla="*/ 375557 w 4147457"/>
              <a:gd name="connsiteY3" fmla="*/ 685800 h 2253342"/>
              <a:gd name="connsiteX4" fmla="*/ 2759529 w 4147457"/>
              <a:gd name="connsiteY4" fmla="*/ 16328 h 2253342"/>
              <a:gd name="connsiteX5" fmla="*/ 4147457 w 4147457"/>
              <a:gd name="connsiteY5" fmla="*/ 0 h 2253342"/>
              <a:gd name="connsiteX6" fmla="*/ 4147457 w 4147457"/>
              <a:gd name="connsiteY6" fmla="*/ 2253342 h 2253342"/>
              <a:gd name="connsiteX7" fmla="*/ 2041071 w 4147457"/>
              <a:gd name="connsiteY7" fmla="*/ 2253342 h 2253342"/>
              <a:gd name="connsiteX8" fmla="*/ 179614 w 4147457"/>
              <a:gd name="connsiteY8" fmla="*/ 1681842 h 2253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7457" h="2253342">
                <a:moveTo>
                  <a:pt x="179614" y="1681842"/>
                </a:moveTo>
                <a:lnTo>
                  <a:pt x="114300" y="1632857"/>
                </a:lnTo>
                <a:lnTo>
                  <a:pt x="0" y="1289957"/>
                </a:lnTo>
                <a:lnTo>
                  <a:pt x="375557" y="685800"/>
                </a:lnTo>
                <a:lnTo>
                  <a:pt x="2759529" y="16328"/>
                </a:lnTo>
                <a:lnTo>
                  <a:pt x="4147457" y="0"/>
                </a:lnTo>
                <a:lnTo>
                  <a:pt x="4147457" y="2253342"/>
                </a:lnTo>
                <a:lnTo>
                  <a:pt x="2041071" y="2253342"/>
                </a:lnTo>
                <a:lnTo>
                  <a:pt x="179614" y="1681842"/>
                </a:lnTo>
                <a:close/>
              </a:path>
            </a:pathLst>
          </a:custGeom>
          <a:noFill/>
          <a:ln w="12700" cap="flat">
            <a:solidFill>
              <a:schemeClr val="tx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14F4E-49A1-1445-A754-013813ED11D8}"/>
              </a:ext>
            </a:extLst>
          </p:cNvPr>
          <p:cNvSpPr txBox="1"/>
          <p:nvPr/>
        </p:nvSpPr>
        <p:spPr>
          <a:xfrm rot="20769055">
            <a:off x="3779400" y="11114976"/>
            <a:ext cx="1526652" cy="4501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Core skills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593A7C1E-B4B0-FE45-A725-B3AA25C158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294" y="17477841"/>
            <a:ext cx="15127773" cy="5347849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56CF63E8-61B6-1F4C-8154-3ECFD6F1CB00}"/>
              </a:ext>
            </a:extLst>
          </p:cNvPr>
          <p:cNvSpPr/>
          <p:nvPr/>
        </p:nvSpPr>
        <p:spPr>
          <a:xfrm>
            <a:off x="623086" y="17057031"/>
            <a:ext cx="6138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Franklin Gothic Medium" panose="020B0603020102020204" pitchFamily="34" charset="0"/>
                <a:sym typeface="Helvetica Neue Medium"/>
              </a:rPr>
              <a:t>Matching Job Ads and Resumes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5B2A93-FB1D-7343-85A9-2F352D0DE6DD}"/>
              </a:ext>
            </a:extLst>
          </p:cNvPr>
          <p:cNvSpPr txBox="1"/>
          <p:nvPr/>
        </p:nvSpPr>
        <p:spPr>
          <a:xfrm>
            <a:off x="9133812" y="16782692"/>
            <a:ext cx="9215754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0" dirty="0">
                <a:latin typeface="Franklin Gothic Medium" panose="020B0603020102020204" pitchFamily="34" charset="0"/>
              </a:rPr>
              <a:t>Matches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Medium" panose="020B0603020102020204" pitchFamily="34" charset="0"/>
                <a:sym typeface="Helvetica Neue"/>
              </a:rPr>
              <a:t> between job ads and candidates: Critical Care Nurses</a:t>
            </a:r>
            <a:endParaRPr lang="en-US" sz="2400" b="0" dirty="0">
              <a:latin typeface="Franklin Gothic Medium" panose="020B0603020102020204" pitchFamily="34" charset="0"/>
            </a:endParaRP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1,609 job ads matched to 3,150 candidates in Richmond, VA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B352F8AE-8DBA-6740-BA42-8D4C84B632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728" y="24054979"/>
            <a:ext cx="9848525" cy="6804788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54F27E8A-18E3-6344-95A0-A6A48FC00368}"/>
              </a:ext>
            </a:extLst>
          </p:cNvPr>
          <p:cNvSpPr/>
          <p:nvPr/>
        </p:nvSpPr>
        <p:spPr>
          <a:xfrm>
            <a:off x="11552754" y="23753862"/>
            <a:ext cx="9610588" cy="18658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Franklin Gothic Book" panose="020B0503020102020204" pitchFamily="34" charset="0"/>
              </a:rPr>
              <a:t>Candidates must have first be registered nurses (RN). Six institutions in Richmond and one in Blacksburg offer associate’s degrees in nursing.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dirty="0">
                <a:latin typeface="Franklin Gothic Book" panose="020B0503020102020204" pitchFamily="34" charset="0"/>
              </a:rPr>
              <a:t>An RN can complete a Critical Care Nurse Certification (CCRN) or a Neonatal Intensive Care Nursing certification (RNC-NIC) by working with their target patient population and passing an exam.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F881D68-1FFC-9740-AB43-B950EE52CAF5}"/>
              </a:ext>
            </a:extLst>
          </p:cNvPr>
          <p:cNvSpPr/>
          <p:nvPr/>
        </p:nvSpPr>
        <p:spPr>
          <a:xfrm>
            <a:off x="13707346" y="23262556"/>
            <a:ext cx="6138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Franklin Gothic Medium" panose="020B0603020102020204" pitchFamily="34" charset="0"/>
                <a:sym typeface="Helvetica Neue Medium"/>
              </a:rPr>
              <a:t>Pathways to Critical Care Nursing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905D068-106A-F443-A342-4085CE9FB8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709" y="11741000"/>
            <a:ext cx="6258997" cy="39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680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8727E513-95C6-424F-9F7C-AFE4538785BE}"/>
</file>

<file path=customXml/itemProps2.xml><?xml version="1.0" encoding="utf-8"?>
<ds:datastoreItem xmlns:ds="http://schemas.openxmlformats.org/officeDocument/2006/customXml" ds:itemID="{3DD7581E-C8FD-4B83-B6A3-F05FE2E17B68}"/>
</file>

<file path=customXml/itemProps3.xml><?xml version="1.0" encoding="utf-8"?>
<ds:datastoreItem xmlns:ds="http://schemas.openxmlformats.org/officeDocument/2006/customXml" ds:itemID="{266C97BE-6BCF-4088-A542-3C62B79F82B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344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Fowers, Alyssa (af5ug)</cp:lastModifiedBy>
  <cp:revision>46</cp:revision>
  <dcterms:created xsi:type="dcterms:W3CDTF">2019-07-16T21:17:53Z</dcterms:created>
  <dcterms:modified xsi:type="dcterms:W3CDTF">2019-08-06T12:31:48Z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
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765"/>
    <a:srgbClr val="66C7FF"/>
    <a:srgbClr val="FF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E46FEA-D413-880D-0F0D-EA8298EFF100}" v="1" dt="2019-07-31T14:52:42.528"/>
    <p1510:client id="{48AFB348-E132-6BA2-3C11-BF0F2DC4AA21}" v="6" dt="2019-07-30T15:07:20.248"/>
    <p1510:client id="{6A33A316-5B35-D0A3-E04E-4131829A4F4E}" v="3" dt="2019-07-31T14:42:58.417"/>
    <p1510:client id="{D1DA576F-5C9F-B677-AC54-C729673E2C2A}" v="17" dt="2019-08-05T17:22:14.98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3591" autoAdjust="0"/>
  </p:normalViewPr>
  <p:slideViewPr>
    <p:cSldViewPr snapToGrid="0" snapToObjects="1">
      <p:cViewPr>
        <p:scale>
          <a:sx n="10" d="100"/>
          <a:sy n="10" d="100"/>
        </p:scale>
        <p:origin x="2450" y="384"/>
      </p:cViewPr>
      <p:guideLst>
        <p:guide orient="horz" pos="10368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48" d="100"/>
          <a:sy n="48" d="100"/>
        </p:scale>
        <p:origin x="2692" y="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13" Type="http://schemas.openxmlformats.org/officeDocument/2006/relationships/customXml" Target="../customXml/item3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1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kmaz, Gizem (gk8yj)" userId="a3021717-695e-41c9-8d4c-e599a2aec0eb" providerId="ADAL" clId="{A6FD57A5-445D-D647-A981-371EA5547FE8}"/>
    <pc:docChg chg="delSld">
      <pc:chgData name="Korkmaz, Gizem (gk8yj)" userId="a3021717-695e-41c9-8d4c-e599a2aec0eb" providerId="ADAL" clId="{A6FD57A5-445D-D647-A981-371EA5547FE8}" dt="2019-07-18T18:03:16.312" v="1" actId="2696"/>
      <pc:docMkLst>
        <pc:docMk/>
      </pc:docMkLst>
      <pc:sldChg chg="del">
        <pc:chgData name="Korkmaz, Gizem (gk8yj)" userId="a3021717-695e-41c9-8d4c-e599a2aec0eb" providerId="ADAL" clId="{A6FD57A5-445D-D647-A981-371EA5547FE8}" dt="2019-07-18T18:03:16.310" v="0" actId="2696"/>
        <pc:sldMkLst>
          <pc:docMk/>
          <pc:sldMk cId="0" sldId="256"/>
        </pc:sldMkLst>
      </pc:sldChg>
      <pc:sldMasterChg chg="delSldLayout">
        <pc:chgData name="Korkmaz, Gizem (gk8yj)" userId="a3021717-695e-41c9-8d4c-e599a2aec0eb" providerId="ADAL" clId="{A6FD57A5-445D-D647-A981-371EA5547FE8}" dt="2019-07-18T18:03:16.312" v="1" actId="2696"/>
        <pc:sldMasterMkLst>
          <pc:docMk/>
          <pc:sldMasterMk cId="0" sldId="2147483648"/>
        </pc:sldMasterMkLst>
        <pc:sldLayoutChg chg="del">
          <pc:chgData name="Korkmaz, Gizem (gk8yj)" userId="a3021717-695e-41c9-8d4c-e599a2aec0eb" providerId="ADAL" clId="{A6FD57A5-445D-D647-A981-371EA5547FE8}" dt="2019-07-18T18:03:16.312" v="1" actId="2696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  <pc:docChgLst>
    <pc:chgData name="Cohen, Samantha (sc2pg)" userId="S::sc2pg@virginia.edu::00765cc7-31bd-431d-b2b3-38c8fe88a53e" providerId="AD" clId="Web-{3DE46FEA-D413-880D-0F0D-EA8298EFF100}"/>
    <pc:docChg chg="modSld">
      <pc:chgData name="Cohen, Samantha (sc2pg)" userId="S::sc2pg@virginia.edu::00765cc7-31bd-431d-b2b3-38c8fe88a53e" providerId="AD" clId="Web-{3DE46FEA-D413-880D-0F0D-EA8298EFF100}" dt="2019-07-31T15:08:20.495" v="446" actId="14100"/>
      <pc:docMkLst>
        <pc:docMk/>
      </pc:docMkLst>
      <pc:sldChg chg="addSp delSp modSp">
        <pc:chgData name="Cohen, Samantha (sc2pg)" userId="S::sc2pg@virginia.edu::00765cc7-31bd-431d-b2b3-38c8fe88a53e" providerId="AD" clId="Web-{3DE46FEA-D413-880D-0F0D-EA8298EFF100}" dt="2019-07-31T15:08:20.495" v="446" actId="14100"/>
        <pc:sldMkLst>
          <pc:docMk/>
          <pc:sldMk cId="0" sldId="257"/>
        </pc:sldMkLst>
        <pc:spChg chg="mod">
          <ac:chgData name="Cohen, Samantha (sc2pg)" userId="S::sc2pg@virginia.edu::00765cc7-31bd-431d-b2b3-38c8fe88a53e" providerId="AD" clId="Web-{3DE46FEA-D413-880D-0F0D-EA8298EFF100}" dt="2019-07-31T15:02:29.744" v="320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Cohen, Samantha (sc2pg)" userId="S::sc2pg@virginia.edu::00765cc7-31bd-431d-b2b3-38c8fe88a53e" providerId="AD" clId="Web-{3DE46FEA-D413-880D-0F0D-EA8298EFF100}" dt="2019-07-31T15:03:22.059" v="336" actId="1076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Cohen, Samantha (sc2pg)" userId="S::sc2pg@virginia.edu::00765cc7-31bd-431d-b2b3-38c8fe88a53e" providerId="AD" clId="Web-{3DE46FEA-D413-880D-0F0D-EA8298EFF100}" dt="2019-07-31T15:00:06.518" v="165"/>
          <ac:spMkLst>
            <pc:docMk/>
            <pc:sldMk cId="0" sldId="257"/>
            <ac:spMk id="6" creationId="{7C5721EA-59B9-4B7E-A0C6-9C0EDF29182F}"/>
          </ac:spMkLst>
        </pc:spChg>
        <pc:spChg chg="mod">
          <ac:chgData name="Cohen, Samantha (sc2pg)" userId="S::sc2pg@virginia.edu::00765cc7-31bd-431d-b2b3-38c8fe88a53e" providerId="AD" clId="Web-{3DE46FEA-D413-880D-0F0D-EA8298EFF100}" dt="2019-07-31T15:03:13.918" v="335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Cohen, Samantha (sc2pg)" userId="S::sc2pg@virginia.edu::00765cc7-31bd-431d-b2b3-38c8fe88a53e" providerId="AD" clId="Web-{3DE46FEA-D413-880D-0F0D-EA8298EFF100}" dt="2019-07-31T15:06:36.568" v="429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Cohen, Samantha (sc2pg)" userId="S::sc2pg@virginia.edu::00765cc7-31bd-431d-b2b3-38c8fe88a53e" providerId="AD" clId="Web-{3DE46FEA-D413-880D-0F0D-EA8298EFF100}" dt="2019-07-31T15:02:41.010" v="324" actId="1076"/>
          <ac:spMkLst>
            <pc:docMk/>
            <pc:sldMk cId="0" sldId="257"/>
            <ac:spMk id="28" creationId="{843C72A3-6DFD-4563-BBB4-1AB9E4E30F55}"/>
          </ac:spMkLst>
        </pc:spChg>
        <pc:spChg chg="mod">
          <ac:chgData name="Cohen, Samantha (sc2pg)" userId="S::sc2pg@virginia.edu::00765cc7-31bd-431d-b2b3-38c8fe88a53e" providerId="AD" clId="Web-{3DE46FEA-D413-880D-0F0D-EA8298EFF100}" dt="2019-07-31T15:02:38.041" v="323" actId="1076"/>
          <ac:spMkLst>
            <pc:docMk/>
            <pc:sldMk cId="0" sldId="257"/>
            <ac:spMk id="29" creationId="{23BA275A-51AC-4CB8-8501-A5647071771E}"/>
          </ac:spMkLst>
        </pc:spChg>
        <pc:spChg chg="add del mod">
          <ac:chgData name="Cohen, Samantha (sc2pg)" userId="S::sc2pg@virginia.edu::00765cc7-31bd-431d-b2b3-38c8fe88a53e" providerId="AD" clId="Web-{3DE46FEA-D413-880D-0F0D-EA8298EFF100}" dt="2019-07-31T15:00:03.799" v="164"/>
          <ac:spMkLst>
            <pc:docMk/>
            <pc:sldMk cId="0" sldId="257"/>
            <ac:spMk id="33" creationId="{389F2AA9-4C9C-4545-B2DA-71EA39540FEC}"/>
          </ac:spMkLst>
        </pc:spChg>
        <pc:spChg chg="add del mod">
          <ac:chgData name="Cohen, Samantha (sc2pg)" userId="S::sc2pg@virginia.edu::00765cc7-31bd-431d-b2b3-38c8fe88a53e" providerId="AD" clId="Web-{3DE46FEA-D413-880D-0F0D-EA8298EFF100}" dt="2019-07-31T15:00:03.799" v="163"/>
          <ac:spMkLst>
            <pc:docMk/>
            <pc:sldMk cId="0" sldId="257"/>
            <ac:spMk id="35" creationId="{76B9A17B-6FE5-4B4D-9E69-AFBFD96DDA82}"/>
          </ac:spMkLst>
        </pc:spChg>
        <pc:spChg chg="add del mod">
          <ac:chgData name="Cohen, Samantha (sc2pg)" userId="S::sc2pg@virginia.edu::00765cc7-31bd-431d-b2b3-38c8fe88a53e" providerId="AD" clId="Web-{3DE46FEA-D413-880D-0F0D-EA8298EFF100}" dt="2019-07-31T15:00:03.799" v="162"/>
          <ac:spMkLst>
            <pc:docMk/>
            <pc:sldMk cId="0" sldId="257"/>
            <ac:spMk id="36" creationId="{DA1B0588-5768-4277-A76C-94DBC744DDF8}"/>
          </ac:spMkLst>
        </pc:spChg>
        <pc:spChg chg="mod">
          <ac:chgData name="Cohen, Samantha (sc2pg)" userId="S::sc2pg@virginia.edu::00765cc7-31bd-431d-b2b3-38c8fe88a53e" providerId="AD" clId="Web-{3DE46FEA-D413-880D-0F0D-EA8298EFF100}" dt="2019-07-31T14:56:38.133" v="124" actId="14100"/>
          <ac:spMkLst>
            <pc:docMk/>
            <pc:sldMk cId="0" sldId="257"/>
            <ac:spMk id="57" creationId="{00000000-0000-0000-0000-000000000000}"/>
          </ac:spMkLst>
        </pc:spChg>
        <pc:spChg chg="mod">
          <ac:chgData name="Cohen, Samantha (sc2pg)" userId="S::sc2pg@virginia.edu::00765cc7-31bd-431d-b2b3-38c8fe88a53e" providerId="AD" clId="Web-{3DE46FEA-D413-880D-0F0D-EA8298EFF100}" dt="2019-07-31T15:08:02.244" v="442" actId="20577"/>
          <ac:spMkLst>
            <pc:docMk/>
            <pc:sldMk cId="0" sldId="257"/>
            <ac:spMk id="65" creationId="{00000000-0000-0000-0000-000000000000}"/>
          </ac:spMkLst>
        </pc:spChg>
        <pc:spChg chg="mod">
          <ac:chgData name="Cohen, Samantha (sc2pg)" userId="S::sc2pg@virginia.edu::00765cc7-31bd-431d-b2b3-38c8fe88a53e" providerId="AD" clId="Web-{3DE46FEA-D413-880D-0F0D-EA8298EFF100}" dt="2019-07-31T15:06:31.490" v="425" actId="1076"/>
          <ac:spMkLst>
            <pc:docMk/>
            <pc:sldMk cId="0" sldId="257"/>
            <ac:spMk id="66" creationId="{00000000-0000-0000-0000-000000000000}"/>
          </ac:spMkLst>
        </pc:spChg>
        <pc:spChg chg="del mod">
          <ac:chgData name="Cohen, Samantha (sc2pg)" userId="S::sc2pg@virginia.edu::00765cc7-31bd-431d-b2b3-38c8fe88a53e" providerId="AD" clId="Web-{3DE46FEA-D413-880D-0F0D-EA8298EFF100}" dt="2019-07-31T15:03:57.593" v="354"/>
          <ac:spMkLst>
            <pc:docMk/>
            <pc:sldMk cId="0" sldId="257"/>
            <ac:spMk id="70" creationId="{00000000-0000-0000-0000-000000000000}"/>
          </ac:spMkLst>
        </pc:spChg>
        <pc:spChg chg="mod">
          <ac:chgData name="Cohen, Samantha (sc2pg)" userId="S::sc2pg@virginia.edu::00765cc7-31bd-431d-b2b3-38c8fe88a53e" providerId="AD" clId="Web-{3DE46FEA-D413-880D-0F0D-EA8298EFF100}" dt="2019-07-31T15:08:20.495" v="446" actId="14100"/>
          <ac:spMkLst>
            <pc:docMk/>
            <pc:sldMk cId="0" sldId="257"/>
            <ac:spMk id="71" creationId="{00000000-0000-0000-0000-000000000000}"/>
          </ac:spMkLst>
        </pc:spChg>
        <pc:spChg chg="del mod">
          <ac:chgData name="Cohen, Samantha (sc2pg)" userId="S::sc2pg@virginia.edu::00765cc7-31bd-431d-b2b3-38c8fe88a53e" providerId="AD" clId="Web-{3DE46FEA-D413-880D-0F0D-EA8298EFF100}" dt="2019-07-31T15:02:58.136" v="334"/>
          <ac:spMkLst>
            <pc:docMk/>
            <pc:sldMk cId="0" sldId="257"/>
            <ac:spMk id="72" creationId="{00000000-0000-0000-0000-000000000000}"/>
          </ac:spMkLst>
        </pc:spChg>
        <pc:graphicFrameChg chg="mod">
          <ac:chgData name="Cohen, Samantha (sc2pg)" userId="S::sc2pg@virginia.edu::00765cc7-31bd-431d-b2b3-38c8fe88a53e" providerId="AD" clId="Web-{3DE46FEA-D413-880D-0F0D-EA8298EFF100}" dt="2019-07-31T15:08:09.292" v="445" actId="1076"/>
          <ac:graphicFrameMkLst>
            <pc:docMk/>
            <pc:sldMk cId="0" sldId="257"/>
            <ac:graphicFrameMk id="12" creationId="{00000000-0000-0000-0000-000000000000}"/>
          </ac:graphicFrameMkLst>
        </pc:graphicFrameChg>
        <pc:picChg chg="add del mod modCrop">
          <ac:chgData name="Cohen, Samantha (sc2pg)" userId="S::sc2pg@virginia.edu::00765cc7-31bd-431d-b2b3-38c8fe88a53e" providerId="AD" clId="Web-{3DE46FEA-D413-880D-0F0D-EA8298EFF100}" dt="2019-07-31T14:59:59.987" v="161"/>
          <ac:picMkLst>
            <pc:docMk/>
            <pc:sldMk cId="0" sldId="257"/>
            <ac:picMk id="4" creationId="{B011DE6A-0681-4BBD-9064-A186F4185CF8}"/>
          </ac:picMkLst>
        </pc:picChg>
        <pc:picChg chg="mod">
          <ac:chgData name="Cohen, Samantha (sc2pg)" userId="S::sc2pg@virginia.edu::00765cc7-31bd-431d-b2b3-38c8fe88a53e" providerId="AD" clId="Web-{3DE46FEA-D413-880D-0F0D-EA8298EFF100}" dt="2019-07-31T15:07:31.712" v="441" actId="1076"/>
          <ac:picMkLst>
            <pc:docMk/>
            <pc:sldMk cId="0" sldId="257"/>
            <ac:picMk id="19" creationId="{E772AF83-0C5C-4E7F-8BD7-8F62103720B0}"/>
          </ac:picMkLst>
        </pc:picChg>
      </pc:sldChg>
    </pc:docChg>
  </pc:docChgLst>
  <pc:docChgLst>
    <pc:chgData name="Cohen, Samantha (sc2pg)" userId="S::sc2pg@virginia.edu::00765cc7-31bd-431d-b2b3-38c8fe88a53e" providerId="AD" clId="Web-{6A33A316-5B35-D0A3-E04E-4131829A4F4E}"/>
    <pc:docChg chg="modSld">
      <pc:chgData name="Cohen, Samantha (sc2pg)" userId="S::sc2pg@virginia.edu::00765cc7-31bd-431d-b2b3-38c8fe88a53e" providerId="AD" clId="Web-{6A33A316-5B35-D0A3-E04E-4131829A4F4E}" dt="2019-07-31T14:46:22.425" v="647" actId="1076"/>
      <pc:docMkLst>
        <pc:docMk/>
      </pc:docMkLst>
      <pc:sldChg chg="addSp modSp">
        <pc:chgData name="Cohen, Samantha (sc2pg)" userId="S::sc2pg@virginia.edu::00765cc7-31bd-431d-b2b3-38c8fe88a53e" providerId="AD" clId="Web-{6A33A316-5B35-D0A3-E04E-4131829A4F4E}" dt="2019-07-31T14:46:22.425" v="647" actId="1076"/>
        <pc:sldMkLst>
          <pc:docMk/>
          <pc:sldMk cId="0" sldId="257"/>
        </pc:sldMkLst>
        <pc:spChg chg="mod">
          <ac:chgData name="Cohen, Samantha (sc2pg)" userId="S::sc2pg@virginia.edu::00765cc7-31bd-431d-b2b3-38c8fe88a53e" providerId="AD" clId="Web-{6A33A316-5B35-D0A3-E04E-4131829A4F4E}" dt="2019-07-31T14:39:26.502" v="216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Cohen, Samantha (sc2pg)" userId="S::sc2pg@virginia.edu::00765cc7-31bd-431d-b2b3-38c8fe88a53e" providerId="AD" clId="Web-{6A33A316-5B35-D0A3-E04E-4131829A4F4E}" dt="2019-07-31T14:45:22.017" v="642" actId="1076"/>
          <ac:spMkLst>
            <pc:docMk/>
            <pc:sldMk cId="0" sldId="257"/>
            <ac:spMk id="21" creationId="{00000000-0000-0000-0000-000000000000}"/>
          </ac:spMkLst>
        </pc:spChg>
        <pc:spChg chg="add mod">
          <ac:chgData name="Cohen, Samantha (sc2pg)" userId="S::sc2pg@virginia.edu::00765cc7-31bd-431d-b2b3-38c8fe88a53e" providerId="AD" clId="Web-{6A33A316-5B35-D0A3-E04E-4131829A4F4E}" dt="2019-07-31T14:38:27.984" v="206" actId="20577"/>
          <ac:spMkLst>
            <pc:docMk/>
            <pc:sldMk cId="0" sldId="257"/>
            <ac:spMk id="28" creationId="{843C72A3-6DFD-4563-BBB4-1AB9E4E30F55}"/>
          </ac:spMkLst>
        </pc:spChg>
        <pc:spChg chg="add">
          <ac:chgData name="Cohen, Samantha (sc2pg)" userId="S::sc2pg@virginia.edu::00765cc7-31bd-431d-b2b3-38c8fe88a53e" providerId="AD" clId="Web-{6A33A316-5B35-D0A3-E04E-4131829A4F4E}" dt="2019-07-31T14:39:34.721" v="217"/>
          <ac:spMkLst>
            <pc:docMk/>
            <pc:sldMk cId="0" sldId="257"/>
            <ac:spMk id="29" creationId="{23BA275A-51AC-4CB8-8501-A5647071771E}"/>
          </ac:spMkLst>
        </pc:spChg>
        <pc:spChg chg="mod">
          <ac:chgData name="Cohen, Samantha (sc2pg)" userId="S::sc2pg@virginia.edu::00765cc7-31bd-431d-b2b3-38c8fe88a53e" providerId="AD" clId="Web-{6A33A316-5B35-D0A3-E04E-4131829A4F4E}" dt="2019-07-31T14:46:22.425" v="647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Cohen, Samantha (sc2pg)" userId="S::sc2pg@virginia.edu::00765cc7-31bd-431d-b2b3-38c8fe88a53e" providerId="AD" clId="Web-{6A33A316-5B35-D0A3-E04E-4131829A4F4E}" dt="2019-07-31T14:38:59.673" v="211" actId="20577"/>
          <ac:spMkLst>
            <pc:docMk/>
            <pc:sldMk cId="0" sldId="257"/>
            <ac:spMk id="71" creationId="{00000000-0000-0000-0000-000000000000}"/>
          </ac:spMkLst>
        </pc:spChg>
        <pc:spChg chg="mod">
          <ac:chgData name="Cohen, Samantha (sc2pg)" userId="S::sc2pg@virginia.edu::00765cc7-31bd-431d-b2b3-38c8fe88a53e" providerId="AD" clId="Web-{6A33A316-5B35-D0A3-E04E-4131829A4F4E}" dt="2019-07-31T14:45:17.032" v="641" actId="1076"/>
          <ac:spMkLst>
            <pc:docMk/>
            <pc:sldMk cId="0" sldId="257"/>
            <ac:spMk id="72" creationId="{00000000-0000-0000-0000-000000000000}"/>
          </ac:spMkLst>
        </pc:spChg>
        <pc:graphicFrameChg chg="mod modGraphic">
          <ac:chgData name="Cohen, Samantha (sc2pg)" userId="S::sc2pg@virginia.edu::00765cc7-31bd-431d-b2b3-38c8fe88a53e" providerId="AD" clId="Web-{6A33A316-5B35-D0A3-E04E-4131829A4F4E}" dt="2019-07-31T14:46:07.596" v="645"/>
          <ac:graphicFrameMkLst>
            <pc:docMk/>
            <pc:sldMk cId="0" sldId="257"/>
            <ac:graphicFrameMk id="27" creationId="{00000000-0000-0000-0000-000000000000}"/>
          </ac:graphicFrameMkLst>
        </pc:graphicFrameChg>
        <pc:picChg chg="mod">
          <ac:chgData name="Cohen, Samantha (sc2pg)" userId="S::sc2pg@virginia.edu::00765cc7-31bd-431d-b2b3-38c8fe88a53e" providerId="AD" clId="Web-{6A33A316-5B35-D0A3-E04E-4131829A4F4E}" dt="2019-07-31T14:45:40.690" v="643" actId="1076"/>
          <ac:picMkLst>
            <pc:docMk/>
            <pc:sldMk cId="0" sldId="257"/>
            <ac:picMk id="19" creationId="{E772AF83-0C5C-4E7F-8BD7-8F62103720B0}"/>
          </ac:picMkLst>
        </pc:picChg>
      </pc:sldChg>
    </pc:docChg>
  </pc:docChgLst>
  <pc:docChgLst>
    <pc:chgData name="Cohen, Samantha (sc2pg)" userId="S::sc2pg@virginia.edu::00765cc7-31bd-431d-b2b3-38c8fe88a53e" providerId="AD" clId="Web-{D1DA576F-5C9F-B677-AC54-C729673E2C2A}"/>
    <pc:docChg chg="modSld">
      <pc:chgData name="Cohen, Samantha (sc2pg)" userId="S::sc2pg@virginia.edu::00765cc7-31bd-431d-b2b3-38c8fe88a53e" providerId="AD" clId="Web-{D1DA576F-5C9F-B677-AC54-C729673E2C2A}" dt="2019-08-05T17:22:14.691" v="112" actId="1076"/>
      <pc:docMkLst>
        <pc:docMk/>
      </pc:docMkLst>
      <pc:sldChg chg="addSp delSp modSp">
        <pc:chgData name="Cohen, Samantha (sc2pg)" userId="S::sc2pg@virginia.edu::00765cc7-31bd-431d-b2b3-38c8fe88a53e" providerId="AD" clId="Web-{D1DA576F-5C9F-B677-AC54-C729673E2C2A}" dt="2019-08-05T17:22:14.691" v="112" actId="1076"/>
        <pc:sldMkLst>
          <pc:docMk/>
          <pc:sldMk cId="1061454488" sldId="260"/>
        </pc:sldMkLst>
        <pc:spChg chg="add del mod">
          <ac:chgData name="Cohen, Samantha (sc2pg)" userId="S::sc2pg@virginia.edu::00765cc7-31bd-431d-b2b3-38c8fe88a53e" providerId="AD" clId="Web-{D1DA576F-5C9F-B677-AC54-C729673E2C2A}" dt="2019-08-05T17:08:47.750" v="60"/>
          <ac:spMkLst>
            <pc:docMk/>
            <pc:sldMk cId="1061454488" sldId="260"/>
            <ac:spMk id="2" creationId="{E2974E51-1438-46A0-81C0-9728AED9FF47}"/>
          </ac:spMkLst>
        </pc:spChg>
        <pc:spChg chg="add del mod">
          <ac:chgData name="Cohen, Samantha (sc2pg)" userId="S::sc2pg@virginia.edu::00765cc7-31bd-431d-b2b3-38c8fe88a53e" providerId="AD" clId="Web-{D1DA576F-5C9F-B677-AC54-C729673E2C2A}" dt="2019-08-05T17:08:45.859" v="59"/>
          <ac:spMkLst>
            <pc:docMk/>
            <pc:sldMk cId="1061454488" sldId="260"/>
            <ac:spMk id="3" creationId="{529749B3-F6D4-4A2E-BA93-106046B05DED}"/>
          </ac:spMkLst>
        </pc:spChg>
        <pc:spChg chg="add del mod">
          <ac:chgData name="Cohen, Samantha (sc2pg)" userId="S::sc2pg@virginia.edu::00765cc7-31bd-431d-b2b3-38c8fe88a53e" providerId="AD" clId="Web-{D1DA576F-5C9F-B677-AC54-C729673E2C2A}" dt="2019-08-05T17:17:46.096" v="91"/>
          <ac:spMkLst>
            <pc:docMk/>
            <pc:sldMk cId="1061454488" sldId="260"/>
            <ac:spMk id="4" creationId="{488116AE-77B3-4835-8520-FD446A983556}"/>
          </ac:spMkLst>
        </pc:spChg>
        <pc:spChg chg="mod">
          <ac:chgData name="Cohen, Samantha (sc2pg)" userId="S::sc2pg@virginia.edu::00765cc7-31bd-431d-b2b3-38c8fe88a53e" providerId="AD" clId="Web-{D1DA576F-5C9F-B677-AC54-C729673E2C2A}" dt="2019-08-05T17:07:11.843" v="30" actId="20577"/>
          <ac:spMkLst>
            <pc:docMk/>
            <pc:sldMk cId="1061454488" sldId="260"/>
            <ac:spMk id="6" creationId="{00000000-0000-0000-0000-000000000000}"/>
          </ac:spMkLst>
        </pc:spChg>
        <pc:spChg chg="mod">
          <ac:chgData name="Cohen, Samantha (sc2pg)" userId="S::sc2pg@virginia.edu::00765cc7-31bd-431d-b2b3-38c8fe88a53e" providerId="AD" clId="Web-{D1DA576F-5C9F-B677-AC54-C729673E2C2A}" dt="2019-08-05T17:17:54.924" v="98" actId="20577"/>
          <ac:spMkLst>
            <pc:docMk/>
            <pc:sldMk cId="1061454488" sldId="260"/>
            <ac:spMk id="20" creationId="{00000000-0000-0000-0000-000000000000}"/>
          </ac:spMkLst>
        </pc:spChg>
        <pc:spChg chg="mod">
          <ac:chgData name="Cohen, Samantha (sc2pg)" userId="S::sc2pg@virginia.edu::00765cc7-31bd-431d-b2b3-38c8fe88a53e" providerId="AD" clId="Web-{D1DA576F-5C9F-B677-AC54-C729673E2C2A}" dt="2019-08-05T17:03:59.592" v="1" actId="20577"/>
          <ac:spMkLst>
            <pc:docMk/>
            <pc:sldMk cId="1061454488" sldId="260"/>
            <ac:spMk id="30" creationId="{00000000-0000-0000-0000-000000000000}"/>
          </ac:spMkLst>
        </pc:spChg>
        <pc:spChg chg="mod">
          <ac:chgData name="Cohen, Samantha (sc2pg)" userId="S::sc2pg@virginia.edu::00765cc7-31bd-431d-b2b3-38c8fe88a53e" providerId="AD" clId="Web-{D1DA576F-5C9F-B677-AC54-C729673E2C2A}" dt="2019-08-05T17:06:02.140" v="19" actId="20577"/>
          <ac:spMkLst>
            <pc:docMk/>
            <pc:sldMk cId="1061454488" sldId="260"/>
            <ac:spMk id="69" creationId="{00000000-0000-0000-0000-000000000000}"/>
          </ac:spMkLst>
        </pc:spChg>
        <pc:picChg chg="add del mod">
          <ac:chgData name="Cohen, Samantha (sc2pg)" userId="S::sc2pg@virginia.edu::00765cc7-31bd-431d-b2b3-38c8fe88a53e" providerId="AD" clId="Web-{D1DA576F-5C9F-B677-AC54-C729673E2C2A}" dt="2019-08-05T17:19:48.003" v="104"/>
          <ac:picMkLst>
            <pc:docMk/>
            <pc:sldMk cId="1061454488" sldId="260"/>
            <ac:picMk id="7" creationId="{3BE932C5-5588-4486-9B46-FA43AEF69AA1}"/>
          </ac:picMkLst>
        </pc:picChg>
        <pc:picChg chg="add mod">
          <ac:chgData name="Cohen, Samantha (sc2pg)" userId="S::sc2pg@virginia.edu::00765cc7-31bd-431d-b2b3-38c8fe88a53e" providerId="AD" clId="Web-{D1DA576F-5C9F-B677-AC54-C729673E2C2A}" dt="2019-08-05T17:22:14.691" v="112" actId="1076"/>
          <ac:picMkLst>
            <pc:docMk/>
            <pc:sldMk cId="1061454488" sldId="260"/>
            <ac:picMk id="9" creationId="{83AA0F0A-BD28-47F0-833B-E27D6892CD25}"/>
          </ac:picMkLst>
        </pc:picChg>
        <pc:picChg chg="del">
          <ac:chgData name="Cohen, Samantha (sc2pg)" userId="S::sc2pg@virginia.edu::00765cc7-31bd-431d-b2b3-38c8fe88a53e" providerId="AD" clId="Web-{D1DA576F-5C9F-B677-AC54-C729673E2C2A}" dt="2019-08-05T17:19:35.597" v="100"/>
          <ac:picMkLst>
            <pc:docMk/>
            <pc:sldMk cId="1061454488" sldId="260"/>
            <ac:picMk id="10" creationId="{00000000-0000-0000-0000-000000000000}"/>
          </ac:picMkLst>
        </pc:picChg>
      </pc:sldChg>
    </pc:docChg>
  </pc:docChgLst>
  <pc:docChgLst>
    <pc:chgData name="Cohen, Samantha (sc2pg)" userId="S::sc2pg@virginia.edu::00765cc7-31bd-431d-b2b3-38c8fe88a53e" providerId="AD" clId="Web-{C831462B-C499-B0C3-C3B9-C5B457099039}"/>
    <pc:docChg chg="modSld">
      <pc:chgData name="Cohen, Samantha (sc2pg)" userId="S::sc2pg@virginia.edu::00765cc7-31bd-431d-b2b3-38c8fe88a53e" providerId="AD" clId="Web-{C831462B-C499-B0C3-C3B9-C5B457099039}" dt="2019-08-05T17:26:37.449" v="28"/>
      <pc:docMkLst>
        <pc:docMk/>
      </pc:docMkLst>
      <pc:sldChg chg="addSp delSp modSp">
        <pc:chgData name="Cohen, Samantha (sc2pg)" userId="S::sc2pg@virginia.edu::00765cc7-31bd-431d-b2b3-38c8fe88a53e" providerId="AD" clId="Web-{C831462B-C499-B0C3-C3B9-C5B457099039}" dt="2019-08-05T17:26:37.449" v="28"/>
        <pc:sldMkLst>
          <pc:docMk/>
          <pc:sldMk cId="1061454488" sldId="260"/>
        </pc:sldMkLst>
        <pc:picChg chg="add mod">
          <ac:chgData name="Cohen, Samantha (sc2pg)" userId="S::sc2pg@virginia.edu::00765cc7-31bd-431d-b2b3-38c8fe88a53e" providerId="AD" clId="Web-{C831462B-C499-B0C3-C3B9-C5B457099039}" dt="2019-08-05T17:25:40.275" v="23" actId="1076"/>
          <ac:picMkLst>
            <pc:docMk/>
            <pc:sldMk cId="1061454488" sldId="260"/>
            <ac:picMk id="2" creationId="{D3B524E0-8DD5-4674-A388-F3D515D7E484}"/>
          </ac:picMkLst>
        </pc:picChg>
        <pc:picChg chg="add del mod">
          <ac:chgData name="Cohen, Samantha (sc2pg)" userId="S::sc2pg@virginia.edu::00765cc7-31bd-431d-b2b3-38c8fe88a53e" providerId="AD" clId="Web-{C831462B-C499-B0C3-C3B9-C5B457099039}" dt="2019-08-05T17:26:22.151" v="25"/>
          <ac:picMkLst>
            <pc:docMk/>
            <pc:sldMk cId="1061454488" sldId="260"/>
            <ac:picMk id="4" creationId="{8A1AE39C-52B1-4125-9F33-729C766ED45F}"/>
          </ac:picMkLst>
        </pc:picChg>
        <pc:picChg chg="add del mod">
          <ac:chgData name="Cohen, Samantha (sc2pg)" userId="S::sc2pg@virginia.edu::00765cc7-31bd-431d-b2b3-38c8fe88a53e" providerId="AD" clId="Web-{C831462B-C499-B0C3-C3B9-C5B457099039}" dt="2019-08-05T17:26:37.449" v="28"/>
          <ac:picMkLst>
            <pc:docMk/>
            <pc:sldMk cId="1061454488" sldId="260"/>
            <ac:picMk id="8" creationId="{55D44B5D-4F64-4442-9221-6E648D0CDF6D}"/>
          </ac:picMkLst>
        </pc:picChg>
        <pc:picChg chg="del">
          <ac:chgData name="Cohen, Samantha (sc2pg)" userId="S::sc2pg@virginia.edu::00765cc7-31bd-431d-b2b3-38c8fe88a53e" providerId="AD" clId="Web-{C831462B-C499-B0C3-C3B9-C5B457099039}" dt="2019-08-05T17:24:24.334" v="8"/>
          <ac:picMkLst>
            <pc:docMk/>
            <pc:sldMk cId="1061454488" sldId="260"/>
            <ac:picMk id="9" creationId="{83AA0F0A-BD28-47F0-833B-E27D6892CD25}"/>
          </ac:picMkLst>
        </pc:picChg>
      </pc:sldChg>
    </pc:docChg>
  </pc:docChgLst>
  <pc:docChgLst>
    <pc:chgData name="Cohen, Samantha (sc2pg)" userId="S::sc2pg@virginia.edu::00765cc7-31bd-431d-b2b3-38c8fe88a53e" providerId="AD" clId="Web-{48AFB348-E132-6BA2-3C11-BF0F2DC4AA21}"/>
    <pc:docChg chg="modSld">
      <pc:chgData name="Cohen, Samantha (sc2pg)" userId="S::sc2pg@virginia.edu::00765cc7-31bd-431d-b2b3-38c8fe88a53e" providerId="AD" clId="Web-{48AFB348-E132-6BA2-3C11-BF0F2DC4AA21}" dt="2019-07-30T15:11:25.628" v="787" actId="1076"/>
      <pc:docMkLst>
        <pc:docMk/>
      </pc:docMkLst>
      <pc:sldChg chg="addSp delSp modSp">
        <pc:chgData name="Cohen, Samantha (sc2pg)" userId="S::sc2pg@virginia.edu::00765cc7-31bd-431d-b2b3-38c8fe88a53e" providerId="AD" clId="Web-{48AFB348-E132-6BA2-3C11-BF0F2DC4AA21}" dt="2019-07-30T15:11:25.628" v="787" actId="1076"/>
        <pc:sldMkLst>
          <pc:docMk/>
          <pc:sldMk cId="0" sldId="257"/>
        </pc:sldMkLst>
        <pc:spChg chg="mod">
          <ac:chgData name="Cohen, Samantha (sc2pg)" userId="S::sc2pg@virginia.edu::00765cc7-31bd-431d-b2b3-38c8fe88a53e" providerId="AD" clId="Web-{48AFB348-E132-6BA2-3C11-BF0F2DC4AA21}" dt="2019-07-30T14:49:59.531" v="112"/>
          <ac:spMkLst>
            <pc:docMk/>
            <pc:sldMk cId="0" sldId="257"/>
            <ac:spMk id="18" creationId="{00000000-0000-0000-0000-000000000000}"/>
          </ac:spMkLst>
        </pc:spChg>
        <pc:spChg chg="mod">
          <ac:chgData name="Cohen, Samantha (sc2pg)" userId="S::sc2pg@virginia.edu::00765cc7-31bd-431d-b2b3-38c8fe88a53e" providerId="AD" clId="Web-{48AFB348-E132-6BA2-3C11-BF0F2DC4AA21}" dt="2019-07-30T15:08:38.280" v="376" actId="1076"/>
          <ac:spMkLst>
            <pc:docMk/>
            <pc:sldMk cId="0" sldId="257"/>
            <ac:spMk id="20" creationId="{00000000-0000-0000-0000-000000000000}"/>
          </ac:spMkLst>
        </pc:spChg>
        <pc:spChg chg="add del mod">
          <ac:chgData name="Cohen, Samantha (sc2pg)" userId="S::sc2pg@virginia.edu::00765cc7-31bd-431d-b2b3-38c8fe88a53e" providerId="AD" clId="Web-{48AFB348-E132-6BA2-3C11-BF0F2DC4AA21}" dt="2019-07-30T15:04:08.870" v="248"/>
          <ac:spMkLst>
            <pc:docMk/>
            <pc:sldMk cId="0" sldId="257"/>
            <ac:spMk id="23" creationId="{E05DB943-6C84-432B-A9DE-D27C04D94FDF}"/>
          </ac:spMkLst>
        </pc:spChg>
        <pc:spChg chg="add del mod">
          <ac:chgData name="Cohen, Samantha (sc2pg)" userId="S::sc2pg@virginia.edu::00765cc7-31bd-431d-b2b3-38c8fe88a53e" providerId="AD" clId="Web-{48AFB348-E132-6BA2-3C11-BF0F2DC4AA21}" dt="2019-07-30T14:34:23.158" v="51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Cohen, Samantha (sc2pg)" userId="S::sc2pg@virginia.edu::00765cc7-31bd-431d-b2b3-38c8fe88a53e" providerId="AD" clId="Web-{48AFB348-E132-6BA2-3C11-BF0F2DC4AA21}" dt="2019-07-30T15:09:02.484" v="382" actId="1076"/>
          <ac:spMkLst>
            <pc:docMk/>
            <pc:sldMk cId="0" sldId="257"/>
            <ac:spMk id="55" creationId="{00000000-0000-0000-0000-000000000000}"/>
          </ac:spMkLst>
        </pc:spChg>
        <pc:spChg chg="mod">
          <ac:chgData name="Cohen, Samantha (sc2pg)" userId="S::sc2pg@virginia.edu::00765cc7-31bd-431d-b2b3-38c8fe88a53e" providerId="AD" clId="Web-{48AFB348-E132-6BA2-3C11-BF0F2DC4AA21}" dt="2019-07-30T14:44:56.167" v="86" actId="1076"/>
          <ac:spMkLst>
            <pc:docMk/>
            <pc:sldMk cId="0" sldId="257"/>
            <ac:spMk id="56" creationId="{00000000-0000-0000-0000-000000000000}"/>
          </ac:spMkLst>
        </pc:spChg>
        <pc:spChg chg="mod">
          <ac:chgData name="Cohen, Samantha (sc2pg)" userId="S::sc2pg@virginia.edu::00765cc7-31bd-431d-b2b3-38c8fe88a53e" providerId="AD" clId="Web-{48AFB348-E132-6BA2-3C11-BF0F2DC4AA21}" dt="2019-07-30T14:44:46.167" v="82" actId="1076"/>
          <ac:spMkLst>
            <pc:docMk/>
            <pc:sldMk cId="0" sldId="257"/>
            <ac:spMk id="64" creationId="{00000000-0000-0000-0000-000000000000}"/>
          </ac:spMkLst>
        </pc:spChg>
        <pc:spChg chg="mod">
          <ac:chgData name="Cohen, Samantha (sc2pg)" userId="S::sc2pg@virginia.edu::00765cc7-31bd-431d-b2b3-38c8fe88a53e" providerId="AD" clId="Web-{48AFB348-E132-6BA2-3C11-BF0F2DC4AA21}" dt="2019-07-30T15:08:48.046" v="379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Cohen, Samantha (sc2pg)" userId="S::sc2pg@virginia.edu::00765cc7-31bd-431d-b2b3-38c8fe88a53e" providerId="AD" clId="Web-{48AFB348-E132-6BA2-3C11-BF0F2DC4AA21}" dt="2019-07-30T15:08:44.296" v="377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Cohen, Samantha (sc2pg)" userId="S::sc2pg@virginia.edu::00765cc7-31bd-431d-b2b3-38c8fe88a53e" providerId="AD" clId="Web-{48AFB348-E132-6BA2-3C11-BF0F2DC4AA21}" dt="2019-07-30T15:09:05.499" v="383" actId="1076"/>
          <ac:spMkLst>
            <pc:docMk/>
            <pc:sldMk cId="0" sldId="257"/>
            <ac:spMk id="69" creationId="{00000000-0000-0000-0000-000000000000}"/>
          </ac:spMkLst>
        </pc:spChg>
        <pc:spChg chg="mod">
          <ac:chgData name="Cohen, Samantha (sc2pg)" userId="S::sc2pg@virginia.edu::00765cc7-31bd-431d-b2b3-38c8fe88a53e" providerId="AD" clId="Web-{48AFB348-E132-6BA2-3C11-BF0F2DC4AA21}" dt="2019-07-30T15:06:42.654" v="348" actId="1076"/>
          <ac:spMkLst>
            <pc:docMk/>
            <pc:sldMk cId="0" sldId="257"/>
            <ac:spMk id="70" creationId="{00000000-0000-0000-0000-000000000000}"/>
          </ac:spMkLst>
        </pc:spChg>
        <pc:spChg chg="mod">
          <ac:chgData name="Cohen, Samantha (sc2pg)" userId="S::sc2pg@virginia.edu::00765cc7-31bd-431d-b2b3-38c8fe88a53e" providerId="AD" clId="Web-{48AFB348-E132-6BA2-3C11-BF0F2DC4AA21}" dt="2019-07-30T15:09:55.812" v="551" actId="1076"/>
          <ac:spMkLst>
            <pc:docMk/>
            <pc:sldMk cId="0" sldId="257"/>
            <ac:spMk id="71" creationId="{00000000-0000-0000-0000-000000000000}"/>
          </ac:spMkLst>
        </pc:spChg>
        <pc:graphicFrameChg chg="mod modGraphic">
          <ac:chgData name="Cohen, Samantha (sc2pg)" userId="S::sc2pg@virginia.edu::00765cc7-31bd-431d-b2b3-38c8fe88a53e" providerId="AD" clId="Web-{48AFB348-E132-6BA2-3C11-BF0F2DC4AA21}" dt="2019-07-30T15:07:55.764" v="371"/>
          <ac:graphicFrameMkLst>
            <pc:docMk/>
            <pc:sldMk cId="0" sldId="257"/>
            <ac:graphicFrameMk id="12" creationId="{00000000-0000-0000-0000-000000000000}"/>
          </ac:graphicFrameMkLst>
        </pc:graphicFrameChg>
        <pc:graphicFrameChg chg="mod modGraphic">
          <ac:chgData name="Cohen, Samantha (sc2pg)" userId="S::sc2pg@virginia.edu::00765cc7-31bd-431d-b2b3-38c8fe88a53e" providerId="AD" clId="Web-{48AFB348-E132-6BA2-3C11-BF0F2DC4AA21}" dt="2019-07-30T15:11:25.628" v="787" actId="1076"/>
          <ac:graphicFrameMkLst>
            <pc:docMk/>
            <pc:sldMk cId="0" sldId="257"/>
            <ac:graphicFrameMk id="25" creationId="{00000000-0000-0000-0000-000000000000}"/>
          </ac:graphicFrameMkLst>
        </pc:graphicFrameChg>
        <pc:graphicFrameChg chg="mod modGraphic">
          <ac:chgData name="Cohen, Samantha (sc2pg)" userId="S::sc2pg@virginia.edu::00765cc7-31bd-431d-b2b3-38c8fe88a53e" providerId="AD" clId="Web-{48AFB348-E132-6BA2-3C11-BF0F2DC4AA21}" dt="2019-07-30T15:11:22.954" v="782" actId="1076"/>
          <ac:graphicFrameMkLst>
            <pc:docMk/>
            <pc:sldMk cId="0" sldId="257"/>
            <ac:graphicFrameMk id="27" creationId="{00000000-0000-0000-0000-000000000000}"/>
          </ac:graphicFrameMkLst>
        </pc:graphicFrameChg>
        <pc:picChg chg="add del mod ord modCrop">
          <ac:chgData name="Cohen, Samantha (sc2pg)" userId="S::sc2pg@virginia.edu::00765cc7-31bd-431d-b2b3-38c8fe88a53e" providerId="AD" clId="Web-{48AFB348-E132-6BA2-3C11-BF0F2DC4AA21}" dt="2019-07-30T14:40:52.010" v="59"/>
          <ac:picMkLst>
            <pc:docMk/>
            <pc:sldMk cId="0" sldId="257"/>
            <ac:picMk id="2" creationId="{F794E458-2E00-4B0D-8EAB-F3EAC9FB452F}"/>
          </ac:picMkLst>
        </pc:picChg>
        <pc:picChg chg="add del mod ord modCrop">
          <ac:chgData name="Cohen, Samantha (sc2pg)" userId="S::sc2pg@virginia.edu::00765cc7-31bd-431d-b2b3-38c8fe88a53e" providerId="AD" clId="Web-{48AFB348-E132-6BA2-3C11-BF0F2DC4AA21}" dt="2019-07-30T14:34:47.268" v="58"/>
          <ac:picMkLst>
            <pc:docMk/>
            <pc:sldMk cId="0" sldId="257"/>
            <ac:picMk id="3" creationId="{9642D2C2-39FB-435E-B575-1C5ECFE2F420}"/>
          </ac:picMkLst>
        </pc:picChg>
        <pc:picChg chg="add del mod ord">
          <ac:chgData name="Cohen, Samantha (sc2pg)" userId="S::sc2pg@virginia.edu::00765cc7-31bd-431d-b2b3-38c8fe88a53e" providerId="AD" clId="Web-{48AFB348-E132-6BA2-3C11-BF0F2DC4AA21}" dt="2019-07-30T14:44:19.057" v="77"/>
          <ac:picMkLst>
            <pc:docMk/>
            <pc:sldMk cId="0" sldId="257"/>
            <ac:picMk id="5" creationId="{D1FC27C3-E3A7-47F5-A6DA-C61CFEBD1DD1}"/>
          </ac:picMkLst>
        </pc:picChg>
        <pc:picChg chg="add del mod ord">
          <ac:chgData name="Cohen, Samantha (sc2pg)" userId="S::sc2pg@virginia.edu::00765cc7-31bd-431d-b2b3-38c8fe88a53e" providerId="AD" clId="Web-{48AFB348-E132-6BA2-3C11-BF0F2DC4AA21}" dt="2019-07-30T14:49:08.936" v="105"/>
          <ac:picMkLst>
            <pc:docMk/>
            <pc:sldMk cId="0" sldId="257"/>
            <ac:picMk id="7" creationId="{68322ABF-966A-4198-92D1-344F3872EDB6}"/>
          </ac:picMkLst>
        </pc:picChg>
        <pc:picChg chg="add del mod ord">
          <ac:chgData name="Cohen, Samantha (sc2pg)" userId="S::sc2pg@virginia.edu::00765cc7-31bd-431d-b2b3-38c8fe88a53e" providerId="AD" clId="Web-{48AFB348-E132-6BA2-3C11-BF0F2DC4AA21}" dt="2019-07-30T14:54:52.894" v="193"/>
          <ac:picMkLst>
            <pc:docMk/>
            <pc:sldMk cId="0" sldId="257"/>
            <ac:picMk id="9" creationId="{6949EFB2-F0D3-4DE3-85AE-E2F17E593B8C}"/>
          </ac:picMkLst>
        </pc:picChg>
        <pc:picChg chg="add del mod ord">
          <ac:chgData name="Cohen, Samantha (sc2pg)" userId="S::sc2pg@virginia.edu::00765cc7-31bd-431d-b2b3-38c8fe88a53e" providerId="AD" clId="Web-{48AFB348-E132-6BA2-3C11-BF0F2DC4AA21}" dt="2019-07-30T15:01:23.009" v="225"/>
          <ac:picMkLst>
            <pc:docMk/>
            <pc:sldMk cId="0" sldId="257"/>
            <ac:picMk id="11" creationId="{A23C95B2-F58B-4C84-85CC-04629AF3F231}"/>
          </ac:picMkLst>
        </pc:picChg>
        <pc:picChg chg="add del mod ord">
          <ac:chgData name="Cohen, Samantha (sc2pg)" userId="S::sc2pg@virginia.edu::00765cc7-31bd-431d-b2b3-38c8fe88a53e" providerId="AD" clId="Web-{48AFB348-E132-6BA2-3C11-BF0F2DC4AA21}" dt="2019-07-30T14:57:23.349" v="213"/>
          <ac:picMkLst>
            <pc:docMk/>
            <pc:sldMk cId="0" sldId="257"/>
            <ac:picMk id="14" creationId="{784C7B72-4DFB-4135-93F4-E37A0A6949DD}"/>
          </ac:picMkLst>
        </pc:picChg>
        <pc:picChg chg="add del mod ord">
          <ac:chgData name="Cohen, Samantha (sc2pg)" userId="S::sc2pg@virginia.edu::00765cc7-31bd-431d-b2b3-38c8fe88a53e" providerId="AD" clId="Web-{48AFB348-E132-6BA2-3C11-BF0F2DC4AA21}" dt="2019-07-30T15:02:03.681" v="229"/>
          <ac:picMkLst>
            <pc:docMk/>
            <pc:sldMk cId="0" sldId="257"/>
            <ac:picMk id="16" creationId="{0BCFA7F9-FABE-4824-A2D0-FCD87207AE66}"/>
          </ac:picMkLst>
        </pc:picChg>
        <pc:picChg chg="add mod ord">
          <ac:chgData name="Cohen, Samantha (sc2pg)" userId="S::sc2pg@virginia.edu::00765cc7-31bd-431d-b2b3-38c8fe88a53e" providerId="AD" clId="Web-{48AFB348-E132-6BA2-3C11-BF0F2DC4AA21}" dt="2019-07-30T15:06:55.732" v="364" actId="1076"/>
          <ac:picMkLst>
            <pc:docMk/>
            <pc:sldMk cId="0" sldId="257"/>
            <ac:picMk id="19" creationId="{E772AF83-0C5C-4E7F-8BD7-8F62103720B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67B55-8B78-46C2-B27C-8F74FA866C5A}" type="datetimeFigureOut">
              <a:rPr lang="en-US" smtClean="0"/>
              <a:t>8/5/2019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EBAA8-28A2-402B-8AF2-3772796B6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80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685800"/>
            <a:ext cx="228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19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0" y="-639950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520290" y="6484549"/>
            <a:ext cx="9888781" cy="1399032"/>
          </a:xfrm>
          <a:prstGeom prst="rect">
            <a:avLst/>
          </a:prstGeom>
          <a:solidFill>
            <a:srgbClr val="1B3765">
              <a:alpha val="21961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20290" y="11829452"/>
            <a:ext cx="9888781" cy="8686800"/>
          </a:xfrm>
          <a:prstGeom prst="rect">
            <a:avLst/>
          </a:prstGeom>
          <a:solidFill>
            <a:srgbClr val="1B3765">
              <a:alpha val="21961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523467" y="19743687"/>
            <a:ext cx="9896278" cy="5226518"/>
          </a:xfrm>
          <a:prstGeom prst="rect">
            <a:avLst/>
          </a:prstGeom>
          <a:solidFill>
            <a:srgbClr val="1B3765">
              <a:alpha val="21961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523467" y="5108702"/>
            <a:ext cx="9889559" cy="7021506"/>
          </a:xfrm>
          <a:prstGeom prst="rect">
            <a:avLst/>
          </a:prstGeom>
          <a:solidFill>
            <a:srgbClr val="1B3765">
              <a:alpha val="21961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3"/>
          <a:srcRect t="3142" r="43048" b="88537"/>
          <a:stretch/>
        </p:blipFill>
        <p:spPr>
          <a:xfrm>
            <a:off x="-207593" y="28880138"/>
            <a:ext cx="22187647" cy="1695490"/>
          </a:xfrm>
          <a:prstGeom prst="rect">
            <a:avLst/>
          </a:prstGeom>
        </p:spPr>
      </p:pic>
      <p:sp>
        <p:nvSpPr>
          <p:cNvPr id="42" name="TITLE OF RESEARCH STUDY in 54 pt"/>
          <p:cNvSpPr txBox="1"/>
          <p:nvPr/>
        </p:nvSpPr>
        <p:spPr>
          <a:xfrm>
            <a:off x="1079106" y="-77168"/>
            <a:ext cx="12657311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dirty="0">
                <a:latin typeface="ITC Franklin Gothic Std Dm Cd"/>
                <a:cs typeface="ITC Franklin Gothic Std Dm Cd"/>
              </a:rPr>
              <a:t>Big Data In Animal Shelters:</a:t>
            </a:r>
          </a:p>
          <a:p>
            <a:r>
              <a:rPr lang="en-US" dirty="0">
                <a:latin typeface="ITC Franklin Gothic Std Dm Cd"/>
                <a:cs typeface="ITC Franklin Gothic Std Dm Cd"/>
              </a:rPr>
              <a:t>Using Data Science to Aid </a:t>
            </a:r>
            <a:r>
              <a:rPr lang="en-US">
                <a:latin typeface="ITC Franklin Gothic Std Dm Cd"/>
                <a:cs typeface="ITC Franklin Gothic Std Dm Cd"/>
              </a:rPr>
              <a:t>Dog Adoption</a:t>
            </a:r>
            <a:endParaRPr dirty="0">
              <a:latin typeface="ITC Franklin Gothic Std Dm Cd"/>
              <a:cs typeface="ITC Franklin Gothic Std Dm Cd"/>
            </a:endParaRP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1045930" y="1767122"/>
            <a:ext cx="10355399" cy="1685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Samantha Cohen</a:t>
            </a:r>
            <a:r>
              <a:rPr lang="en-US" b="0" baseline="30000" dirty="0">
                <a:latin typeface="ITC Franklin Gothic Std Book"/>
                <a:cs typeface="ITC Franklin Gothic Std Book"/>
              </a:rPr>
              <a:t>1,2</a:t>
            </a:r>
            <a:r>
              <a:rPr lang="en-US" b="0" dirty="0">
                <a:latin typeface="ITC Franklin Gothic Std Book"/>
                <a:cs typeface="ITC Franklin Gothic Std Book"/>
              </a:rPr>
              <a:t> &amp; Peter Todd</a:t>
            </a:r>
            <a:r>
              <a:rPr lang="en-US" b="0" baseline="30000" dirty="0">
                <a:latin typeface="ITC Franklin Gothic Std Book"/>
                <a:cs typeface="ITC Franklin Gothic Std Book"/>
              </a:rPr>
              <a:t>2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baseline="30000" dirty="0">
                <a:latin typeface="ITC Franklin Gothic Std Book"/>
                <a:cs typeface="ITC Franklin Gothic Std Book"/>
              </a:rPr>
              <a:t>1</a:t>
            </a:r>
            <a:r>
              <a:rPr lang="en-US" b="0" dirty="0">
                <a:latin typeface="ITC Franklin Gothic Std Book"/>
                <a:cs typeface="ITC Franklin Gothic Std Book"/>
              </a:rPr>
              <a:t>: Social and Decision Analytics Division, </a:t>
            </a:r>
            <a:r>
              <a:rPr lang="en-US" b="0" dirty="0" err="1">
                <a:latin typeface="ITC Franklin Gothic Std Book"/>
                <a:cs typeface="ITC Franklin Gothic Std Book"/>
              </a:rPr>
              <a:t>Biocomplexity</a:t>
            </a:r>
            <a:r>
              <a:rPr lang="en-US" b="0" dirty="0">
                <a:latin typeface="ITC Franklin Gothic Std Book"/>
                <a:cs typeface="ITC Franklin Gothic Std Book"/>
              </a:rPr>
              <a:t> Institute, University of Virginia</a:t>
            </a:r>
            <a:endParaRPr b="0" baseline="30000" dirty="0">
              <a:latin typeface="ITC Franklin Gothic Std Book"/>
              <a:cs typeface="ITC Franklin Gothic Std Book"/>
            </a:endParaRP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baseline="30000" dirty="0">
                <a:latin typeface="ITC Franklin Gothic Std Book"/>
                <a:cs typeface="ITC Franklin Gothic Std Book"/>
              </a:rPr>
              <a:t>2</a:t>
            </a:r>
            <a:r>
              <a:rPr lang="en-US" b="0" dirty="0">
                <a:latin typeface="ITC Franklin Gothic Std Book"/>
                <a:cs typeface="ITC Franklin Gothic Std Book"/>
              </a:rPr>
              <a:t>: Cognitive Science Program, Indiana University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0777" y="30199896"/>
            <a:ext cx="8550572" cy="1284981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Body Text - Franklin Gothic Book - 22"/>
          <p:cNvSpPr txBox="1"/>
          <p:nvPr/>
        </p:nvSpPr>
        <p:spPr>
          <a:xfrm>
            <a:off x="947474" y="4607238"/>
            <a:ext cx="9034415" cy="1585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ITC Franklin Gothic Std Book"/>
              </a:rPr>
              <a:t>Motivation</a:t>
            </a:r>
            <a:endParaRPr lang="en-US" sz="3200" b="1" dirty="0">
              <a:solidFill>
                <a:srgbClr val="002060"/>
              </a:solidFill>
              <a:latin typeface="ITC Franklin Gothic Std Book"/>
            </a:endParaRPr>
          </a:p>
          <a:p>
            <a:r>
              <a:rPr lang="en-US" sz="2800" dirty="0">
                <a:latin typeface="ITC Franklin Gothic Std Book"/>
              </a:rPr>
              <a:t>Shelters</a:t>
            </a:r>
            <a:r>
              <a:rPr lang="en-US" sz="2800" dirty="0">
                <a:latin typeface="ITC Franklin Gothic Std Book"/>
                <a:cs typeface="ITC Franklin Gothic Std Book"/>
              </a:rPr>
              <a:t> are filled with extensive data on their animals</a:t>
            </a:r>
            <a:r>
              <a:rPr lang="en-US" sz="2800" dirty="0">
                <a:solidFill>
                  <a:schemeClr val="tx1"/>
                </a:solidFill>
                <a:latin typeface="Franklin Gothic Book"/>
                <a:cs typeface="ITC Franklin Gothic Std Book"/>
              </a:rPr>
              <a:t>—</a:t>
            </a:r>
            <a:r>
              <a:rPr lang="en-US" sz="2800" dirty="0">
                <a:latin typeface="ITC Franklin Gothic Std Book"/>
                <a:cs typeface="ITC Franklin Gothic Std Book"/>
              </a:rPr>
              <a:t>how can we leverage this data to improve animal outcomes?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756290"/>
              </p:ext>
            </p:extLst>
          </p:nvPr>
        </p:nvGraphicFramePr>
        <p:xfrm>
          <a:off x="11958927" y="13051019"/>
          <a:ext cx="9035193" cy="54584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5596">
                  <a:extLst>
                    <a:ext uri="{9D8B030D-6E8A-4147-A177-3AD203B41FA5}">
                      <a16:colId xmlns:a16="http://schemas.microsoft.com/office/drawing/2014/main" val="4023652669"/>
                    </a:ext>
                  </a:extLst>
                </a:gridCol>
                <a:gridCol w="1655303">
                  <a:extLst>
                    <a:ext uri="{9D8B030D-6E8A-4147-A177-3AD203B41FA5}">
                      <a16:colId xmlns:a16="http://schemas.microsoft.com/office/drawing/2014/main" val="2075275176"/>
                    </a:ext>
                  </a:extLst>
                </a:gridCol>
                <a:gridCol w="1660925">
                  <a:extLst>
                    <a:ext uri="{9D8B030D-6E8A-4147-A177-3AD203B41FA5}">
                      <a16:colId xmlns:a16="http://schemas.microsoft.com/office/drawing/2014/main" val="4031710385"/>
                    </a:ext>
                  </a:extLst>
                </a:gridCol>
                <a:gridCol w="1889971">
                  <a:extLst>
                    <a:ext uri="{9D8B030D-6E8A-4147-A177-3AD203B41FA5}">
                      <a16:colId xmlns:a16="http://schemas.microsoft.com/office/drawing/2014/main" val="582058427"/>
                    </a:ext>
                  </a:extLst>
                </a:gridCol>
                <a:gridCol w="2193398">
                  <a:extLst>
                    <a:ext uri="{9D8B030D-6E8A-4147-A177-3AD203B41FA5}">
                      <a16:colId xmlns:a16="http://schemas.microsoft.com/office/drawing/2014/main" val="1342738382"/>
                    </a:ext>
                  </a:extLst>
                </a:gridCol>
              </a:tblGrid>
              <a:tr h="5062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Trait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% w/ Preference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072" marR="2907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Trait Levels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15432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Friendliness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88%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0.0%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24%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83%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09136783"/>
                  </a:ext>
                </a:extLst>
              </a:tr>
              <a:tr h="3117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Playfulness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75%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1%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69%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37%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7940801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Energy Level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74%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Low: 23%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Medium: 86%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High: 8%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8719778"/>
                  </a:ext>
                </a:extLst>
              </a:tr>
              <a:tr h="5062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Age (Years)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73%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Young (&lt; 2): 65%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Adult (2 - 7):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45%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Senior (8+): 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254684546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Size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73%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Small: 34%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Medium: 59%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Large: 33%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2559059253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Easily Excitable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69%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19%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68%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17%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459499115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Intelligence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67%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0.4%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57%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53%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2721732051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Protectiveness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66%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16%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72%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18%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4122805307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Nervousness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58%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48%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57%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1%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947550417"/>
                  </a:ext>
                </a:extLst>
              </a:tr>
              <a:tr h="5062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Previous Training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56%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 training: 8%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 training: 91%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Extensive training: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9%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2584499139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Sex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36%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Female: 56%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Male: 44%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060675"/>
                  </a:ext>
                </a:extLst>
              </a:tr>
              <a:tr h="5062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Purebred Status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28%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Purebred: 21%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Mixed Breed: 79%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79490"/>
                  </a:ext>
                </a:extLst>
              </a:tr>
              <a:tr h="60911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Color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14%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Light (White, Grey, Tan): 26%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Medium (Light Brown, Red): 46%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Dark (Black, Dark Brown): 39%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707323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693892"/>
              </p:ext>
            </p:extLst>
          </p:nvPr>
        </p:nvGraphicFramePr>
        <p:xfrm>
          <a:off x="11958927" y="20920502"/>
          <a:ext cx="9035191" cy="281138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56952">
                  <a:extLst>
                    <a:ext uri="{9D8B030D-6E8A-4147-A177-3AD203B41FA5}">
                      <a16:colId xmlns:a16="http://schemas.microsoft.com/office/drawing/2014/main" val="1513470693"/>
                    </a:ext>
                  </a:extLst>
                </a:gridCol>
                <a:gridCol w="3447800">
                  <a:extLst>
                    <a:ext uri="{9D8B030D-6E8A-4147-A177-3AD203B41FA5}">
                      <a16:colId xmlns:a16="http://schemas.microsoft.com/office/drawing/2014/main" val="1966127396"/>
                    </a:ext>
                  </a:extLst>
                </a:gridCol>
                <a:gridCol w="1437365">
                  <a:extLst>
                    <a:ext uri="{9D8B030D-6E8A-4147-A177-3AD203B41FA5}">
                      <a16:colId xmlns:a16="http://schemas.microsoft.com/office/drawing/2014/main" val="1543678393"/>
                    </a:ext>
                  </a:extLst>
                </a:gridCol>
                <a:gridCol w="855841">
                  <a:extLst>
                    <a:ext uri="{9D8B030D-6E8A-4147-A177-3AD203B41FA5}">
                      <a16:colId xmlns:a16="http://schemas.microsoft.com/office/drawing/2014/main" val="3410823300"/>
                    </a:ext>
                  </a:extLst>
                </a:gridCol>
                <a:gridCol w="637233">
                  <a:extLst>
                    <a:ext uri="{9D8B030D-6E8A-4147-A177-3AD203B41FA5}">
                      <a16:colId xmlns:a16="http://schemas.microsoft.com/office/drawing/2014/main" val="2432901279"/>
                    </a:ext>
                  </a:extLst>
                </a:gridCol>
              </a:tblGrid>
              <a:tr h="60875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</a:rPr>
                        <a:t>Adopter Perceived Trait</a:t>
                      </a:r>
                      <a:endParaRPr lang="en-US" sz="1800" i="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</a:rPr>
                        <a:t>Match-Up II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</a:rPr>
                        <a:t>Calculated Trait </a:t>
                      </a:r>
                      <a:endParaRPr lang="en-US" sz="1800" i="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</a:rPr>
                        <a:t>Spearman’s</a:t>
                      </a:r>
                      <a:r>
                        <a:rPr lang="en-US" sz="1800" i="1" dirty="0">
                          <a:effectLst/>
                          <a:latin typeface="Franklin Gothic Book"/>
                        </a:rPr>
                        <a:t> r</a:t>
                      </a:r>
                      <a:endParaRPr lang="en-US" sz="1800" i="1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>
                          <a:effectLst/>
                          <a:latin typeface="Franklin Gothic Book"/>
                        </a:rPr>
                        <a:t>p</a:t>
                      </a:r>
                      <a:endParaRPr lang="en-US" sz="1800" i="1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>
                          <a:effectLst/>
                          <a:latin typeface="Franklin Gothic Book"/>
                        </a:rPr>
                        <a:t>n</a:t>
                      </a:r>
                      <a:endParaRPr lang="en-US" sz="1800" i="1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502833"/>
                  </a:ext>
                </a:extLst>
              </a:tr>
              <a:tr h="2629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Is anxious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Fearfulness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-0.23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0.02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666283"/>
                  </a:ext>
                </a:extLst>
              </a:tr>
              <a:tr h="2629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Is easily excitable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Excitability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 0.32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Franklin Gothic Book"/>
                        </a:rPr>
                        <a:t>0.0009</a:t>
                      </a:r>
                      <a:endParaRPr lang="en-US" sz="1800" b="1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121736"/>
                  </a:ext>
                </a:extLst>
              </a:tr>
              <a:tr h="2629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Is playful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Playfulness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-0.002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0.98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857117"/>
                  </a:ext>
                </a:extLst>
              </a:tr>
              <a:tr h="2629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Is sociable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Friendliness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 0.15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0.14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102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5143974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Is well-trained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Total Commands Followed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-0.05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0.60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6435177"/>
                  </a:ext>
                </a:extLst>
              </a:tr>
              <a:tr h="4903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Barks frequently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Number of subtests where ‘bark’ was exhibited.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 0.08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0.43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9927854"/>
                  </a:ext>
                </a:extLst>
              </a:tr>
              <a:tr h="25543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Ignores commands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Total Commands Followed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-0.07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0.45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102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7041693"/>
                  </a:ext>
                </a:extLst>
              </a:tr>
            </a:tbl>
          </a:graphicData>
        </a:graphic>
      </p:graphicFrame>
      <p:sp>
        <p:nvSpPr>
          <p:cNvPr id="54" name="Subhead - Franklin Gothic Demi - 28"/>
          <p:cNvSpPr txBox="1"/>
          <p:nvPr/>
        </p:nvSpPr>
        <p:spPr>
          <a:xfrm>
            <a:off x="-16085399" y="5713082"/>
            <a:ext cx="23089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endParaRPr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679567"/>
              </p:ext>
            </p:extLst>
          </p:nvPr>
        </p:nvGraphicFramePr>
        <p:xfrm>
          <a:off x="11958927" y="5842038"/>
          <a:ext cx="9034273" cy="5156401"/>
        </p:xfrm>
        <a:graphic>
          <a:graphicData uri="http://schemas.openxmlformats.org/drawingml/2006/table">
            <a:tbl>
              <a:tblPr firstRow="1" firstCol="1" bandRow="1"/>
              <a:tblGrid>
                <a:gridCol w="3573108">
                  <a:extLst>
                    <a:ext uri="{9D8B030D-6E8A-4147-A177-3AD203B41FA5}">
                      <a16:colId xmlns:a16="http://schemas.microsoft.com/office/drawing/2014/main" val="4152178829"/>
                    </a:ext>
                  </a:extLst>
                </a:gridCol>
                <a:gridCol w="1641499">
                  <a:extLst>
                    <a:ext uri="{9D8B030D-6E8A-4147-A177-3AD203B41FA5}">
                      <a16:colId xmlns:a16="http://schemas.microsoft.com/office/drawing/2014/main" val="2592340630"/>
                    </a:ext>
                  </a:extLst>
                </a:gridCol>
                <a:gridCol w="1180382">
                  <a:extLst>
                    <a:ext uri="{9D8B030D-6E8A-4147-A177-3AD203B41FA5}">
                      <a16:colId xmlns:a16="http://schemas.microsoft.com/office/drawing/2014/main" val="1807559362"/>
                    </a:ext>
                  </a:extLst>
                </a:gridCol>
                <a:gridCol w="1167120">
                  <a:extLst>
                    <a:ext uri="{9D8B030D-6E8A-4147-A177-3AD203B41FA5}">
                      <a16:colId xmlns:a16="http://schemas.microsoft.com/office/drawing/2014/main" val="1380305026"/>
                    </a:ext>
                  </a:extLst>
                </a:gridCol>
                <a:gridCol w="1472164">
                  <a:extLst>
                    <a:ext uri="{9D8B030D-6E8A-4147-A177-3AD203B41FA5}">
                      <a16:colId xmlns:a16="http://schemas.microsoft.com/office/drawing/2014/main" val="3559441127"/>
                    </a:ext>
                  </a:extLst>
                </a:gridCol>
              </a:tblGrid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 Variable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β Coefficient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SE</a:t>
                      </a:r>
                      <a:endParaRPr lang="en-US" sz="1800" b="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t</a:t>
                      </a:r>
                      <a:endParaRPr lang="en-US" sz="1800" b="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P&gt;|t|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442472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Constant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14.862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1.623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9.159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&gt;0.001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167250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Friendliness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-0.1659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0.072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-2.306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0.021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718071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Playfulness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1.6813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0.331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5.077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&gt;0.001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509981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Age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0.2553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0.135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1.886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273684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Large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3.5507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0.897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3.958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&gt;0.001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519443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Small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-2.5819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1.291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-2.0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0.046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270380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Excitability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-0.101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0.167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-0.605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0.546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23777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Total Commands Followed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0.0075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0.24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0.031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0.975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433864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Fearfulness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0.1945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0.139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1.395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0.163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798660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Dark Coloring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-0.6674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0.861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-0.775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0.439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531654"/>
                  </a:ext>
                </a:extLst>
              </a:tr>
              <a:tr h="5466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Medium Coloring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-0.1969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0.983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-0.2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0.841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189339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Male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1.0554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0.751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1.405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331753"/>
                  </a:ext>
                </a:extLst>
              </a:tr>
              <a:tr h="43631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Purebred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-0.0154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0.832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-0.019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0.985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43117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Stray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-3.0355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0.938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-3.235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0.001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361712"/>
                  </a:ext>
                </a:extLst>
              </a:tr>
            </a:tbl>
          </a:graphicData>
        </a:graphic>
      </p:graphicFrame>
      <p:sp>
        <p:nvSpPr>
          <p:cNvPr id="57" name="Reference Text - Franklin Gothic Book - 18"/>
          <p:cNvSpPr txBox="1"/>
          <p:nvPr/>
        </p:nvSpPr>
        <p:spPr>
          <a:xfrm>
            <a:off x="2014274" y="6638272"/>
            <a:ext cx="7967615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dirty="0">
                <a:latin typeface="ITC Franklin Gothic Std Book"/>
                <a:cs typeface="ITC Franklin Gothic Std Book"/>
              </a:rPr>
              <a:t>This poster outlines work conducted at Indiana University, and published in </a:t>
            </a:r>
            <a:r>
              <a:rPr lang="en-US" i="1" dirty="0">
                <a:latin typeface="ITC Franklin Gothic Std Book"/>
                <a:cs typeface="ITC Franklin Gothic Std Book"/>
              </a:rPr>
              <a:t>Behavior Research Methods </a:t>
            </a:r>
            <a:r>
              <a:rPr lang="en-US" dirty="0">
                <a:latin typeface="ITC Franklin Gothic Std Book"/>
                <a:cs typeface="ITC Franklin Gothic Std Book"/>
              </a:rPr>
              <a:t>in 2019. Scan the QR code to read the paper without a subscription.</a:t>
            </a:r>
            <a:endParaRPr dirty="0">
              <a:latin typeface="ITC Franklin Gothic Std Book"/>
              <a:cs typeface="ITC Franklin Gothic Std Book"/>
            </a:endParaRPr>
          </a:p>
        </p:txBody>
      </p:sp>
      <p:sp>
        <p:nvSpPr>
          <p:cNvPr id="66" name="Subhead - Franklin Gothic Demi - 28"/>
          <p:cNvSpPr txBox="1"/>
          <p:nvPr/>
        </p:nvSpPr>
        <p:spPr>
          <a:xfrm>
            <a:off x="11857326" y="10972776"/>
            <a:ext cx="9136793" cy="1092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Administrative data suggests most dog traits have little influence on length of stay.</a:t>
            </a:r>
          </a:p>
        </p:txBody>
      </p:sp>
      <p:sp>
        <p:nvSpPr>
          <p:cNvPr id="69" name="Body Text - Franklin Gothic Book - 22"/>
          <p:cNvSpPr txBox="1"/>
          <p:nvPr/>
        </p:nvSpPr>
        <p:spPr>
          <a:xfrm>
            <a:off x="947474" y="11967407"/>
            <a:ext cx="9034415" cy="8633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ITC Franklin Gothic Std Book"/>
              </a:rPr>
              <a:t>Method</a:t>
            </a:r>
            <a:endParaRPr lang="en-US" sz="3200" b="1" dirty="0">
              <a:solidFill>
                <a:srgbClr val="002060"/>
              </a:solidFill>
              <a:latin typeface="ITC Franklin Gothic Std Book"/>
            </a:endParaRPr>
          </a:p>
          <a:p>
            <a:pPr>
              <a:lnSpc>
                <a:spcPct val="150000"/>
              </a:lnSpc>
            </a:pPr>
            <a:r>
              <a:rPr lang="en-US" sz="2800" u="sng" dirty="0">
                <a:latin typeface="ITC Franklin Gothic Std Book"/>
              </a:rPr>
              <a:t>Administrative Data and Revealed Preferences</a:t>
            </a:r>
            <a:endParaRPr lang="en-US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Worked with a Midwestern animal shelter in 2017-2018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Used data stored in existing animal management software, including behavior, appearance, and length of stay.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00" dirty="0">
                <a:latin typeface="ITC Franklin Gothic Std Book"/>
                <a:cs typeface="ITC Franklin Gothic Std Book"/>
              </a:rPr>
              <a:t> </a:t>
            </a:r>
            <a:r>
              <a:rPr lang="en-US" sz="100" b="0" dirty="0">
                <a:latin typeface="ITC Franklin Gothic Std Book"/>
                <a:cs typeface="ITC Franklin Gothic Std Book"/>
              </a:rPr>
              <a:t>Animal Shelter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" b="0" dirty="0">
              <a:latin typeface="ITC Franklin Gothic Std Book"/>
              <a:cs typeface="ITC Franklin Gothic Std Book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" b="0" dirty="0">
              <a:latin typeface="ITC Franklin Gothic Std Book"/>
              <a:cs typeface="ITC Franklin Gothic Std Boo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Length of stay is an indicator of </a:t>
            </a:r>
            <a:r>
              <a:rPr lang="en-US" i="1" dirty="0">
                <a:latin typeface="ITC Franklin Gothic Std Book"/>
                <a:cs typeface="ITC Franklin Gothic Std Book"/>
              </a:rPr>
              <a:t>revealed </a:t>
            </a:r>
            <a:r>
              <a:rPr lang="en-US" dirty="0">
                <a:latin typeface="ITC Franklin Gothic Std Book"/>
                <a:cs typeface="ITC Franklin Gothic Std Book"/>
              </a:rPr>
              <a:t>demand—dogs with more preferred traits are adopted fastest.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Linear regression predicting length of stay based 1060 stays of 904 dogs based on traits stored in Match-Up II®.</a:t>
            </a:r>
          </a:p>
          <a:p>
            <a:pPr>
              <a:lnSpc>
                <a:spcPct val="150000"/>
              </a:lnSpc>
            </a:pPr>
            <a:r>
              <a:rPr lang="en-US" sz="2800" u="sng" dirty="0">
                <a:latin typeface="ITC Franklin Gothic Std Book"/>
                <a:cs typeface="ITC Franklin Gothic Std Book"/>
              </a:rPr>
              <a:t>Stated Preferences and Experimental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In same animal shelter, incoming canine visitors completed a voluntary survey of </a:t>
            </a:r>
            <a:r>
              <a:rPr lang="en-US" i="1" dirty="0">
                <a:latin typeface="ITC Franklin Gothic Std Book"/>
                <a:cs typeface="ITC Franklin Gothic Std Book"/>
              </a:rPr>
              <a:t>stated </a:t>
            </a:r>
            <a:r>
              <a:rPr lang="en-US" dirty="0">
                <a:latin typeface="ITC Franklin Gothic Std Book"/>
                <a:cs typeface="ITC Franklin Gothic Std Book"/>
              </a:rPr>
              <a:t>preferences for an adoptable dog (</a:t>
            </a:r>
            <a:r>
              <a:rPr lang="en-US" i="1" dirty="0">
                <a:latin typeface="ITC Franklin Gothic Std Book"/>
                <a:cs typeface="ITC Franklin Gothic Std Book"/>
              </a:rPr>
              <a:t>n</a:t>
            </a:r>
            <a:r>
              <a:rPr lang="en-US" dirty="0">
                <a:latin typeface="ITC Franklin Gothic Std Book"/>
                <a:cs typeface="ITC Franklin Gothic Std Book"/>
              </a:rPr>
              <a:t> = 1229).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Survey consisted of 13 traits, where participants could state either no preference, or up to </a:t>
            </a:r>
            <a:r>
              <a:rPr lang="en-US" i="1" dirty="0">
                <a:latin typeface="ITC Franklin Gothic Std Book"/>
                <a:cs typeface="ITC Franklin Gothic Std Book"/>
              </a:rPr>
              <a:t>x</a:t>
            </a:r>
            <a:r>
              <a:rPr lang="en-US" dirty="0">
                <a:latin typeface="ITC Franklin Gothic Std Book"/>
                <a:cs typeface="ITC Franklin Gothic Std Book"/>
              </a:rPr>
              <a:t>-1 of </a:t>
            </a:r>
            <a:r>
              <a:rPr lang="en-US" i="1" dirty="0">
                <a:latin typeface="ITC Franklin Gothic Std Book"/>
                <a:cs typeface="ITC Franklin Gothic Std Book"/>
              </a:rPr>
              <a:t>x</a:t>
            </a:r>
            <a:r>
              <a:rPr lang="en-US" dirty="0">
                <a:latin typeface="ITC Franklin Gothic Std Book"/>
                <a:cs typeface="ITC Franklin Gothic Std Book"/>
              </a:rPr>
              <a:t> trait levels.</a:t>
            </a:r>
          </a:p>
          <a:p>
            <a:pPr>
              <a:lnSpc>
                <a:spcPct val="150000"/>
              </a:lnSpc>
            </a:pPr>
            <a:r>
              <a:rPr lang="en-US" sz="2800" u="sng" dirty="0">
                <a:latin typeface="ITC Franklin Gothic Std Book"/>
                <a:cs typeface="ITC Franklin Gothic Std Book"/>
              </a:rPr>
              <a:t>Adopted Dog Ratings</a:t>
            </a:r>
            <a:endParaRPr lang="en-US" sz="7200" u="sng" dirty="0">
              <a:latin typeface="ITC Franklin Gothic Std Book"/>
              <a:cs typeface="ITC Franklin Gothic Std Book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145 individuals decided to adopt a dog after visiting.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These individuals rated their chosen dogs on 45 traits on a 1 to 5 Likert scale.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102 of these individuals also had associated Match-Up II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ITC Franklin Gothic Std Book"/>
              <a:cs typeface="ITC Franklin Gothic Std Book"/>
            </a:endParaRPr>
          </a:p>
          <a:p>
            <a:endParaRPr lang="en-US" dirty="0">
              <a:latin typeface="ITC Franklin Gothic Std Book"/>
              <a:cs typeface="ITC Franklin Gothic Std Book"/>
            </a:endParaRPr>
          </a:p>
        </p:txBody>
      </p:sp>
      <p:sp>
        <p:nvSpPr>
          <p:cNvPr id="71" name="Body Text - Franklin Gothic Book - 22"/>
          <p:cNvSpPr txBox="1"/>
          <p:nvPr/>
        </p:nvSpPr>
        <p:spPr>
          <a:xfrm>
            <a:off x="-12994355" y="20708438"/>
            <a:ext cx="8403930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endParaRPr lang="en-US" dirty="0">
              <a:latin typeface="ITC Franklin Gothic Std Book"/>
              <a:cs typeface="ITC Franklin Gothic Std Book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857327" y="18562279"/>
            <a:ext cx="91358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0" dirty="0">
                <a:latin typeface="Franklin Gothic Book" panose="020B0503020102020204" pitchFamily="34" charset="0"/>
              </a:rPr>
              <a:t>On surveys, visitors do have preferences on these traits. Preferences were not always linear nor universal. </a:t>
            </a:r>
          </a:p>
        </p:txBody>
      </p:sp>
      <p:sp>
        <p:nvSpPr>
          <p:cNvPr id="30" name="Subhead - Franklin Gothic Demi - 28"/>
          <p:cNvSpPr txBox="1"/>
          <p:nvPr/>
        </p:nvSpPr>
        <p:spPr>
          <a:xfrm>
            <a:off x="11857327" y="23366775"/>
            <a:ext cx="9136793" cy="5832366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endParaRPr lang="en-US" dirty="0"/>
          </a:p>
          <a:p>
            <a:r>
              <a:rPr lang="en-US" dirty="0"/>
              <a:t>Ratings by actual adopters do not align well with those in administrative data.</a:t>
            </a:r>
            <a:endParaRPr lang="en-US"/>
          </a:p>
          <a:p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sz="3200" b="1" dirty="0"/>
              <a:t>Summary</a:t>
            </a:r>
          </a:p>
          <a:p>
            <a:r>
              <a:rPr lang="en-US" dirty="0"/>
              <a:t>Because human preferences are non-linear and idiosyncratic, typical linear regression models may mask the influence of traits on adoption; in addition, it is unclear that administrative data aligns with visitor experiences, limiting existing data’s potential role in matching visitors to adoptable dogs.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1857327" y="4264243"/>
            <a:ext cx="9033635" cy="15581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  <a:latin typeface="ITC Franklin Gothic Std Book"/>
              </a:rPr>
              <a:t>Results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ITC Franklin Gothic Std Book"/>
              <a:sym typeface="Helvetica Neue"/>
            </a:endParaRPr>
          </a:p>
          <a:p>
            <a:pPr marL="0" marR="0" indent="0" algn="l" defTabSz="1971675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What traits in administrative data</a:t>
            </a:r>
            <a:r>
              <a:rPr kumimoji="0" lang="en-US" sz="2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 predict length of stay?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857327" y="12506282"/>
            <a:ext cx="8939026" cy="6040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What traits do visitors say they prefer?</a:t>
            </a:r>
          </a:p>
        </p:txBody>
      </p:sp>
      <p:sp>
        <p:nvSpPr>
          <p:cNvPr id="21" name="Body Text - Franklin Gothic Book - 22"/>
          <p:cNvSpPr txBox="1"/>
          <p:nvPr/>
        </p:nvSpPr>
        <p:spPr>
          <a:xfrm>
            <a:off x="947474" y="8130275"/>
            <a:ext cx="9034415" cy="309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ITC Franklin Gothic Std Book"/>
              </a:rPr>
              <a:t>What Data Do Animal Shelters Produce? 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Visitation Data—Typical experience, peak visiting hours/days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Shelter Management Software—Environment variables influencing adoption rates, movement throughout the shelter, photos, health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Online Matching Services (e.g. </a:t>
            </a:r>
            <a:r>
              <a:rPr lang="en-US" dirty="0" err="1">
                <a:solidFill>
                  <a:schemeClr val="tx1"/>
                </a:solidFill>
                <a:latin typeface="Franklin Gothic Book" panose="020B0503020102020204" pitchFamily="34" charset="0"/>
              </a:rPr>
              <a:t>Petfinder</a:t>
            </a: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®)—Photos, lengths of stay, text descriptions; engagement by users, out of area interest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Behavioral evaluations – Response of an animal to situations and stimuli, “personality” and temperament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57327" y="19783800"/>
            <a:ext cx="9033635" cy="10348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Are administrative data good predictors of visitor</a:t>
            </a:r>
            <a:r>
              <a:rPr kumimoji="0" lang="en-US" sz="2800" b="0" i="0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 perceptions?</a:t>
            </a:r>
            <a:endParaRPr kumimoji="0" lang="en-US" sz="2800" b="0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74" y="6590880"/>
            <a:ext cx="887793" cy="1154131"/>
          </a:xfrm>
          <a:prstGeom prst="rect">
            <a:avLst/>
          </a:prstGeom>
        </p:spPr>
      </p:pic>
      <p:pic>
        <p:nvPicPr>
          <p:cNvPr id="2" name="Picture 2" descr="A close up of a dog&#10;&#10;Description generated with very high confidence">
            <a:extLst>
              <a:ext uri="{FF2B5EF4-FFF2-40B4-BE49-F238E27FC236}">
                <a16:creationId xmlns:a16="http://schemas.microsoft.com/office/drawing/2014/main" id="{D3B524E0-8DD5-4674-A388-F3D515D7E4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70" y="21176487"/>
            <a:ext cx="8729933" cy="1228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5448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E1BAF723-E263-4AF5-B912-CE234F01061E}"/>
</file>

<file path=customXml/itemProps2.xml><?xml version="1.0" encoding="utf-8"?>
<ds:datastoreItem xmlns:ds="http://schemas.openxmlformats.org/officeDocument/2006/customXml" ds:itemID="{CA675847-FF11-4DD2-B0A3-D288B60B5FB8}"/>
</file>

<file path=customXml/itemProps3.xml><?xml version="1.0" encoding="utf-8"?>
<ds:datastoreItem xmlns:ds="http://schemas.openxmlformats.org/officeDocument/2006/customXml" ds:itemID="{EE3C439E-4420-4C95-809C-79FB91940AD4}"/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741</Words>
  <Application>Microsoft Office PowerPoint</Application>
  <PresentationFormat>Custom</PresentationFormat>
  <Paragraphs>221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Samantha Cohen</dc:creator>
  <cp:lastModifiedBy>Cohen, Samantha (sc2pg)</cp:lastModifiedBy>
  <cp:revision>605</cp:revision>
  <dcterms:created xsi:type="dcterms:W3CDTF">2019-07-16T21:17:53Z</dcterms:created>
  <dcterms:modified xsi:type="dcterms:W3CDTF">2019-08-05T17:26:41Z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
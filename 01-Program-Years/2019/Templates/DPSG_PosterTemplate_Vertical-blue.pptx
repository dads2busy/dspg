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4DBB99-EB60-E167-3C67-55EF9250F9D4}" v="12" dt="2019-08-02T15:26:12.247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0368"/>
        <p:guide pos="691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cinki, Allegra (ap3xx)" userId="S::ap3xx@virginia.edu::c73fc737-9d1e-4dad-ba56-800ecea05c40" providerId="AD" clId="Web-{5FDAD6B2-13C4-862E-EB07-A78689667599}"/>
    <pc:docChg chg="modSld">
      <pc:chgData name="Pocinki, Allegra (ap3xx)" userId="S::ap3xx@virginia.edu::c73fc737-9d1e-4dad-ba56-800ecea05c40" providerId="AD" clId="Web-{5FDAD6B2-13C4-862E-EB07-A78689667599}" dt="2019-07-26T14:48:14.403" v="59" actId="20577"/>
      <pc:docMkLst>
        <pc:docMk/>
      </pc:docMkLst>
      <pc:sldChg chg="modSp">
        <pc:chgData name="Pocinki, Allegra (ap3xx)" userId="S::ap3xx@virginia.edu::c73fc737-9d1e-4dad-ba56-800ecea05c40" providerId="AD" clId="Web-{5FDAD6B2-13C4-862E-EB07-A78689667599}" dt="2019-07-26T14:48:14.403" v="59" actId="20577"/>
        <pc:sldMkLst>
          <pc:docMk/>
          <pc:sldMk cId="0" sldId="257"/>
        </pc:sldMkLst>
        <pc:spChg chg="mod">
          <ac:chgData name="Pocinki, Allegra (ap3xx)" userId="S::ap3xx@virginia.edu::c73fc737-9d1e-4dad-ba56-800ecea05c40" providerId="AD" clId="Web-{5FDAD6B2-13C4-862E-EB07-A78689667599}" dt="2019-07-26T14:48:14.403" v="59" actId="20577"/>
          <ac:spMkLst>
            <pc:docMk/>
            <pc:sldMk cId="0" sldId="257"/>
            <ac:spMk id="42" creationId="{00000000-0000-0000-0000-000000000000}"/>
          </ac:spMkLst>
        </pc:spChg>
      </pc:sldChg>
    </pc:docChg>
  </pc:docChgLst>
  <pc:docChgLst>
    <pc:chgData name="Korkmaz, Gizem (gk8yj)" userId="a3021717-695e-41c9-8d4c-e599a2aec0eb" providerId="ADAL" clId="{A6FD57A5-445D-D647-A981-371EA5547FE8}"/>
    <pc:docChg chg="delSld">
      <pc:chgData name="Korkmaz, Gizem (gk8yj)" userId="a3021717-695e-41c9-8d4c-e599a2aec0eb" providerId="ADAL" clId="{A6FD57A5-445D-D647-A981-371EA5547FE8}" dt="2019-07-18T18:03:16.312" v="1" actId="2696"/>
      <pc:docMkLst>
        <pc:docMk/>
      </pc:docMkLst>
      <pc:sldChg chg="del">
        <pc:chgData name="Korkmaz, Gizem (gk8yj)" userId="a3021717-695e-41c9-8d4c-e599a2aec0eb" providerId="ADAL" clId="{A6FD57A5-445D-D647-A981-371EA5547FE8}" dt="2019-07-18T18:03:16.310" v="0" actId="2696"/>
        <pc:sldMkLst>
          <pc:docMk/>
          <pc:sldMk cId="0" sldId="256"/>
        </pc:sldMkLst>
      </pc:sldChg>
      <pc:sldMasterChg chg="delSldLayout">
        <pc:chgData name="Korkmaz, Gizem (gk8yj)" userId="a3021717-695e-41c9-8d4c-e599a2aec0eb" providerId="ADAL" clId="{A6FD57A5-445D-D647-A981-371EA5547FE8}" dt="2019-07-18T18:03:16.312" v="1" actId="2696"/>
        <pc:sldMasterMkLst>
          <pc:docMk/>
          <pc:sldMasterMk cId="0" sldId="2147483648"/>
        </pc:sldMasterMkLst>
        <pc:sldLayoutChg chg="del">
          <pc:chgData name="Korkmaz, Gizem (gk8yj)" userId="a3021717-695e-41c9-8d4c-e599a2aec0eb" providerId="ADAL" clId="{A6FD57A5-445D-D647-A981-371EA5547FE8}" dt="2019-07-18T18:03:16.312" v="1" actId="2696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  <pc:docChgLst>
    <pc:chgData name="NEVILLE, QUINTON (qn6au)" userId="S::qn6au@virginia.edu::84747678-7561-4bb1-afdc-bf1420c98c32" providerId="AD" clId="Web-{5E4DBB99-EB60-E167-3C67-55EF9250F9D4}"/>
    <pc:docChg chg="modSld">
      <pc:chgData name="NEVILLE, QUINTON (qn6au)" userId="S::qn6au@virginia.edu::84747678-7561-4bb1-afdc-bf1420c98c32" providerId="AD" clId="Web-{5E4DBB99-EB60-E167-3C67-55EF9250F9D4}" dt="2019-08-02T15:26:14.839" v="13"/>
      <pc:docMkLst>
        <pc:docMk/>
      </pc:docMkLst>
      <pc:sldChg chg="addSp delSp modSp">
        <pc:chgData name="NEVILLE, QUINTON (qn6au)" userId="S::qn6au@virginia.edu::84747678-7561-4bb1-afdc-bf1420c98c32" providerId="AD" clId="Web-{5E4DBB99-EB60-E167-3C67-55EF9250F9D4}" dt="2019-08-02T15:26:14.839" v="13"/>
        <pc:sldMkLst>
          <pc:docMk/>
          <pc:sldMk cId="0" sldId="257"/>
        </pc:sldMkLst>
        <pc:spChg chg="add del">
          <ac:chgData name="NEVILLE, QUINTON (qn6au)" userId="S::qn6au@virginia.edu::84747678-7561-4bb1-afdc-bf1420c98c32" providerId="AD" clId="Web-{5E4DBB99-EB60-E167-3C67-55EF9250F9D4}" dt="2019-08-02T15:26:14.839" v="13"/>
          <ac:spMkLst>
            <pc:docMk/>
            <pc:sldMk cId="0" sldId="257"/>
            <ac:spMk id="47" creationId="{00000000-0000-0000-0000-000000000000}"/>
          </ac:spMkLst>
        </pc:spChg>
        <pc:spChg chg="mod">
          <ac:chgData name="NEVILLE, QUINTON (qn6au)" userId="S::qn6au@virginia.edu::84747678-7561-4bb1-afdc-bf1420c98c32" providerId="AD" clId="Web-{5E4DBB99-EB60-E167-3C67-55EF9250F9D4}" dt="2019-08-02T15:26:12.230" v="12" actId="14100"/>
          <ac:spMkLst>
            <pc:docMk/>
            <pc:sldMk cId="0" sldId="257"/>
            <ac:spMk id="4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OF RESEARCH STUDY in 54 pt"/>
          <p:cNvSpPr txBox="1"/>
          <p:nvPr/>
        </p:nvSpPr>
        <p:spPr>
          <a:xfrm>
            <a:off x="1079106" y="753829"/>
            <a:ext cx="9920254" cy="106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b">
            <a:spAutoFit/>
          </a:bodyPr>
          <a:lstStyle>
            <a:lvl1pPr algn="l">
              <a:defRPr sz="5400" b="0">
                <a:solidFill>
                  <a:srgbClr val="FFFFFF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lang="en-US">
                <a:latin typeface="ITC Franklin Gothic Std Dm Cd"/>
                <a:cs typeface="ITC Franklin Gothic Std Dm Cd"/>
              </a:rPr>
              <a:t>TITLE OF RESEARCH STUDY in 54 pt</a:t>
            </a:r>
            <a:endParaRPr>
              <a:latin typeface="ITC Franklin Gothic Std Dm Cd"/>
              <a:cs typeface="ITC Franklin Gothic Std Dm Cd"/>
            </a:endParaRPr>
          </a:p>
        </p:txBody>
      </p:sp>
      <p:sp>
        <p:nvSpPr>
          <p:cNvPr id="43" name="Subhead - Franklin Gothic Demi - 28"/>
          <p:cNvSpPr txBox="1"/>
          <p:nvPr/>
        </p:nvSpPr>
        <p:spPr>
          <a:xfrm>
            <a:off x="1093607" y="7454619"/>
            <a:ext cx="6011900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t>Subhead - Franklin Gothic Demi - 28</a:t>
            </a:r>
          </a:p>
        </p:txBody>
      </p:sp>
      <p:sp>
        <p:nvSpPr>
          <p:cNvPr id="44" name="Body Text - Franklin Gothic Book - 22"/>
          <p:cNvSpPr txBox="1"/>
          <p:nvPr/>
        </p:nvSpPr>
        <p:spPr>
          <a:xfrm>
            <a:off x="1123638" y="8131435"/>
            <a:ext cx="4756171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>
                <a:latin typeface="ITC Franklin Gothic Std Book"/>
                <a:cs typeface="ITC Franklin Gothic Std Book"/>
              </a:rPr>
              <a:t>Body Text - Franklin Gothic Book - 22</a:t>
            </a:r>
          </a:p>
        </p:txBody>
      </p:sp>
      <p:sp>
        <p:nvSpPr>
          <p:cNvPr id="45" name="References - Franklin Gothic Demi - 24"/>
          <p:cNvSpPr txBox="1"/>
          <p:nvPr/>
        </p:nvSpPr>
        <p:spPr>
          <a:xfrm>
            <a:off x="1093607" y="11666280"/>
            <a:ext cx="5565626" cy="600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4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t>References - Franklin Gothic Demi - 24</a:t>
            </a:r>
          </a:p>
        </p:txBody>
      </p:sp>
      <p:sp>
        <p:nvSpPr>
          <p:cNvPr id="46" name="Reference Text - Franklin Gothic Book - 18"/>
          <p:cNvSpPr txBox="1"/>
          <p:nvPr/>
        </p:nvSpPr>
        <p:spPr>
          <a:xfrm>
            <a:off x="1123638" y="12343095"/>
            <a:ext cx="4464294" cy="50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18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>
                <a:latin typeface="ITC Franklin Gothic Std Book"/>
                <a:cs typeface="ITC Franklin Gothic Std Book"/>
              </a:rPr>
              <a:t>Reference Text - Franklin Gothic Book - 18</a:t>
            </a:r>
          </a:p>
        </p:txBody>
      </p:sp>
      <p:sp>
        <p:nvSpPr>
          <p:cNvPr id="47" name="Circle"/>
          <p:cNvSpPr/>
          <p:nvPr/>
        </p:nvSpPr>
        <p:spPr>
          <a:xfrm>
            <a:off x="7035241" y="16433724"/>
            <a:ext cx="6538022" cy="6538022"/>
          </a:xfrm>
          <a:prstGeom prst="ellipse">
            <a:avLst/>
          </a:prstGeom>
          <a:solidFill>
            <a:srgbClr val="213566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8" name="Square"/>
          <p:cNvSpPr/>
          <p:nvPr/>
        </p:nvSpPr>
        <p:spPr>
          <a:xfrm>
            <a:off x="14843281" y="16794095"/>
            <a:ext cx="5948681" cy="5948681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9" name="Figure #1"/>
          <p:cNvSpPr txBox="1"/>
          <p:nvPr/>
        </p:nvSpPr>
        <p:spPr>
          <a:xfrm>
            <a:off x="4777122" y="23825162"/>
            <a:ext cx="10570335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defTabSz="1314450">
              <a:defRPr sz="2800" b="0" i="1">
                <a:solidFill>
                  <a:srgbClr val="213566"/>
                </a:solidFill>
                <a:latin typeface="Bodoni Std Poster"/>
                <a:ea typeface="Bodoni Std Poster"/>
                <a:cs typeface="Bodoni Std Poster"/>
                <a:sym typeface="Bodoni Std Poster"/>
              </a:defRPr>
            </a:lvl1pPr>
          </a:lstStyle>
          <a:p>
            <a:r>
              <a:rPr i="0">
                <a:latin typeface="Bodoni Std Poster Italic"/>
                <a:cs typeface="Bodoni Std Poster Italic"/>
              </a:rPr>
              <a:t>Figure #1</a:t>
            </a:r>
          </a:p>
        </p:txBody>
      </p:sp>
      <p:sp>
        <p:nvSpPr>
          <p:cNvPr id="50" name="Figure #2"/>
          <p:cNvSpPr txBox="1"/>
          <p:nvPr/>
        </p:nvSpPr>
        <p:spPr>
          <a:xfrm>
            <a:off x="12532454" y="23825162"/>
            <a:ext cx="10570335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defTabSz="1314450">
              <a:defRPr sz="2800" b="0" i="1">
                <a:solidFill>
                  <a:srgbClr val="213566"/>
                </a:solidFill>
                <a:latin typeface="Bodoni Std Poster"/>
                <a:ea typeface="Bodoni Std Poster"/>
                <a:cs typeface="Bodoni Std Poster"/>
                <a:sym typeface="Bodoni Std Poster"/>
              </a:defRPr>
            </a:lvl1pPr>
          </a:lstStyle>
          <a:p>
            <a:r>
              <a:rPr i="0">
                <a:latin typeface="Bodoni Std Poster Italic"/>
                <a:cs typeface="Bodoni Std Poster Italic"/>
              </a:rPr>
              <a:t>Figure #2</a:t>
            </a:r>
          </a:p>
        </p:txBody>
      </p:sp>
      <p:sp>
        <p:nvSpPr>
          <p:cNvPr id="51" name="Your Name, Graduate Student Name, Post Doc Name, Advisor…"/>
          <p:cNvSpPr txBox="1"/>
          <p:nvPr/>
        </p:nvSpPr>
        <p:spPr>
          <a:xfrm>
            <a:off x="1045930" y="2022961"/>
            <a:ext cx="7540526" cy="1173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/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b="0">
                <a:latin typeface="ITC Franklin Gothic Std Book"/>
                <a:cs typeface="ITC Franklin Gothic Std Book"/>
              </a:rPr>
              <a:t>Your Name, Graduate Student Name, Post Doc Name, Advisor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b="0">
                <a:latin typeface="ITC Franklin Gothic Std Book"/>
                <a:cs typeface="ITC Franklin Gothic Std Book"/>
              </a:rPr>
              <a:t>Department Listing with captions if needed</a:t>
            </a:r>
          </a:p>
        </p:txBody>
      </p:sp>
      <p:sp>
        <p:nvSpPr>
          <p:cNvPr id="52" name="TextBox 15"/>
          <p:cNvSpPr txBox="1"/>
          <p:nvPr/>
        </p:nvSpPr>
        <p:spPr>
          <a:xfrm>
            <a:off x="7315882" y="4367498"/>
            <a:ext cx="141889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45719" rIns="45719">
            <a:spAutoFit/>
          </a:bodyPr>
          <a:lstStyle>
            <a:lvl1pPr algn="r" defTabSz="2633472">
              <a:defRPr sz="3600" b="0">
                <a:solidFill>
                  <a:srgbClr val="20304B"/>
                </a:solidFill>
                <a:latin typeface="ITC Franklin Gothic Std Medium"/>
                <a:ea typeface="ITC Franklin Gothic Std Medium"/>
                <a:cs typeface="ITC Franklin Gothic Std Medium"/>
                <a:sym typeface="ITC Franklin Gothic Std Medium"/>
              </a:defRPr>
            </a:lvl1pPr>
          </a:lstStyle>
          <a:p>
            <a:r>
              <a:rPr>
                <a:latin typeface="Franklin Gothic Medium"/>
                <a:cs typeface="Franklin Gothic Medium"/>
              </a:rPr>
              <a:t>DIVISION NAME HERE</a:t>
            </a:r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514" y="31141639"/>
            <a:ext cx="8550572" cy="12849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62962AC9-D219-43FF-BD54-46E55AE3FC12}"/>
</file>

<file path=customXml/itemProps2.xml><?xml version="1.0" encoding="utf-8"?>
<ds:datastoreItem xmlns:ds="http://schemas.openxmlformats.org/officeDocument/2006/customXml" ds:itemID="{34BFB362-FA25-413D-A1DA-2DB10113B785}"/>
</file>

<file path=customXml/itemProps3.xml><?xml version="1.0" encoding="utf-8"?>
<ds:datastoreItem xmlns:ds="http://schemas.openxmlformats.org/officeDocument/2006/customXml" ds:itemID="{0EC873AC-C5B3-4622-9383-CD69D7223E33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revision>1</cp:revision>
  <dcterms:created xsi:type="dcterms:W3CDTF">2019-07-16T21:17:53Z</dcterms:created>
  <dcterms:modified xsi:type="dcterms:W3CDTF">2019-08-02T15:26:25Z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
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24" d="100"/>
          <a:sy n="24" d="100"/>
        </p:scale>
        <p:origin x="3656" y="296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maz, Gizem (gk8yj)" userId="a3021717-695e-41c9-8d4c-e599a2aec0eb" providerId="ADAL" clId="{DA68D46F-E03D-0245-BACD-EA7004157A01}"/>
    <pc:docChg chg="delSld">
      <pc:chgData name="Korkmaz, Gizem (gk8yj)" userId="a3021717-695e-41c9-8d4c-e599a2aec0eb" providerId="ADAL" clId="{DA68D46F-E03D-0245-BACD-EA7004157A01}" dt="2019-07-18T18:03:42.194" v="1" actId="2696"/>
      <pc:docMkLst>
        <pc:docMk/>
      </pc:docMkLst>
      <pc:sldChg chg="del">
        <pc:chgData name="Korkmaz, Gizem (gk8yj)" userId="a3021717-695e-41c9-8d4c-e599a2aec0eb" providerId="ADAL" clId="{DA68D46F-E03D-0245-BACD-EA7004157A01}" dt="2019-07-18T18:03:42.193" v="0" actId="2696"/>
        <pc:sldMkLst>
          <pc:docMk/>
          <pc:sldMk cId="0" sldId="257"/>
        </pc:sldMkLst>
      </pc:sldChg>
      <pc:sldMasterChg chg="delSldLayout">
        <pc:chgData name="Korkmaz, Gizem (gk8yj)" userId="a3021717-695e-41c9-8d4c-e599a2aec0eb" providerId="ADAL" clId="{DA68D46F-E03D-0245-BACD-EA7004157A01}" dt="2019-07-18T18:03:42.194" v="1" actId="2696"/>
        <pc:sldMasterMkLst>
          <pc:docMk/>
          <pc:sldMasterMk cId="0" sldId="2147483648"/>
        </pc:sldMasterMkLst>
        <pc:sldLayoutChg chg="del">
          <pc:chgData name="Korkmaz, Gizem (gk8yj)" userId="a3021717-695e-41c9-8d4c-e599a2aec0eb" providerId="ADAL" clId="{DA68D46F-E03D-0245-BACD-EA7004157A01}" dt="2019-07-18T18:03:42.194" v="1" actId="269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095" y="-65166"/>
            <a:ext cx="22754146" cy="32331953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4517" y="31158015"/>
            <a:ext cx="7135281" cy="107177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ITLE OF RESEARCH STUDY in 54 pt"/>
          <p:cNvSpPr txBox="1"/>
          <p:nvPr/>
        </p:nvSpPr>
        <p:spPr>
          <a:xfrm>
            <a:off x="1141183" y="969729"/>
            <a:ext cx="10104548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 defTabSz="1314450">
              <a:defRPr sz="5400" b="0" cap="all">
                <a:solidFill>
                  <a:srgbClr val="EE6419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dirty="0">
                <a:latin typeface="ITC Franklin Gothic Std Dm Cd"/>
                <a:cs typeface="ITC Franklin Gothic Std Dm Cd"/>
              </a:rPr>
              <a:t>TITLE OF RESEARCH STUDY in 54 pt</a:t>
            </a:r>
          </a:p>
        </p:txBody>
      </p:sp>
      <p:sp>
        <p:nvSpPr>
          <p:cNvPr id="31" name="Subhead - Franklin Gothic Demi - 28"/>
          <p:cNvSpPr txBox="1"/>
          <p:nvPr/>
        </p:nvSpPr>
        <p:spPr>
          <a:xfrm>
            <a:off x="1271407" y="7289520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Subhead - Franklin Gothic Demi - 28</a:t>
            </a:r>
          </a:p>
        </p:txBody>
      </p:sp>
      <p:sp>
        <p:nvSpPr>
          <p:cNvPr id="32" name="Body Text - Franklin Gothic Book - 22"/>
          <p:cNvSpPr txBox="1"/>
          <p:nvPr/>
        </p:nvSpPr>
        <p:spPr>
          <a:xfrm>
            <a:off x="1301438" y="7966335"/>
            <a:ext cx="4756171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Body Text - Franklin Gothic Book - 22</a:t>
            </a:r>
          </a:p>
        </p:txBody>
      </p:sp>
      <p:sp>
        <p:nvSpPr>
          <p:cNvPr id="33" name="References - Franklin Gothic Demi - 24"/>
          <p:cNvSpPr txBox="1"/>
          <p:nvPr/>
        </p:nvSpPr>
        <p:spPr>
          <a:xfrm>
            <a:off x="1271407" y="11501181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References - Franklin Gothic Demi - 24</a:t>
            </a:r>
          </a:p>
        </p:txBody>
      </p:sp>
      <p:sp>
        <p:nvSpPr>
          <p:cNvPr id="34" name="Reference Text - Franklin Gothic Book - 18"/>
          <p:cNvSpPr txBox="1"/>
          <p:nvPr/>
        </p:nvSpPr>
        <p:spPr>
          <a:xfrm>
            <a:off x="1301438" y="12177996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35" name="Circle"/>
          <p:cNvSpPr/>
          <p:nvPr/>
        </p:nvSpPr>
        <p:spPr>
          <a:xfrm>
            <a:off x="7035241" y="16433724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6" name="Square"/>
          <p:cNvSpPr/>
          <p:nvPr/>
        </p:nvSpPr>
        <p:spPr>
          <a:xfrm>
            <a:off x="14843280" y="16794095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7" name="Figure #1"/>
          <p:cNvSpPr txBox="1"/>
          <p:nvPr/>
        </p:nvSpPr>
        <p:spPr>
          <a:xfrm>
            <a:off x="4777122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#1</a:t>
            </a:r>
          </a:p>
        </p:txBody>
      </p:sp>
      <p:sp>
        <p:nvSpPr>
          <p:cNvPr id="38" name="Figure #2"/>
          <p:cNvSpPr txBox="1"/>
          <p:nvPr/>
        </p:nvSpPr>
        <p:spPr>
          <a:xfrm>
            <a:off x="12532453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#2</a:t>
            </a:r>
          </a:p>
        </p:txBody>
      </p:sp>
      <p:sp>
        <p:nvSpPr>
          <p:cNvPr id="39" name="Your Name, Graduate Student Name, Post Doc Name, Advisor…"/>
          <p:cNvSpPr txBox="1"/>
          <p:nvPr/>
        </p:nvSpPr>
        <p:spPr>
          <a:xfrm>
            <a:off x="1223730" y="2238861"/>
            <a:ext cx="7540526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Your Name, Graduate Student Name, Post Doc Name, Advisor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Department Listing with captions if needed</a:t>
            </a:r>
          </a:p>
        </p:txBody>
      </p:sp>
      <p:sp>
        <p:nvSpPr>
          <p:cNvPr id="40" name="TextBox 4"/>
          <p:cNvSpPr txBox="1"/>
          <p:nvPr/>
        </p:nvSpPr>
        <p:spPr>
          <a:xfrm>
            <a:off x="6849697" y="31068904"/>
            <a:ext cx="14188968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dirty="0">
                <a:latin typeface="Franklin Gothic Medium"/>
                <a:cs typeface="Franklin Gothic Medium"/>
              </a:rPr>
              <a:t>DIVISION NAME HERE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467824A2-BC33-462D-9F85-9B3416838C31}"/>
</file>

<file path=customXml/itemProps2.xml><?xml version="1.0" encoding="utf-8"?>
<ds:datastoreItem xmlns:ds="http://schemas.openxmlformats.org/officeDocument/2006/customXml" ds:itemID="{2C52F6BE-1AC5-4063-B195-C9100BFA6CE6}"/>
</file>

<file path=customXml/itemProps3.xml><?xml version="1.0" encoding="utf-8"?>
<ds:datastoreItem xmlns:ds="http://schemas.openxmlformats.org/officeDocument/2006/customXml" ds:itemID="{87835665-7110-4E9C-AF93-0F4875B988FC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Bodoni Std Poster</vt:lpstr>
      <vt:lpstr>Bodoni Std Poster Italic</vt:lpstr>
      <vt:lpstr>Franklin Gothic Medium</vt:lpstr>
      <vt:lpstr>Helvetica Neue</vt:lpstr>
      <vt:lpstr>Helvetica Neue Light</vt:lpstr>
      <vt:lpstr>Helvetica Neue Medium</vt:lpstr>
      <vt:lpstr>Helvetica Neue Thin</vt:lpstr>
      <vt:lpstr>ITC Franklin Gothic Std</vt:lpstr>
      <vt:lpstr>ITC Franklin Gothic Std Book</vt:lpstr>
      <vt:lpstr>ITC Franklin Gothic Std Demi</vt:lpstr>
      <vt:lpstr>ITC Franklin Gothic Std Demi Co</vt:lpstr>
      <vt:lpstr>ITC Franklin Gothic Std Dm Cd</vt:lpstr>
      <vt:lpstr>ITC Franklin Gothic Std Medium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Korkmaz, Gizem (gk8yj)</cp:lastModifiedBy>
  <cp:revision>2</cp:revision>
  <dcterms:created xsi:type="dcterms:W3CDTF">2019-07-16T21:17:53Z</dcterms:created>
  <dcterms:modified xsi:type="dcterms:W3CDTF">2019-07-18T18:03:45Z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
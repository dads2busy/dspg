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5.xml" ContentType="application/vnd.openxmlformats-officedocument.theme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theme/theme8.xml" ContentType="application/vnd.openxmlformats-officedocument.theme+xml"/>
  <Override PartName="/ppt/slideLayouts/slideLayout21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0" r:id="rId5"/>
    <p:sldMasterId id="2147483652" r:id="rId6"/>
    <p:sldMasterId id="2147483670" r:id="rId7"/>
    <p:sldMasterId id="2147483658" r:id="rId8"/>
    <p:sldMasterId id="2147483672" r:id="rId9"/>
    <p:sldMasterId id="2147483664" r:id="rId10"/>
    <p:sldMasterId id="2147483674" r:id="rId11"/>
    <p:sldMasterId id="2147483676" r:id="rId12"/>
  </p:sldMasterIdLst>
  <p:notesMasterIdLst>
    <p:notesMasterId r:id="rId17"/>
  </p:notesMasterIdLst>
  <p:handoutMasterIdLst>
    <p:handoutMasterId r:id="rId18"/>
  </p:handoutMasterIdLst>
  <p:sldIdLst>
    <p:sldId id="258" r:id="rId13"/>
    <p:sldId id="259" r:id="rId14"/>
    <p:sldId id="263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1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cinki, Allegra (ap3xx)" userId="S::ap3xx@virginia.edu::c73fc737-9d1e-4dad-ba56-800ecea05c40" providerId="AD" clId="Web-{AD9A32A0-C98E-0CDD-5D8F-20370575B836}"/>
    <pc:docChg chg="mod modMainMaster setSldSz">
      <pc:chgData name="Pocinki, Allegra (ap3xx)" userId="S::ap3xx@virginia.edu::c73fc737-9d1e-4dad-ba56-800ecea05c40" providerId="AD" clId="Web-{AD9A32A0-C98E-0CDD-5D8F-20370575B836}" dt="2019-06-19T20:39:12.205" v="3"/>
      <pc:docMkLst>
        <pc:docMk/>
      </pc:docMkLst>
      <pc:sldMasterChg chg="modSp 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1172351213" sldId="2147483648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1172351213" sldId="2147483648"/>
            <ac:spMk id="8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1172351213" sldId="2147483648"/>
            <ac:picMk id="3" creationId="{D2163758-D40C-E645-8713-B342A6A913BA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1172351213" sldId="2147483648"/>
            <ac:picMk id="13" creationId="{00000000-0000-0000-0000-000000000000}"/>
          </ac:picMkLst>
        </pc:pic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172351213" sldId="2147483648"/>
            <pc:sldLayoutMk cId="491140372" sldId="2147483649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172351213" sldId="2147483648"/>
              <pc:sldLayoutMk cId="491140372" sldId="2147483649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172351213" sldId="2147483648"/>
              <pc:sldLayoutMk cId="491140372" sldId="2147483649"/>
              <ac:spMk id="10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172351213" sldId="2147483648"/>
              <pc:sldLayoutMk cId="491140372" sldId="2147483649"/>
              <ac:spMk id="14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172351213" sldId="2147483648"/>
              <pc:sldLayoutMk cId="491140372" sldId="2147483649"/>
              <ac:spMk id="16" creationId="{00000000-0000-0000-0000-000000000000}"/>
            </ac:spMkLst>
          </pc:spChg>
        </pc:sldLayoutChg>
      </pc:sldMasterChg>
      <pc:sldMasterChg chg="modSp 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2159087170" sldId="2147483650"/>
        </pc:sldMasterMkLst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2159087170" sldId="2147483650"/>
            <ac:picMk id="7" creationId="{00000000-0000-0000-0000-000000000000}"/>
          </ac:picMkLst>
        </pc:pic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2159087170" sldId="2147483650"/>
            <pc:sldLayoutMk cId="3530823010" sldId="2147483651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2159087170" sldId="2147483650"/>
              <pc:sldLayoutMk cId="3530823010" sldId="2147483651"/>
              <ac:spMk id="11" creationId="{00000000-0000-0000-0000-000000000000}"/>
            </ac:spMkLst>
          </pc:spChg>
        </pc:sldLayoutChg>
      </pc:sldMasterChg>
      <pc:sldMasterChg chg="modSp 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1735567757" sldId="2147483652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1735567757" sldId="2147483652"/>
            <ac:spMk id="6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1735567757" sldId="2147483652"/>
            <ac:picMk id="7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1735567757" sldId="2147483652"/>
            <ac:picMk id="8" creationId="{00000000-0000-0000-0000-000000000000}"/>
          </ac:picMkLst>
        </pc:pic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35567757" sldId="2147483652"/>
            <pc:sldLayoutMk cId="2084561618" sldId="2147483653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2084561618" sldId="2147483653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2084561618" sldId="2147483653"/>
              <ac:spMk id="10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2084561618" sldId="2147483653"/>
              <ac:spMk id="11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2084561618" sldId="2147483653"/>
              <ac:spMk id="13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35567757" sldId="2147483652"/>
            <pc:sldLayoutMk cId="3078770722" sldId="2147483654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3078770722" sldId="2147483654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3078770722" sldId="2147483654"/>
              <ac:spMk id="12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3078770722" sldId="2147483654"/>
              <ac:spMk id="13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35567757" sldId="2147483652"/>
            <pc:sldLayoutMk cId="1916638271" sldId="2147483656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1916638271" sldId="2147483656"/>
              <ac:spMk id="9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1916638271" sldId="2147483656"/>
              <ac:spMk id="11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1916638271" sldId="2147483656"/>
              <ac:spMk id="12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35567757" sldId="2147483652"/>
            <pc:sldLayoutMk cId="1489510268" sldId="2147483657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1489510268" sldId="2147483657"/>
              <ac:spMk id="11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35567757" sldId="2147483652"/>
              <pc:sldLayoutMk cId="1489510268" sldId="2147483657"/>
              <ac:spMk id="12" creationId="{00000000-0000-0000-0000-000000000000}"/>
            </ac:spMkLst>
          </pc:spChg>
        </pc:sldLayoutChg>
      </pc:sldMasterChg>
      <pc:sldMasterChg chg="modSp 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1787865795" sldId="2147483658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1787865795" sldId="2147483658"/>
            <ac:spMk id="7" creationId="{00000000-0000-0000-0000-000000000000}"/>
          </ac:spMkLst>
        </pc:spChg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1787865795" sldId="2147483658"/>
            <ac:spMk id="9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1787865795" sldId="2147483658"/>
            <ac:picMk id="8" creationId="{00000000-0000-0000-0000-000000000000}"/>
          </ac:picMkLst>
        </pc:pic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87865795" sldId="2147483658"/>
            <pc:sldLayoutMk cId="2877523574" sldId="2147483659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877523574" sldId="2147483659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877523574" sldId="2147483659"/>
              <ac:spMk id="9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877523574" sldId="2147483659"/>
              <ac:spMk id="10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87865795" sldId="2147483658"/>
            <pc:sldLayoutMk cId="65969095" sldId="2147483660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65969095" sldId="2147483660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65969095" sldId="2147483660"/>
              <ac:spMk id="10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87865795" sldId="2147483658"/>
            <pc:sldLayoutMk cId="2415120931" sldId="2147483662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415120931" sldId="2147483662"/>
              <ac:spMk id="5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415120931" sldId="2147483662"/>
              <ac:spMk id="6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787865795" sldId="2147483658"/>
            <pc:sldLayoutMk cId="2583308398" sldId="2147483663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787865795" sldId="2147483658"/>
              <pc:sldLayoutMk cId="2583308398" sldId="2147483663"/>
              <ac:spMk id="13" creationId="{00000000-0000-0000-0000-000000000000}"/>
            </ac:spMkLst>
          </pc:spChg>
        </pc:sldLayoutChg>
      </pc:sldMasterChg>
      <pc:sldMasterChg chg="modSp 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587998656" sldId="2147483664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587998656" sldId="2147483664"/>
            <ac:spMk id="7" creationId="{00000000-0000-0000-0000-000000000000}"/>
          </ac:spMkLst>
        </pc:spChg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587998656" sldId="2147483664"/>
            <ac:spMk id="8" creationId="{00000000-0000-0000-0000-000000000000}"/>
          </ac:spMkLst>
        </pc:spChg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587998656" sldId="2147483664"/>
            <ac:spMk id="10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587998656" sldId="2147483664"/>
            <ac:picMk id="9" creationId="{00000000-0000-0000-0000-000000000000}"/>
          </ac:picMkLst>
        </pc:pic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587998656" sldId="2147483664"/>
            <pc:sldLayoutMk cId="2179693872" sldId="2147483665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179693872" sldId="2147483665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179693872" sldId="2147483665"/>
              <ac:spMk id="9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179693872" sldId="2147483665"/>
              <ac:spMk id="10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179693872" sldId="2147483665"/>
              <ac:spMk id="11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587998656" sldId="2147483664"/>
            <pc:sldLayoutMk cId="2245647372" sldId="2147483666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245647372" sldId="2147483666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2245647372" sldId="2147483666"/>
              <ac:spMk id="9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587998656" sldId="2147483664"/>
            <pc:sldLayoutMk cId="1353803674" sldId="2147483668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1353803674" sldId="2147483668"/>
              <ac:spMk id="9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1353803674" sldId="2147483668"/>
              <ac:spMk id="10" creationId="{00000000-0000-0000-0000-000000000000}"/>
            </ac:spMkLst>
          </pc:spChg>
        </pc:sldLayoutChg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587998656" sldId="2147483664"/>
            <pc:sldLayoutMk cId="999967749" sldId="2147483669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587998656" sldId="2147483664"/>
              <pc:sldLayoutMk cId="999967749" sldId="2147483669"/>
              <ac:spMk id="12" creationId="{00000000-0000-0000-0000-000000000000}"/>
            </ac:spMkLst>
          </pc:spChg>
        </pc:sldLayoutChg>
      </pc:sldMasterChg>
      <pc:sldMasterChg chg="modSp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449219711" sldId="2147483670"/>
        </pc:sldMasterMkLst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449219711" sldId="2147483670"/>
            <ac:picMk id="7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449219711" sldId="2147483670"/>
            <ac:picMk id="8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449219711" sldId="2147483670"/>
            <ac:picMk id="9" creationId="{00000000-0000-0000-0000-000000000000}"/>
          </ac:picMkLst>
        </pc:picChg>
      </pc:sldMasterChg>
      <pc:sldMasterChg chg="modSp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214172888" sldId="2147483672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214172888" sldId="2147483672"/>
            <ac:spMk id="8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214172888" sldId="2147483672"/>
            <ac:picMk id="7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214172888" sldId="2147483672"/>
            <ac:picMk id="9" creationId="{00000000-0000-0000-0000-000000000000}"/>
          </ac:picMkLst>
        </pc:picChg>
      </pc:sldMasterChg>
      <pc:sldMasterChg chg="modSp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862877668" sldId="2147483674"/>
        </pc:sldMasterMkLst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862877668" sldId="2147483674"/>
            <ac:spMk id="9" creationId="{00000000-0000-0000-0000-000000000000}"/>
          </ac:spMkLst>
        </pc:spChg>
        <pc:spChg chg="mod">
          <ac:chgData name="Pocinki, Allegra (ap3xx)" userId="S::ap3xx@virginia.edu::c73fc737-9d1e-4dad-ba56-800ecea05c40" providerId="AD" clId="Web-{AD9A32A0-C98E-0CDD-5D8F-20370575B836}" dt="2019-06-19T20:39:12.205" v="3"/>
          <ac:spMkLst>
            <pc:docMk/>
            <pc:sldMasterMk cId="862877668" sldId="2147483674"/>
            <ac:spMk id="10" creationId="{00000000-0000-0000-0000-000000000000}"/>
          </ac:spMkLst>
        </pc:sp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862877668" sldId="2147483674"/>
            <ac:picMk id="7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862877668" sldId="2147483674"/>
            <ac:picMk id="8" creationId="{00000000-0000-0000-0000-000000000000}"/>
          </ac:picMkLst>
        </pc:picChg>
        <pc:picChg chg="mod">
          <ac:chgData name="Pocinki, Allegra (ap3xx)" userId="S::ap3xx@virginia.edu::c73fc737-9d1e-4dad-ba56-800ecea05c40" providerId="AD" clId="Web-{AD9A32A0-C98E-0CDD-5D8F-20370575B836}" dt="2019-06-19T20:39:12.205" v="3"/>
          <ac:picMkLst>
            <pc:docMk/>
            <pc:sldMasterMk cId="862877668" sldId="2147483674"/>
            <ac:picMk id="11" creationId="{00000000-0000-0000-0000-000000000000}"/>
          </ac:picMkLst>
        </pc:picChg>
      </pc:sldMasterChg>
      <pc:sldMasterChg chg="modSldLayout">
        <pc:chgData name="Pocinki, Allegra (ap3xx)" userId="S::ap3xx@virginia.edu::c73fc737-9d1e-4dad-ba56-800ecea05c40" providerId="AD" clId="Web-{AD9A32A0-C98E-0CDD-5D8F-20370575B836}" dt="2019-06-19T20:39:12.205" v="3"/>
        <pc:sldMasterMkLst>
          <pc:docMk/>
          <pc:sldMasterMk cId="1389535126" sldId="2147483676"/>
        </pc:sldMasterMkLst>
        <pc:sldLayoutChg chg="modSp">
          <pc:chgData name="Pocinki, Allegra (ap3xx)" userId="S::ap3xx@virginia.edu::c73fc737-9d1e-4dad-ba56-800ecea05c40" providerId="AD" clId="Web-{AD9A32A0-C98E-0CDD-5D8F-20370575B836}" dt="2019-06-19T20:39:12.205" v="3"/>
          <pc:sldLayoutMkLst>
            <pc:docMk/>
            <pc:sldMasterMk cId="1389535126" sldId="2147483676"/>
            <pc:sldLayoutMk cId="1319562907" sldId="2147483677"/>
          </pc:sldLayoutMkLst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389535126" sldId="2147483676"/>
              <pc:sldLayoutMk cId="1319562907" sldId="2147483677"/>
              <ac:spMk id="8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389535126" sldId="2147483676"/>
              <pc:sldLayoutMk cId="1319562907" sldId="2147483677"/>
              <ac:spMk id="10" creationId="{00000000-0000-0000-0000-000000000000}"/>
            </ac:spMkLst>
          </pc:spChg>
          <pc:spChg chg="mod">
            <ac:chgData name="Pocinki, Allegra (ap3xx)" userId="S::ap3xx@virginia.edu::c73fc737-9d1e-4dad-ba56-800ecea05c40" providerId="AD" clId="Web-{AD9A32A0-C98E-0CDD-5D8F-20370575B836}" dt="2019-06-19T20:39:12.205" v="3"/>
            <ac:spMkLst>
              <pc:docMk/>
              <pc:sldMasterMk cId="1389535126" sldId="2147483676"/>
              <pc:sldLayoutMk cId="1319562907" sldId="2147483677"/>
              <ac:spMk id="12" creationId="{00000000-0000-0000-0000-000000000000}"/>
            </ac:spMkLst>
          </pc:spChg>
        </pc:sldLayoutChg>
      </pc:sldMasterChg>
    </pc:docChg>
  </pc:docChgLst>
  <pc:docChgLst>
    <pc:chgData name="Walke, Jim (jw9vx)" userId="S::jw9vx@virginia.edu::1a08380e-51b9-43b7-84db-60dc23de00fd" providerId="AD" clId="Web-{2682EA38-8039-4CA9-B655-B480BE8A7E7D}"/>
    <pc:docChg chg="modSld">
      <pc:chgData name="Walke, Jim (jw9vx)" userId="S::jw9vx@virginia.edu::1a08380e-51b9-43b7-84db-60dc23de00fd" providerId="AD" clId="Web-{2682EA38-8039-4CA9-B655-B480BE8A7E7D}" dt="2019-01-09T20:57:29.405" v="0"/>
      <pc:docMkLst>
        <pc:docMk/>
      </pc:docMkLst>
      <pc:sldChg chg="delSp modSp mod modClrScheme chgLayout">
        <pc:chgData name="Walke, Jim (jw9vx)" userId="S::jw9vx@virginia.edu::1a08380e-51b9-43b7-84db-60dc23de00fd" providerId="AD" clId="Web-{2682EA38-8039-4CA9-B655-B480BE8A7E7D}" dt="2019-01-09T20:57:29.405" v="0"/>
        <pc:sldMkLst>
          <pc:docMk/>
          <pc:sldMk cId="1122256038" sldId="263"/>
        </pc:sldMkLst>
        <pc:spChg chg="del">
          <ac:chgData name="Walke, Jim (jw9vx)" userId="S::jw9vx@virginia.edu::1a08380e-51b9-43b7-84db-60dc23de00fd" providerId="AD" clId="Web-{2682EA38-8039-4CA9-B655-B480BE8A7E7D}" dt="2019-01-09T20:57:29.405" v="0"/>
          <ac:spMkLst>
            <pc:docMk/>
            <pc:sldMk cId="1122256038" sldId="263"/>
            <ac:spMk id="2" creationId="{00000000-0000-0000-0000-000000000000}"/>
          </ac:spMkLst>
        </pc:spChg>
        <pc:spChg chg="del">
          <ac:chgData name="Walke, Jim (jw9vx)" userId="S::jw9vx@virginia.edu::1a08380e-51b9-43b7-84db-60dc23de00fd" providerId="AD" clId="Web-{2682EA38-8039-4CA9-B655-B480BE8A7E7D}" dt="2019-01-09T20:57:29.405" v="0"/>
          <ac:spMkLst>
            <pc:docMk/>
            <pc:sldMk cId="1122256038" sldId="263"/>
            <ac:spMk id="3" creationId="{00000000-0000-0000-0000-000000000000}"/>
          </ac:spMkLst>
        </pc:spChg>
        <pc:spChg chg="mod ord">
          <ac:chgData name="Walke, Jim (jw9vx)" userId="S::jw9vx@virginia.edu::1a08380e-51b9-43b7-84db-60dc23de00fd" providerId="AD" clId="Web-{2682EA38-8039-4CA9-B655-B480BE8A7E7D}" dt="2019-01-09T20:57:29.405" v="0"/>
          <ac:spMkLst>
            <pc:docMk/>
            <pc:sldMk cId="1122256038" sldId="263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ADF0D-4E3C-824B-B4C4-0F0207B029C3}" type="datetimeFigureOut">
              <a:rPr lang="en-US" smtClean="0"/>
              <a:t>6/19/2019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CBC41-3838-4B45-8A94-E57234916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38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7A0F2-2E8A-2448-9FE7-271D4943A144}" type="datetimeFigureOut">
              <a:rPr lang="en-US" smtClean="0"/>
              <a:t>6/19/2019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E8C4F-731C-F24D-9A9E-B4D5C84CE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97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82756"/>
            <a:ext cx="9144000" cy="732883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5400">
                <a:solidFill>
                  <a:schemeClr val="bg1"/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8467" y="2415639"/>
            <a:ext cx="9144000" cy="773112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4400" baseline="0">
                <a:solidFill>
                  <a:schemeClr val="bg1"/>
                </a:solidFill>
                <a:latin typeface="ITC Franklin Gothic Std Demi Extra Compressed"/>
              </a:defRPr>
            </a:lvl1pPr>
          </a:lstStyle>
          <a:p>
            <a:pPr lvl="0"/>
            <a:r>
              <a:rPr lang="en-US"/>
              <a:t>Subtitle Here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2" hasCustomPrompt="1"/>
          </p:nvPr>
        </p:nvSpPr>
        <p:spPr>
          <a:xfrm>
            <a:off x="9071" y="3644102"/>
            <a:ext cx="9144000" cy="419581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2800" baseline="0">
                <a:solidFill>
                  <a:schemeClr val="bg1"/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OPTIONAL AUTHOR NAME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063683"/>
            <a:ext cx="9144000" cy="346075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sz="1600" b="0" i="1" baseline="0">
                <a:solidFill>
                  <a:schemeClr val="bg1"/>
                </a:solidFill>
                <a:latin typeface="ITC Franklin Gothic Std Book"/>
              </a:defRPr>
            </a:lvl1pPr>
          </a:lstStyle>
          <a:p>
            <a:pPr lvl="0"/>
            <a:r>
              <a:rPr lang="en-US"/>
              <a:t>August 27th, 2016</a:t>
            </a:r>
          </a:p>
        </p:txBody>
      </p:sp>
    </p:spTree>
    <p:extLst>
      <p:ext uri="{BB962C8B-B14F-4D97-AF65-F5344CB8AC3E}">
        <p14:creationId xmlns:p14="http://schemas.microsoft.com/office/powerpoint/2010/main" val="491140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205923" y="1473518"/>
            <a:ext cx="4823778" cy="521938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400" baseline="3000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Extra Compressed"/>
              </a:defRPr>
            </a:lvl1pPr>
          </a:lstStyle>
          <a:p>
            <a:pPr lvl="0"/>
            <a:r>
              <a:rPr lang="en-US"/>
              <a:t>1. Introduction Title Placed Here</a:t>
            </a:r>
          </a:p>
          <a:p>
            <a:pPr lvl="0"/>
            <a:r>
              <a:rPr lang="en-US"/>
              <a:t>2. Purpose Title Here</a:t>
            </a:r>
          </a:p>
          <a:p>
            <a:pPr lvl="0"/>
            <a:r>
              <a:rPr lang="en-US"/>
              <a:t>3. Description Title Would Go Here</a:t>
            </a:r>
          </a:p>
          <a:p>
            <a:pPr lvl="0"/>
            <a:r>
              <a:rPr lang="en-US"/>
              <a:t>4.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Etam</a:t>
            </a:r>
            <a:r>
              <a:rPr lang="en-US"/>
              <a:t> Would Go Here</a:t>
            </a:r>
          </a:p>
          <a:p>
            <a:pPr lvl="0"/>
            <a:r>
              <a:rPr lang="en-US"/>
              <a:t>5. </a:t>
            </a:r>
            <a:r>
              <a:rPr lang="en-US" err="1"/>
              <a:t>Ipsum</a:t>
            </a:r>
            <a:r>
              <a:rPr lang="en-US"/>
              <a:t> Dolor Would Go Here</a:t>
            </a:r>
          </a:p>
          <a:p>
            <a:pPr lvl="0"/>
            <a:r>
              <a:rPr lang="en-US"/>
              <a:t>6. Methodology Would Be Placed Here</a:t>
            </a:r>
          </a:p>
          <a:p>
            <a:pPr lvl="0"/>
            <a:r>
              <a:rPr lang="en-US"/>
              <a:t>7. Research Title Would Go Here</a:t>
            </a:r>
          </a:p>
          <a:p>
            <a:pPr lvl="0"/>
            <a:r>
              <a:rPr lang="en-US"/>
              <a:t>8. Findings Another Title Would Go Here</a:t>
            </a:r>
          </a:p>
        </p:txBody>
      </p:sp>
    </p:spTree>
    <p:extLst>
      <p:ext uri="{BB962C8B-B14F-4D97-AF65-F5344CB8AC3E}">
        <p14:creationId xmlns:p14="http://schemas.microsoft.com/office/powerpoint/2010/main" val="3530823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5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1817688"/>
            <a:ext cx="4064721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1817688"/>
            <a:ext cx="3948112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004820" y="1689100"/>
            <a:ext cx="3180080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18161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1489510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5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1817688"/>
            <a:ext cx="4064721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1817688"/>
            <a:ext cx="3948112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523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004820" y="1689100"/>
            <a:ext cx="3180080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</p:spTree>
    <p:extLst>
      <p:ext uri="{BB962C8B-B14F-4D97-AF65-F5344CB8AC3E}">
        <p14:creationId xmlns:p14="http://schemas.microsoft.com/office/powerpoint/2010/main" val="659690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18161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20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2583308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66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421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236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84188" y="2185433"/>
            <a:ext cx="4064721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4713289" y="2185433"/>
            <a:ext cx="3948112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330200" y="2133600"/>
            <a:ext cx="184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6938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192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3004820" y="2006600"/>
            <a:ext cx="3180080" cy="3886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</p:spTree>
    <p:extLst>
      <p:ext uri="{BB962C8B-B14F-4D97-AF65-F5344CB8AC3E}">
        <p14:creationId xmlns:p14="http://schemas.microsoft.com/office/powerpoint/2010/main" val="22456473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6369"/>
            <a:ext cx="9144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447800" y="2298700"/>
            <a:ext cx="6197600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ook Condensed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8036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44600"/>
            <a:ext cx="9144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9999677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7758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889000" y="660400"/>
            <a:ext cx="7454900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889000" y="5786967"/>
            <a:ext cx="4851400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Demi Compresse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889000" y="6189127"/>
            <a:ext cx="7454900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ook Compressed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31956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theme" Target="../theme/theme3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6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.emf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1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theme" Target="../theme/theme7.xml"/><Relationship Id="rId5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6.emf"/><Relationship Id="rId4" Type="http://schemas.openxmlformats.org/officeDocument/2006/relationships/image" Target="../media/image7.pn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-10160"/>
            <a:ext cx="9144000" cy="5232400"/>
          </a:xfrm>
          <a:prstGeom prst="rect">
            <a:avLst/>
          </a:prstGeom>
          <a:solidFill>
            <a:srgbClr val="0121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12158"/>
              </a:solidFill>
            </a:endParaRPr>
          </a:p>
        </p:txBody>
      </p:sp>
      <p:pic>
        <p:nvPicPr>
          <p:cNvPr id="13" name="Picture 12" descr="dotted_line_white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437"/>
          <a:stretch/>
        </p:blipFill>
        <p:spPr>
          <a:xfrm>
            <a:off x="868947" y="3207552"/>
            <a:ext cx="7486316" cy="28203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2163758-D40C-E645-8713-B342A6A913BA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194041" y="5546194"/>
            <a:ext cx="6836127" cy="117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3512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tents_orange.jpg"/>
          <p:cNvPicPr>
            <a:picLocks noChangeAspect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02" y="329675"/>
            <a:ext cx="2783767" cy="21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8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" y="5194968"/>
            <a:ext cx="9144000" cy="1676400"/>
          </a:xfrm>
          <a:prstGeom prst="rect">
            <a:avLst/>
          </a:prstGeom>
        </p:spPr>
      </p:pic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5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53" r:id="rId2"/>
    <p:sldLayoutId id="2147483654" r:id="rId3"/>
    <p:sldLayoutId id="2147483656" r:id="rId4"/>
    <p:sldLayoutId id="2147483657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pic>
        <p:nvPicPr>
          <p:cNvPr id="8" name="Picture 7" descr="brushedge_solid_blue.png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" y="5194968"/>
            <a:ext cx="9144000" cy="1676400"/>
          </a:xfrm>
          <a:prstGeom prst="rect">
            <a:avLst/>
          </a:prstGeom>
        </p:spPr>
      </p:pic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1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9" r:id="rId2"/>
    <p:sldLayoutId id="2147483660" r:id="rId3"/>
    <p:sldLayoutId id="2147483662" r:id="rId4"/>
    <p:sldLayoutId id="2147483663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sp>
        <p:nvSpPr>
          <p:cNvPr id="8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771" y="6324412"/>
            <a:ext cx="1353129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1" y="0"/>
            <a:ext cx="9145300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06" y="277922"/>
            <a:ext cx="1408412" cy="3471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95564" y="646025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ook Extra Compressed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9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5" r:id="rId2"/>
    <p:sldLayoutId id="2147483666" r:id="rId3"/>
    <p:sldLayoutId id="2147483668" r:id="rId4"/>
    <p:sldLayoutId id="2147483669" r:id="rId5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0" r="15387" b="-16499"/>
          <a:stretch/>
        </p:blipFill>
        <p:spPr>
          <a:xfrm>
            <a:off x="-1" y="0"/>
            <a:ext cx="9155371" cy="7569200"/>
          </a:xfrm>
          <a:prstGeom prst="rect">
            <a:avLst/>
          </a:prstGeom>
        </p:spPr>
      </p:pic>
      <p:pic>
        <p:nvPicPr>
          <p:cNvPr id="8" name="Picture 7" descr="grounds.png"/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9" r="10121" b="-16499"/>
          <a:stretch/>
        </p:blipFill>
        <p:spPr>
          <a:xfrm>
            <a:off x="-14711" y="457200"/>
            <a:ext cx="9158711" cy="6974051"/>
          </a:xfrm>
          <a:prstGeom prst="rect">
            <a:avLst/>
          </a:prstGeom>
        </p:spPr>
      </p:pic>
      <p:sp>
        <p:nvSpPr>
          <p:cNvPr id="9" name="Rectangle 3"/>
          <p:cNvSpPr/>
          <p:nvPr userDrawn="1"/>
        </p:nvSpPr>
        <p:spPr>
          <a:xfrm>
            <a:off x="-14711" y="5978147"/>
            <a:ext cx="9170081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6"/>
          <p:cNvSpPr/>
          <p:nvPr userDrawn="1"/>
        </p:nvSpPr>
        <p:spPr>
          <a:xfrm>
            <a:off x="-2630" y="0"/>
            <a:ext cx="9145300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775" y="277922"/>
            <a:ext cx="1408412" cy="3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7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alphaModFix amt="10000"/>
            <a:lum/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9788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121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560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914867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p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1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O2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O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O3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FC8BCE4-E7A4-4F71-BE85-274BB623D4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A6E56E1-AE73-46B2-9506-F67D45DF829A}"/>
</file>

<file path=customXml/itemProps3.xml><?xml version="1.0" encoding="utf-8"?>
<ds:datastoreItem xmlns:ds="http://schemas.openxmlformats.org/officeDocument/2006/customXml" ds:itemID="{0F92EF6C-D6BB-4608-BA35-E518DFB13D6B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9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title page</vt:lpstr>
      <vt:lpstr>contents</vt:lpstr>
      <vt:lpstr>O1</vt:lpstr>
      <vt:lpstr>O1: image</vt:lpstr>
      <vt:lpstr>O2</vt:lpstr>
      <vt:lpstr>O2: image</vt:lpstr>
      <vt:lpstr>O3</vt:lpstr>
      <vt:lpstr>O3: image</vt:lpstr>
      <vt:lpstr>blank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Mikale</dc:creator>
  <cp:revision>6</cp:revision>
  <dcterms:created xsi:type="dcterms:W3CDTF">2016-06-30T12:32:58Z</dcterms:created>
  <dcterms:modified xsi:type="dcterms:W3CDTF">2019-06-19T20:39:19Z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</Properties>
</file>
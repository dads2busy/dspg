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1945600" cy="3291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FF299D-03A9-9DB8-B454-8AA48C2DEAD3}" v="57" dt="2019-07-23T18:01:04.527"/>
    <p1510:client id="{F80D9673-3D25-5ECA-F0F5-683C2AED800E}" v="817" dt="2019-07-23T18:24:07.63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381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0368"/>
        <p:guide pos="6912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2.xml"/><Relationship Id="rId5" Type="http://schemas.openxmlformats.org/officeDocument/2006/relationships/viewProps" Target="viewProps.xml"/><Relationship Id="rId10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in, Eliza Nicole (ent4pn)" userId="S::ent4pn@virginia.edu::c6f0735e-188b-4a35-9a6a-2de662ec8b5c" providerId="AD" clId="Web-{EA5BF21F-E6A7-F632-72A2-F275FB235B86}"/>
    <pc:docChg chg="modSld">
      <pc:chgData name="Tobin, Eliza Nicole (ent4pn)" userId="S::ent4pn@virginia.edu::c6f0735e-188b-4a35-9a6a-2de662ec8b5c" providerId="AD" clId="Web-{EA5BF21F-E6A7-F632-72A2-F275FB235B86}" dt="2019-07-24T13:21:09.241" v="0" actId="1076"/>
      <pc:docMkLst>
        <pc:docMk/>
      </pc:docMkLst>
      <pc:sldChg chg="modSp">
        <pc:chgData name="Tobin, Eliza Nicole (ent4pn)" userId="S::ent4pn@virginia.edu::c6f0735e-188b-4a35-9a6a-2de662ec8b5c" providerId="AD" clId="Web-{EA5BF21F-E6A7-F632-72A2-F275FB235B86}" dt="2019-07-24T13:21:09.241" v="0" actId="1076"/>
        <pc:sldMkLst>
          <pc:docMk/>
          <pc:sldMk cId="0" sldId="256"/>
        </pc:sldMkLst>
        <pc:spChg chg="mod">
          <ac:chgData name="Tobin, Eliza Nicole (ent4pn)" userId="S::ent4pn@virginia.edu::c6f0735e-188b-4a35-9a6a-2de662ec8b5c" providerId="AD" clId="Web-{EA5BF21F-E6A7-F632-72A2-F275FB235B86}" dt="2019-07-24T13:21:09.241" v="0" actId="1076"/>
          <ac:spMkLst>
            <pc:docMk/>
            <pc:sldMk cId="0" sldId="256"/>
            <ac:spMk id="32" creationId="{00000000-0000-0000-0000-000000000000}"/>
          </ac:spMkLst>
        </pc:spChg>
      </pc:sldChg>
    </pc:docChg>
  </pc:docChgLst>
  <pc:docChgLst>
    <pc:chgData name="Isch, Calvin (ci3uz)" userId="S::ci3uz@virginia.edu::d1b8b1a6-b223-4c78-a3de-e3d4ac8ab098" providerId="AD" clId="Web-{8CFF299D-03A9-9DB8-B454-8AA48C2DEAD3}"/>
    <pc:docChg chg="modSld">
      <pc:chgData name="Isch, Calvin (ci3uz)" userId="S::ci3uz@virginia.edu::d1b8b1a6-b223-4c78-a3de-e3d4ac8ab098" providerId="AD" clId="Web-{8CFF299D-03A9-9DB8-B454-8AA48C2DEAD3}" dt="2019-07-23T18:01:04.527" v="56" actId="20577"/>
      <pc:docMkLst>
        <pc:docMk/>
      </pc:docMkLst>
      <pc:sldChg chg="modSp">
        <pc:chgData name="Isch, Calvin (ci3uz)" userId="S::ci3uz@virginia.edu::d1b8b1a6-b223-4c78-a3de-e3d4ac8ab098" providerId="AD" clId="Web-{8CFF299D-03A9-9DB8-B454-8AA48C2DEAD3}" dt="2019-07-23T18:01:03.918" v="55" actId="20577"/>
        <pc:sldMkLst>
          <pc:docMk/>
          <pc:sldMk cId="0" sldId="256"/>
        </pc:sldMkLst>
        <pc:spChg chg="mod">
          <ac:chgData name="Isch, Calvin (ci3uz)" userId="S::ci3uz@virginia.edu::d1b8b1a6-b223-4c78-a3de-e3d4ac8ab098" providerId="AD" clId="Web-{8CFF299D-03A9-9DB8-B454-8AA48C2DEAD3}" dt="2019-07-23T18:01:03.918" v="55" actId="20577"/>
          <ac:spMkLst>
            <pc:docMk/>
            <pc:sldMk cId="0" sldId="256"/>
            <ac:spMk id="40" creationId="{00000000-0000-0000-0000-000000000000}"/>
          </ac:spMkLst>
        </pc:spChg>
      </pc:sldChg>
    </pc:docChg>
  </pc:docChgLst>
  <pc:docChgLst>
    <pc:chgData name="Tobin, Eliza Nicole (ent4pn)" userId="S::ent4pn@virginia.edu::c6f0735e-188b-4a35-9a6a-2de662ec8b5c" providerId="AD" clId="Web-{F80D9673-3D25-5ECA-F0F5-683C2AED800E}"/>
    <pc:docChg chg="modSld">
      <pc:chgData name="Tobin, Eliza Nicole (ent4pn)" userId="S::ent4pn@virginia.edu::c6f0735e-188b-4a35-9a6a-2de662ec8b5c" providerId="AD" clId="Web-{F80D9673-3D25-5ECA-F0F5-683C2AED800E}" dt="2019-07-23T19:04:05.484" v="3358" actId="1076"/>
      <pc:docMkLst>
        <pc:docMk/>
      </pc:docMkLst>
      <pc:sldChg chg="addSp delSp modSp">
        <pc:chgData name="Tobin, Eliza Nicole (ent4pn)" userId="S::ent4pn@virginia.edu::c6f0735e-188b-4a35-9a6a-2de662ec8b5c" providerId="AD" clId="Web-{F80D9673-3D25-5ECA-F0F5-683C2AED800E}" dt="2019-07-23T19:04:05.484" v="3358" actId="1076"/>
        <pc:sldMkLst>
          <pc:docMk/>
          <pc:sldMk cId="0" sldId="256"/>
        </pc:sldMkLst>
        <pc:spChg chg="add del mod">
          <ac:chgData name="Tobin, Eliza Nicole (ent4pn)" userId="S::ent4pn@virginia.edu::c6f0735e-188b-4a35-9a6a-2de662ec8b5c" providerId="AD" clId="Web-{F80D9673-3D25-5ECA-F0F5-683C2AED800E}" dt="2019-07-23T13:41:02.358" v="735"/>
          <ac:spMkLst>
            <pc:docMk/>
            <pc:sldMk cId="0" sldId="256"/>
            <ac:spMk id="2" creationId="{6E519EC2-8A10-49BD-B95E-DD2BFBC84299}"/>
          </ac:spMkLst>
        </pc:spChg>
        <pc:spChg chg="add mod ord">
          <ac:chgData name="Tobin, Eliza Nicole (ent4pn)" userId="S::ent4pn@virginia.edu::c6f0735e-188b-4a35-9a6a-2de662ec8b5c" providerId="AD" clId="Web-{F80D9673-3D25-5ECA-F0F5-683C2AED800E}" dt="2019-07-23T17:35:00.159" v="2407" actId="14100"/>
          <ac:spMkLst>
            <pc:docMk/>
            <pc:sldMk cId="0" sldId="256"/>
            <ac:spMk id="3" creationId="{D6E12F72-942A-4C44-B2BE-560962AE784B}"/>
          </ac:spMkLst>
        </pc:spChg>
        <pc:spChg chg="add mod ord">
          <ac:chgData name="Tobin, Eliza Nicole (ent4pn)" userId="S::ent4pn@virginia.edu::c6f0735e-188b-4a35-9a6a-2de662ec8b5c" providerId="AD" clId="Web-{F80D9673-3D25-5ECA-F0F5-683C2AED800E}" dt="2019-07-23T18:09:35.156" v="2481" actId="14100"/>
          <ac:spMkLst>
            <pc:docMk/>
            <pc:sldMk cId="0" sldId="256"/>
            <ac:spMk id="4" creationId="{32B7CC17-BB34-45D1-B339-E04F6C791BF5}"/>
          </ac:spMkLst>
        </pc:spChg>
        <pc:spChg chg="add mod ord">
          <ac:chgData name="Tobin, Eliza Nicole (ent4pn)" userId="S::ent4pn@virginia.edu::c6f0735e-188b-4a35-9a6a-2de662ec8b5c" providerId="AD" clId="Web-{F80D9673-3D25-5ECA-F0F5-683C2AED800E}" dt="2019-07-23T17:41:35.366" v="2457" actId="14100"/>
          <ac:spMkLst>
            <pc:docMk/>
            <pc:sldMk cId="0" sldId="256"/>
            <ac:spMk id="5" creationId="{7EB92374-A863-4AC2-916A-699BAC841660}"/>
          </ac:spMkLst>
        </pc:spChg>
        <pc:spChg chg="add mod ord">
          <ac:chgData name="Tobin, Eliza Nicole (ent4pn)" userId="S::ent4pn@virginia.edu::c6f0735e-188b-4a35-9a6a-2de662ec8b5c" providerId="AD" clId="Web-{F80D9673-3D25-5ECA-F0F5-683C2AED800E}" dt="2019-07-23T18:22:53.739" v="3290" actId="14100"/>
          <ac:spMkLst>
            <pc:docMk/>
            <pc:sldMk cId="0" sldId="256"/>
            <ac:spMk id="6" creationId="{172369DA-B059-4D7A-8EE4-67E7BE47506A}"/>
          </ac:spMkLst>
        </pc:spChg>
        <pc:spChg chg="add del mod">
          <ac:chgData name="Tobin, Eliza Nicole (ent4pn)" userId="S::ent4pn@virginia.edu::c6f0735e-188b-4a35-9a6a-2de662ec8b5c" providerId="AD" clId="Web-{F80D9673-3D25-5ECA-F0F5-683C2AED800E}" dt="2019-07-23T18:15:55.752" v="2928"/>
          <ac:spMkLst>
            <pc:docMk/>
            <pc:sldMk cId="0" sldId="256"/>
            <ac:spMk id="7" creationId="{80A8CBD1-5343-402A-A1E3-BDC171D3DC3F}"/>
          </ac:spMkLst>
        </pc:spChg>
        <pc:spChg chg="add del mod ord">
          <ac:chgData name="Tobin, Eliza Nicole (ent4pn)" userId="S::ent4pn@virginia.edu::c6f0735e-188b-4a35-9a6a-2de662ec8b5c" providerId="AD" clId="Web-{F80D9673-3D25-5ECA-F0F5-683C2AED800E}" dt="2019-07-23T18:59:42.264" v="3321"/>
          <ac:spMkLst>
            <pc:docMk/>
            <pc:sldMk cId="0" sldId="256"/>
            <ac:spMk id="7" creationId="{E54A55C8-C84F-4585-B813-655C3C75B059}"/>
          </ac:spMkLst>
        </pc:spChg>
        <pc:spChg chg="add mod">
          <ac:chgData name="Tobin, Eliza Nicole (ent4pn)" userId="S::ent4pn@virginia.edu::c6f0735e-188b-4a35-9a6a-2de662ec8b5c" providerId="AD" clId="Web-{F80D9673-3D25-5ECA-F0F5-683C2AED800E}" dt="2019-07-23T19:00:21.733" v="3325"/>
          <ac:spMkLst>
            <pc:docMk/>
            <pc:sldMk cId="0" sldId="256"/>
            <ac:spMk id="8" creationId="{F79E800D-83BD-42F1-AB61-B54C86F06AD6}"/>
          </ac:spMkLst>
        </pc:spChg>
        <pc:spChg chg="add del mod">
          <ac:chgData name="Tobin, Eliza Nicole (ent4pn)" userId="S::ent4pn@virginia.edu::c6f0735e-188b-4a35-9a6a-2de662ec8b5c" providerId="AD" clId="Web-{F80D9673-3D25-5ECA-F0F5-683C2AED800E}" dt="2019-07-23T19:02:32.921" v="3341"/>
          <ac:spMkLst>
            <pc:docMk/>
            <pc:sldMk cId="0" sldId="256"/>
            <ac:spMk id="9" creationId="{55D8F509-CFB5-4E6C-95AD-B95C24B4F429}"/>
          </ac:spMkLst>
        </pc:spChg>
        <pc:spChg chg="add del mod">
          <ac:chgData name="Tobin, Eliza Nicole (ent4pn)" userId="S::ent4pn@virginia.edu::c6f0735e-188b-4a35-9a6a-2de662ec8b5c" providerId="AD" clId="Web-{F80D9673-3D25-5ECA-F0F5-683C2AED800E}" dt="2019-07-23T19:02:59.249" v="3346"/>
          <ac:spMkLst>
            <pc:docMk/>
            <pc:sldMk cId="0" sldId="256"/>
            <ac:spMk id="10" creationId="{F09902BF-3168-4632-9F9B-66D329BEC989}"/>
          </ac:spMkLst>
        </pc:spChg>
        <pc:spChg chg="add mod">
          <ac:chgData name="Tobin, Eliza Nicole (ent4pn)" userId="S::ent4pn@virginia.edu::c6f0735e-188b-4a35-9a6a-2de662ec8b5c" providerId="AD" clId="Web-{F80D9673-3D25-5ECA-F0F5-683C2AED800E}" dt="2019-07-23T19:03:51.078" v="3356" actId="14100"/>
          <ac:spMkLst>
            <pc:docMk/>
            <pc:sldMk cId="0" sldId="256"/>
            <ac:spMk id="11" creationId="{B8605BD0-438C-40E7-BF35-84B3B020DEE4}"/>
          </ac:spMkLst>
        </pc:spChg>
        <pc:spChg chg="add mod">
          <ac:chgData name="Tobin, Eliza Nicole (ent4pn)" userId="S::ent4pn@virginia.edu::c6f0735e-188b-4a35-9a6a-2de662ec8b5c" providerId="AD" clId="Web-{F80D9673-3D25-5ECA-F0F5-683C2AED800E}" dt="2019-07-23T18:23:16.708" v="3295" actId="1076"/>
          <ac:spMkLst>
            <pc:docMk/>
            <pc:sldMk cId="0" sldId="256"/>
            <ac:spMk id="14" creationId="{12CFD34E-4861-446B-B567-4FAA22021A31}"/>
          </ac:spMkLst>
        </pc:spChg>
        <pc:spChg chg="add mod">
          <ac:chgData name="Tobin, Eliza Nicole (ent4pn)" userId="S::ent4pn@virginia.edu::c6f0735e-188b-4a35-9a6a-2de662ec8b5c" providerId="AD" clId="Web-{F80D9673-3D25-5ECA-F0F5-683C2AED800E}" dt="2019-07-23T17:42:13.396" v="2464" actId="1076"/>
          <ac:spMkLst>
            <pc:docMk/>
            <pc:sldMk cId="0" sldId="256"/>
            <ac:spMk id="15" creationId="{E5A62C0B-8332-4AE5-AC13-F8CEB593107F}"/>
          </ac:spMkLst>
        </pc:spChg>
        <pc:spChg chg="add mod">
          <ac:chgData name="Tobin, Eliza Nicole (ent4pn)" userId="S::ent4pn@virginia.edu::c6f0735e-188b-4a35-9a6a-2de662ec8b5c" providerId="AD" clId="Web-{F80D9673-3D25-5ECA-F0F5-683C2AED800E}" dt="2019-07-23T17:29:42.939" v="2377"/>
          <ac:spMkLst>
            <pc:docMk/>
            <pc:sldMk cId="0" sldId="256"/>
            <ac:spMk id="16" creationId="{3C0E0404-EC41-4D4A-9824-A66342D401C2}"/>
          </ac:spMkLst>
        </pc:spChg>
        <pc:spChg chg="add mod">
          <ac:chgData name="Tobin, Eliza Nicole (ent4pn)" userId="S::ent4pn@virginia.edu::c6f0735e-188b-4a35-9a6a-2de662ec8b5c" providerId="AD" clId="Web-{F80D9673-3D25-5ECA-F0F5-683C2AED800E}" dt="2019-07-23T17:40:55.490" v="2455" actId="1076"/>
          <ac:spMkLst>
            <pc:docMk/>
            <pc:sldMk cId="0" sldId="256"/>
            <ac:spMk id="17" creationId="{867C4F94-296B-4461-B11C-546BE0CCC751}"/>
          </ac:spMkLst>
        </pc:spChg>
        <pc:spChg chg="add mod">
          <ac:chgData name="Tobin, Eliza Nicole (ent4pn)" userId="S::ent4pn@virginia.edu::c6f0735e-188b-4a35-9a6a-2de662ec8b5c" providerId="AD" clId="Web-{F80D9673-3D25-5ECA-F0F5-683C2AED800E}" dt="2019-07-23T18:08:58.531" v="2475" actId="1076"/>
          <ac:spMkLst>
            <pc:docMk/>
            <pc:sldMk cId="0" sldId="256"/>
            <ac:spMk id="18" creationId="{F8DFB05D-F3A1-44FC-B3E1-A85C28622093}"/>
          </ac:spMkLst>
        </pc:spChg>
        <pc:spChg chg="add mod">
          <ac:chgData name="Tobin, Eliza Nicole (ent4pn)" userId="S::ent4pn@virginia.edu::c6f0735e-188b-4a35-9a6a-2de662ec8b5c" providerId="AD" clId="Web-{F80D9673-3D25-5ECA-F0F5-683C2AED800E}" dt="2019-07-23T17:42:10.818" v="2463" actId="1076"/>
          <ac:spMkLst>
            <pc:docMk/>
            <pc:sldMk cId="0" sldId="256"/>
            <ac:spMk id="19" creationId="{5BE0C992-2CD0-4567-AF95-CBD48CA000E4}"/>
          </ac:spMkLst>
        </pc:spChg>
        <pc:spChg chg="add del mod">
          <ac:chgData name="Tobin, Eliza Nicole (ent4pn)" userId="S::ent4pn@virginia.edu::c6f0735e-188b-4a35-9a6a-2de662ec8b5c" providerId="AD" clId="Web-{F80D9673-3D25-5ECA-F0F5-683C2AED800E}" dt="2019-07-23T18:09:59.391" v="2483"/>
          <ac:spMkLst>
            <pc:docMk/>
            <pc:sldMk cId="0" sldId="256"/>
            <ac:spMk id="20" creationId="{B5071CA7-DA9B-4189-B86F-E4EB027E68B4}"/>
          </ac:spMkLst>
        </pc:spChg>
        <pc:spChg chg="add mod">
          <ac:chgData name="Tobin, Eliza Nicole (ent4pn)" userId="S::ent4pn@virginia.edu::c6f0735e-188b-4a35-9a6a-2de662ec8b5c" providerId="AD" clId="Web-{F80D9673-3D25-5ECA-F0F5-683C2AED800E}" dt="2019-07-23T17:41:51.724" v="2458" actId="1076"/>
          <ac:spMkLst>
            <pc:docMk/>
            <pc:sldMk cId="0" sldId="256"/>
            <ac:spMk id="21" creationId="{016D040E-C938-48F8-9868-DC9B70E4E7D9}"/>
          </ac:spMkLst>
        </pc:spChg>
        <pc:spChg chg="add del mod">
          <ac:chgData name="Tobin, Eliza Nicole (ent4pn)" userId="S::ent4pn@virginia.edu::c6f0735e-188b-4a35-9a6a-2de662ec8b5c" providerId="AD" clId="Web-{F80D9673-3D25-5ECA-F0F5-683C2AED800E}" dt="2019-07-23T18:11:32.407" v="2663"/>
          <ac:spMkLst>
            <pc:docMk/>
            <pc:sldMk cId="0" sldId="256"/>
            <ac:spMk id="22" creationId="{EB38F207-CEBE-48FD-97A1-EECE521C255E}"/>
          </ac:spMkLst>
        </pc:spChg>
        <pc:spChg chg="add mod">
          <ac:chgData name="Tobin, Eliza Nicole (ent4pn)" userId="S::ent4pn@virginia.edu::c6f0735e-188b-4a35-9a6a-2de662ec8b5c" providerId="AD" clId="Web-{F80D9673-3D25-5ECA-F0F5-683C2AED800E}" dt="2019-07-23T18:58:44.404" v="3316" actId="1076"/>
          <ac:spMkLst>
            <pc:docMk/>
            <pc:sldMk cId="0" sldId="256"/>
            <ac:spMk id="24" creationId="{387B7230-C2AE-4D30-9F08-00DE7A0CFDB6}"/>
          </ac:spMkLst>
        </pc:spChg>
        <pc:spChg chg="add mod">
          <ac:chgData name="Tobin, Eliza Nicole (ent4pn)" userId="S::ent4pn@virginia.edu::c6f0735e-188b-4a35-9a6a-2de662ec8b5c" providerId="AD" clId="Web-{F80D9673-3D25-5ECA-F0F5-683C2AED800E}" dt="2019-07-23T17:44:11.866" v="2471" actId="1076"/>
          <ac:spMkLst>
            <pc:docMk/>
            <pc:sldMk cId="0" sldId="256"/>
            <ac:spMk id="25" creationId="{63F4118E-B68F-4D5F-BF5A-FCDAE0C92BC9}"/>
          </ac:spMkLst>
        </pc:spChg>
        <pc:spChg chg="add mod">
          <ac:chgData name="Tobin, Eliza Nicole (ent4pn)" userId="S::ent4pn@virginia.edu::c6f0735e-188b-4a35-9a6a-2de662ec8b5c" providerId="AD" clId="Web-{F80D9673-3D25-5ECA-F0F5-683C2AED800E}" dt="2019-07-23T17:44:06.663" v="2470" actId="1076"/>
          <ac:spMkLst>
            <pc:docMk/>
            <pc:sldMk cId="0" sldId="256"/>
            <ac:spMk id="26" creationId="{F58289A9-0ABB-4A1A-8A80-6A207BA7A18D}"/>
          </ac:spMkLst>
        </pc:spChg>
        <pc:spChg chg="add mod">
          <ac:chgData name="Tobin, Eliza Nicole (ent4pn)" userId="S::ent4pn@virginia.edu::c6f0735e-188b-4a35-9a6a-2de662ec8b5c" providerId="AD" clId="Web-{F80D9673-3D25-5ECA-F0F5-683C2AED800E}" dt="2019-07-23T18:58:35.654" v="3315" actId="1076"/>
          <ac:spMkLst>
            <pc:docMk/>
            <pc:sldMk cId="0" sldId="256"/>
            <ac:spMk id="27" creationId="{25193CE3-80F4-4D6C-A217-1172497E2747}"/>
          </ac:spMkLst>
        </pc:spChg>
        <pc:spChg chg="add mod">
          <ac:chgData name="Tobin, Eliza Nicole (ent4pn)" userId="S::ent4pn@virginia.edu::c6f0735e-188b-4a35-9a6a-2de662ec8b5c" providerId="AD" clId="Web-{F80D9673-3D25-5ECA-F0F5-683C2AED800E}" dt="2019-07-23T17:40:26.911" v="2450" actId="1076"/>
          <ac:spMkLst>
            <pc:docMk/>
            <pc:sldMk cId="0" sldId="256"/>
            <ac:spMk id="28" creationId="{0078CBEE-9586-4C5E-9AF7-AFCDAC6A7EAB}"/>
          </ac:spMkLst>
        </pc:spChg>
        <pc:spChg chg="mod">
          <ac:chgData name="Tobin, Eliza Nicole (ent4pn)" userId="S::ent4pn@virginia.edu::c6f0735e-188b-4a35-9a6a-2de662ec8b5c" providerId="AD" clId="Web-{F80D9673-3D25-5ECA-F0F5-683C2AED800E}" dt="2019-07-23T17:35:27.816" v="2424" actId="20577"/>
          <ac:spMkLst>
            <pc:docMk/>
            <pc:sldMk cId="0" sldId="256"/>
            <ac:spMk id="30" creationId="{00000000-0000-0000-0000-000000000000}"/>
          </ac:spMkLst>
        </pc:spChg>
        <pc:spChg chg="mod">
          <ac:chgData name="Tobin, Eliza Nicole (ent4pn)" userId="S::ent4pn@virginia.edu::c6f0735e-188b-4a35-9a6a-2de662ec8b5c" providerId="AD" clId="Web-{F80D9673-3D25-5ECA-F0F5-683C2AED800E}" dt="2019-07-23T17:28:04.813" v="2369"/>
          <ac:spMkLst>
            <pc:docMk/>
            <pc:sldMk cId="0" sldId="256"/>
            <ac:spMk id="31" creationId="{00000000-0000-0000-0000-000000000000}"/>
          </ac:spMkLst>
        </pc:spChg>
        <pc:spChg chg="mod">
          <ac:chgData name="Tobin, Eliza Nicole (ent4pn)" userId="S::ent4pn@virginia.edu::c6f0735e-188b-4a35-9a6a-2de662ec8b5c" providerId="AD" clId="Web-{F80D9673-3D25-5ECA-F0F5-683C2AED800E}" dt="2019-07-23T17:35:07.987" v="2408" actId="1076"/>
          <ac:spMkLst>
            <pc:docMk/>
            <pc:sldMk cId="0" sldId="256"/>
            <ac:spMk id="32" creationId="{00000000-0000-0000-0000-000000000000}"/>
          </ac:spMkLst>
        </pc:spChg>
        <pc:spChg chg="mod">
          <ac:chgData name="Tobin, Eliza Nicole (ent4pn)" userId="S::ent4pn@virginia.edu::c6f0735e-188b-4a35-9a6a-2de662ec8b5c" providerId="AD" clId="Web-{F80D9673-3D25-5ECA-F0F5-683C2AED800E}" dt="2019-07-23T13:25:50.554" v="109" actId="1076"/>
          <ac:spMkLst>
            <pc:docMk/>
            <pc:sldMk cId="0" sldId="256"/>
            <ac:spMk id="33" creationId="{00000000-0000-0000-0000-000000000000}"/>
          </ac:spMkLst>
        </pc:spChg>
        <pc:spChg chg="mod">
          <ac:chgData name="Tobin, Eliza Nicole (ent4pn)" userId="S::ent4pn@virginia.edu::c6f0735e-188b-4a35-9a6a-2de662ec8b5c" providerId="AD" clId="Web-{F80D9673-3D25-5ECA-F0F5-683C2AED800E}" dt="2019-07-23T14:10:13.826" v="1568" actId="20577"/>
          <ac:spMkLst>
            <pc:docMk/>
            <pc:sldMk cId="0" sldId="256"/>
            <ac:spMk id="34" creationId="{00000000-0000-0000-0000-000000000000}"/>
          </ac:spMkLst>
        </pc:spChg>
        <pc:spChg chg="mod">
          <ac:chgData name="Tobin, Eliza Nicole (ent4pn)" userId="S::ent4pn@virginia.edu::c6f0735e-188b-4a35-9a6a-2de662ec8b5c" providerId="AD" clId="Web-{F80D9673-3D25-5ECA-F0F5-683C2AED800E}" dt="2019-07-23T18:24:07.630" v="3297"/>
          <ac:spMkLst>
            <pc:docMk/>
            <pc:sldMk cId="0" sldId="256"/>
            <ac:spMk id="35" creationId="{00000000-0000-0000-0000-000000000000}"/>
          </ac:spMkLst>
        </pc:spChg>
        <pc:spChg chg="mod">
          <ac:chgData name="Tobin, Eliza Nicole (ent4pn)" userId="S::ent4pn@virginia.edu::c6f0735e-188b-4a35-9a6a-2de662ec8b5c" providerId="AD" clId="Web-{F80D9673-3D25-5ECA-F0F5-683C2AED800E}" dt="2019-07-23T18:03:28.498" v="2474"/>
          <ac:spMkLst>
            <pc:docMk/>
            <pc:sldMk cId="0" sldId="256"/>
            <ac:spMk id="36" creationId="{00000000-0000-0000-0000-000000000000}"/>
          </ac:spMkLst>
        </pc:spChg>
        <pc:spChg chg="mod">
          <ac:chgData name="Tobin, Eliza Nicole (ent4pn)" userId="S::ent4pn@virginia.edu::c6f0735e-188b-4a35-9a6a-2de662ec8b5c" providerId="AD" clId="Web-{F80D9673-3D25-5ECA-F0F5-683C2AED800E}" dt="2019-07-23T17:41:59.412" v="2459" actId="1076"/>
          <ac:spMkLst>
            <pc:docMk/>
            <pc:sldMk cId="0" sldId="256"/>
            <ac:spMk id="37" creationId="{00000000-0000-0000-0000-000000000000}"/>
          </ac:spMkLst>
        </pc:spChg>
        <pc:spChg chg="mod">
          <ac:chgData name="Tobin, Eliza Nicole (ent4pn)" userId="S::ent4pn@virginia.edu::c6f0735e-188b-4a35-9a6a-2de662ec8b5c" providerId="AD" clId="Web-{F80D9673-3D25-5ECA-F0F5-683C2AED800E}" dt="2019-07-23T17:42:01.943" v="2460" actId="1076"/>
          <ac:spMkLst>
            <pc:docMk/>
            <pc:sldMk cId="0" sldId="256"/>
            <ac:spMk id="38" creationId="{00000000-0000-0000-0000-000000000000}"/>
          </ac:spMkLst>
        </pc:spChg>
        <pc:spChg chg="add mod">
          <ac:chgData name="Tobin, Eliza Nicole (ent4pn)" userId="S::ent4pn@virginia.edu::c6f0735e-188b-4a35-9a6a-2de662ec8b5c" providerId="AD" clId="Web-{F80D9673-3D25-5ECA-F0F5-683C2AED800E}" dt="2019-07-23T18:09:44.484" v="2482" actId="1076"/>
          <ac:spMkLst>
            <pc:docMk/>
            <pc:sldMk cId="0" sldId="256"/>
            <ac:spMk id="41" creationId="{644FB2AB-C850-46EE-8F75-C5F290446EE1}"/>
          </ac:spMkLst>
        </pc:spChg>
        <pc:spChg chg="add mod">
          <ac:chgData name="Tobin, Eliza Nicole (ent4pn)" userId="S::ent4pn@virginia.edu::c6f0735e-188b-4a35-9a6a-2de662ec8b5c" providerId="AD" clId="Web-{F80D9673-3D25-5ECA-F0F5-683C2AED800E}" dt="2019-07-23T18:23:11.302" v="3294" actId="14100"/>
          <ac:spMkLst>
            <pc:docMk/>
            <pc:sldMk cId="0" sldId="256"/>
            <ac:spMk id="42" creationId="{21B1F84A-B750-499F-AC38-65DFD428F230}"/>
          </ac:spMkLst>
        </pc:spChg>
        <pc:spChg chg="add mod">
          <ac:chgData name="Tobin, Eliza Nicole (ent4pn)" userId="S::ent4pn@virginia.edu::c6f0735e-188b-4a35-9a6a-2de662ec8b5c" providerId="AD" clId="Web-{F80D9673-3D25-5ECA-F0F5-683C2AED800E}" dt="2019-07-23T18:23:02.599" v="3293" actId="1076"/>
          <ac:spMkLst>
            <pc:docMk/>
            <pc:sldMk cId="0" sldId="256"/>
            <ac:spMk id="43" creationId="{E7CE5787-B9AA-448E-91A1-2F9A5BF807B4}"/>
          </ac:spMkLst>
        </pc:spChg>
        <pc:spChg chg="add del mod">
          <ac:chgData name="Tobin, Eliza Nicole (ent4pn)" userId="S::ent4pn@virginia.edu::c6f0735e-188b-4a35-9a6a-2de662ec8b5c" providerId="AD" clId="Web-{F80D9673-3D25-5ECA-F0F5-683C2AED800E}" dt="2019-07-23T19:01:02.624" v="3330"/>
          <ac:spMkLst>
            <pc:docMk/>
            <pc:sldMk cId="0" sldId="256"/>
            <ac:spMk id="44" creationId="{17A48263-E03F-4572-8529-F4DDCD9235FC}"/>
          </ac:spMkLst>
        </pc:spChg>
        <pc:spChg chg="add mod">
          <ac:chgData name="Tobin, Eliza Nicole (ent4pn)" userId="S::ent4pn@virginia.edu::c6f0735e-188b-4a35-9a6a-2de662ec8b5c" providerId="AD" clId="Web-{F80D9673-3D25-5ECA-F0F5-683C2AED800E}" dt="2019-07-23T19:04:05.484" v="3358" actId="1076"/>
          <ac:spMkLst>
            <pc:docMk/>
            <pc:sldMk cId="0" sldId="256"/>
            <ac:spMk id="45" creationId="{C5199E77-042B-405B-88D7-BE0F41595B4A}"/>
          </ac:spMkLst>
        </pc:spChg>
        <pc:picChg chg="add mod">
          <ac:chgData name="Tobin, Eliza Nicole (ent4pn)" userId="S::ent4pn@virginia.edu::c6f0735e-188b-4a35-9a6a-2de662ec8b5c" providerId="AD" clId="Web-{F80D9673-3D25-5ECA-F0F5-683C2AED800E}" dt="2019-07-23T18:15:33.111" v="2925" actId="1076"/>
          <ac:picMkLst>
            <pc:docMk/>
            <pc:sldMk cId="0" sldId="256"/>
            <ac:picMk id="2" creationId="{01368949-47B3-4D1C-9059-93657DF2033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095" y="-65166"/>
            <a:ext cx="22754146" cy="32331953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998" y="-620308"/>
            <a:ext cx="22039596" cy="335583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50" cy="5572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50" cy="1907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ln w="12700">
            <a:miter lim="400000"/>
          </a:ln>
        </p:spPr>
        <p:txBody>
          <a:bodyPr wrap="none" lIns="85725" tIns="85725" rIns="85725" bIns="85725">
            <a:spAutoFit/>
          </a:bodyPr>
          <a:lstStyle>
            <a:lvl1pPr>
              <a:defRPr sz="5400" b="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ransition spd="med"/>
  <p:txStyles>
    <p:title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3556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7112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0668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4224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ud 3">
            <a:extLst>
              <a:ext uri="{FF2B5EF4-FFF2-40B4-BE49-F238E27FC236}">
                <a16:creationId xmlns:a16="http://schemas.microsoft.com/office/drawing/2014/main" id="{32B7CC17-BB34-45D1-B339-E04F6C791BF5}"/>
              </a:ext>
            </a:extLst>
          </p:cNvPr>
          <p:cNvSpPr/>
          <p:nvPr/>
        </p:nvSpPr>
        <p:spPr>
          <a:xfrm rot="420000">
            <a:off x="148060" y="5694078"/>
            <a:ext cx="7876673" cy="5245768"/>
          </a:xfrm>
          <a:prstGeom prst="cloud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7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2369DA-B059-4D7A-8EE4-67E7BE47506A}"/>
              </a:ext>
            </a:extLst>
          </p:cNvPr>
          <p:cNvSpPr/>
          <p:nvPr/>
        </p:nvSpPr>
        <p:spPr>
          <a:xfrm>
            <a:off x="8025182" y="6484520"/>
            <a:ext cx="9448180" cy="712597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7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7EB92374-A863-4AC2-916A-699BAC841660}"/>
              </a:ext>
            </a:extLst>
          </p:cNvPr>
          <p:cNvSpPr/>
          <p:nvPr/>
        </p:nvSpPr>
        <p:spPr>
          <a:xfrm>
            <a:off x="17731539" y="6502065"/>
            <a:ext cx="3898231" cy="3128211"/>
          </a:xfrm>
          <a:prstGeom prst="foldedCorner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7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6E12F72-942A-4C44-B2BE-560962AE784B}"/>
              </a:ext>
            </a:extLst>
          </p:cNvPr>
          <p:cNvSpPr/>
          <p:nvPr/>
        </p:nvSpPr>
        <p:spPr>
          <a:xfrm>
            <a:off x="312820" y="3649578"/>
            <a:ext cx="21480379" cy="2743201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7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2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4517" y="31158015"/>
            <a:ext cx="7135281" cy="107177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TITLE OF RESEARCH STUDY in 54 pt"/>
          <p:cNvSpPr txBox="1"/>
          <p:nvPr/>
        </p:nvSpPr>
        <p:spPr>
          <a:xfrm>
            <a:off x="-1133971" y="432989"/>
            <a:ext cx="18141394" cy="1892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b">
            <a:spAutoFit/>
          </a:bodyPr>
          <a:lstStyle>
            <a:lvl1pPr algn="l" defTabSz="1314450">
              <a:defRPr sz="5400" b="0" cap="all">
                <a:solidFill>
                  <a:srgbClr val="EE6419"/>
                </a:solidFill>
                <a:latin typeface="ITC Franklin Gothic Std Demi Co"/>
                <a:ea typeface="ITC Franklin Gothic Std Demi Co"/>
                <a:cs typeface="ITC Franklin Gothic Std Demi Co"/>
                <a:sym typeface="ITC Franklin Gothic Std Demi Co"/>
              </a:defRPr>
            </a:lvl1pPr>
          </a:lstStyle>
          <a:p>
            <a:pPr algn="ctr"/>
            <a:r>
              <a:rPr lang="en-US">
                <a:latin typeface="ITC Franklin Gothic Std Dm Cd"/>
              </a:rPr>
              <a:t>Measuring the universe of</a:t>
            </a:r>
            <a:endParaRPr lang="en-US"/>
          </a:p>
          <a:p>
            <a:pPr algn="ctr"/>
            <a:r>
              <a:rPr lang="en-US">
                <a:latin typeface="ITC Franklin Gothic Std Dm Cd"/>
              </a:rPr>
              <a:t>open source software Innovation</a:t>
            </a:r>
            <a:endParaRPr lang="en-US"/>
          </a:p>
        </p:txBody>
      </p:sp>
      <p:sp>
        <p:nvSpPr>
          <p:cNvPr id="31" name="Subhead - Franklin Gothic Demi - 28"/>
          <p:cNvSpPr txBox="1"/>
          <p:nvPr/>
        </p:nvSpPr>
        <p:spPr>
          <a:xfrm>
            <a:off x="1046818" y="3535667"/>
            <a:ext cx="3239669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b="1"/>
              <a:t>Project Introduction</a:t>
            </a:r>
          </a:p>
        </p:txBody>
      </p:sp>
      <p:sp>
        <p:nvSpPr>
          <p:cNvPr id="32" name="Body Text - Franklin Gothic Book - 22"/>
          <p:cNvSpPr txBox="1"/>
          <p:nvPr/>
        </p:nvSpPr>
        <p:spPr>
          <a:xfrm>
            <a:off x="485740" y="4236322"/>
            <a:ext cx="18536055" cy="2939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pPr marL="342900" indent="-342900">
              <a:buFont typeface="Arial"/>
              <a:buChar char="•"/>
            </a:pPr>
            <a:r>
              <a:rPr lang="en-US">
                <a:latin typeface="ITC Franklin Gothic Std Book"/>
              </a:rPr>
              <a:t>Despite the importance of open source software (OSS) to scientific innovation, there are no commonly used metrics to measure the amount of OSS in existence. </a:t>
            </a:r>
          </a:p>
          <a:p>
            <a:pPr marL="342900" indent="-342900">
              <a:buFont typeface="Arial"/>
              <a:buChar char="•"/>
            </a:pPr>
            <a:r>
              <a:rPr lang="en-US">
                <a:latin typeface="ITC Franklin Gothic Std Book"/>
              </a:rPr>
              <a:t>This project aims to measure how much OSS is in use and to better understand the distribution of OSS creation across various sectors in order to evaluate the</a:t>
            </a:r>
          </a:p>
          <a:p>
            <a:r>
              <a:rPr lang="en-US">
                <a:latin typeface="ITC Franklin Gothic Std Book"/>
              </a:rPr>
              <a:t>     economic impact of OSS</a:t>
            </a:r>
            <a:endParaRPr lang="en-US"/>
          </a:p>
          <a:p>
            <a:pPr marL="342900" indent="-342900">
              <a:buFont typeface="Arial"/>
              <a:buChar char="•"/>
            </a:pPr>
            <a:r>
              <a:rPr lang="en-US">
                <a:latin typeface="ITC Franklin Gothic Std Book"/>
              </a:rPr>
              <a:t>Traditional measures of innovation look at the amount of copyright, patents, and trademarks in existence. However, this method does not accurately</a:t>
            </a:r>
          </a:p>
          <a:p>
            <a:r>
              <a:rPr lang="en-US">
                <a:latin typeface="ITC Franklin Gothic Std Book"/>
              </a:rPr>
              <a:t>     capture the universe of OSS innovation. After a data exploration of all of the copyright computer files on copyright.gov, the team determined that only 55 out of ??</a:t>
            </a:r>
          </a:p>
          <a:p>
            <a:r>
              <a:rPr lang="en-US">
                <a:latin typeface="ITC Franklin Gothic Std Book"/>
              </a:rPr>
              <a:t>     files were open source, indicating that standard measurements of innovation do not capture the size and scope of OSS development.</a:t>
            </a:r>
            <a:endParaRPr lang="en-US"/>
          </a:p>
        </p:txBody>
      </p:sp>
      <p:sp>
        <p:nvSpPr>
          <p:cNvPr id="33" name="References - Franklin Gothic Demi - 24"/>
          <p:cNvSpPr txBox="1"/>
          <p:nvPr/>
        </p:nvSpPr>
        <p:spPr>
          <a:xfrm>
            <a:off x="308881" y="28826655"/>
            <a:ext cx="5565626" cy="600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4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t>References - Franklin Gothic Demi - 24</a:t>
            </a:r>
          </a:p>
        </p:txBody>
      </p:sp>
      <p:sp>
        <p:nvSpPr>
          <p:cNvPr id="34" name="Reference Text - Franklin Gothic Book - 18"/>
          <p:cNvSpPr txBox="1"/>
          <p:nvPr/>
        </p:nvSpPr>
        <p:spPr>
          <a:xfrm>
            <a:off x="306827" y="29429138"/>
            <a:ext cx="9451305" cy="784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18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pPr>
              <a:buFont typeface="Arial"/>
              <a:buChar char="•"/>
            </a:pPr>
            <a:r>
              <a:rPr lang="en-US"/>
              <a:t>Modeling the Impact of R Packages Using Dependency and Contributor Networks (Korkmaz et al.)</a:t>
            </a:r>
          </a:p>
          <a:p>
            <a:pPr marL="285750" indent="-285750">
              <a:buFont typeface="Arial"/>
              <a:buChar char="•"/>
            </a:pPr>
            <a:endParaRPr lang="en-US">
              <a:latin typeface="ITC Franklin Gothic Std Book"/>
            </a:endParaRPr>
          </a:p>
        </p:txBody>
      </p:sp>
      <p:sp>
        <p:nvSpPr>
          <p:cNvPr id="35" name="Circle"/>
          <p:cNvSpPr/>
          <p:nvPr/>
        </p:nvSpPr>
        <p:spPr>
          <a:xfrm>
            <a:off x="7163578" y="18743787"/>
            <a:ext cx="6538022" cy="6538022"/>
          </a:xfrm>
          <a:prstGeom prst="ellipse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6" name="Square"/>
          <p:cNvSpPr/>
          <p:nvPr/>
        </p:nvSpPr>
        <p:spPr>
          <a:xfrm>
            <a:off x="14939533" y="19104158"/>
            <a:ext cx="5948681" cy="5948681"/>
          </a:xfrm>
          <a:prstGeom prst="rect">
            <a:avLst/>
          </a:prstGeom>
          <a:solidFill>
            <a:srgbClr val="002060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37" name="Figure #1"/>
          <p:cNvSpPr txBox="1"/>
          <p:nvPr/>
        </p:nvSpPr>
        <p:spPr>
          <a:xfrm>
            <a:off x="4841290" y="25301036"/>
            <a:ext cx="10570335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defTabSz="1314450">
              <a:defRPr sz="2800" b="0" i="1">
                <a:solidFill>
                  <a:srgbClr val="213566"/>
                </a:solidFill>
                <a:latin typeface="Bodoni Std Poster"/>
                <a:ea typeface="Bodoni Std Poster"/>
                <a:cs typeface="Bodoni Std Poster"/>
                <a:sym typeface="Bodoni Std Poster"/>
              </a:defRPr>
            </a:lvl1pPr>
          </a:lstStyle>
          <a:p>
            <a:r>
              <a:rPr i="0">
                <a:latin typeface="Bodoni Std Poster Italic"/>
                <a:cs typeface="Bodoni Std Poster Italic"/>
              </a:rPr>
              <a:t>Figure #1</a:t>
            </a:r>
          </a:p>
        </p:txBody>
      </p:sp>
      <p:sp>
        <p:nvSpPr>
          <p:cNvPr id="38" name="Figure #2"/>
          <p:cNvSpPr txBox="1"/>
          <p:nvPr/>
        </p:nvSpPr>
        <p:spPr>
          <a:xfrm>
            <a:off x="12448340" y="25601314"/>
            <a:ext cx="10570335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defTabSz="1314450">
              <a:defRPr sz="2800" b="0" i="1">
                <a:solidFill>
                  <a:srgbClr val="213566"/>
                </a:solidFill>
                <a:latin typeface="Bodoni Std Poster"/>
                <a:ea typeface="Bodoni Std Poster"/>
                <a:cs typeface="Bodoni Std Poster"/>
                <a:sym typeface="Bodoni Std Poster"/>
              </a:defRPr>
            </a:lvl1pPr>
          </a:lstStyle>
          <a:p>
            <a:r>
              <a:rPr i="0">
                <a:latin typeface="Bodoni Std Poster Italic"/>
                <a:cs typeface="Bodoni Std Poster Italic"/>
              </a:rPr>
              <a:t>Figure #2</a:t>
            </a:r>
          </a:p>
        </p:txBody>
      </p:sp>
      <p:sp>
        <p:nvSpPr>
          <p:cNvPr id="39" name="Your Name, Graduate Student Name, Post Doc Name, Advisor…"/>
          <p:cNvSpPr txBox="1"/>
          <p:nvPr/>
        </p:nvSpPr>
        <p:spPr>
          <a:xfrm>
            <a:off x="1223730" y="2238861"/>
            <a:ext cx="7540526" cy="1173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/>
          <a:p>
            <a:pPr algn="l" defTabSz="1314450">
              <a:lnSpc>
                <a:spcPct val="150000"/>
              </a:lnSpc>
              <a:defRPr sz="2100" b="0">
                <a:solidFill>
                  <a:srgbClr val="213566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b="0">
                <a:latin typeface="ITC Franklin Gothic Std Book"/>
                <a:cs typeface="ITC Franklin Gothic Std Book"/>
              </a:rPr>
              <a:t>Your Name, Graduate Student Name, Post Doc Name, Advisor</a:t>
            </a:r>
          </a:p>
          <a:p>
            <a:pPr algn="l" defTabSz="1314450">
              <a:lnSpc>
                <a:spcPct val="150000"/>
              </a:lnSpc>
              <a:defRPr sz="2100" b="0">
                <a:solidFill>
                  <a:srgbClr val="213566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b="0">
                <a:latin typeface="ITC Franklin Gothic Std Book"/>
                <a:cs typeface="ITC Franklin Gothic Std Book"/>
              </a:rPr>
              <a:t>Department Listing with captions if needed</a:t>
            </a:r>
          </a:p>
        </p:txBody>
      </p:sp>
      <p:sp>
        <p:nvSpPr>
          <p:cNvPr id="40" name="TextBox 4"/>
          <p:cNvSpPr txBox="1"/>
          <p:nvPr/>
        </p:nvSpPr>
        <p:spPr>
          <a:xfrm>
            <a:off x="6849697" y="31068904"/>
            <a:ext cx="14188968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t">
            <a:spAutoFit/>
          </a:bodyPr>
          <a:lstStyle>
            <a:lvl1pPr algn="l" defTabSz="2633472">
              <a:defRPr sz="3600" b="0">
                <a:solidFill>
                  <a:srgbClr val="20304B"/>
                </a:solidFill>
                <a:latin typeface="ITC Franklin Gothic Std Medium"/>
                <a:ea typeface="ITC Franklin Gothic Std Medium"/>
                <a:cs typeface="ITC Franklin Gothic Std Medium"/>
                <a:sym typeface="ITC Franklin Gothic Std Medium"/>
              </a:defRPr>
            </a:lvl1pPr>
          </a:lstStyle>
          <a:p>
            <a:r>
              <a:rPr lang="en-US" sz="3200">
                <a:latin typeface="Franklin Gothic Medium"/>
                <a:cs typeface="Franklin Gothic Medium"/>
              </a:rPr>
              <a:t>Social and Decision Analytics Division</a:t>
            </a:r>
            <a:endParaRPr sz="3200">
              <a:latin typeface="Franklin Gothic Medium"/>
              <a:cs typeface="Franklin Gothic Medium"/>
            </a:endParaRPr>
          </a:p>
        </p:txBody>
      </p:sp>
      <p:sp>
        <p:nvSpPr>
          <p:cNvPr id="14" name="Subhead - Franklin Gothic Demi - 28">
            <a:extLst>
              <a:ext uri="{FF2B5EF4-FFF2-40B4-BE49-F238E27FC236}">
                <a16:creationId xmlns:a16="http://schemas.microsoft.com/office/drawing/2014/main" id="{12CFD34E-4861-446B-B567-4FAA22021A31}"/>
              </a:ext>
            </a:extLst>
          </p:cNvPr>
          <p:cNvSpPr txBox="1"/>
          <p:nvPr/>
        </p:nvSpPr>
        <p:spPr>
          <a:xfrm>
            <a:off x="11852382" y="6348796"/>
            <a:ext cx="1461939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b="1"/>
              <a:t>Licenses</a:t>
            </a:r>
          </a:p>
        </p:txBody>
      </p:sp>
      <p:sp>
        <p:nvSpPr>
          <p:cNvPr id="15" name="Subhead - Franklin Gothic Demi - 28">
            <a:extLst>
              <a:ext uri="{FF2B5EF4-FFF2-40B4-BE49-F238E27FC236}">
                <a16:creationId xmlns:a16="http://schemas.microsoft.com/office/drawing/2014/main" id="{E5A62C0B-8332-4AE5-AC13-F8CEB593107F}"/>
              </a:ext>
            </a:extLst>
          </p:cNvPr>
          <p:cNvSpPr txBox="1"/>
          <p:nvPr/>
        </p:nvSpPr>
        <p:spPr>
          <a:xfrm>
            <a:off x="308881" y="18679414"/>
            <a:ext cx="881652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b="1"/>
              <a:t>Cost</a:t>
            </a:r>
          </a:p>
        </p:txBody>
      </p:sp>
      <p:sp>
        <p:nvSpPr>
          <p:cNvPr id="16" name="Subhead - Franklin Gothic Demi - 28">
            <a:extLst>
              <a:ext uri="{FF2B5EF4-FFF2-40B4-BE49-F238E27FC236}">
                <a16:creationId xmlns:a16="http://schemas.microsoft.com/office/drawing/2014/main" id="{3C0E0404-EC41-4D4A-9824-A66342D401C2}"/>
              </a:ext>
            </a:extLst>
          </p:cNvPr>
          <p:cNvSpPr txBox="1"/>
          <p:nvPr/>
        </p:nvSpPr>
        <p:spPr>
          <a:xfrm>
            <a:off x="437219" y="26796719"/>
            <a:ext cx="1853071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b="1"/>
              <a:t>Conclusion</a:t>
            </a:r>
          </a:p>
        </p:txBody>
      </p:sp>
      <p:sp>
        <p:nvSpPr>
          <p:cNvPr id="17" name="Subhead - Franklin Gothic Demi - 28">
            <a:extLst>
              <a:ext uri="{FF2B5EF4-FFF2-40B4-BE49-F238E27FC236}">
                <a16:creationId xmlns:a16="http://schemas.microsoft.com/office/drawing/2014/main" id="{867C4F94-296B-4461-B11C-546BE0CCC751}"/>
              </a:ext>
            </a:extLst>
          </p:cNvPr>
          <p:cNvSpPr txBox="1"/>
          <p:nvPr/>
        </p:nvSpPr>
        <p:spPr>
          <a:xfrm>
            <a:off x="195286" y="11090321"/>
            <a:ext cx="4976421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b="1"/>
              <a:t>Tables/findings about OSS</a:t>
            </a:r>
          </a:p>
        </p:txBody>
      </p:sp>
      <p:sp>
        <p:nvSpPr>
          <p:cNvPr id="18" name="Body Text - Franklin Gothic Book - 22">
            <a:extLst>
              <a:ext uri="{FF2B5EF4-FFF2-40B4-BE49-F238E27FC236}">
                <a16:creationId xmlns:a16="http://schemas.microsoft.com/office/drawing/2014/main" id="{F8DFB05D-F3A1-44FC-B3E1-A85C28622093}"/>
              </a:ext>
            </a:extLst>
          </p:cNvPr>
          <p:cNvSpPr txBox="1"/>
          <p:nvPr/>
        </p:nvSpPr>
        <p:spPr>
          <a:xfrm>
            <a:off x="189515" y="11898454"/>
            <a:ext cx="5750781" cy="32778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pPr marL="342900" indent="-342900">
              <a:buFont typeface="Arial"/>
              <a:buChar char="•"/>
            </a:pPr>
            <a:r>
              <a:rPr lang="en-US">
                <a:latin typeface="ITC Franklin Gothic Std Book"/>
                <a:cs typeface="ITC Franklin Gothic Std Book"/>
              </a:rPr>
              <a:t>Number of commits (box plot)</a:t>
            </a:r>
          </a:p>
          <a:p>
            <a:pPr marL="342900" indent="-342900">
              <a:buFont typeface="Arial"/>
              <a:buChar char="•"/>
            </a:pPr>
            <a:r>
              <a:rPr lang="en-US">
                <a:latin typeface="ITC Franklin Gothic Std Book"/>
                <a:cs typeface="ITC Franklin Gothic Std Book"/>
              </a:rPr>
              <a:t>Lines of code/project (box plot)</a:t>
            </a:r>
          </a:p>
          <a:p>
            <a:pPr marL="342900" indent="-342900">
              <a:buFont typeface="Arial"/>
              <a:buChar char="•"/>
            </a:pPr>
            <a:r>
              <a:rPr lang="en-US">
                <a:latin typeface="ITC Franklin Gothic Std Book"/>
                <a:cs typeface="ITC Franklin Gothic Std Book"/>
              </a:rPr>
              <a:t>Commits/contributors-double check(box plot)</a:t>
            </a:r>
          </a:p>
          <a:p>
            <a:pPr marL="342900" indent="-342900">
              <a:buFont typeface="Arial"/>
              <a:buChar char="•"/>
            </a:pPr>
            <a:r>
              <a:rPr lang="en-US">
                <a:latin typeface="ITC Franklin Gothic Std Book"/>
                <a:cs typeface="ITC Franklin Gothic Std Book"/>
              </a:rPr>
              <a:t>Number of contributors per project</a:t>
            </a:r>
          </a:p>
          <a:p>
            <a:pPr marL="342900" indent="-342900">
              <a:buFont typeface="Arial"/>
              <a:buChar char="•"/>
            </a:pPr>
            <a:r>
              <a:rPr lang="en-US">
                <a:latin typeface="ITC Franklin Gothic Std Book"/>
                <a:cs typeface="ITC Franklin Gothic Std Book"/>
              </a:rPr>
              <a:t>Projects/year</a:t>
            </a:r>
          </a:p>
          <a:p>
            <a:pPr marL="342900" indent="-342900">
              <a:buFont typeface="Arial"/>
              <a:buChar char="•"/>
            </a:pPr>
            <a:r>
              <a:rPr lang="en-US">
                <a:latin typeface="ITC Franklin Gothic Std Book"/>
                <a:cs typeface="ITC Franklin Gothic Std Book"/>
              </a:rPr>
              <a:t>Contributions/year</a:t>
            </a:r>
          </a:p>
          <a:p>
            <a:pPr marL="342900" indent="-342900">
              <a:buFont typeface="Arial"/>
              <a:buChar char="•"/>
            </a:pPr>
            <a:r>
              <a:rPr lang="en-US">
                <a:latin typeface="ITC Franklin Gothic Std Book"/>
                <a:cs typeface="ITC Franklin Gothic Std Book"/>
              </a:rPr>
              <a:t>Top projects</a:t>
            </a:r>
          </a:p>
          <a:p>
            <a:endParaRPr lang="en-US">
              <a:latin typeface="ITC Franklin Gothic Std Book"/>
              <a:cs typeface="ITC Franklin Gothic Std Book"/>
            </a:endParaRPr>
          </a:p>
        </p:txBody>
      </p:sp>
      <p:sp>
        <p:nvSpPr>
          <p:cNvPr id="19" name="Body Text - Franklin Gothic Book - 22">
            <a:extLst>
              <a:ext uri="{FF2B5EF4-FFF2-40B4-BE49-F238E27FC236}">
                <a16:creationId xmlns:a16="http://schemas.microsoft.com/office/drawing/2014/main" id="{5BE0C992-2CD0-4567-AF95-CBD48CA000E4}"/>
              </a:ext>
            </a:extLst>
          </p:cNvPr>
          <p:cNvSpPr txBox="1"/>
          <p:nvPr/>
        </p:nvSpPr>
        <p:spPr>
          <a:xfrm>
            <a:off x="210573" y="19338514"/>
            <a:ext cx="5750781" cy="12464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pPr marL="342900" indent="-342900">
              <a:buFont typeface="Arial"/>
              <a:buChar char="•"/>
            </a:pPr>
            <a:r>
              <a:rPr lang="en-US">
                <a:latin typeface="ITC Franklin Gothic Std Book"/>
                <a:cs typeface="ITC Franklin Gothic Std Book"/>
              </a:rPr>
              <a:t>Method</a:t>
            </a:r>
          </a:p>
          <a:p>
            <a:pPr marL="342900" indent="-342900">
              <a:buFont typeface="Arial"/>
              <a:buChar char="•"/>
            </a:pPr>
            <a:r>
              <a:rPr lang="en-US">
                <a:latin typeface="ITC Franklin Gothic Std Book"/>
                <a:cs typeface="ITC Franklin Gothic Std Book"/>
              </a:rPr>
              <a:t>Total cost: cost per package</a:t>
            </a:r>
          </a:p>
          <a:p>
            <a:endParaRPr lang="en-US">
              <a:latin typeface="ITC Franklin Gothic Std Book"/>
              <a:cs typeface="ITC Franklin Gothic Std Book"/>
            </a:endParaRPr>
          </a:p>
        </p:txBody>
      </p:sp>
      <p:sp>
        <p:nvSpPr>
          <p:cNvPr id="21" name="Subhead - Franklin Gothic Demi - 28">
            <a:extLst>
              <a:ext uri="{FF2B5EF4-FFF2-40B4-BE49-F238E27FC236}">
                <a16:creationId xmlns:a16="http://schemas.microsoft.com/office/drawing/2014/main" id="{016D040E-C938-48F8-9868-DC9B70E4E7D9}"/>
              </a:ext>
            </a:extLst>
          </p:cNvPr>
          <p:cNvSpPr txBox="1"/>
          <p:nvPr/>
        </p:nvSpPr>
        <p:spPr>
          <a:xfrm>
            <a:off x="17069597" y="26654384"/>
            <a:ext cx="3068148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/>
              <a:t>Possibly: Networks </a:t>
            </a:r>
          </a:p>
        </p:txBody>
      </p:sp>
      <p:sp>
        <p:nvSpPr>
          <p:cNvPr id="24" name="Subhead - Franklin Gothic Demi - 28">
            <a:extLst>
              <a:ext uri="{FF2B5EF4-FFF2-40B4-BE49-F238E27FC236}">
                <a16:creationId xmlns:a16="http://schemas.microsoft.com/office/drawing/2014/main" id="{387B7230-C2AE-4D30-9F08-00DE7A0CFDB6}"/>
              </a:ext>
            </a:extLst>
          </p:cNvPr>
          <p:cNvSpPr txBox="1"/>
          <p:nvPr/>
        </p:nvSpPr>
        <p:spPr>
          <a:xfrm>
            <a:off x="1214052" y="6357839"/>
            <a:ext cx="4954883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b="1"/>
              <a:t>What is Open Source Software?</a:t>
            </a:r>
          </a:p>
        </p:txBody>
      </p:sp>
      <p:sp>
        <p:nvSpPr>
          <p:cNvPr id="25" name="Subhead - Franklin Gothic Demi - 28">
            <a:extLst>
              <a:ext uri="{FF2B5EF4-FFF2-40B4-BE49-F238E27FC236}">
                <a16:creationId xmlns:a16="http://schemas.microsoft.com/office/drawing/2014/main" id="{63F4118E-B68F-4D5F-BF5A-FCDAE0C92BC9}"/>
              </a:ext>
            </a:extLst>
          </p:cNvPr>
          <p:cNvSpPr txBox="1"/>
          <p:nvPr/>
        </p:nvSpPr>
        <p:spPr>
          <a:xfrm>
            <a:off x="18133083" y="6517640"/>
            <a:ext cx="2720296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b="1"/>
              <a:t>Relevant Sectors</a:t>
            </a:r>
          </a:p>
        </p:txBody>
      </p:sp>
      <p:sp>
        <p:nvSpPr>
          <p:cNvPr id="26" name="Body Text - Franklin Gothic Book - 22">
            <a:extLst>
              <a:ext uri="{FF2B5EF4-FFF2-40B4-BE49-F238E27FC236}">
                <a16:creationId xmlns:a16="http://schemas.microsoft.com/office/drawing/2014/main" id="{F58289A9-0ABB-4A1A-8A80-6A207BA7A18D}"/>
              </a:ext>
            </a:extLst>
          </p:cNvPr>
          <p:cNvSpPr txBox="1"/>
          <p:nvPr/>
        </p:nvSpPr>
        <p:spPr>
          <a:xfrm>
            <a:off x="17150417" y="7007715"/>
            <a:ext cx="4642829" cy="2600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pPr marL="342900" indent="-342900" algn="ctr">
              <a:buFont typeface="Arial"/>
              <a:buChar char="•"/>
            </a:pPr>
            <a:r>
              <a:rPr lang="en-US">
                <a:latin typeface="ITC Franklin Gothic Std Book"/>
              </a:rPr>
              <a:t>Government</a:t>
            </a:r>
            <a:endParaRPr lang="en-US"/>
          </a:p>
          <a:p>
            <a:pPr marL="342900" indent="-342900" algn="ctr">
              <a:buFont typeface="Arial"/>
              <a:buChar char="•"/>
            </a:pPr>
            <a:r>
              <a:rPr lang="en-US">
                <a:latin typeface="ITC Franklin Gothic Std Book"/>
              </a:rPr>
              <a:t>Business</a:t>
            </a:r>
          </a:p>
          <a:p>
            <a:pPr marL="342900" indent="-342900" algn="ctr">
              <a:buFont typeface="Arial"/>
              <a:buChar char="•"/>
            </a:pPr>
            <a:r>
              <a:rPr lang="en-US">
                <a:latin typeface="ITC Franklin Gothic Std Book"/>
              </a:rPr>
              <a:t>Non-Profit</a:t>
            </a:r>
          </a:p>
          <a:p>
            <a:pPr marL="342900" indent="-342900" algn="ctr">
              <a:buFont typeface="Arial"/>
              <a:buChar char="•"/>
            </a:pPr>
            <a:r>
              <a:rPr lang="en-US">
                <a:latin typeface="ITC Franklin Gothic Std Book"/>
              </a:rPr>
              <a:t>Universities</a:t>
            </a:r>
          </a:p>
          <a:p>
            <a:pPr marL="342900" indent="-342900" algn="ctr">
              <a:buFont typeface="Arial"/>
              <a:buChar char="•"/>
            </a:pPr>
            <a:r>
              <a:rPr lang="en-US">
                <a:latin typeface="ITC Franklin Gothic Std Book"/>
              </a:rPr>
              <a:t>Foreign</a:t>
            </a:r>
          </a:p>
          <a:p>
            <a:pPr marL="342900" indent="-342900" algn="ctr">
              <a:buFont typeface="Arial"/>
              <a:buChar char="•"/>
            </a:pPr>
            <a:r>
              <a:rPr lang="en-US">
                <a:latin typeface="ITC Franklin Gothic Std Book"/>
              </a:rPr>
              <a:t>Individuals</a:t>
            </a:r>
          </a:p>
          <a:p>
            <a:pPr marL="342900" indent="-342900">
              <a:buFont typeface="Arial"/>
              <a:buChar char="•"/>
            </a:pPr>
            <a:endParaRPr lang="en-US">
              <a:latin typeface="ITC Franklin Gothic Std Book"/>
            </a:endParaRPr>
          </a:p>
        </p:txBody>
      </p:sp>
      <p:sp>
        <p:nvSpPr>
          <p:cNvPr id="27" name="Subhead - Franklin Gothic Demi - 28">
            <a:extLst>
              <a:ext uri="{FF2B5EF4-FFF2-40B4-BE49-F238E27FC236}">
                <a16:creationId xmlns:a16="http://schemas.microsoft.com/office/drawing/2014/main" id="{25193CE3-80F4-4D6C-A217-1172497E2747}"/>
              </a:ext>
            </a:extLst>
          </p:cNvPr>
          <p:cNvSpPr txBox="1"/>
          <p:nvPr/>
        </p:nvSpPr>
        <p:spPr>
          <a:xfrm>
            <a:off x="196028" y="8517267"/>
            <a:ext cx="6934591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lang="en-US" b="1"/>
              <a:t>What is the Open Source Software Universe?</a:t>
            </a:r>
          </a:p>
        </p:txBody>
      </p:sp>
      <p:sp>
        <p:nvSpPr>
          <p:cNvPr id="28" name="Body Text - Franklin Gothic Book - 22">
            <a:extLst>
              <a:ext uri="{FF2B5EF4-FFF2-40B4-BE49-F238E27FC236}">
                <a16:creationId xmlns:a16="http://schemas.microsoft.com/office/drawing/2014/main" id="{0078CBEE-9586-4C5E-9AF7-AFCDAC6A7EAB}"/>
              </a:ext>
            </a:extLst>
          </p:cNvPr>
          <p:cNvSpPr txBox="1"/>
          <p:nvPr/>
        </p:nvSpPr>
        <p:spPr>
          <a:xfrm>
            <a:off x="1172481" y="9273862"/>
            <a:ext cx="6011920" cy="12464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pPr algn="ctr"/>
            <a:r>
              <a:rPr lang="en-US">
                <a:latin typeface="ITC Franklin Gothic Std Book"/>
              </a:rPr>
              <a:t>This project defines the OSS universe as all registered open source software.</a:t>
            </a:r>
          </a:p>
          <a:p>
            <a:pPr marL="342900" indent="-342900" algn="ctr">
              <a:buFont typeface="Arial"/>
              <a:buChar char="•"/>
            </a:pPr>
            <a:endParaRPr lang="en-US">
              <a:latin typeface="ITC Franklin Gothic Std Book"/>
            </a:endParaRPr>
          </a:p>
        </p:txBody>
      </p:sp>
      <p:sp>
        <p:nvSpPr>
          <p:cNvPr id="41" name="Body Text - Franklin Gothic Book - 22">
            <a:extLst>
              <a:ext uri="{FF2B5EF4-FFF2-40B4-BE49-F238E27FC236}">
                <a16:creationId xmlns:a16="http://schemas.microsoft.com/office/drawing/2014/main" id="{644FB2AB-C850-46EE-8F75-C5F290446EE1}"/>
              </a:ext>
            </a:extLst>
          </p:cNvPr>
          <p:cNvSpPr txBox="1"/>
          <p:nvPr/>
        </p:nvSpPr>
        <p:spPr>
          <a:xfrm>
            <a:off x="735441" y="6889025"/>
            <a:ext cx="7019661" cy="2077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pPr algn="ctr"/>
            <a:r>
              <a:rPr lang="en-US" sz="2000">
                <a:latin typeface="ITC Franklin Gothic Std Book"/>
              </a:rPr>
              <a:t>According to the Open Source Initiative, OSS is defined as: </a:t>
            </a:r>
            <a:r>
              <a:rPr lang="en-US" sz="2000" b="1"/>
              <a:t>"a computer software</a:t>
            </a:r>
            <a:r>
              <a:rPr lang="en-US" sz="2000"/>
              <a:t>, with its source code made available with a </a:t>
            </a:r>
            <a:r>
              <a:rPr lang="en-US" sz="2000" b="1"/>
              <a:t>license</a:t>
            </a:r>
            <a:r>
              <a:rPr lang="en-US" sz="2000"/>
              <a:t>, in which the copyright holder provides the rights to study, change, and distribute the software to anyone and for any purpose."</a:t>
            </a:r>
          </a:p>
          <a:p>
            <a:pPr marL="342900" indent="-342900" algn="ctr">
              <a:buFont typeface="Arial"/>
              <a:buChar char="•"/>
            </a:pPr>
            <a:endParaRPr lang="en-US" sz="2000">
              <a:latin typeface="ITC Franklin Gothic Std Book"/>
            </a:endParaRPr>
          </a:p>
        </p:txBody>
      </p:sp>
      <p:pic>
        <p:nvPicPr>
          <p:cNvPr id="2" name="Picture 2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01368949-47B3-4D1C-9059-93657DF20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797" y="7818441"/>
            <a:ext cx="7721207" cy="46638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2" name="Body Text - Franklin Gothic Book - 22">
            <a:extLst>
              <a:ext uri="{FF2B5EF4-FFF2-40B4-BE49-F238E27FC236}">
                <a16:creationId xmlns:a16="http://schemas.microsoft.com/office/drawing/2014/main" id="{21B1F84A-B750-499F-AC38-65DFD428F230}"/>
              </a:ext>
            </a:extLst>
          </p:cNvPr>
          <p:cNvSpPr txBox="1"/>
          <p:nvPr/>
        </p:nvSpPr>
        <p:spPr>
          <a:xfrm>
            <a:off x="8263394" y="6740428"/>
            <a:ext cx="9072665" cy="12464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pPr algn="ctr"/>
            <a:r>
              <a:rPr lang="en-US">
                <a:latin typeface="ITC Franklin Gothic Std Book"/>
              </a:rPr>
              <a:t>Licenses define the limitations of use for OSS and provide developers with claims when licenses are violated. Holders can choose from various types of licenses.</a:t>
            </a:r>
          </a:p>
        </p:txBody>
      </p:sp>
      <p:sp>
        <p:nvSpPr>
          <p:cNvPr id="43" name="Body Text - Franklin Gothic Book - 22">
            <a:extLst>
              <a:ext uri="{FF2B5EF4-FFF2-40B4-BE49-F238E27FC236}">
                <a16:creationId xmlns:a16="http://schemas.microsoft.com/office/drawing/2014/main" id="{E7CE5787-B9AA-448E-91A1-2F9A5BF807B4}"/>
              </a:ext>
            </a:extLst>
          </p:cNvPr>
          <p:cNvSpPr txBox="1"/>
          <p:nvPr/>
        </p:nvSpPr>
        <p:spPr>
          <a:xfrm>
            <a:off x="8528435" y="12344746"/>
            <a:ext cx="8547502" cy="146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mv="urn:schemas-microsoft-com:mac:vml"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114300" tIns="114300" rIns="114300" bIns="114300" anchor="ctr">
            <a:sp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pPr algn="ctr"/>
            <a:r>
              <a:rPr lang="en-US" sz="2000" i="1">
                <a:latin typeface="ITC Franklin Gothic Std Book"/>
              </a:rPr>
              <a:t>Graph Description:</a:t>
            </a:r>
            <a:r>
              <a:rPr lang="en-US" sz="2000">
                <a:latin typeface="ITC Franklin Gothic Std Book"/>
              </a:rPr>
              <a:t> This graph looks at the top licenses by amount. The MIT license is the most heavily utilized, followed by the General Public License (GPL), and the Apache license.**might need to redo graph</a:t>
            </a:r>
          </a:p>
          <a:p>
            <a:pPr marL="342900" indent="-342900" algn="ctr">
              <a:buFont typeface="Arial"/>
              <a:buChar char="•"/>
            </a:pPr>
            <a:endParaRPr lang="en-US" sz="2000">
              <a:latin typeface="ITC Franklin Gothic Std Book"/>
            </a:endParaRPr>
          </a:p>
        </p:txBody>
      </p:sp>
      <p:sp>
        <p:nvSpPr>
          <p:cNvPr id="8" name="Arrow: U-Turn 7">
            <a:extLst>
              <a:ext uri="{FF2B5EF4-FFF2-40B4-BE49-F238E27FC236}">
                <a16:creationId xmlns:a16="http://schemas.microsoft.com/office/drawing/2014/main" id="{F79E800D-83BD-42F1-AB61-B54C86F06AD6}"/>
              </a:ext>
            </a:extLst>
          </p:cNvPr>
          <p:cNvSpPr/>
          <p:nvPr/>
        </p:nvSpPr>
        <p:spPr>
          <a:xfrm rot="6780000">
            <a:off x="7240102" y="6354987"/>
            <a:ext cx="886967" cy="877823"/>
          </a:xfrm>
          <a:prstGeom prst="uturnArrow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7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1" name="Arrow: Bent 10">
            <a:extLst>
              <a:ext uri="{FF2B5EF4-FFF2-40B4-BE49-F238E27FC236}">
                <a16:creationId xmlns:a16="http://schemas.microsoft.com/office/drawing/2014/main" id="{B8605BD0-438C-40E7-BF35-84B3B020DEE4}"/>
              </a:ext>
            </a:extLst>
          </p:cNvPr>
          <p:cNvSpPr/>
          <p:nvPr/>
        </p:nvSpPr>
        <p:spPr>
          <a:xfrm rot="1980000">
            <a:off x="7822185" y="7762691"/>
            <a:ext cx="962096" cy="783947"/>
          </a:xfrm>
          <a:prstGeom prst="bentArrow">
            <a:avLst/>
          </a:prstGeom>
          <a:solidFill>
            <a:srgbClr val="FFC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7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5" name="Arrow: U-Turn 44">
            <a:extLst>
              <a:ext uri="{FF2B5EF4-FFF2-40B4-BE49-F238E27FC236}">
                <a16:creationId xmlns:a16="http://schemas.microsoft.com/office/drawing/2014/main" id="{C5199E77-042B-405B-88D7-BE0F41595B4A}"/>
              </a:ext>
            </a:extLst>
          </p:cNvPr>
          <p:cNvSpPr/>
          <p:nvPr/>
        </p:nvSpPr>
        <p:spPr>
          <a:xfrm rot="6780000">
            <a:off x="21030242" y="6354987"/>
            <a:ext cx="886967" cy="877823"/>
          </a:xfrm>
          <a:prstGeom prst="uturnArrow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85725" tIns="85725" rIns="85725" bIns="85725" numCol="1" spcCol="38100" rtlCol="0" anchor="ctr">
            <a:spAutoFit/>
          </a:bodyPr>
          <a:lstStyle/>
          <a:p>
            <a:pPr marL="0" marR="0" indent="0" algn="ctr" defTabSz="197167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7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B4073CA1-F9C0-4CF0-910E-AFB53E3B045B}"/>
</file>

<file path=customXml/itemProps2.xml><?xml version="1.0" encoding="utf-8"?>
<ds:datastoreItem xmlns:ds="http://schemas.openxmlformats.org/officeDocument/2006/customXml" ds:itemID="{7317CE2C-7EFE-45F0-ACB9-CC4F6DF9BCFB}"/>
</file>

<file path=customXml/itemProps3.xml><?xml version="1.0" encoding="utf-8"?>
<ds:datastoreItem xmlns:ds="http://schemas.openxmlformats.org/officeDocument/2006/customXml" ds:itemID="{A0AFDFF2-1630-4F89-923B-C33E2DEC34CD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White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revision>2</cp:revision>
  <dcterms:created xsi:type="dcterms:W3CDTF">2019-07-16T21:17:53Z</dcterms:created>
  <dcterms:modified xsi:type="dcterms:W3CDTF">2019-07-24T13:21:09Z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
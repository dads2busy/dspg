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4"/>
  </p:notesMasterIdLst>
  <p:sldIdLst>
    <p:sldId id="256" r:id="rId3"/>
  </p:sldIdLst>
  <p:sldSz cx="21945600" cy="32918400"/>
  <p:notesSz cx="6858000" cy="9144000"/>
  <p:embeddedFontLst>
    <p:embeddedFont>
      <p:font typeface="Franklin Gothic" panose="020B0603020102020204" pitchFamily="34" charset="0"/>
      <p:regular r:id="rId5"/>
      <p:bold r:id="rId6"/>
      <p:italic r:id="rId7"/>
      <p:boldItalic r:id="rId8"/>
    </p:embeddedFont>
    <p:embeddedFont>
      <p:font typeface="Helvetica Neue" panose="02000503000000020004" pitchFamily="2" charset="0"/>
      <p:regular r:id="rId9"/>
      <p:bold r:id="rId10"/>
      <p:italic r:id="rId11"/>
      <p:boldItalic r:id="rId12"/>
    </p:embeddedFont>
    <p:embeddedFont>
      <p:font typeface="Helvetica Neue Light" panose="02000403000000020004"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6"/>
  </p:normalViewPr>
  <p:slideViewPr>
    <p:cSldViewPr snapToGrid="0">
      <p:cViewPr>
        <p:scale>
          <a:sx n="60" d="100"/>
          <a:sy n="60" d="100"/>
        </p:scale>
        <p:origin x="712" y="-2144"/>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customXml" Target="../customXml/item1.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customXml" Target="../customXml/item3.xml"/><Relationship Id="rId10" Type="http://schemas.openxmlformats.org/officeDocument/2006/relationships/font" Target="fonts/font6.fntdata"/><Relationship Id="rId19" Type="http://schemas.openxmlformats.org/officeDocument/2006/relationships/theme" Target="theme/theme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309"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e5cc78951_3_3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5e5cc78951_3_34: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48100" y="4765280"/>
            <a:ext cx="20449500" cy="131370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16600"/>
              <a:buNone/>
              <a:defRPr sz="16600"/>
            </a:lvl1pPr>
            <a:lvl2pPr lvl="1" algn="ctr">
              <a:spcBef>
                <a:spcPts val="0"/>
              </a:spcBef>
              <a:spcAft>
                <a:spcPts val="0"/>
              </a:spcAft>
              <a:buSzPts val="16600"/>
              <a:buNone/>
              <a:defRPr sz="16600"/>
            </a:lvl2pPr>
            <a:lvl3pPr lvl="2" algn="ctr">
              <a:spcBef>
                <a:spcPts val="0"/>
              </a:spcBef>
              <a:spcAft>
                <a:spcPts val="0"/>
              </a:spcAft>
              <a:buSzPts val="16600"/>
              <a:buNone/>
              <a:defRPr sz="16600"/>
            </a:lvl3pPr>
            <a:lvl4pPr lvl="3" algn="ctr">
              <a:spcBef>
                <a:spcPts val="0"/>
              </a:spcBef>
              <a:spcAft>
                <a:spcPts val="0"/>
              </a:spcAft>
              <a:buSzPts val="16600"/>
              <a:buNone/>
              <a:defRPr sz="16600"/>
            </a:lvl4pPr>
            <a:lvl5pPr lvl="4" algn="ctr">
              <a:spcBef>
                <a:spcPts val="0"/>
              </a:spcBef>
              <a:spcAft>
                <a:spcPts val="0"/>
              </a:spcAft>
              <a:buSzPts val="16600"/>
              <a:buNone/>
              <a:defRPr sz="16600"/>
            </a:lvl5pPr>
            <a:lvl6pPr lvl="5" algn="ctr">
              <a:spcBef>
                <a:spcPts val="0"/>
              </a:spcBef>
              <a:spcAft>
                <a:spcPts val="0"/>
              </a:spcAft>
              <a:buSzPts val="16600"/>
              <a:buNone/>
              <a:defRPr sz="16600"/>
            </a:lvl6pPr>
            <a:lvl7pPr lvl="6" algn="ctr">
              <a:spcBef>
                <a:spcPts val="0"/>
              </a:spcBef>
              <a:spcAft>
                <a:spcPts val="0"/>
              </a:spcAft>
              <a:buSzPts val="16600"/>
              <a:buNone/>
              <a:defRPr sz="16600"/>
            </a:lvl7pPr>
            <a:lvl8pPr lvl="7" algn="ctr">
              <a:spcBef>
                <a:spcPts val="0"/>
              </a:spcBef>
              <a:spcAft>
                <a:spcPts val="0"/>
              </a:spcAft>
              <a:buSzPts val="16600"/>
              <a:buNone/>
              <a:defRPr sz="16600"/>
            </a:lvl8pPr>
            <a:lvl9pPr lvl="8" algn="ctr">
              <a:spcBef>
                <a:spcPts val="0"/>
              </a:spcBef>
              <a:spcAft>
                <a:spcPts val="0"/>
              </a:spcAft>
              <a:buSzPts val="16600"/>
              <a:buNone/>
              <a:defRPr sz="16600"/>
            </a:lvl9pPr>
          </a:lstStyle>
          <a:p>
            <a:endParaRPr/>
          </a:p>
        </p:txBody>
      </p:sp>
      <p:sp>
        <p:nvSpPr>
          <p:cNvPr id="11" name="Google Shape;11;p2"/>
          <p:cNvSpPr txBox="1">
            <a:spLocks noGrp="1"/>
          </p:cNvSpPr>
          <p:nvPr>
            <p:ph type="subTitle" idx="1"/>
          </p:nvPr>
        </p:nvSpPr>
        <p:spPr>
          <a:xfrm>
            <a:off x="748080" y="18138400"/>
            <a:ext cx="20449500" cy="5073000"/>
          </a:xfrm>
          <a:prstGeom prst="rect">
            <a:avLst/>
          </a:prstGeom>
        </p:spPr>
        <p:txBody>
          <a:bodyPr spcFirstLastPara="1" wrap="square" lIns="292550" tIns="292550" rIns="292550" bIns="292550" anchor="t" anchorCtr="0">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2" name="Google Shape;12;p2"/>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48080" y="13765440"/>
            <a:ext cx="20449500" cy="5387100"/>
          </a:xfrm>
          <a:prstGeom prst="rect">
            <a:avLst/>
          </a:prstGeom>
        </p:spPr>
        <p:txBody>
          <a:bodyPr spcFirstLastPara="1" wrap="square" lIns="292550" tIns="292550" rIns="292550" bIns="292550" anchor="ctr" anchorCtr="0">
            <a:noAutofit/>
          </a:bodyPr>
          <a:lstStyle>
            <a:lvl1pPr lvl="0" algn="ctr">
              <a:spcBef>
                <a:spcPts val="0"/>
              </a:spcBef>
              <a:spcAft>
                <a:spcPts val="0"/>
              </a:spcAft>
              <a:buSzPts val="11500"/>
              <a:buNone/>
              <a:defRPr sz="11500"/>
            </a:lvl1pPr>
            <a:lvl2pPr lvl="1" algn="ctr">
              <a:spcBef>
                <a:spcPts val="0"/>
              </a:spcBef>
              <a:spcAft>
                <a:spcPts val="0"/>
              </a:spcAft>
              <a:buSzPts val="11500"/>
              <a:buNone/>
              <a:defRPr sz="11500"/>
            </a:lvl2pPr>
            <a:lvl3pPr lvl="2" algn="ctr">
              <a:spcBef>
                <a:spcPts val="0"/>
              </a:spcBef>
              <a:spcAft>
                <a:spcPts val="0"/>
              </a:spcAft>
              <a:buSzPts val="11500"/>
              <a:buNone/>
              <a:defRPr sz="11500"/>
            </a:lvl3pPr>
            <a:lvl4pPr lvl="3" algn="ctr">
              <a:spcBef>
                <a:spcPts val="0"/>
              </a:spcBef>
              <a:spcAft>
                <a:spcPts val="0"/>
              </a:spcAft>
              <a:buSzPts val="11500"/>
              <a:buNone/>
              <a:defRPr sz="11500"/>
            </a:lvl4pPr>
            <a:lvl5pPr lvl="4" algn="ctr">
              <a:spcBef>
                <a:spcPts val="0"/>
              </a:spcBef>
              <a:spcAft>
                <a:spcPts val="0"/>
              </a:spcAft>
              <a:buSzPts val="11500"/>
              <a:buNone/>
              <a:defRPr sz="11500"/>
            </a:lvl5pPr>
            <a:lvl6pPr lvl="5" algn="ctr">
              <a:spcBef>
                <a:spcPts val="0"/>
              </a:spcBef>
              <a:spcAft>
                <a:spcPts val="0"/>
              </a:spcAft>
              <a:buSzPts val="11500"/>
              <a:buNone/>
              <a:defRPr sz="11500"/>
            </a:lvl6pPr>
            <a:lvl7pPr lvl="6" algn="ctr">
              <a:spcBef>
                <a:spcPts val="0"/>
              </a:spcBef>
              <a:spcAft>
                <a:spcPts val="0"/>
              </a:spcAft>
              <a:buSzPts val="11500"/>
              <a:buNone/>
              <a:defRPr sz="11500"/>
            </a:lvl7pPr>
            <a:lvl8pPr lvl="7" algn="ctr">
              <a:spcBef>
                <a:spcPts val="0"/>
              </a:spcBef>
              <a:spcAft>
                <a:spcPts val="0"/>
              </a:spcAft>
              <a:buSzPts val="11500"/>
              <a:buNone/>
              <a:defRPr sz="11500"/>
            </a:lvl8pPr>
            <a:lvl9pPr lvl="8" algn="ctr">
              <a:spcBef>
                <a:spcPts val="0"/>
              </a:spcBef>
              <a:spcAft>
                <a:spcPts val="0"/>
              </a:spcAft>
              <a:buSzPts val="11500"/>
              <a:buNone/>
              <a:defRPr sz="11500"/>
            </a:lvl9pPr>
          </a:lstStyle>
          <a:p>
            <a:endParaRPr/>
          </a:p>
        </p:txBody>
      </p:sp>
      <p:sp>
        <p:nvSpPr>
          <p:cNvPr id="15" name="Google Shape;15;p3"/>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18" name="Google Shape;18;p4"/>
          <p:cNvSpPr txBox="1">
            <a:spLocks noGrp="1"/>
          </p:cNvSpPr>
          <p:nvPr>
            <p:ph type="body" idx="1"/>
          </p:nvPr>
        </p:nvSpPr>
        <p:spPr>
          <a:xfrm>
            <a:off x="748080" y="7375840"/>
            <a:ext cx="20449500" cy="21864900"/>
          </a:xfrm>
          <a:prstGeom prst="rect">
            <a:avLst/>
          </a:prstGeom>
        </p:spPr>
        <p:txBody>
          <a:bodyPr spcFirstLastPara="1" wrap="square" lIns="292550" tIns="292550" rIns="292550" bIns="292550" anchor="t" anchorCtr="0">
            <a:noAutofit/>
          </a:bodyPr>
          <a:lstStyle>
            <a:lvl1pPr marL="457200" lvl="0" indent="-596900">
              <a:spcBef>
                <a:spcPts val="0"/>
              </a:spcBef>
              <a:spcAft>
                <a:spcPts val="0"/>
              </a:spcAft>
              <a:buSzPts val="5800"/>
              <a:buChar char="●"/>
              <a:defRPr/>
            </a:lvl1pPr>
            <a:lvl2pPr marL="914400" lvl="1" indent="-514350">
              <a:spcBef>
                <a:spcPts val="5100"/>
              </a:spcBef>
              <a:spcAft>
                <a:spcPts val="0"/>
              </a:spcAft>
              <a:buSzPts val="4500"/>
              <a:buChar char="○"/>
              <a:defRPr/>
            </a:lvl2pPr>
            <a:lvl3pPr marL="1371600" lvl="2" indent="-514350">
              <a:spcBef>
                <a:spcPts val="5100"/>
              </a:spcBef>
              <a:spcAft>
                <a:spcPts val="0"/>
              </a:spcAft>
              <a:buSzPts val="4500"/>
              <a:buChar char="■"/>
              <a:defRPr/>
            </a:lvl3pPr>
            <a:lvl4pPr marL="1828800" lvl="3" indent="-514350">
              <a:spcBef>
                <a:spcPts val="5100"/>
              </a:spcBef>
              <a:spcAft>
                <a:spcPts val="0"/>
              </a:spcAft>
              <a:buSzPts val="4500"/>
              <a:buChar char="●"/>
              <a:defRPr/>
            </a:lvl4pPr>
            <a:lvl5pPr marL="2286000" lvl="4" indent="-514350">
              <a:spcBef>
                <a:spcPts val="5100"/>
              </a:spcBef>
              <a:spcAft>
                <a:spcPts val="0"/>
              </a:spcAft>
              <a:buSzPts val="4500"/>
              <a:buChar char="○"/>
              <a:defRPr/>
            </a:lvl5pPr>
            <a:lvl6pPr marL="2743200" lvl="5" indent="-514350">
              <a:spcBef>
                <a:spcPts val="5100"/>
              </a:spcBef>
              <a:spcAft>
                <a:spcPts val="0"/>
              </a:spcAft>
              <a:buSzPts val="4500"/>
              <a:buChar char="■"/>
              <a:defRPr/>
            </a:lvl6pPr>
            <a:lvl7pPr marL="3200400" lvl="6" indent="-514350">
              <a:spcBef>
                <a:spcPts val="5100"/>
              </a:spcBef>
              <a:spcAft>
                <a:spcPts val="0"/>
              </a:spcAft>
              <a:buSzPts val="4500"/>
              <a:buChar char="●"/>
              <a:defRPr/>
            </a:lvl7pPr>
            <a:lvl8pPr marL="3657600" lvl="7" indent="-514350">
              <a:spcBef>
                <a:spcPts val="5100"/>
              </a:spcBef>
              <a:spcAft>
                <a:spcPts val="0"/>
              </a:spcAft>
              <a:buSzPts val="4500"/>
              <a:buChar char="○"/>
              <a:defRPr/>
            </a:lvl8pPr>
            <a:lvl9pPr marL="4114800" lvl="8" indent="-514350">
              <a:spcBef>
                <a:spcPts val="5100"/>
              </a:spcBef>
              <a:spcAft>
                <a:spcPts val="5100"/>
              </a:spcAft>
              <a:buSzPts val="4500"/>
              <a:buChar char="■"/>
              <a:defRPr/>
            </a:lvl9pPr>
          </a:lstStyle>
          <a:p>
            <a:endParaRPr/>
          </a:p>
        </p:txBody>
      </p:sp>
      <p:sp>
        <p:nvSpPr>
          <p:cNvPr id="19" name="Google Shape;19;p4"/>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2" name="Google Shape;22;p5"/>
          <p:cNvSpPr txBox="1">
            <a:spLocks noGrp="1"/>
          </p:cNvSpPr>
          <p:nvPr>
            <p:ph type="body" idx="1"/>
          </p:nvPr>
        </p:nvSpPr>
        <p:spPr>
          <a:xfrm>
            <a:off x="748080" y="7375840"/>
            <a:ext cx="9599700" cy="21864900"/>
          </a:xfrm>
          <a:prstGeom prst="rect">
            <a:avLst/>
          </a:prstGeom>
        </p:spPr>
        <p:txBody>
          <a:bodyPr spcFirstLastPara="1" wrap="square" lIns="292550" tIns="292550" rIns="292550" bIns="292550" anchor="t" anchorCtr="0">
            <a:noAutofit/>
          </a:bodyPr>
          <a:lstStyle>
            <a:lvl1pPr marL="457200" lvl="0" indent="-514350">
              <a:spcBef>
                <a:spcPts val="0"/>
              </a:spcBef>
              <a:spcAft>
                <a:spcPts val="0"/>
              </a:spcAft>
              <a:buSzPts val="4500"/>
              <a:buChar char="●"/>
              <a:defRPr sz="45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23" name="Google Shape;23;p5"/>
          <p:cNvSpPr txBox="1">
            <a:spLocks noGrp="1"/>
          </p:cNvSpPr>
          <p:nvPr>
            <p:ph type="body" idx="2"/>
          </p:nvPr>
        </p:nvSpPr>
        <p:spPr>
          <a:xfrm>
            <a:off x="11597760" y="7375840"/>
            <a:ext cx="9599700" cy="21864900"/>
          </a:xfrm>
          <a:prstGeom prst="rect">
            <a:avLst/>
          </a:prstGeom>
        </p:spPr>
        <p:txBody>
          <a:bodyPr spcFirstLastPara="1" wrap="square" lIns="292550" tIns="292550" rIns="292550" bIns="292550" anchor="t" anchorCtr="0">
            <a:noAutofit/>
          </a:bodyPr>
          <a:lstStyle>
            <a:lvl1pPr marL="457200" lvl="0" indent="-514350">
              <a:spcBef>
                <a:spcPts val="0"/>
              </a:spcBef>
              <a:spcAft>
                <a:spcPts val="0"/>
              </a:spcAft>
              <a:buSzPts val="4500"/>
              <a:buChar char="●"/>
              <a:defRPr sz="45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24" name="Google Shape;24;p5"/>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7" name="Google Shape;27;p6"/>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748080" y="3555840"/>
            <a:ext cx="6739200" cy="4836900"/>
          </a:xfrm>
          <a:prstGeom prst="rect">
            <a:avLst/>
          </a:prstGeom>
        </p:spPr>
        <p:txBody>
          <a:bodyPr spcFirstLastPara="1" wrap="square" lIns="292550" tIns="292550" rIns="292550" bIns="292550" anchor="b" anchorCtr="0">
            <a:no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a:endParaRPr/>
          </a:p>
        </p:txBody>
      </p:sp>
      <p:sp>
        <p:nvSpPr>
          <p:cNvPr id="30" name="Google Shape;30;p7"/>
          <p:cNvSpPr txBox="1">
            <a:spLocks noGrp="1"/>
          </p:cNvSpPr>
          <p:nvPr>
            <p:ph type="body" idx="1"/>
          </p:nvPr>
        </p:nvSpPr>
        <p:spPr>
          <a:xfrm>
            <a:off x="748080" y="8893440"/>
            <a:ext cx="6739200" cy="20348700"/>
          </a:xfrm>
          <a:prstGeom prst="rect">
            <a:avLst/>
          </a:prstGeom>
        </p:spPr>
        <p:txBody>
          <a:bodyPr spcFirstLastPara="1" wrap="square" lIns="292550" tIns="292550" rIns="292550" bIns="292550" anchor="t" anchorCtr="0">
            <a:noAutofit/>
          </a:bodyPr>
          <a:lstStyle>
            <a:lvl1pPr marL="457200" lvl="0" indent="-469900">
              <a:spcBef>
                <a:spcPts val="0"/>
              </a:spcBef>
              <a:spcAft>
                <a:spcPts val="0"/>
              </a:spcAft>
              <a:buSzPts val="3800"/>
              <a:buChar char="●"/>
              <a:defRPr sz="38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31" name="Google Shape;31;p7"/>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176600" y="2880960"/>
            <a:ext cx="15282600" cy="26180700"/>
          </a:xfrm>
          <a:prstGeom prst="rect">
            <a:avLst/>
          </a:prstGeom>
        </p:spPr>
        <p:txBody>
          <a:bodyPr spcFirstLastPara="1" wrap="square" lIns="292550" tIns="292550" rIns="292550" bIns="292550" anchor="ctr" anchorCtr="0">
            <a:noAutofit/>
          </a:bodyPr>
          <a:lstStyle>
            <a:lvl1pPr lvl="0">
              <a:spcBef>
                <a:spcPts val="0"/>
              </a:spcBef>
              <a:spcAft>
                <a:spcPts val="0"/>
              </a:spcAft>
              <a:buSzPts val="15400"/>
              <a:buNone/>
              <a:defRPr sz="15400"/>
            </a:lvl1pPr>
            <a:lvl2pPr lvl="1">
              <a:spcBef>
                <a:spcPts val="0"/>
              </a:spcBef>
              <a:spcAft>
                <a:spcPts val="0"/>
              </a:spcAft>
              <a:buSzPts val="15400"/>
              <a:buNone/>
              <a:defRPr sz="15400"/>
            </a:lvl2pPr>
            <a:lvl3pPr lvl="2">
              <a:spcBef>
                <a:spcPts val="0"/>
              </a:spcBef>
              <a:spcAft>
                <a:spcPts val="0"/>
              </a:spcAft>
              <a:buSzPts val="15400"/>
              <a:buNone/>
              <a:defRPr sz="15400"/>
            </a:lvl3pPr>
            <a:lvl4pPr lvl="3">
              <a:spcBef>
                <a:spcPts val="0"/>
              </a:spcBef>
              <a:spcAft>
                <a:spcPts val="0"/>
              </a:spcAft>
              <a:buSzPts val="15400"/>
              <a:buNone/>
              <a:defRPr sz="15400"/>
            </a:lvl4pPr>
            <a:lvl5pPr lvl="4">
              <a:spcBef>
                <a:spcPts val="0"/>
              </a:spcBef>
              <a:spcAft>
                <a:spcPts val="0"/>
              </a:spcAft>
              <a:buSzPts val="15400"/>
              <a:buNone/>
              <a:defRPr sz="15400"/>
            </a:lvl5pPr>
            <a:lvl6pPr lvl="5">
              <a:spcBef>
                <a:spcPts val="0"/>
              </a:spcBef>
              <a:spcAft>
                <a:spcPts val="0"/>
              </a:spcAft>
              <a:buSzPts val="15400"/>
              <a:buNone/>
              <a:defRPr sz="15400"/>
            </a:lvl6pPr>
            <a:lvl7pPr lvl="6">
              <a:spcBef>
                <a:spcPts val="0"/>
              </a:spcBef>
              <a:spcAft>
                <a:spcPts val="0"/>
              </a:spcAft>
              <a:buSzPts val="15400"/>
              <a:buNone/>
              <a:defRPr sz="15400"/>
            </a:lvl7pPr>
            <a:lvl8pPr lvl="7">
              <a:spcBef>
                <a:spcPts val="0"/>
              </a:spcBef>
              <a:spcAft>
                <a:spcPts val="0"/>
              </a:spcAft>
              <a:buSzPts val="15400"/>
              <a:buNone/>
              <a:defRPr sz="15400"/>
            </a:lvl8pPr>
            <a:lvl9pPr lvl="8">
              <a:spcBef>
                <a:spcPts val="0"/>
              </a:spcBef>
              <a:spcAft>
                <a:spcPts val="0"/>
              </a:spcAft>
              <a:buSzPts val="15400"/>
              <a:buNone/>
              <a:defRPr sz="15400"/>
            </a:lvl9pPr>
          </a:lstStyle>
          <a:p>
            <a:endParaRPr/>
          </a:p>
        </p:txBody>
      </p:sp>
      <p:sp>
        <p:nvSpPr>
          <p:cNvPr id="34" name="Google Shape;34;p8"/>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0972800" y="-800"/>
            <a:ext cx="10972800" cy="32918400"/>
          </a:xfrm>
          <a:prstGeom prst="rect">
            <a:avLst/>
          </a:prstGeom>
          <a:solidFill>
            <a:schemeClr val="lt2"/>
          </a:solidFill>
          <a:ln>
            <a:noFill/>
          </a:ln>
        </p:spPr>
        <p:txBody>
          <a:bodyPr spcFirstLastPara="1" wrap="square" lIns="292550" tIns="292550" rIns="292550" bIns="2925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637200" y="7892320"/>
            <a:ext cx="9708600" cy="94866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13400"/>
              <a:buNone/>
              <a:defRPr sz="13400"/>
            </a:lvl1pPr>
            <a:lvl2pPr lvl="1" algn="ctr">
              <a:spcBef>
                <a:spcPts val="0"/>
              </a:spcBef>
              <a:spcAft>
                <a:spcPts val="0"/>
              </a:spcAft>
              <a:buSzPts val="13400"/>
              <a:buNone/>
              <a:defRPr sz="13400"/>
            </a:lvl2pPr>
            <a:lvl3pPr lvl="2" algn="ctr">
              <a:spcBef>
                <a:spcPts val="0"/>
              </a:spcBef>
              <a:spcAft>
                <a:spcPts val="0"/>
              </a:spcAft>
              <a:buSzPts val="13400"/>
              <a:buNone/>
              <a:defRPr sz="13400"/>
            </a:lvl3pPr>
            <a:lvl4pPr lvl="3" algn="ctr">
              <a:spcBef>
                <a:spcPts val="0"/>
              </a:spcBef>
              <a:spcAft>
                <a:spcPts val="0"/>
              </a:spcAft>
              <a:buSzPts val="13400"/>
              <a:buNone/>
              <a:defRPr sz="13400"/>
            </a:lvl4pPr>
            <a:lvl5pPr lvl="4" algn="ctr">
              <a:spcBef>
                <a:spcPts val="0"/>
              </a:spcBef>
              <a:spcAft>
                <a:spcPts val="0"/>
              </a:spcAft>
              <a:buSzPts val="13400"/>
              <a:buNone/>
              <a:defRPr sz="13400"/>
            </a:lvl5pPr>
            <a:lvl6pPr lvl="5" algn="ctr">
              <a:spcBef>
                <a:spcPts val="0"/>
              </a:spcBef>
              <a:spcAft>
                <a:spcPts val="0"/>
              </a:spcAft>
              <a:buSzPts val="13400"/>
              <a:buNone/>
              <a:defRPr sz="13400"/>
            </a:lvl6pPr>
            <a:lvl7pPr lvl="6" algn="ctr">
              <a:spcBef>
                <a:spcPts val="0"/>
              </a:spcBef>
              <a:spcAft>
                <a:spcPts val="0"/>
              </a:spcAft>
              <a:buSzPts val="13400"/>
              <a:buNone/>
              <a:defRPr sz="13400"/>
            </a:lvl7pPr>
            <a:lvl8pPr lvl="7" algn="ctr">
              <a:spcBef>
                <a:spcPts val="0"/>
              </a:spcBef>
              <a:spcAft>
                <a:spcPts val="0"/>
              </a:spcAft>
              <a:buSzPts val="13400"/>
              <a:buNone/>
              <a:defRPr sz="13400"/>
            </a:lvl8pPr>
            <a:lvl9pPr lvl="8" algn="ctr">
              <a:spcBef>
                <a:spcPts val="0"/>
              </a:spcBef>
              <a:spcAft>
                <a:spcPts val="0"/>
              </a:spcAft>
              <a:buSzPts val="13400"/>
              <a:buNone/>
              <a:defRPr sz="13400"/>
            </a:lvl9pPr>
          </a:lstStyle>
          <a:p>
            <a:endParaRPr/>
          </a:p>
        </p:txBody>
      </p:sp>
      <p:sp>
        <p:nvSpPr>
          <p:cNvPr id="38" name="Google Shape;38;p9"/>
          <p:cNvSpPr txBox="1">
            <a:spLocks noGrp="1"/>
          </p:cNvSpPr>
          <p:nvPr>
            <p:ph type="subTitle" idx="1"/>
          </p:nvPr>
        </p:nvSpPr>
        <p:spPr>
          <a:xfrm>
            <a:off x="637200" y="17939680"/>
            <a:ext cx="9708600" cy="7904100"/>
          </a:xfrm>
          <a:prstGeom prst="rect">
            <a:avLst/>
          </a:prstGeom>
        </p:spPr>
        <p:txBody>
          <a:bodyPr spcFirstLastPara="1" wrap="square" lIns="292550" tIns="292550" rIns="292550" bIns="292550" anchor="t" anchorCtr="0">
            <a:no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a:endParaRPr/>
          </a:p>
        </p:txBody>
      </p:sp>
      <p:sp>
        <p:nvSpPr>
          <p:cNvPr id="39" name="Google Shape;39;p9"/>
          <p:cNvSpPr txBox="1">
            <a:spLocks noGrp="1"/>
          </p:cNvSpPr>
          <p:nvPr>
            <p:ph type="body" idx="2"/>
          </p:nvPr>
        </p:nvSpPr>
        <p:spPr>
          <a:xfrm>
            <a:off x="11854800" y="4634080"/>
            <a:ext cx="9208800" cy="23649000"/>
          </a:xfrm>
          <a:prstGeom prst="rect">
            <a:avLst/>
          </a:prstGeom>
        </p:spPr>
        <p:txBody>
          <a:bodyPr spcFirstLastPara="1" wrap="square" lIns="292550" tIns="292550" rIns="292550" bIns="292550" anchor="ctr" anchorCtr="0">
            <a:noAutofit/>
          </a:bodyPr>
          <a:lstStyle>
            <a:lvl1pPr marL="457200" lvl="0" indent="-596900">
              <a:spcBef>
                <a:spcPts val="0"/>
              </a:spcBef>
              <a:spcAft>
                <a:spcPts val="0"/>
              </a:spcAft>
              <a:buSzPts val="5800"/>
              <a:buChar char="●"/>
              <a:defRPr/>
            </a:lvl1pPr>
            <a:lvl2pPr marL="914400" lvl="1" indent="-514350">
              <a:spcBef>
                <a:spcPts val="5100"/>
              </a:spcBef>
              <a:spcAft>
                <a:spcPts val="0"/>
              </a:spcAft>
              <a:buSzPts val="4500"/>
              <a:buChar char="○"/>
              <a:defRPr/>
            </a:lvl2pPr>
            <a:lvl3pPr marL="1371600" lvl="2" indent="-514350">
              <a:spcBef>
                <a:spcPts val="5100"/>
              </a:spcBef>
              <a:spcAft>
                <a:spcPts val="0"/>
              </a:spcAft>
              <a:buSzPts val="4500"/>
              <a:buChar char="■"/>
              <a:defRPr/>
            </a:lvl3pPr>
            <a:lvl4pPr marL="1828800" lvl="3" indent="-514350">
              <a:spcBef>
                <a:spcPts val="5100"/>
              </a:spcBef>
              <a:spcAft>
                <a:spcPts val="0"/>
              </a:spcAft>
              <a:buSzPts val="4500"/>
              <a:buChar char="●"/>
              <a:defRPr/>
            </a:lvl4pPr>
            <a:lvl5pPr marL="2286000" lvl="4" indent="-514350">
              <a:spcBef>
                <a:spcPts val="5100"/>
              </a:spcBef>
              <a:spcAft>
                <a:spcPts val="0"/>
              </a:spcAft>
              <a:buSzPts val="4500"/>
              <a:buChar char="○"/>
              <a:defRPr/>
            </a:lvl5pPr>
            <a:lvl6pPr marL="2743200" lvl="5" indent="-514350">
              <a:spcBef>
                <a:spcPts val="5100"/>
              </a:spcBef>
              <a:spcAft>
                <a:spcPts val="0"/>
              </a:spcAft>
              <a:buSzPts val="4500"/>
              <a:buChar char="■"/>
              <a:defRPr/>
            </a:lvl6pPr>
            <a:lvl7pPr marL="3200400" lvl="6" indent="-514350">
              <a:spcBef>
                <a:spcPts val="5100"/>
              </a:spcBef>
              <a:spcAft>
                <a:spcPts val="0"/>
              </a:spcAft>
              <a:buSzPts val="4500"/>
              <a:buChar char="●"/>
              <a:defRPr/>
            </a:lvl7pPr>
            <a:lvl8pPr marL="3657600" lvl="7" indent="-514350">
              <a:spcBef>
                <a:spcPts val="5100"/>
              </a:spcBef>
              <a:spcAft>
                <a:spcPts val="0"/>
              </a:spcAft>
              <a:buSzPts val="4500"/>
              <a:buChar char="○"/>
              <a:defRPr/>
            </a:lvl8pPr>
            <a:lvl9pPr marL="4114800" lvl="8" indent="-514350">
              <a:spcBef>
                <a:spcPts val="5100"/>
              </a:spcBef>
              <a:spcAft>
                <a:spcPts val="5100"/>
              </a:spcAft>
              <a:buSzPts val="4500"/>
              <a:buChar char="■"/>
              <a:defRPr/>
            </a:lvl9pPr>
          </a:lstStyle>
          <a:p>
            <a:endParaRPr/>
          </a:p>
        </p:txBody>
      </p:sp>
      <p:sp>
        <p:nvSpPr>
          <p:cNvPr id="40" name="Google Shape;40;p9"/>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748080" y="27075680"/>
            <a:ext cx="14397000" cy="3872100"/>
          </a:xfrm>
          <a:prstGeom prst="rect">
            <a:avLst/>
          </a:prstGeom>
        </p:spPr>
        <p:txBody>
          <a:bodyPr spcFirstLastPara="1" wrap="square" lIns="292550" tIns="292550" rIns="292550" bIns="292550" anchor="ctr" anchorCtr="0">
            <a:noAutofit/>
          </a:bodyPr>
          <a:lstStyle>
            <a:lvl1pPr marL="457200" lvl="0" indent="-228600">
              <a:lnSpc>
                <a:spcPct val="100000"/>
              </a:lnSpc>
              <a:spcBef>
                <a:spcPts val="0"/>
              </a:spcBef>
              <a:spcAft>
                <a:spcPts val="0"/>
              </a:spcAft>
              <a:buSzPts val="5800"/>
              <a:buNone/>
              <a:defRPr/>
            </a:lvl1pPr>
          </a:lstStyle>
          <a:p>
            <a:endParaRPr/>
          </a:p>
        </p:txBody>
      </p:sp>
      <p:sp>
        <p:nvSpPr>
          <p:cNvPr id="43" name="Google Shape;43;p10"/>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748080" y="7079200"/>
            <a:ext cx="20449500" cy="125670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38400"/>
              <a:buNone/>
              <a:defRPr sz="38400"/>
            </a:lvl1pPr>
            <a:lvl2pPr lvl="1" algn="ctr">
              <a:spcBef>
                <a:spcPts val="0"/>
              </a:spcBef>
              <a:spcAft>
                <a:spcPts val="0"/>
              </a:spcAft>
              <a:buSzPts val="38400"/>
              <a:buNone/>
              <a:defRPr sz="38400"/>
            </a:lvl2pPr>
            <a:lvl3pPr lvl="2" algn="ctr">
              <a:spcBef>
                <a:spcPts val="0"/>
              </a:spcBef>
              <a:spcAft>
                <a:spcPts val="0"/>
              </a:spcAft>
              <a:buSzPts val="38400"/>
              <a:buNone/>
              <a:defRPr sz="38400"/>
            </a:lvl3pPr>
            <a:lvl4pPr lvl="3" algn="ctr">
              <a:spcBef>
                <a:spcPts val="0"/>
              </a:spcBef>
              <a:spcAft>
                <a:spcPts val="0"/>
              </a:spcAft>
              <a:buSzPts val="38400"/>
              <a:buNone/>
              <a:defRPr sz="38400"/>
            </a:lvl4pPr>
            <a:lvl5pPr lvl="4" algn="ctr">
              <a:spcBef>
                <a:spcPts val="0"/>
              </a:spcBef>
              <a:spcAft>
                <a:spcPts val="0"/>
              </a:spcAft>
              <a:buSzPts val="38400"/>
              <a:buNone/>
              <a:defRPr sz="38400"/>
            </a:lvl5pPr>
            <a:lvl6pPr lvl="5" algn="ctr">
              <a:spcBef>
                <a:spcPts val="0"/>
              </a:spcBef>
              <a:spcAft>
                <a:spcPts val="0"/>
              </a:spcAft>
              <a:buSzPts val="38400"/>
              <a:buNone/>
              <a:defRPr sz="38400"/>
            </a:lvl6pPr>
            <a:lvl7pPr lvl="6" algn="ctr">
              <a:spcBef>
                <a:spcPts val="0"/>
              </a:spcBef>
              <a:spcAft>
                <a:spcPts val="0"/>
              </a:spcAft>
              <a:buSzPts val="38400"/>
              <a:buNone/>
              <a:defRPr sz="38400"/>
            </a:lvl7pPr>
            <a:lvl8pPr lvl="7" algn="ctr">
              <a:spcBef>
                <a:spcPts val="0"/>
              </a:spcBef>
              <a:spcAft>
                <a:spcPts val="0"/>
              </a:spcAft>
              <a:buSzPts val="38400"/>
              <a:buNone/>
              <a:defRPr sz="38400"/>
            </a:lvl8pPr>
            <a:lvl9pPr lvl="8" algn="ctr">
              <a:spcBef>
                <a:spcPts val="0"/>
              </a:spcBef>
              <a:spcAft>
                <a:spcPts val="0"/>
              </a:spcAft>
              <a:buSzPts val="38400"/>
              <a:buNone/>
              <a:defRPr sz="38400"/>
            </a:lvl9pPr>
          </a:lstStyle>
          <a:p>
            <a:r>
              <a:t>xx%</a:t>
            </a:r>
          </a:p>
        </p:txBody>
      </p:sp>
      <p:sp>
        <p:nvSpPr>
          <p:cNvPr id="46" name="Google Shape;46;p11"/>
          <p:cNvSpPr txBox="1">
            <a:spLocks noGrp="1"/>
          </p:cNvSpPr>
          <p:nvPr>
            <p:ph type="body" idx="1"/>
          </p:nvPr>
        </p:nvSpPr>
        <p:spPr>
          <a:xfrm>
            <a:off x="748080" y="20174240"/>
            <a:ext cx="20449500" cy="8324700"/>
          </a:xfrm>
          <a:prstGeom prst="rect">
            <a:avLst/>
          </a:prstGeom>
        </p:spPr>
        <p:txBody>
          <a:bodyPr spcFirstLastPara="1" wrap="square" lIns="292550" tIns="292550" rIns="292550" bIns="292550" anchor="t" anchorCtr="0">
            <a:noAutofit/>
          </a:bodyPr>
          <a:lstStyle>
            <a:lvl1pPr marL="457200" lvl="0" indent="-596900" algn="ctr">
              <a:spcBef>
                <a:spcPts val="0"/>
              </a:spcBef>
              <a:spcAft>
                <a:spcPts val="0"/>
              </a:spcAft>
              <a:buSzPts val="5800"/>
              <a:buChar char="●"/>
              <a:defRPr/>
            </a:lvl1pPr>
            <a:lvl2pPr marL="914400" lvl="1" indent="-514350" algn="ctr">
              <a:spcBef>
                <a:spcPts val="5100"/>
              </a:spcBef>
              <a:spcAft>
                <a:spcPts val="0"/>
              </a:spcAft>
              <a:buSzPts val="4500"/>
              <a:buChar char="○"/>
              <a:defRPr/>
            </a:lvl2pPr>
            <a:lvl3pPr marL="1371600" lvl="2" indent="-514350" algn="ctr">
              <a:spcBef>
                <a:spcPts val="5100"/>
              </a:spcBef>
              <a:spcAft>
                <a:spcPts val="0"/>
              </a:spcAft>
              <a:buSzPts val="4500"/>
              <a:buChar char="■"/>
              <a:defRPr/>
            </a:lvl3pPr>
            <a:lvl4pPr marL="1828800" lvl="3" indent="-514350" algn="ctr">
              <a:spcBef>
                <a:spcPts val="5100"/>
              </a:spcBef>
              <a:spcAft>
                <a:spcPts val="0"/>
              </a:spcAft>
              <a:buSzPts val="4500"/>
              <a:buChar char="●"/>
              <a:defRPr/>
            </a:lvl4pPr>
            <a:lvl5pPr marL="2286000" lvl="4" indent="-514350" algn="ctr">
              <a:spcBef>
                <a:spcPts val="5100"/>
              </a:spcBef>
              <a:spcAft>
                <a:spcPts val="0"/>
              </a:spcAft>
              <a:buSzPts val="4500"/>
              <a:buChar char="○"/>
              <a:defRPr/>
            </a:lvl5pPr>
            <a:lvl6pPr marL="2743200" lvl="5" indent="-514350" algn="ctr">
              <a:spcBef>
                <a:spcPts val="5100"/>
              </a:spcBef>
              <a:spcAft>
                <a:spcPts val="0"/>
              </a:spcAft>
              <a:buSzPts val="4500"/>
              <a:buChar char="■"/>
              <a:defRPr/>
            </a:lvl6pPr>
            <a:lvl7pPr marL="3200400" lvl="6" indent="-514350" algn="ctr">
              <a:spcBef>
                <a:spcPts val="5100"/>
              </a:spcBef>
              <a:spcAft>
                <a:spcPts val="0"/>
              </a:spcAft>
              <a:buSzPts val="4500"/>
              <a:buChar char="●"/>
              <a:defRPr/>
            </a:lvl7pPr>
            <a:lvl8pPr marL="3657600" lvl="7" indent="-514350" algn="ctr">
              <a:spcBef>
                <a:spcPts val="5100"/>
              </a:spcBef>
              <a:spcAft>
                <a:spcPts val="0"/>
              </a:spcAft>
              <a:buSzPts val="4500"/>
              <a:buChar char="○"/>
              <a:defRPr/>
            </a:lvl8pPr>
            <a:lvl9pPr marL="4114800" lvl="8" indent="-514350" algn="ctr">
              <a:spcBef>
                <a:spcPts val="5100"/>
              </a:spcBef>
              <a:spcAft>
                <a:spcPts val="5100"/>
              </a:spcAft>
              <a:buSzPts val="4500"/>
              <a:buChar char="■"/>
              <a:defRPr/>
            </a:lvl9pPr>
          </a:lstStyle>
          <a:p>
            <a:endParaRPr/>
          </a:p>
        </p:txBody>
      </p:sp>
      <p:sp>
        <p:nvSpPr>
          <p:cNvPr id="47" name="Google Shape;47;p11"/>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mplate 1"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sldNum" idx="12"/>
          </p:nvPr>
        </p:nvSpPr>
        <p:spPr>
          <a:xfrm>
            <a:off x="10493705" y="23917275"/>
            <a:ext cx="946760" cy="989758"/>
          </a:xfrm>
          <a:prstGeom prst="rect">
            <a:avLst/>
          </a:prstGeom>
          <a:noFill/>
          <a:ln>
            <a:noFill/>
          </a:ln>
        </p:spPr>
        <p:txBody>
          <a:bodyPr spcFirstLastPara="1" wrap="square" lIns="85725" tIns="85725" rIns="85725" bIns="85725" anchor="t" anchorCtr="0">
            <a:noAutofit/>
          </a:bodyPr>
          <a:lstStyle>
            <a:lvl1pPr marL="0" lvl="0" indent="0" algn="ctr">
              <a:lnSpc>
                <a:spcPct val="100000"/>
              </a:lnSpc>
              <a:spcBef>
                <a:spcPts val="0"/>
              </a:spcBef>
              <a:spcAft>
                <a:spcPts val="0"/>
              </a:spcAft>
              <a:buClr>
                <a:srgbClr val="000000"/>
              </a:buClr>
              <a:buSzPts val="5400"/>
              <a:buFont typeface="Helvetica Neue Light"/>
              <a:buNone/>
              <a:defRPr/>
            </a:lvl1pPr>
            <a:lvl2pPr marL="0" lvl="1" indent="0" algn="ctr">
              <a:lnSpc>
                <a:spcPct val="100000"/>
              </a:lnSpc>
              <a:spcBef>
                <a:spcPts val="0"/>
              </a:spcBef>
              <a:spcAft>
                <a:spcPts val="0"/>
              </a:spcAft>
              <a:buClr>
                <a:srgbClr val="000000"/>
              </a:buClr>
              <a:buSzPts val="5400"/>
              <a:buFont typeface="Helvetica Neue Light"/>
              <a:buNone/>
              <a:defRPr/>
            </a:lvl2pPr>
            <a:lvl3pPr marL="0" lvl="2" indent="0" algn="ctr">
              <a:lnSpc>
                <a:spcPct val="100000"/>
              </a:lnSpc>
              <a:spcBef>
                <a:spcPts val="0"/>
              </a:spcBef>
              <a:spcAft>
                <a:spcPts val="0"/>
              </a:spcAft>
              <a:buClr>
                <a:srgbClr val="000000"/>
              </a:buClr>
              <a:buSzPts val="5400"/>
              <a:buFont typeface="Helvetica Neue Light"/>
              <a:buNone/>
              <a:defRPr/>
            </a:lvl3pPr>
            <a:lvl4pPr marL="0" lvl="3" indent="0" algn="ctr">
              <a:lnSpc>
                <a:spcPct val="100000"/>
              </a:lnSpc>
              <a:spcBef>
                <a:spcPts val="0"/>
              </a:spcBef>
              <a:spcAft>
                <a:spcPts val="0"/>
              </a:spcAft>
              <a:buClr>
                <a:srgbClr val="000000"/>
              </a:buClr>
              <a:buSzPts val="5400"/>
              <a:buFont typeface="Helvetica Neue Light"/>
              <a:buNone/>
              <a:defRPr/>
            </a:lvl4pPr>
            <a:lvl5pPr marL="0" lvl="4" indent="0" algn="ctr">
              <a:lnSpc>
                <a:spcPct val="100000"/>
              </a:lnSpc>
              <a:spcBef>
                <a:spcPts val="0"/>
              </a:spcBef>
              <a:spcAft>
                <a:spcPts val="0"/>
              </a:spcAft>
              <a:buClr>
                <a:srgbClr val="000000"/>
              </a:buClr>
              <a:buSzPts val="5400"/>
              <a:buFont typeface="Helvetica Neue Light"/>
              <a:buNone/>
              <a:defRPr/>
            </a:lvl5pPr>
            <a:lvl6pPr marL="0" lvl="5" indent="0" algn="ctr">
              <a:lnSpc>
                <a:spcPct val="100000"/>
              </a:lnSpc>
              <a:spcBef>
                <a:spcPts val="0"/>
              </a:spcBef>
              <a:spcAft>
                <a:spcPts val="0"/>
              </a:spcAft>
              <a:buClr>
                <a:srgbClr val="000000"/>
              </a:buClr>
              <a:buSzPts val="5400"/>
              <a:buFont typeface="Helvetica Neue Light"/>
              <a:buNone/>
              <a:defRPr/>
            </a:lvl6pPr>
            <a:lvl7pPr marL="0" lvl="6" indent="0" algn="ctr">
              <a:lnSpc>
                <a:spcPct val="100000"/>
              </a:lnSpc>
              <a:spcBef>
                <a:spcPts val="0"/>
              </a:spcBef>
              <a:spcAft>
                <a:spcPts val="0"/>
              </a:spcAft>
              <a:buClr>
                <a:srgbClr val="000000"/>
              </a:buClr>
              <a:buSzPts val="5400"/>
              <a:buFont typeface="Helvetica Neue Light"/>
              <a:buNone/>
              <a:defRPr/>
            </a:lvl7pPr>
            <a:lvl8pPr marL="0" lvl="7" indent="0" algn="ctr">
              <a:lnSpc>
                <a:spcPct val="100000"/>
              </a:lnSpc>
              <a:spcBef>
                <a:spcPts val="0"/>
              </a:spcBef>
              <a:spcAft>
                <a:spcPts val="0"/>
              </a:spcAft>
              <a:buClr>
                <a:srgbClr val="000000"/>
              </a:buClr>
              <a:buSzPts val="5400"/>
              <a:buFont typeface="Helvetica Neue Light"/>
              <a:buNone/>
              <a:defRPr/>
            </a:lvl8pPr>
            <a:lvl9pPr marL="0" lvl="8" indent="0" algn="ctr">
              <a:lnSpc>
                <a:spcPct val="100000"/>
              </a:lnSpc>
              <a:spcBef>
                <a:spcPts val="0"/>
              </a:spcBef>
              <a:spcAft>
                <a:spcPts val="0"/>
              </a:spcAft>
              <a:buClr>
                <a:srgbClr val="000000"/>
              </a:buClr>
              <a:buSzPts val="5400"/>
              <a:buFont typeface="Helvetica Neue Light"/>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48080" y="2848160"/>
            <a:ext cx="20449500" cy="3664800"/>
          </a:xfrm>
          <a:prstGeom prst="rect">
            <a:avLst/>
          </a:prstGeom>
          <a:noFill/>
          <a:ln>
            <a:noFill/>
          </a:ln>
        </p:spPr>
        <p:txBody>
          <a:bodyPr spcFirstLastPara="1" wrap="square" lIns="292550" tIns="292550" rIns="292550" bIns="292550" anchor="t" anchorCtr="0">
            <a:noAutofit/>
          </a:bodyPr>
          <a:lstStyle>
            <a:lvl1pPr lvl="0">
              <a:spcBef>
                <a:spcPts val="0"/>
              </a:spcBef>
              <a:spcAft>
                <a:spcPts val="0"/>
              </a:spcAft>
              <a:buClr>
                <a:schemeClr val="dk1"/>
              </a:buClr>
              <a:buSzPts val="9000"/>
              <a:buNone/>
              <a:defRPr sz="9000">
                <a:solidFill>
                  <a:schemeClr val="dk1"/>
                </a:solidFill>
              </a:defRPr>
            </a:lvl1pPr>
            <a:lvl2pPr lvl="1">
              <a:spcBef>
                <a:spcPts val="0"/>
              </a:spcBef>
              <a:spcAft>
                <a:spcPts val="0"/>
              </a:spcAft>
              <a:buClr>
                <a:schemeClr val="dk1"/>
              </a:buClr>
              <a:buSzPts val="9000"/>
              <a:buNone/>
              <a:defRPr sz="9000">
                <a:solidFill>
                  <a:schemeClr val="dk1"/>
                </a:solidFill>
              </a:defRPr>
            </a:lvl2pPr>
            <a:lvl3pPr lvl="2">
              <a:spcBef>
                <a:spcPts val="0"/>
              </a:spcBef>
              <a:spcAft>
                <a:spcPts val="0"/>
              </a:spcAft>
              <a:buClr>
                <a:schemeClr val="dk1"/>
              </a:buClr>
              <a:buSzPts val="9000"/>
              <a:buNone/>
              <a:defRPr sz="9000">
                <a:solidFill>
                  <a:schemeClr val="dk1"/>
                </a:solidFill>
              </a:defRPr>
            </a:lvl3pPr>
            <a:lvl4pPr lvl="3">
              <a:spcBef>
                <a:spcPts val="0"/>
              </a:spcBef>
              <a:spcAft>
                <a:spcPts val="0"/>
              </a:spcAft>
              <a:buClr>
                <a:schemeClr val="dk1"/>
              </a:buClr>
              <a:buSzPts val="9000"/>
              <a:buNone/>
              <a:defRPr sz="9000">
                <a:solidFill>
                  <a:schemeClr val="dk1"/>
                </a:solidFill>
              </a:defRPr>
            </a:lvl4pPr>
            <a:lvl5pPr lvl="4">
              <a:spcBef>
                <a:spcPts val="0"/>
              </a:spcBef>
              <a:spcAft>
                <a:spcPts val="0"/>
              </a:spcAft>
              <a:buClr>
                <a:schemeClr val="dk1"/>
              </a:buClr>
              <a:buSzPts val="9000"/>
              <a:buNone/>
              <a:defRPr sz="9000">
                <a:solidFill>
                  <a:schemeClr val="dk1"/>
                </a:solidFill>
              </a:defRPr>
            </a:lvl5pPr>
            <a:lvl6pPr lvl="5">
              <a:spcBef>
                <a:spcPts val="0"/>
              </a:spcBef>
              <a:spcAft>
                <a:spcPts val="0"/>
              </a:spcAft>
              <a:buClr>
                <a:schemeClr val="dk1"/>
              </a:buClr>
              <a:buSzPts val="9000"/>
              <a:buNone/>
              <a:defRPr sz="9000">
                <a:solidFill>
                  <a:schemeClr val="dk1"/>
                </a:solidFill>
              </a:defRPr>
            </a:lvl6pPr>
            <a:lvl7pPr lvl="6">
              <a:spcBef>
                <a:spcPts val="0"/>
              </a:spcBef>
              <a:spcAft>
                <a:spcPts val="0"/>
              </a:spcAft>
              <a:buClr>
                <a:schemeClr val="dk1"/>
              </a:buClr>
              <a:buSzPts val="9000"/>
              <a:buNone/>
              <a:defRPr sz="9000">
                <a:solidFill>
                  <a:schemeClr val="dk1"/>
                </a:solidFill>
              </a:defRPr>
            </a:lvl7pPr>
            <a:lvl8pPr lvl="7">
              <a:spcBef>
                <a:spcPts val="0"/>
              </a:spcBef>
              <a:spcAft>
                <a:spcPts val="0"/>
              </a:spcAft>
              <a:buClr>
                <a:schemeClr val="dk1"/>
              </a:buClr>
              <a:buSzPts val="9000"/>
              <a:buNone/>
              <a:defRPr sz="9000">
                <a:solidFill>
                  <a:schemeClr val="dk1"/>
                </a:solidFill>
              </a:defRPr>
            </a:lvl8pPr>
            <a:lvl9pPr lvl="8">
              <a:spcBef>
                <a:spcPts val="0"/>
              </a:spcBef>
              <a:spcAft>
                <a:spcPts val="0"/>
              </a:spcAft>
              <a:buClr>
                <a:schemeClr val="dk1"/>
              </a:buClr>
              <a:buSzPts val="9000"/>
              <a:buNone/>
              <a:defRPr sz="9000">
                <a:solidFill>
                  <a:schemeClr val="dk1"/>
                </a:solidFill>
              </a:defRPr>
            </a:lvl9pPr>
          </a:lstStyle>
          <a:p>
            <a:endParaRPr/>
          </a:p>
        </p:txBody>
      </p:sp>
      <p:sp>
        <p:nvSpPr>
          <p:cNvPr id="7" name="Google Shape;7;p1"/>
          <p:cNvSpPr txBox="1">
            <a:spLocks noGrp="1"/>
          </p:cNvSpPr>
          <p:nvPr>
            <p:ph type="body" idx="1"/>
          </p:nvPr>
        </p:nvSpPr>
        <p:spPr>
          <a:xfrm>
            <a:off x="748080" y="7375840"/>
            <a:ext cx="20449500" cy="21864900"/>
          </a:xfrm>
          <a:prstGeom prst="rect">
            <a:avLst/>
          </a:prstGeom>
          <a:noFill/>
          <a:ln>
            <a:noFill/>
          </a:ln>
        </p:spPr>
        <p:txBody>
          <a:bodyPr spcFirstLastPara="1" wrap="square" lIns="292550" tIns="292550" rIns="292550" bIns="292550" anchor="t" anchorCtr="0">
            <a:noAutofit/>
          </a:bodyPr>
          <a:lstStyle>
            <a:lvl1pPr marL="457200" lvl="0" indent="-596900">
              <a:lnSpc>
                <a:spcPct val="115000"/>
              </a:lnSpc>
              <a:spcBef>
                <a:spcPts val="0"/>
              </a:spcBef>
              <a:spcAft>
                <a:spcPts val="0"/>
              </a:spcAft>
              <a:buClr>
                <a:schemeClr val="dk2"/>
              </a:buClr>
              <a:buSzPts val="5800"/>
              <a:buChar char="●"/>
              <a:defRPr sz="5800">
                <a:solidFill>
                  <a:schemeClr val="dk2"/>
                </a:solidFill>
              </a:defRPr>
            </a:lvl1pPr>
            <a:lvl2pPr marL="914400" lvl="1" indent="-514350">
              <a:lnSpc>
                <a:spcPct val="115000"/>
              </a:lnSpc>
              <a:spcBef>
                <a:spcPts val="5100"/>
              </a:spcBef>
              <a:spcAft>
                <a:spcPts val="0"/>
              </a:spcAft>
              <a:buClr>
                <a:schemeClr val="dk2"/>
              </a:buClr>
              <a:buSzPts val="4500"/>
              <a:buChar char="○"/>
              <a:defRPr sz="4500">
                <a:solidFill>
                  <a:schemeClr val="dk2"/>
                </a:solidFill>
              </a:defRPr>
            </a:lvl2pPr>
            <a:lvl3pPr marL="1371600" lvl="2" indent="-514350">
              <a:lnSpc>
                <a:spcPct val="115000"/>
              </a:lnSpc>
              <a:spcBef>
                <a:spcPts val="5100"/>
              </a:spcBef>
              <a:spcAft>
                <a:spcPts val="0"/>
              </a:spcAft>
              <a:buClr>
                <a:schemeClr val="dk2"/>
              </a:buClr>
              <a:buSzPts val="4500"/>
              <a:buChar char="■"/>
              <a:defRPr sz="4500">
                <a:solidFill>
                  <a:schemeClr val="dk2"/>
                </a:solidFill>
              </a:defRPr>
            </a:lvl3pPr>
            <a:lvl4pPr marL="1828800" lvl="3" indent="-514350">
              <a:lnSpc>
                <a:spcPct val="115000"/>
              </a:lnSpc>
              <a:spcBef>
                <a:spcPts val="5100"/>
              </a:spcBef>
              <a:spcAft>
                <a:spcPts val="0"/>
              </a:spcAft>
              <a:buClr>
                <a:schemeClr val="dk2"/>
              </a:buClr>
              <a:buSzPts val="4500"/>
              <a:buChar char="●"/>
              <a:defRPr sz="4500">
                <a:solidFill>
                  <a:schemeClr val="dk2"/>
                </a:solidFill>
              </a:defRPr>
            </a:lvl4pPr>
            <a:lvl5pPr marL="2286000" lvl="4" indent="-514350">
              <a:lnSpc>
                <a:spcPct val="115000"/>
              </a:lnSpc>
              <a:spcBef>
                <a:spcPts val="5100"/>
              </a:spcBef>
              <a:spcAft>
                <a:spcPts val="0"/>
              </a:spcAft>
              <a:buClr>
                <a:schemeClr val="dk2"/>
              </a:buClr>
              <a:buSzPts val="4500"/>
              <a:buChar char="○"/>
              <a:defRPr sz="4500">
                <a:solidFill>
                  <a:schemeClr val="dk2"/>
                </a:solidFill>
              </a:defRPr>
            </a:lvl5pPr>
            <a:lvl6pPr marL="2743200" lvl="5" indent="-514350">
              <a:lnSpc>
                <a:spcPct val="115000"/>
              </a:lnSpc>
              <a:spcBef>
                <a:spcPts val="5100"/>
              </a:spcBef>
              <a:spcAft>
                <a:spcPts val="0"/>
              </a:spcAft>
              <a:buClr>
                <a:schemeClr val="dk2"/>
              </a:buClr>
              <a:buSzPts val="4500"/>
              <a:buChar char="■"/>
              <a:defRPr sz="4500">
                <a:solidFill>
                  <a:schemeClr val="dk2"/>
                </a:solidFill>
              </a:defRPr>
            </a:lvl6pPr>
            <a:lvl7pPr marL="3200400" lvl="6" indent="-514350">
              <a:lnSpc>
                <a:spcPct val="115000"/>
              </a:lnSpc>
              <a:spcBef>
                <a:spcPts val="5100"/>
              </a:spcBef>
              <a:spcAft>
                <a:spcPts val="0"/>
              </a:spcAft>
              <a:buClr>
                <a:schemeClr val="dk2"/>
              </a:buClr>
              <a:buSzPts val="4500"/>
              <a:buChar char="●"/>
              <a:defRPr sz="4500">
                <a:solidFill>
                  <a:schemeClr val="dk2"/>
                </a:solidFill>
              </a:defRPr>
            </a:lvl7pPr>
            <a:lvl8pPr marL="3657600" lvl="7" indent="-514350">
              <a:lnSpc>
                <a:spcPct val="115000"/>
              </a:lnSpc>
              <a:spcBef>
                <a:spcPts val="5100"/>
              </a:spcBef>
              <a:spcAft>
                <a:spcPts val="0"/>
              </a:spcAft>
              <a:buClr>
                <a:schemeClr val="dk2"/>
              </a:buClr>
              <a:buSzPts val="4500"/>
              <a:buChar char="○"/>
              <a:defRPr sz="4500">
                <a:solidFill>
                  <a:schemeClr val="dk2"/>
                </a:solidFill>
              </a:defRPr>
            </a:lvl8pPr>
            <a:lvl9pPr marL="4114800" lvl="8" indent="-514350">
              <a:lnSpc>
                <a:spcPct val="115000"/>
              </a:lnSpc>
              <a:spcBef>
                <a:spcPts val="5100"/>
              </a:spcBef>
              <a:spcAft>
                <a:spcPts val="5100"/>
              </a:spcAft>
              <a:buClr>
                <a:schemeClr val="dk2"/>
              </a:buClr>
              <a:buSzPts val="4500"/>
              <a:buChar char="■"/>
              <a:defRPr sz="4500">
                <a:solidFill>
                  <a:schemeClr val="dk2"/>
                </a:solidFill>
              </a:defRPr>
            </a:lvl9pPr>
          </a:lstStyle>
          <a:p>
            <a:endParaRPr/>
          </a:p>
        </p:txBody>
      </p:sp>
      <p:sp>
        <p:nvSpPr>
          <p:cNvPr id="8" name="Google Shape;8;p1"/>
          <p:cNvSpPr txBox="1">
            <a:spLocks noGrp="1"/>
          </p:cNvSpPr>
          <p:nvPr>
            <p:ph type="sldNum" idx="12"/>
          </p:nvPr>
        </p:nvSpPr>
        <p:spPr>
          <a:xfrm>
            <a:off x="20333899" y="29844588"/>
            <a:ext cx="1317000" cy="2518500"/>
          </a:xfrm>
          <a:prstGeom prst="rect">
            <a:avLst/>
          </a:prstGeom>
          <a:noFill/>
          <a:ln>
            <a:noFill/>
          </a:ln>
        </p:spPr>
        <p:txBody>
          <a:bodyPr spcFirstLastPara="1" wrap="square" lIns="292550" tIns="292550" rIns="292550" bIns="292550" anchor="ctr" anchorCtr="0">
            <a:noAutofit/>
          </a:bodyPr>
          <a:lstStyle>
            <a:lvl1pPr lvl="0" algn="r">
              <a:buNone/>
              <a:defRPr sz="3200">
                <a:solidFill>
                  <a:schemeClr val="dk2"/>
                </a:solidFill>
              </a:defRPr>
            </a:lvl1pPr>
            <a:lvl2pPr lvl="1" algn="r">
              <a:buNone/>
              <a:defRPr sz="3200">
                <a:solidFill>
                  <a:schemeClr val="dk2"/>
                </a:solidFill>
              </a:defRPr>
            </a:lvl2pPr>
            <a:lvl3pPr lvl="2" algn="r">
              <a:buNone/>
              <a:defRPr sz="3200">
                <a:solidFill>
                  <a:schemeClr val="dk2"/>
                </a:solidFill>
              </a:defRPr>
            </a:lvl3pPr>
            <a:lvl4pPr lvl="3" algn="r">
              <a:buNone/>
              <a:defRPr sz="3200">
                <a:solidFill>
                  <a:schemeClr val="dk2"/>
                </a:solidFill>
              </a:defRPr>
            </a:lvl4pPr>
            <a:lvl5pPr lvl="4" algn="r">
              <a:buNone/>
              <a:defRPr sz="3200">
                <a:solidFill>
                  <a:schemeClr val="dk2"/>
                </a:solidFill>
              </a:defRPr>
            </a:lvl5pPr>
            <a:lvl6pPr lvl="5" algn="r">
              <a:buNone/>
              <a:defRPr sz="3200">
                <a:solidFill>
                  <a:schemeClr val="dk2"/>
                </a:solidFill>
              </a:defRPr>
            </a:lvl6pPr>
            <a:lvl7pPr lvl="6" algn="r">
              <a:buNone/>
              <a:defRPr sz="3200">
                <a:solidFill>
                  <a:schemeClr val="dk2"/>
                </a:solidFill>
              </a:defRPr>
            </a:lvl7pPr>
            <a:lvl8pPr lvl="7" algn="r">
              <a:buNone/>
              <a:defRPr sz="3200">
                <a:solidFill>
                  <a:schemeClr val="dk2"/>
                </a:solidFill>
              </a:defRPr>
            </a:lvl8pPr>
            <a:lvl9pPr lvl="8" algn="r">
              <a:buNone/>
              <a:defRPr sz="32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pic>
        <p:nvPicPr>
          <p:cNvPr id="51" name="Google Shape;51;p13" descr="Image"/>
          <p:cNvPicPr preferRelativeResize="0"/>
          <p:nvPr/>
        </p:nvPicPr>
        <p:blipFill rotWithShape="1">
          <a:blip r:embed="rId3">
            <a:alphaModFix/>
          </a:blip>
          <a:srcRect/>
          <a:stretch/>
        </p:blipFill>
        <p:spPr>
          <a:xfrm>
            <a:off x="-46998" y="-620308"/>
            <a:ext cx="22039596" cy="33558349"/>
          </a:xfrm>
          <a:prstGeom prst="rect">
            <a:avLst/>
          </a:prstGeom>
          <a:noFill/>
          <a:ln>
            <a:noFill/>
          </a:ln>
        </p:spPr>
      </p:pic>
      <p:sp>
        <p:nvSpPr>
          <p:cNvPr id="52" name="Google Shape;52;p13"/>
          <p:cNvSpPr txBox="1">
            <a:spLocks noGrp="1"/>
          </p:cNvSpPr>
          <p:nvPr>
            <p:ph type="title"/>
          </p:nvPr>
        </p:nvSpPr>
        <p:spPr>
          <a:xfrm>
            <a:off x="2143125" y="10994231"/>
            <a:ext cx="17659349" cy="5572126"/>
          </a:xfrm>
          <a:prstGeom prst="rect">
            <a:avLst/>
          </a:prstGeom>
          <a:noFill/>
          <a:ln>
            <a:noFill/>
          </a:ln>
        </p:spPr>
        <p:txBody>
          <a:bodyPr spcFirstLastPara="1" wrap="square" lIns="85725" tIns="85725" rIns="85725" bIns="85725" anchor="b" anchorCtr="0">
            <a:noAutofit/>
          </a:bodyPr>
          <a:lstStyle>
            <a:lvl1pPr marR="0" lvl="0"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9pPr>
          </a:lstStyle>
          <a:p>
            <a:endParaRPr/>
          </a:p>
        </p:txBody>
      </p:sp>
      <p:sp>
        <p:nvSpPr>
          <p:cNvPr id="53" name="Google Shape;53;p13"/>
          <p:cNvSpPr txBox="1">
            <a:spLocks noGrp="1"/>
          </p:cNvSpPr>
          <p:nvPr>
            <p:ph type="body" idx="1"/>
          </p:nvPr>
        </p:nvSpPr>
        <p:spPr>
          <a:xfrm>
            <a:off x="2143125" y="16737806"/>
            <a:ext cx="17659349" cy="1907382"/>
          </a:xfrm>
          <a:prstGeom prst="rect">
            <a:avLst/>
          </a:prstGeom>
          <a:noFill/>
          <a:ln>
            <a:noFill/>
          </a:ln>
        </p:spPr>
        <p:txBody>
          <a:bodyPr spcFirstLastPara="1" wrap="square" lIns="85725" tIns="85725" rIns="85725" bIns="85725" anchor="t" anchorCtr="0">
            <a:noAutofit/>
          </a:bodyPr>
          <a:lstStyle>
            <a:lvl1pPr marL="457200" marR="0" lvl="0"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5pPr>
            <a:lvl6pPr marL="2743200" marR="0" lvl="5"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6pPr>
            <a:lvl7pPr marL="3200400" marR="0" lvl="6"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7pPr>
            <a:lvl8pPr marL="3657600" marR="0" lvl="7"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8pPr>
            <a:lvl9pPr marL="4114800" marR="0" lvl="8"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9pPr>
          </a:lstStyle>
          <a:p>
            <a:endParaRPr/>
          </a:p>
        </p:txBody>
      </p:sp>
      <p:sp>
        <p:nvSpPr>
          <p:cNvPr id="54" name="Google Shape;54;p13"/>
          <p:cNvSpPr txBox="1">
            <a:spLocks noGrp="1"/>
          </p:cNvSpPr>
          <p:nvPr>
            <p:ph type="sldNum" idx="12"/>
          </p:nvPr>
        </p:nvSpPr>
        <p:spPr>
          <a:xfrm>
            <a:off x="10493705" y="23917275"/>
            <a:ext cx="946760" cy="989758"/>
          </a:xfrm>
          <a:prstGeom prst="rect">
            <a:avLst/>
          </a:prstGeom>
          <a:noFill/>
          <a:ln>
            <a:noFill/>
          </a:ln>
        </p:spPr>
        <p:txBody>
          <a:bodyPr spcFirstLastPara="1" wrap="square" lIns="85725" tIns="85725" rIns="85725" bIns="85725" anchor="t" anchorCtr="0">
            <a:noAutofit/>
          </a:bodyPr>
          <a:lstStyle>
            <a:lvl1pPr marL="0" marR="0" lvl="0"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jp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5"/>
          <p:cNvSpPr/>
          <p:nvPr/>
        </p:nvSpPr>
        <p:spPr>
          <a:xfrm>
            <a:off x="170650" y="28257350"/>
            <a:ext cx="11577300" cy="2220000"/>
          </a:xfrm>
          <a:prstGeom prst="rect">
            <a:avLst/>
          </a:prstGeom>
          <a:noFill/>
          <a:ln w="38100" cap="flat" cmpd="sng">
            <a:solidFill>
              <a:srgbClr val="1F497D"/>
            </a:solidFill>
            <a:prstDash val="solid"/>
            <a:miter lim="400000"/>
            <a:headEnd type="none" w="sm" len="sm"/>
            <a:tailEnd type="none" w="sm" len="sm"/>
          </a:ln>
        </p:spPr>
        <p:txBody>
          <a:bodyPr spcFirstLastPara="1" wrap="square" lIns="85725" tIns="85725" rIns="85725" bIns="85725" anchor="ctr" anchorCtr="0">
            <a:noAutofit/>
          </a:bodyPr>
          <a:lstStyle/>
          <a:p>
            <a:pPr marL="0" marR="0" lvl="0" indent="0" algn="l" rtl="0">
              <a:lnSpc>
                <a:spcPct val="100000"/>
              </a:lnSpc>
              <a:spcBef>
                <a:spcPts val="0"/>
              </a:spcBef>
              <a:spcAft>
                <a:spcPts val="0"/>
              </a:spcAft>
              <a:buClr>
                <a:srgbClr val="000000"/>
              </a:buClr>
              <a:buSzPts val="7400"/>
              <a:buFont typeface="Helvetica Neue"/>
              <a:buNone/>
            </a:pPr>
            <a:endParaRPr sz="3200" b="1">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400"/>
              <a:buFont typeface="Helvetica Neue"/>
              <a:buNone/>
            </a:pPr>
            <a:endParaRPr sz="4800" b="1">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400"/>
              <a:buFont typeface="Helvetica Neue"/>
              <a:buNone/>
            </a:pPr>
            <a:endParaRPr sz="3200" b="1">
              <a:latin typeface="Helvetica Neue"/>
              <a:ea typeface="Helvetica Neue"/>
              <a:cs typeface="Helvetica Neue"/>
              <a:sym typeface="Helvetica Neue"/>
            </a:endParaRPr>
          </a:p>
        </p:txBody>
      </p:sp>
      <p:sp>
        <p:nvSpPr>
          <p:cNvPr id="62" name="Google Shape;62;p15"/>
          <p:cNvSpPr/>
          <p:nvPr/>
        </p:nvSpPr>
        <p:spPr>
          <a:xfrm>
            <a:off x="12088025" y="28242175"/>
            <a:ext cx="780000" cy="795300"/>
          </a:xfrm>
          <a:prstGeom prst="rect">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p:nvPr/>
        </p:nvSpPr>
        <p:spPr>
          <a:xfrm>
            <a:off x="12088025" y="28242175"/>
            <a:ext cx="9587100" cy="2220000"/>
          </a:xfrm>
          <a:prstGeom prst="rect">
            <a:avLst/>
          </a:prstGeom>
          <a:noFill/>
          <a:ln w="38100" cap="flat" cmpd="sng">
            <a:solidFill>
              <a:srgbClr val="1F497D"/>
            </a:solidFill>
            <a:prstDash val="solid"/>
            <a:miter lim="400000"/>
            <a:headEnd type="none" w="sm" len="sm"/>
            <a:tailEnd type="none" w="sm" len="sm"/>
          </a:ln>
        </p:spPr>
        <p:txBody>
          <a:bodyPr spcFirstLastPara="1" wrap="square" lIns="85725" tIns="85725" rIns="85725" bIns="85725" anchor="ctr" anchorCtr="0">
            <a:noAutofit/>
          </a:bodyPr>
          <a:lstStyle/>
          <a:p>
            <a:pPr marL="0" marR="0" lvl="0" indent="0" algn="l" rtl="0">
              <a:lnSpc>
                <a:spcPct val="100000"/>
              </a:lnSpc>
              <a:spcBef>
                <a:spcPts val="0"/>
              </a:spcBef>
              <a:spcAft>
                <a:spcPts val="0"/>
              </a:spcAft>
              <a:buClr>
                <a:srgbClr val="000000"/>
              </a:buClr>
              <a:buSzPts val="7400"/>
              <a:buFont typeface="Helvetica Neue"/>
              <a:buNone/>
            </a:pPr>
            <a:endParaRPr sz="3200" b="1">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400"/>
              <a:buFont typeface="Helvetica Neue"/>
              <a:buNone/>
            </a:pPr>
            <a:endParaRPr sz="4800" b="1">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7400"/>
              <a:buFont typeface="Helvetica Neue"/>
              <a:buNone/>
            </a:pPr>
            <a:endParaRPr sz="3200" b="1">
              <a:latin typeface="Helvetica Neue"/>
              <a:ea typeface="Helvetica Neue"/>
              <a:cs typeface="Helvetica Neue"/>
              <a:sym typeface="Helvetica Neue"/>
            </a:endParaRPr>
          </a:p>
        </p:txBody>
      </p:sp>
      <p:sp>
        <p:nvSpPr>
          <p:cNvPr id="64" name="Google Shape;64;p15"/>
          <p:cNvSpPr/>
          <p:nvPr/>
        </p:nvSpPr>
        <p:spPr>
          <a:xfrm>
            <a:off x="1344825" y="4092450"/>
            <a:ext cx="581670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txBox="1"/>
          <p:nvPr/>
        </p:nvSpPr>
        <p:spPr>
          <a:xfrm>
            <a:off x="1079106" y="154651"/>
            <a:ext cx="13006200" cy="1892700"/>
          </a:xfrm>
          <a:prstGeom prst="rect">
            <a:avLst/>
          </a:prstGeom>
          <a:noFill/>
          <a:ln>
            <a:noFill/>
          </a:ln>
        </p:spPr>
        <p:txBody>
          <a:bodyPr spcFirstLastPara="1" wrap="square" lIns="114300" tIns="114300" rIns="114300" bIns="114300" anchor="b" anchorCtr="0">
            <a:noAutofit/>
          </a:bodyPr>
          <a:lstStyle/>
          <a:p>
            <a:pPr marL="0" marR="0" lvl="0" indent="0" algn="ctr" rtl="0">
              <a:lnSpc>
                <a:spcPct val="100000"/>
              </a:lnSpc>
              <a:spcBef>
                <a:spcPts val="0"/>
              </a:spcBef>
              <a:spcAft>
                <a:spcPts val="0"/>
              </a:spcAft>
              <a:buClr>
                <a:srgbClr val="FFFFFF"/>
              </a:buClr>
              <a:buSzPts val="5400"/>
              <a:buFont typeface="Franklin Gothic"/>
              <a:buNone/>
            </a:pPr>
            <a:r>
              <a:rPr lang="en" sz="5400" b="0" i="0" u="none" strike="noStrike" cap="none">
                <a:solidFill>
                  <a:srgbClr val="FFFFFF"/>
                </a:solidFill>
                <a:latin typeface="Franklin Gothic"/>
                <a:ea typeface="Franklin Gothic"/>
                <a:cs typeface="Franklin Gothic"/>
                <a:sym typeface="Franklin Gothic"/>
              </a:rPr>
              <a:t>MEASURING THE UNIVERSE OF</a:t>
            </a:r>
            <a:endParaRPr sz="5400" b="0" i="0" u="none" strike="noStrike" cap="none">
              <a:solidFill>
                <a:srgbClr val="FFFFFF"/>
              </a:solidFill>
              <a:latin typeface="Franklin Gothic"/>
              <a:ea typeface="Franklin Gothic"/>
              <a:cs typeface="Franklin Gothic"/>
              <a:sym typeface="Franklin Gothic"/>
            </a:endParaRPr>
          </a:p>
          <a:p>
            <a:pPr marL="0" marR="0" lvl="0" indent="0" algn="ctr" rtl="0">
              <a:lnSpc>
                <a:spcPct val="100000"/>
              </a:lnSpc>
              <a:spcBef>
                <a:spcPts val="0"/>
              </a:spcBef>
              <a:spcAft>
                <a:spcPts val="0"/>
              </a:spcAft>
              <a:buClr>
                <a:srgbClr val="FFFFFF"/>
              </a:buClr>
              <a:buSzPts val="5400"/>
              <a:buFont typeface="Franklin Gothic"/>
              <a:buNone/>
            </a:pPr>
            <a:r>
              <a:rPr lang="en" sz="5400" b="0" i="0" u="none" strike="noStrike" cap="none">
                <a:solidFill>
                  <a:srgbClr val="FFFFFF"/>
                </a:solidFill>
                <a:latin typeface="Franklin Gothic"/>
                <a:ea typeface="Franklin Gothic"/>
                <a:cs typeface="Franklin Gothic"/>
                <a:sym typeface="Franklin Gothic"/>
              </a:rPr>
              <a:t>OPEN SOURCE SOFTWARE</a:t>
            </a:r>
            <a:endParaRPr/>
          </a:p>
        </p:txBody>
      </p:sp>
      <p:sp>
        <p:nvSpPr>
          <p:cNvPr id="66" name="Google Shape;66;p15"/>
          <p:cNvSpPr txBox="1"/>
          <p:nvPr/>
        </p:nvSpPr>
        <p:spPr>
          <a:xfrm>
            <a:off x="583850" y="2391575"/>
            <a:ext cx="16690200" cy="1173300"/>
          </a:xfrm>
          <a:prstGeom prst="rect">
            <a:avLst/>
          </a:prstGeom>
          <a:noFill/>
          <a:ln>
            <a:noFill/>
          </a:ln>
        </p:spPr>
        <p:txBody>
          <a:bodyPr spcFirstLastPara="1" wrap="square" lIns="114300" tIns="114300" rIns="114300" bIns="114300" anchor="ctr" anchorCtr="0">
            <a:noAutofit/>
          </a:bodyPr>
          <a:lstStyle/>
          <a:p>
            <a:pPr marL="0" marR="0" lvl="0" indent="0" algn="l" rtl="0">
              <a:lnSpc>
                <a:spcPct val="150000"/>
              </a:lnSpc>
              <a:spcBef>
                <a:spcPts val="0"/>
              </a:spcBef>
              <a:spcAft>
                <a:spcPts val="0"/>
              </a:spcAft>
              <a:buClr>
                <a:srgbClr val="FFFFFF"/>
              </a:buClr>
              <a:buSzPts val="2100"/>
              <a:buFont typeface="Franklin Gothic"/>
              <a:buNone/>
            </a:pPr>
            <a:r>
              <a:rPr lang="en" sz="2100">
                <a:solidFill>
                  <a:srgbClr val="FFFFFF"/>
                </a:solidFill>
                <a:latin typeface="Franklin Gothic"/>
                <a:ea typeface="Franklin Gothic"/>
                <a:cs typeface="Franklin Gothic"/>
                <a:sym typeface="Franklin Gothic"/>
              </a:rPr>
              <a:t>Cong Cong, Calvin Isch, Eliza Tobin​, Gizem Korkmaz, Bayoan Calderon, Brandon Kramer, and Aaron Schroeder</a:t>
            </a:r>
            <a:endParaRPr sz="2100">
              <a:solidFill>
                <a:srgbClr val="FFFFFF"/>
              </a:solidFill>
              <a:latin typeface="Franklin Gothic"/>
              <a:ea typeface="Franklin Gothic"/>
              <a:cs typeface="Franklin Gothic"/>
              <a:sym typeface="Franklin Gothic"/>
            </a:endParaRPr>
          </a:p>
          <a:p>
            <a:pPr marL="0" marR="0" lvl="0" indent="0" algn="l" rtl="0">
              <a:lnSpc>
                <a:spcPct val="150000"/>
              </a:lnSpc>
              <a:spcBef>
                <a:spcPts val="0"/>
              </a:spcBef>
              <a:spcAft>
                <a:spcPts val="0"/>
              </a:spcAft>
              <a:buClr>
                <a:srgbClr val="FFFFFF"/>
              </a:buClr>
              <a:buSzPts val="2100"/>
              <a:buFont typeface="Franklin Gothic"/>
              <a:buNone/>
            </a:pPr>
            <a:r>
              <a:rPr lang="en" sz="2100">
                <a:solidFill>
                  <a:srgbClr val="FFFFFF"/>
                </a:solidFill>
                <a:latin typeface="Franklin Gothic"/>
                <a:ea typeface="Franklin Gothic"/>
                <a:cs typeface="Franklin Gothic"/>
                <a:sym typeface="Franklin Gothic"/>
              </a:rPr>
              <a:t>Social and Decision Analytics Division, Biocomplexity Institute and Initiative, University of Virginia</a:t>
            </a:r>
            <a:endParaRPr sz="2100">
              <a:solidFill>
                <a:srgbClr val="FFFFFF"/>
              </a:solidFill>
              <a:latin typeface="Franklin Gothic"/>
              <a:ea typeface="Franklin Gothic"/>
              <a:cs typeface="Franklin Gothic"/>
              <a:sym typeface="Franklin Gothic"/>
            </a:endParaRPr>
          </a:p>
        </p:txBody>
      </p:sp>
      <p:pic>
        <p:nvPicPr>
          <p:cNvPr id="67" name="Google Shape;67;p15" descr="Image"/>
          <p:cNvPicPr preferRelativeResize="0"/>
          <p:nvPr/>
        </p:nvPicPr>
        <p:blipFill rotWithShape="1">
          <a:blip r:embed="rId3">
            <a:alphaModFix/>
          </a:blip>
          <a:srcRect/>
          <a:stretch/>
        </p:blipFill>
        <p:spPr>
          <a:xfrm>
            <a:off x="6697514" y="31141638"/>
            <a:ext cx="8550571" cy="1284981"/>
          </a:xfrm>
          <a:prstGeom prst="rect">
            <a:avLst/>
          </a:prstGeom>
          <a:noFill/>
          <a:ln>
            <a:noFill/>
          </a:ln>
        </p:spPr>
      </p:pic>
      <p:sp>
        <p:nvSpPr>
          <p:cNvPr id="68" name="Google Shape;68;p15"/>
          <p:cNvSpPr txBox="1"/>
          <p:nvPr/>
        </p:nvSpPr>
        <p:spPr>
          <a:xfrm>
            <a:off x="305475" y="5830188"/>
            <a:ext cx="6996600" cy="3174300"/>
          </a:xfrm>
          <a:prstGeom prst="rect">
            <a:avLst/>
          </a:prstGeom>
          <a:noFill/>
          <a:ln>
            <a:noFill/>
          </a:ln>
        </p:spPr>
        <p:txBody>
          <a:bodyPr spcFirstLastPara="1" wrap="square" lIns="114300" tIns="114300" rIns="114300" bIns="114300" anchor="ctr" anchorCtr="0">
            <a:noAutofit/>
          </a:bodyPr>
          <a:lstStyle/>
          <a:p>
            <a:pPr marL="342900" marR="0" lvl="0" indent="-342900" algn="l" rtl="0">
              <a:lnSpc>
                <a:spcPct val="100000"/>
              </a:lnSpc>
              <a:spcBef>
                <a:spcPts val="0"/>
              </a:spcBef>
              <a:spcAft>
                <a:spcPts val="0"/>
              </a:spcAft>
              <a:buClr>
                <a:srgbClr val="000000"/>
              </a:buClr>
              <a:buSzPts val="2200"/>
              <a:buFont typeface="Franklin Gothic"/>
              <a:buChar char="•"/>
            </a:pPr>
            <a:r>
              <a:rPr lang="en" sz="2200">
                <a:latin typeface="Franklin Gothic"/>
                <a:ea typeface="Franklin Gothic"/>
                <a:cs typeface="Franklin Gothic"/>
                <a:sym typeface="Franklin Gothic"/>
              </a:rPr>
              <a:t>T</a:t>
            </a:r>
            <a:r>
              <a:rPr lang="en" sz="2200" i="0" u="none" strike="noStrike" cap="none">
                <a:solidFill>
                  <a:srgbClr val="000000"/>
                </a:solidFill>
                <a:latin typeface="Franklin Gothic"/>
                <a:ea typeface="Franklin Gothic"/>
                <a:cs typeface="Franklin Gothic"/>
                <a:sym typeface="Franklin Gothic"/>
              </a:rPr>
              <a:t>here are no commonly used metrics to measure the amount of </a:t>
            </a:r>
            <a:r>
              <a:rPr lang="en" sz="2200">
                <a:solidFill>
                  <a:schemeClr val="dk1"/>
                </a:solidFill>
                <a:latin typeface="Franklin Gothic"/>
                <a:ea typeface="Franklin Gothic"/>
                <a:cs typeface="Franklin Gothic"/>
                <a:sym typeface="Franklin Gothic"/>
              </a:rPr>
              <a:t>open source software (</a:t>
            </a:r>
            <a:r>
              <a:rPr lang="en" sz="2200" i="0" u="none" strike="noStrike" cap="none">
                <a:solidFill>
                  <a:srgbClr val="000000"/>
                </a:solidFill>
                <a:latin typeface="Franklin Gothic"/>
                <a:ea typeface="Franklin Gothic"/>
                <a:cs typeface="Franklin Gothic"/>
                <a:sym typeface="Franklin Gothic"/>
              </a:rPr>
              <a:t>OSS) in existence. </a:t>
            </a:r>
            <a:endParaRPr sz="2200" b="1" i="0" u="none" strike="noStrike" cap="none">
              <a:solidFill>
                <a:srgbClr val="000000"/>
              </a:solidFill>
              <a:latin typeface="Franklin Gothic"/>
              <a:ea typeface="Franklin Gothic"/>
              <a:cs typeface="Franklin Gothic"/>
              <a:sym typeface="Franklin Gothic"/>
            </a:endParaRPr>
          </a:p>
          <a:p>
            <a:pPr marL="342900" marR="0" lvl="0" indent="-342900" algn="l" rtl="0">
              <a:lnSpc>
                <a:spcPct val="100000"/>
              </a:lnSpc>
              <a:spcBef>
                <a:spcPts val="0"/>
              </a:spcBef>
              <a:spcAft>
                <a:spcPts val="0"/>
              </a:spcAft>
              <a:buClr>
                <a:srgbClr val="000000"/>
              </a:buClr>
              <a:buSzPts val="2200"/>
              <a:buFont typeface="Franklin Gothic"/>
              <a:buChar char="•"/>
            </a:pPr>
            <a:r>
              <a:rPr lang="en" sz="2200" i="0" u="none" strike="noStrike" cap="none">
                <a:solidFill>
                  <a:srgbClr val="000000"/>
                </a:solidFill>
                <a:latin typeface="Franklin Gothic"/>
                <a:ea typeface="Franklin Gothic"/>
                <a:cs typeface="Franklin Gothic"/>
                <a:sym typeface="Franklin Gothic"/>
              </a:rPr>
              <a:t>This project aims to measure how much OSS exists and to better understand the distribution of OSS creation across various sectors to evaluate the economic impact of OSS.</a:t>
            </a:r>
            <a:endParaRPr sz="2200">
              <a:latin typeface="Franklin Gothic"/>
              <a:ea typeface="Franklin Gothic"/>
              <a:cs typeface="Franklin Gothic"/>
              <a:sym typeface="Franklin Gothic"/>
            </a:endParaRPr>
          </a:p>
          <a:p>
            <a:pPr marL="342900" marR="0" lvl="0" indent="-342900" algn="l" rtl="0">
              <a:lnSpc>
                <a:spcPct val="100000"/>
              </a:lnSpc>
              <a:spcBef>
                <a:spcPts val="0"/>
              </a:spcBef>
              <a:spcAft>
                <a:spcPts val="0"/>
              </a:spcAft>
              <a:buClr>
                <a:srgbClr val="000000"/>
              </a:buClr>
              <a:buSzPts val="2200"/>
              <a:buFont typeface="Franklin Gothic"/>
              <a:buChar char="•"/>
            </a:pPr>
            <a:r>
              <a:rPr lang="en" sz="2200" i="0" u="none" strike="noStrike" cap="none">
                <a:solidFill>
                  <a:srgbClr val="000000"/>
                </a:solidFill>
                <a:latin typeface="Franklin Gothic"/>
                <a:ea typeface="Franklin Gothic"/>
                <a:cs typeface="Franklin Gothic"/>
                <a:sym typeface="Franklin Gothic"/>
              </a:rPr>
              <a:t>Traditional measures of innovation look</a:t>
            </a:r>
            <a:r>
              <a:rPr lang="en" sz="2200">
                <a:latin typeface="Franklin Gothic"/>
                <a:ea typeface="Franklin Gothic"/>
                <a:cs typeface="Franklin Gothic"/>
                <a:sym typeface="Franklin Gothic"/>
              </a:rPr>
              <a:t>ing</a:t>
            </a:r>
            <a:r>
              <a:rPr lang="en" sz="2200" i="0" u="none" strike="noStrike" cap="none">
                <a:solidFill>
                  <a:srgbClr val="000000"/>
                </a:solidFill>
                <a:latin typeface="Franklin Gothic"/>
                <a:ea typeface="Franklin Gothic"/>
                <a:cs typeface="Franklin Gothic"/>
                <a:sym typeface="Franklin Gothic"/>
              </a:rPr>
              <a:t> at the amount of copyright, patents, and trademarks in</a:t>
            </a:r>
            <a:r>
              <a:rPr lang="en" sz="2200">
                <a:latin typeface="Franklin Gothic"/>
                <a:ea typeface="Franklin Gothic"/>
                <a:cs typeface="Franklin Gothic"/>
                <a:sym typeface="Franklin Gothic"/>
              </a:rPr>
              <a:t> existence do not accurately capture the universe of OSS innovation. This project defines the OSS universe as all GitHub repositories that have a registered OSI approved license.</a:t>
            </a:r>
            <a:endParaRPr sz="2200">
              <a:latin typeface="Franklin Gothic"/>
              <a:ea typeface="Franklin Gothic"/>
              <a:cs typeface="Franklin Gothic"/>
              <a:sym typeface="Franklin Gothic"/>
            </a:endParaRPr>
          </a:p>
        </p:txBody>
      </p:sp>
      <p:sp>
        <p:nvSpPr>
          <p:cNvPr id="69" name="Google Shape;69;p15"/>
          <p:cNvSpPr txBox="1"/>
          <p:nvPr/>
        </p:nvSpPr>
        <p:spPr>
          <a:xfrm>
            <a:off x="1119060" y="4246250"/>
            <a:ext cx="46062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i="0" u="none" strike="noStrike" cap="none">
                <a:solidFill>
                  <a:srgbClr val="FFFFFF"/>
                </a:solidFill>
                <a:latin typeface="Franklin Gothic"/>
                <a:ea typeface="Franklin Gothic"/>
                <a:cs typeface="Franklin Gothic"/>
                <a:sym typeface="Franklin Gothic"/>
              </a:rPr>
              <a:t>Project Introduction</a:t>
            </a:r>
            <a:endParaRPr sz="3200">
              <a:solidFill>
                <a:srgbClr val="FFFFFF"/>
              </a:solidFill>
              <a:latin typeface="Franklin Gothic"/>
              <a:ea typeface="Franklin Gothic"/>
              <a:cs typeface="Franklin Gothic"/>
              <a:sym typeface="Franklin Gothic"/>
            </a:endParaRPr>
          </a:p>
        </p:txBody>
      </p:sp>
      <p:sp>
        <p:nvSpPr>
          <p:cNvPr id="70" name="Google Shape;70;p15"/>
          <p:cNvSpPr txBox="1"/>
          <p:nvPr/>
        </p:nvSpPr>
        <p:spPr>
          <a:xfrm>
            <a:off x="14640772" y="8705916"/>
            <a:ext cx="5023200" cy="661800"/>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Clr>
                <a:srgbClr val="000000"/>
              </a:buClr>
              <a:buSzPts val="2800"/>
              <a:buFont typeface="Helvetica Neue"/>
              <a:buNone/>
            </a:pPr>
            <a:r>
              <a:rPr lang="en" sz="2800" b="1" i="0" u="none" strike="noStrike" cap="none">
                <a:solidFill>
                  <a:srgbClr val="000000"/>
                </a:solidFill>
                <a:latin typeface="Helvetica Neue"/>
                <a:ea typeface="Helvetica Neue"/>
                <a:cs typeface="Helvetica Neue"/>
                <a:sym typeface="Helvetica Neue"/>
              </a:rPr>
              <a:t> </a:t>
            </a:r>
            <a:endParaRPr sz="2800" b="1" i="0" u="none" strike="noStrike" cap="none">
              <a:solidFill>
                <a:srgbClr val="000000"/>
              </a:solidFill>
              <a:latin typeface="Helvetica Neue"/>
              <a:ea typeface="Helvetica Neue"/>
              <a:cs typeface="Helvetica Neue"/>
              <a:sym typeface="Helvetica Neue"/>
            </a:endParaRPr>
          </a:p>
        </p:txBody>
      </p:sp>
      <p:sp>
        <p:nvSpPr>
          <p:cNvPr id="71" name="Google Shape;71;p15"/>
          <p:cNvSpPr txBox="1"/>
          <p:nvPr/>
        </p:nvSpPr>
        <p:spPr>
          <a:xfrm>
            <a:off x="8000625" y="5983950"/>
            <a:ext cx="10677300" cy="1892700"/>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Clr>
                <a:srgbClr val="000000"/>
              </a:buClr>
              <a:buSzPts val="2000"/>
              <a:buFont typeface="Franklin Gothic"/>
              <a:buNone/>
            </a:pPr>
            <a:r>
              <a:rPr lang="en" sz="2200" b="1">
                <a:latin typeface="Franklin Gothic"/>
                <a:ea typeface="Franklin Gothic"/>
                <a:cs typeface="Franklin Gothic"/>
                <a:sym typeface="Franklin Gothic"/>
              </a:rPr>
              <a:t>Open Source Initiative (</a:t>
            </a:r>
            <a:r>
              <a:rPr lang="en" sz="2200" b="1" i="0" u="none" strike="noStrike" cap="none">
                <a:solidFill>
                  <a:srgbClr val="000000"/>
                </a:solidFill>
                <a:latin typeface="Franklin Gothic"/>
                <a:ea typeface="Franklin Gothic"/>
                <a:cs typeface="Franklin Gothic"/>
                <a:sym typeface="Franklin Gothic"/>
              </a:rPr>
              <a:t>OSI</a:t>
            </a:r>
            <a:r>
              <a:rPr lang="en" sz="2200">
                <a:latin typeface="Franklin Gothic"/>
                <a:ea typeface="Franklin Gothic"/>
                <a:cs typeface="Franklin Gothic"/>
                <a:sym typeface="Franklin Gothic"/>
              </a:rPr>
              <a:t>) - </a:t>
            </a:r>
            <a:r>
              <a:rPr lang="en" sz="2200" b="0" i="0" u="none" strike="noStrike" cap="none">
                <a:solidFill>
                  <a:srgbClr val="000000"/>
                </a:solidFill>
                <a:latin typeface="Franklin Gothic"/>
                <a:ea typeface="Franklin Gothic"/>
                <a:cs typeface="Franklin Gothic"/>
                <a:sym typeface="Franklin Gothic"/>
              </a:rPr>
              <a:t>a worldwide non-profit that spreads knowledge about OSS, promotes its usage, and connect various OSS communities.</a:t>
            </a:r>
            <a:endParaRPr sz="2200" b="0" i="0" u="none" strike="noStrike" cap="none">
              <a:solidFill>
                <a:srgbClr val="000000"/>
              </a:solidFill>
              <a:latin typeface="Franklin Gothic"/>
              <a:ea typeface="Franklin Gothic"/>
              <a:cs typeface="Franklin Gothic"/>
              <a:sym typeface="Franklin Gothic"/>
            </a:endParaRPr>
          </a:p>
          <a:p>
            <a:pPr marL="0" lvl="0" indent="0" algn="l" rtl="0">
              <a:spcBef>
                <a:spcPts val="0"/>
              </a:spcBef>
              <a:spcAft>
                <a:spcPts val="0"/>
              </a:spcAft>
              <a:buClr>
                <a:schemeClr val="dk1"/>
              </a:buClr>
              <a:buSzPts val="2000"/>
              <a:buFont typeface="Helvetica Neue"/>
              <a:buNone/>
            </a:pPr>
            <a:r>
              <a:rPr lang="en" sz="2200" b="1">
                <a:solidFill>
                  <a:schemeClr val="dk1"/>
                </a:solidFill>
                <a:latin typeface="Franklin Gothic"/>
                <a:ea typeface="Franklin Gothic"/>
                <a:cs typeface="Franklin Gothic"/>
                <a:sym typeface="Franklin Gothic"/>
              </a:rPr>
              <a:t>Open Source Software (OSS):</a:t>
            </a:r>
            <a:r>
              <a:rPr lang="en" sz="2200">
                <a:solidFill>
                  <a:schemeClr val="dk1"/>
                </a:solidFill>
                <a:latin typeface="Franklin Gothic"/>
                <a:ea typeface="Franklin Gothic"/>
                <a:cs typeface="Franklin Gothic"/>
                <a:sym typeface="Franklin Gothic"/>
              </a:rPr>
              <a:t> "a computer software, with its source code made available with a license, in which the copyright holder provides the rights to study, change, and distribute the software to anyone and for any purpose" (Source: OSI).</a:t>
            </a:r>
            <a:endParaRPr sz="2200">
              <a:solidFill>
                <a:schemeClr val="dk1"/>
              </a:solidFill>
              <a:latin typeface="Franklin Gothic"/>
              <a:ea typeface="Franklin Gothic"/>
              <a:cs typeface="Franklin Gothic"/>
              <a:sym typeface="Franklin Gothic"/>
            </a:endParaRPr>
          </a:p>
          <a:p>
            <a:pPr marL="0" lvl="0" indent="0" algn="l" rtl="0">
              <a:spcBef>
                <a:spcPts val="0"/>
              </a:spcBef>
              <a:spcAft>
                <a:spcPts val="0"/>
              </a:spcAft>
              <a:buClr>
                <a:schemeClr val="dk1"/>
              </a:buClr>
              <a:buSzPts val="2000"/>
              <a:buFont typeface="Franklin Gothic"/>
              <a:buNone/>
            </a:pPr>
            <a:r>
              <a:rPr lang="en" sz="2200" b="1">
                <a:solidFill>
                  <a:schemeClr val="dk1"/>
                </a:solidFill>
                <a:latin typeface="Franklin Gothic"/>
                <a:ea typeface="Franklin Gothic"/>
                <a:cs typeface="Franklin Gothic"/>
                <a:sym typeface="Franklin Gothic"/>
              </a:rPr>
              <a:t>OSS Licenses:</a:t>
            </a:r>
            <a:r>
              <a:rPr lang="en" sz="2200">
                <a:solidFill>
                  <a:schemeClr val="dk1"/>
                </a:solidFill>
                <a:latin typeface="Franklin Gothic"/>
                <a:ea typeface="Franklin Gothic"/>
                <a:cs typeface="Franklin Gothic"/>
                <a:sym typeface="Franklin Gothic"/>
              </a:rPr>
              <a:t> Protections defining the limitations of use for code that provide developers with claims when terms are violated. To qualify as an OSS license, a license must allow software to be freely used, modified and shared.</a:t>
            </a:r>
            <a:r>
              <a:rPr lang="en" sz="2000">
                <a:solidFill>
                  <a:schemeClr val="dk1"/>
                </a:solidFill>
                <a:latin typeface="Franklin Gothic"/>
                <a:ea typeface="Franklin Gothic"/>
                <a:cs typeface="Franklin Gothic"/>
                <a:sym typeface="Franklin Gothic"/>
              </a:rPr>
              <a:t> </a:t>
            </a:r>
            <a:endParaRPr>
              <a:solidFill>
                <a:schemeClr val="dk1"/>
              </a:solidFill>
            </a:endParaRPr>
          </a:p>
          <a:p>
            <a:pPr marL="0" lvl="0" indent="0" algn="l" rtl="0">
              <a:spcBef>
                <a:spcPts val="0"/>
              </a:spcBef>
              <a:spcAft>
                <a:spcPts val="0"/>
              </a:spcAft>
              <a:buClr>
                <a:schemeClr val="dk1"/>
              </a:buClr>
              <a:buSzPts val="2000"/>
              <a:buFont typeface="Helvetica Neue"/>
              <a:buNone/>
            </a:pPr>
            <a:endParaRPr sz="2000">
              <a:solidFill>
                <a:schemeClr val="dk1"/>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endParaRPr sz="2000">
              <a:latin typeface="Franklin Gothic"/>
              <a:ea typeface="Franklin Gothic"/>
              <a:cs typeface="Franklin Gothic"/>
              <a:sym typeface="Franklin Gothic"/>
            </a:endParaRPr>
          </a:p>
          <a:p>
            <a:pPr marL="342900" marR="0" lvl="0" indent="-215900" algn="ctr"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Franklin Gothic"/>
              <a:ea typeface="Franklin Gothic"/>
              <a:cs typeface="Franklin Gothic"/>
              <a:sym typeface="Franklin Gothic"/>
            </a:endParaRPr>
          </a:p>
        </p:txBody>
      </p:sp>
      <p:sp>
        <p:nvSpPr>
          <p:cNvPr id="72" name="Google Shape;72;p15"/>
          <p:cNvSpPr txBox="1"/>
          <p:nvPr/>
        </p:nvSpPr>
        <p:spPr>
          <a:xfrm>
            <a:off x="379725" y="11346025"/>
            <a:ext cx="7929900" cy="3751500"/>
          </a:xfrm>
          <a:prstGeom prst="rect">
            <a:avLst/>
          </a:prstGeom>
          <a:noFill/>
          <a:ln>
            <a:noFill/>
          </a:ln>
        </p:spPr>
        <p:txBody>
          <a:bodyPr spcFirstLastPara="1" wrap="square" lIns="114300" tIns="114300" rIns="114300" bIns="114300" anchor="ctr" anchorCtr="0">
            <a:noAutofit/>
          </a:bodyPr>
          <a:lstStyle/>
          <a:p>
            <a:pPr marL="342900" marR="0" lvl="0" indent="-342900" algn="l" rtl="0">
              <a:lnSpc>
                <a:spcPct val="100000"/>
              </a:lnSpc>
              <a:spcBef>
                <a:spcPts val="0"/>
              </a:spcBef>
              <a:spcAft>
                <a:spcPts val="0"/>
              </a:spcAft>
              <a:buClr>
                <a:srgbClr val="000000"/>
              </a:buClr>
              <a:buSzPts val="2000"/>
              <a:buFont typeface="Arial"/>
              <a:buChar char="•"/>
            </a:pPr>
            <a:r>
              <a:rPr lang="en" sz="2000" b="0" i="0" u="none" strike="noStrike" cap="none">
                <a:solidFill>
                  <a:srgbClr val="000000"/>
                </a:solidFill>
                <a:latin typeface="Helvetica Neue"/>
                <a:ea typeface="Helvetica Neue"/>
                <a:cs typeface="Helvetica Neue"/>
                <a:sym typeface="Helvetica Neue"/>
              </a:rPr>
              <a:t>Querying for the OSS licenses, resulted in over 7 million OSI-license holding repositories on GitHub. We used multiple sources to access information on </a:t>
            </a:r>
            <a:r>
              <a:rPr lang="en" sz="2000">
                <a:latin typeface="Helvetica Neue"/>
                <a:ea typeface="Helvetica Neue"/>
                <a:cs typeface="Helvetica Neue"/>
                <a:sym typeface="Helvetica Neue"/>
              </a:rPr>
              <a:t>each of these repositories</a:t>
            </a:r>
            <a:r>
              <a:rPr lang="en" sz="2000" b="0" i="0" u="none" strike="noStrike" cap="none">
                <a:solidFill>
                  <a:srgbClr val="000000"/>
                </a:solidFill>
                <a:latin typeface="Helvetica Neue"/>
                <a:ea typeface="Helvetica Neue"/>
                <a:cs typeface="Helvetica Neue"/>
                <a:sym typeface="Helvetica Neue"/>
              </a:rPr>
              <a:t>.</a:t>
            </a:r>
            <a:endParaRPr sz="8000" b="1" i="0" u="none" strike="noStrike" cap="none">
              <a:solidFill>
                <a:srgbClr val="000000"/>
              </a:solidFill>
              <a:latin typeface="Helvetica Neue"/>
              <a:ea typeface="Helvetica Neue"/>
              <a:cs typeface="Helvetica Neue"/>
              <a:sym typeface="Helvetica Neue"/>
            </a:endParaRPr>
          </a:p>
          <a:p>
            <a:pPr marL="342900" marR="0" lvl="0" indent="-342900" algn="l" rtl="0">
              <a:lnSpc>
                <a:spcPct val="100000"/>
              </a:lnSpc>
              <a:spcBef>
                <a:spcPts val="0"/>
              </a:spcBef>
              <a:spcAft>
                <a:spcPts val="0"/>
              </a:spcAft>
              <a:buClr>
                <a:srgbClr val="000000"/>
              </a:buClr>
              <a:buSzPts val="2000"/>
              <a:buFont typeface="Arial"/>
              <a:buChar char="•"/>
            </a:pPr>
            <a:r>
              <a:rPr lang="en" sz="2000" b="0" i="0" u="none" strike="noStrike" cap="none">
                <a:solidFill>
                  <a:srgbClr val="000000"/>
                </a:solidFill>
                <a:latin typeface="Helvetica Neue"/>
                <a:ea typeface="Helvetica Neue"/>
                <a:cs typeface="Helvetica Neue"/>
                <a:sym typeface="Helvetica Neue"/>
              </a:rPr>
              <a:t>Using </a:t>
            </a:r>
            <a:r>
              <a:rPr lang="en" sz="2000" b="1" i="0" u="none" strike="noStrike" cap="none">
                <a:solidFill>
                  <a:srgbClr val="000000"/>
                </a:solidFill>
                <a:latin typeface="Helvetica Neue"/>
                <a:ea typeface="Helvetica Neue"/>
                <a:cs typeface="Helvetica Neue"/>
                <a:sym typeface="Helvetica Neue"/>
              </a:rPr>
              <a:t>GraphQL, </a:t>
            </a:r>
            <a:r>
              <a:rPr lang="en" sz="2000" i="0" u="none" strike="noStrike" cap="none">
                <a:solidFill>
                  <a:srgbClr val="000000"/>
                </a:solidFill>
                <a:latin typeface="Helvetica Neue"/>
                <a:ea typeface="Helvetica Neue"/>
                <a:cs typeface="Helvetica Neue"/>
                <a:sym typeface="Helvetica Neue"/>
              </a:rPr>
              <a:t>(</a:t>
            </a:r>
            <a:r>
              <a:rPr lang="en" sz="2000" b="0" i="0" u="none" strike="noStrike" cap="none">
                <a:solidFill>
                  <a:srgbClr val="000000"/>
                </a:solidFill>
                <a:latin typeface="Helvetica Neue"/>
                <a:ea typeface="Helvetica Neue"/>
                <a:cs typeface="Helvetica Neue"/>
                <a:sym typeface="Helvetica Neue"/>
              </a:rPr>
              <a:t>GitHubs current API system), we searched for repository names, owners, and license information for each of the OSI approved licenses from 2012-2018.</a:t>
            </a:r>
            <a:endParaRPr/>
          </a:p>
          <a:p>
            <a:pPr marL="342900" marR="0" lvl="0" indent="-342900" algn="l" rtl="0">
              <a:lnSpc>
                <a:spcPct val="100000"/>
              </a:lnSpc>
              <a:spcBef>
                <a:spcPts val="0"/>
              </a:spcBef>
              <a:spcAft>
                <a:spcPts val="0"/>
              </a:spcAft>
              <a:buClr>
                <a:srgbClr val="000000"/>
              </a:buClr>
              <a:buSzPts val="2000"/>
              <a:buFont typeface="Arial"/>
              <a:buChar char="•"/>
            </a:pPr>
            <a:r>
              <a:rPr lang="en" sz="2000" b="0" i="0" u="none" strike="noStrike" cap="none">
                <a:solidFill>
                  <a:srgbClr val="000000"/>
                </a:solidFill>
                <a:latin typeface="Helvetica Neue"/>
                <a:ea typeface="Helvetica Neue"/>
                <a:cs typeface="Helvetica Neue"/>
                <a:sym typeface="Helvetica Neue"/>
              </a:rPr>
              <a:t>Th</a:t>
            </a:r>
            <a:r>
              <a:rPr lang="en" sz="2000">
                <a:latin typeface="Helvetica Neue"/>
                <a:ea typeface="Helvetica Neue"/>
                <a:cs typeface="Helvetica Neue"/>
                <a:sym typeface="Helvetica Neue"/>
              </a:rPr>
              <a:t>e</a:t>
            </a:r>
            <a:r>
              <a:rPr lang="en" sz="2000" b="0" i="0" u="none" strike="noStrike" cap="none">
                <a:solidFill>
                  <a:srgbClr val="000000"/>
                </a:solidFill>
                <a:latin typeface="Helvetica Neue"/>
                <a:ea typeface="Helvetica Neue"/>
                <a:cs typeface="Helvetica Neue"/>
                <a:sym typeface="Helvetica Neue"/>
              </a:rPr>
              <a:t>se repository names and owners were combined </a:t>
            </a:r>
            <a:r>
              <a:rPr lang="en" sz="2000">
                <a:latin typeface="Helvetica Neue"/>
                <a:ea typeface="Helvetica Neue"/>
                <a:cs typeface="Helvetica Neue"/>
                <a:sym typeface="Helvetica Neue"/>
              </a:rPr>
              <a:t>into “slugs” that could be used to identify OSS repositories in</a:t>
            </a:r>
            <a:r>
              <a:rPr lang="en" sz="2000" b="0" i="0" u="none" strike="noStrike" cap="none">
                <a:solidFill>
                  <a:srgbClr val="000000"/>
                </a:solidFill>
                <a:latin typeface="Helvetica Neue"/>
                <a:ea typeface="Helvetica Neue"/>
                <a:cs typeface="Helvetica Neue"/>
                <a:sym typeface="Helvetica Neue"/>
              </a:rPr>
              <a:t> an alternative online database, </a:t>
            </a:r>
            <a:r>
              <a:rPr lang="en" sz="2000" b="1" i="0" u="none" strike="noStrike" cap="none">
                <a:solidFill>
                  <a:srgbClr val="000000"/>
                </a:solidFill>
                <a:latin typeface="Helvetica Neue"/>
                <a:ea typeface="Helvetica Neue"/>
                <a:cs typeface="Helvetica Neue"/>
                <a:sym typeface="Helvetica Neue"/>
              </a:rPr>
              <a:t>GHTorrent.</a:t>
            </a:r>
            <a:endParaRPr sz="2000">
              <a:latin typeface="Helvetica Neue"/>
              <a:ea typeface="Helvetica Neue"/>
              <a:cs typeface="Helvetica Neue"/>
              <a:sym typeface="Helvetica Neue"/>
            </a:endParaRPr>
          </a:p>
          <a:p>
            <a:pPr marL="342900" marR="0" lvl="0" indent="-342900" algn="l" rtl="0">
              <a:lnSpc>
                <a:spcPct val="100000"/>
              </a:lnSpc>
              <a:spcBef>
                <a:spcPts val="0"/>
              </a:spcBef>
              <a:spcAft>
                <a:spcPts val="0"/>
              </a:spcAft>
              <a:buClr>
                <a:srgbClr val="000000"/>
              </a:buClr>
              <a:buSzPts val="2000"/>
              <a:buFont typeface="Arial"/>
              <a:buChar char="•"/>
            </a:pPr>
            <a:r>
              <a:rPr lang="en" sz="2000">
                <a:latin typeface="Helvetica Neue"/>
                <a:ea typeface="Helvetica Neue"/>
                <a:cs typeface="Helvetica Neue"/>
                <a:sym typeface="Helvetica Neue"/>
              </a:rPr>
              <a:t>Combined we had a</a:t>
            </a:r>
            <a:r>
              <a:rPr lang="en" sz="2000" b="0" i="0" u="none" strike="noStrike" cap="none">
                <a:solidFill>
                  <a:srgbClr val="000000"/>
                </a:solidFill>
                <a:latin typeface="Helvetica Neue"/>
                <a:ea typeface="Helvetica Neue"/>
                <a:cs typeface="Helvetica Neue"/>
                <a:sym typeface="Helvetica Neue"/>
              </a:rPr>
              <a:t>ccess to more information on each repository contributors including location, organization, and commit count</a:t>
            </a:r>
            <a:endParaRPr/>
          </a:p>
          <a:p>
            <a:pPr marL="342900" marR="0" lvl="0" indent="-215900" algn="ctr"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Franklin Gothic"/>
              <a:ea typeface="Franklin Gothic"/>
              <a:cs typeface="Franklin Gothic"/>
              <a:sym typeface="Franklin Gothic"/>
            </a:endParaRPr>
          </a:p>
        </p:txBody>
      </p:sp>
      <p:sp>
        <p:nvSpPr>
          <p:cNvPr id="73" name="Google Shape;73;p15"/>
          <p:cNvSpPr txBox="1"/>
          <p:nvPr/>
        </p:nvSpPr>
        <p:spPr>
          <a:xfrm>
            <a:off x="391275" y="16859250"/>
            <a:ext cx="3571800" cy="246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1"/>
                </a:solidFill>
                <a:latin typeface="Franklin Gothic"/>
                <a:ea typeface="Franklin Gothic"/>
                <a:cs typeface="Franklin Gothic"/>
                <a:sym typeface="Franklin Gothic"/>
              </a:rPr>
              <a:t>To examine the growth rate of OSS on GitHub, we plotted the number of GitHub Repos with an OSS license each year. The number has been increasing. In 2012 there were 79,400 repos open source licenses. By 2018, there were 1,865,720. </a:t>
            </a:r>
            <a:endParaRPr sz="2200">
              <a:solidFill>
                <a:schemeClr val="dk1"/>
              </a:solidFill>
              <a:latin typeface="Franklin Gothic"/>
              <a:ea typeface="Franklin Gothic"/>
              <a:cs typeface="Franklin Gothic"/>
              <a:sym typeface="Franklin Gothic"/>
            </a:endParaRPr>
          </a:p>
        </p:txBody>
      </p:sp>
      <p:grpSp>
        <p:nvGrpSpPr>
          <p:cNvPr id="74" name="Google Shape;74;p15"/>
          <p:cNvGrpSpPr/>
          <p:nvPr/>
        </p:nvGrpSpPr>
        <p:grpSpPr>
          <a:xfrm>
            <a:off x="8498611" y="11516795"/>
            <a:ext cx="6254066" cy="3674834"/>
            <a:chOff x="-6232750" y="11089575"/>
            <a:chExt cx="5457300" cy="3509200"/>
          </a:xfrm>
        </p:grpSpPr>
        <p:sp>
          <p:nvSpPr>
            <p:cNvPr id="75" name="Google Shape;75;p15"/>
            <p:cNvSpPr/>
            <p:nvPr/>
          </p:nvSpPr>
          <p:spPr>
            <a:xfrm>
              <a:off x="-3882425" y="12498225"/>
              <a:ext cx="2842500" cy="1284900"/>
            </a:xfrm>
            <a:prstGeom prst="rect">
              <a:avLst/>
            </a:prstGeom>
            <a:solidFill>
              <a:srgbClr val="A0D5A4"/>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sz="1800"/>
                <a:t>License</a:t>
              </a:r>
              <a:endParaRPr sz="1800"/>
            </a:p>
          </p:txBody>
        </p:sp>
        <p:sp>
          <p:nvSpPr>
            <p:cNvPr id="76" name="Google Shape;76;p15"/>
            <p:cNvSpPr/>
            <p:nvPr/>
          </p:nvSpPr>
          <p:spPr>
            <a:xfrm>
              <a:off x="-6232750" y="11089575"/>
              <a:ext cx="3908700" cy="2161200"/>
            </a:xfrm>
            <a:prstGeom prst="rect">
              <a:avLst/>
            </a:prstGeom>
            <a:solidFill>
              <a:srgbClr val="2CC1C7"/>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000"/>
                <a:t>Repository created date</a:t>
              </a:r>
              <a:endParaRPr sz="2000"/>
            </a:p>
            <a:p>
              <a:pPr marL="0" lvl="0" indent="0" algn="l" rtl="0">
                <a:spcBef>
                  <a:spcPts val="0"/>
                </a:spcBef>
                <a:spcAft>
                  <a:spcPts val="0"/>
                </a:spcAft>
                <a:buNone/>
              </a:pPr>
              <a:r>
                <a:rPr lang="en" sz="2000"/>
                <a:t>Contributor name</a:t>
              </a:r>
              <a:endParaRPr sz="2000"/>
            </a:p>
            <a:p>
              <a:pPr marL="0" lvl="0" indent="0" algn="l" rtl="0">
                <a:spcBef>
                  <a:spcPts val="0"/>
                </a:spcBef>
                <a:spcAft>
                  <a:spcPts val="0"/>
                </a:spcAft>
                <a:buNone/>
              </a:pPr>
              <a:r>
                <a:rPr lang="en" sz="2000"/>
                <a:t>Self-reported location</a:t>
              </a:r>
              <a:endParaRPr sz="2000"/>
            </a:p>
            <a:p>
              <a:pPr marL="0" lvl="0" indent="0" algn="l" rtl="0">
                <a:spcBef>
                  <a:spcPts val="0"/>
                </a:spcBef>
                <a:spcAft>
                  <a:spcPts val="0"/>
                </a:spcAft>
                <a:buNone/>
              </a:pPr>
              <a:r>
                <a:rPr lang="en" sz="2000"/>
                <a:t>Self-reported company</a:t>
              </a:r>
              <a:endParaRPr sz="2000"/>
            </a:p>
            <a:p>
              <a:pPr marL="0" lvl="0" indent="0" algn="l" rtl="0">
                <a:spcBef>
                  <a:spcPts val="0"/>
                </a:spcBef>
                <a:spcAft>
                  <a:spcPts val="0"/>
                </a:spcAft>
                <a:buNone/>
              </a:pPr>
              <a:r>
                <a:rPr lang="en" sz="2000"/>
                <a:t>Commits made</a:t>
              </a:r>
              <a:endParaRPr sz="2000"/>
            </a:p>
          </p:txBody>
        </p:sp>
        <p:sp>
          <p:nvSpPr>
            <p:cNvPr id="77" name="Google Shape;77;p15"/>
            <p:cNvSpPr txBox="1"/>
            <p:nvPr/>
          </p:nvSpPr>
          <p:spPr>
            <a:xfrm>
              <a:off x="-3882425" y="12467982"/>
              <a:ext cx="1548600" cy="752400"/>
            </a:xfrm>
            <a:prstGeom prst="rect">
              <a:avLst/>
            </a:prstGeom>
            <a:solidFill>
              <a:srgbClr val="F27E1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Helvetica Neue"/>
                  <a:ea typeface="Helvetica Neue"/>
                  <a:cs typeface="Helvetica Neue"/>
                  <a:sym typeface="Helvetica Neue"/>
                </a:rPr>
                <a:t>Slug</a:t>
              </a:r>
              <a:endParaRPr sz="1800">
                <a:latin typeface="Helvetica Neue"/>
                <a:ea typeface="Helvetica Neue"/>
                <a:cs typeface="Helvetica Neue"/>
                <a:sym typeface="Helvetica Neue"/>
              </a:endParaRPr>
            </a:p>
          </p:txBody>
        </p:sp>
        <p:sp>
          <p:nvSpPr>
            <p:cNvPr id="78" name="Google Shape;78;p15"/>
            <p:cNvSpPr txBox="1"/>
            <p:nvPr/>
          </p:nvSpPr>
          <p:spPr>
            <a:xfrm>
              <a:off x="-6232750" y="12795425"/>
              <a:ext cx="1548600" cy="12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FFFFFF"/>
                  </a:solidFill>
                  <a:latin typeface="Helvetica Neue"/>
                  <a:ea typeface="Helvetica Neue"/>
                  <a:cs typeface="Helvetica Neue"/>
                  <a:sym typeface="Helvetica Neue"/>
                </a:rPr>
                <a:t>GHTorrent</a:t>
              </a:r>
              <a:endParaRPr sz="2000" b="1">
                <a:solidFill>
                  <a:srgbClr val="FFFFFF"/>
                </a:solidFill>
                <a:latin typeface="Helvetica Neue"/>
                <a:ea typeface="Helvetica Neue"/>
                <a:cs typeface="Helvetica Neue"/>
                <a:sym typeface="Helvetica Neue"/>
              </a:endParaRPr>
            </a:p>
          </p:txBody>
        </p:sp>
        <p:sp>
          <p:nvSpPr>
            <p:cNvPr id="79" name="Google Shape;79;p15"/>
            <p:cNvSpPr txBox="1"/>
            <p:nvPr/>
          </p:nvSpPr>
          <p:spPr>
            <a:xfrm>
              <a:off x="-2324050" y="13318675"/>
              <a:ext cx="1548600" cy="12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lt1"/>
                  </a:solidFill>
                  <a:latin typeface="Helvetica Neue"/>
                  <a:ea typeface="Helvetica Neue"/>
                  <a:cs typeface="Helvetica Neue"/>
                  <a:sym typeface="Helvetica Neue"/>
                </a:rPr>
                <a:t>GraphQL</a:t>
              </a:r>
              <a:endParaRPr sz="2000" b="1">
                <a:solidFill>
                  <a:schemeClr val="lt1"/>
                </a:solidFill>
                <a:latin typeface="Helvetica Neue"/>
                <a:ea typeface="Helvetica Neue"/>
                <a:cs typeface="Helvetica Neue"/>
                <a:sym typeface="Helvetica Neue"/>
              </a:endParaRPr>
            </a:p>
          </p:txBody>
        </p:sp>
      </p:grpSp>
      <p:sp>
        <p:nvSpPr>
          <p:cNvPr id="80" name="Google Shape;80;p15"/>
          <p:cNvSpPr txBox="1"/>
          <p:nvPr/>
        </p:nvSpPr>
        <p:spPr>
          <a:xfrm>
            <a:off x="677025" y="28257500"/>
            <a:ext cx="11001900" cy="2148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en" sz="2200" b="1">
                <a:solidFill>
                  <a:srgbClr val="1F497D"/>
                </a:solidFill>
                <a:latin typeface="Franklin Gothic"/>
                <a:ea typeface="Franklin Gothic"/>
                <a:cs typeface="Franklin Gothic"/>
                <a:sym typeface="Franklin Gothic"/>
              </a:rPr>
              <a:t>								                </a:t>
            </a:r>
            <a:r>
              <a:rPr lang="en" sz="2200" b="1">
                <a:solidFill>
                  <a:srgbClr val="002060"/>
                </a:solidFill>
                <a:latin typeface="Franklin Gothic"/>
                <a:ea typeface="Franklin Gothic"/>
                <a:cs typeface="Franklin Gothic"/>
                <a:sym typeface="Franklin Gothic"/>
              </a:rPr>
              <a:t>1. OSS is growing rapidly and becoming more      </a:t>
            </a:r>
            <a:endParaRPr sz="2200" b="1">
              <a:solidFill>
                <a:srgbClr val="002060"/>
              </a:solidFill>
              <a:latin typeface="Franklin Gothic"/>
              <a:ea typeface="Franklin Gothic"/>
              <a:cs typeface="Franklin Gothic"/>
              <a:sym typeface="Franklin Gothic"/>
            </a:endParaRPr>
          </a:p>
          <a:p>
            <a:pPr marL="0" lvl="0" indent="0" algn="ctr" rtl="0">
              <a:lnSpc>
                <a:spcPct val="115000"/>
              </a:lnSpc>
              <a:spcBef>
                <a:spcPts val="0"/>
              </a:spcBef>
              <a:spcAft>
                <a:spcPts val="0"/>
              </a:spcAft>
              <a:buClr>
                <a:schemeClr val="dk1"/>
              </a:buClr>
              <a:buSzPts val="1100"/>
              <a:buFont typeface="Arial"/>
              <a:buNone/>
            </a:pPr>
            <a:r>
              <a:rPr lang="en" sz="2200" b="1">
                <a:solidFill>
                  <a:srgbClr val="002060"/>
                </a:solidFill>
                <a:latin typeface="Franklin Gothic"/>
                <a:ea typeface="Franklin Gothic"/>
                <a:cs typeface="Franklin Gothic"/>
                <a:sym typeface="Franklin Gothic"/>
              </a:rPr>
              <a:t>                   permissive.​​</a:t>
            </a:r>
            <a:endParaRPr sz="2200" b="1">
              <a:solidFill>
                <a:srgbClr val="002060"/>
              </a:solidFill>
              <a:latin typeface="Franklin Gothic"/>
              <a:ea typeface="Franklin Gothic"/>
              <a:cs typeface="Franklin Gothic"/>
              <a:sym typeface="Franklin Gothic"/>
            </a:endParaRPr>
          </a:p>
          <a:p>
            <a:pPr marL="0" lvl="0" indent="0" algn="l" rtl="0">
              <a:lnSpc>
                <a:spcPct val="115000"/>
              </a:lnSpc>
              <a:spcBef>
                <a:spcPts val="0"/>
              </a:spcBef>
              <a:spcAft>
                <a:spcPts val="0"/>
              </a:spcAft>
              <a:buClr>
                <a:schemeClr val="dk1"/>
              </a:buClr>
              <a:buSzPts val="1100"/>
              <a:buFont typeface="Arial"/>
              <a:buNone/>
            </a:pPr>
            <a:r>
              <a:rPr lang="en" sz="2200" b="1">
                <a:solidFill>
                  <a:srgbClr val="002060"/>
                </a:solidFill>
                <a:latin typeface="Franklin Gothic"/>
                <a:ea typeface="Franklin Gothic"/>
                <a:cs typeface="Franklin Gothic"/>
                <a:sym typeface="Franklin Gothic"/>
              </a:rPr>
              <a:t>2. Most OSS repositories have very few contributors.</a:t>
            </a:r>
            <a:endParaRPr sz="2200" b="1">
              <a:solidFill>
                <a:srgbClr val="002060"/>
              </a:solidFill>
              <a:latin typeface="Franklin Gothic"/>
              <a:ea typeface="Franklin Gothic"/>
              <a:cs typeface="Franklin Gothic"/>
              <a:sym typeface="Franklin Gothic"/>
            </a:endParaRPr>
          </a:p>
          <a:p>
            <a:pPr marL="0" lvl="0" indent="0" algn="l" rtl="0">
              <a:lnSpc>
                <a:spcPct val="115000"/>
              </a:lnSpc>
              <a:spcBef>
                <a:spcPts val="0"/>
              </a:spcBef>
              <a:spcAft>
                <a:spcPts val="0"/>
              </a:spcAft>
              <a:buClr>
                <a:schemeClr val="dk1"/>
              </a:buClr>
              <a:buSzPts val="1100"/>
              <a:buFont typeface="Arial"/>
              <a:buNone/>
            </a:pPr>
            <a:r>
              <a:rPr lang="en" sz="2200" b="1">
                <a:solidFill>
                  <a:srgbClr val="002060"/>
                </a:solidFill>
                <a:latin typeface="Franklin Gothic"/>
                <a:ea typeface="Franklin Gothic"/>
                <a:cs typeface="Franklin Gothic"/>
                <a:sym typeface="Franklin Gothic"/>
              </a:rPr>
              <a:t>3. Even with perfect information on GitHub, sectors will be difficult to identify.​​</a:t>
            </a:r>
            <a:endParaRPr sz="2200" b="1">
              <a:solidFill>
                <a:srgbClr val="002060"/>
              </a:solidFill>
              <a:latin typeface="Franklin Gothic"/>
              <a:ea typeface="Franklin Gothic"/>
              <a:cs typeface="Franklin Gothic"/>
              <a:sym typeface="Franklin Gothic"/>
            </a:endParaRPr>
          </a:p>
          <a:p>
            <a:pPr marL="0" lvl="0" indent="0" algn="l" rtl="0">
              <a:lnSpc>
                <a:spcPct val="115000"/>
              </a:lnSpc>
              <a:spcBef>
                <a:spcPts val="0"/>
              </a:spcBef>
              <a:spcAft>
                <a:spcPts val="0"/>
              </a:spcAft>
              <a:buClr>
                <a:schemeClr val="dk1"/>
              </a:buClr>
              <a:buSzPts val="1100"/>
              <a:buFont typeface="Arial"/>
              <a:buNone/>
            </a:pPr>
            <a:r>
              <a:rPr lang="en" sz="2200" b="1">
                <a:solidFill>
                  <a:srgbClr val="002060"/>
                </a:solidFill>
                <a:latin typeface="Franklin Gothic"/>
                <a:ea typeface="Franklin Gothic"/>
                <a:cs typeface="Franklin Gothic"/>
                <a:sym typeface="Franklin Gothic"/>
              </a:rPr>
              <a:t>4. We need better standards for tracking and recognizing OSS producers.​</a:t>
            </a:r>
            <a:endParaRPr sz="2200" b="1">
              <a:solidFill>
                <a:srgbClr val="002060"/>
              </a:solidFill>
              <a:latin typeface="Franklin Gothic"/>
              <a:ea typeface="Franklin Gothic"/>
              <a:cs typeface="Franklin Gothic"/>
              <a:sym typeface="Franklin Gothic"/>
            </a:endParaRPr>
          </a:p>
          <a:p>
            <a:pPr marL="0" lvl="0" indent="0" algn="l" rtl="0">
              <a:spcBef>
                <a:spcPts val="0"/>
              </a:spcBef>
              <a:spcAft>
                <a:spcPts val="0"/>
              </a:spcAft>
              <a:buNone/>
            </a:pPr>
            <a:endParaRPr sz="2200">
              <a:latin typeface="Franklin Gothic"/>
              <a:ea typeface="Franklin Gothic"/>
              <a:cs typeface="Franklin Gothic"/>
              <a:sym typeface="Franklin Gothic"/>
            </a:endParaRPr>
          </a:p>
        </p:txBody>
      </p:sp>
      <p:sp>
        <p:nvSpPr>
          <p:cNvPr id="81" name="Google Shape;81;p15"/>
          <p:cNvSpPr txBox="1"/>
          <p:nvPr/>
        </p:nvSpPr>
        <p:spPr>
          <a:xfrm>
            <a:off x="12409325" y="28248775"/>
            <a:ext cx="8944500" cy="2610600"/>
          </a:xfrm>
          <a:prstGeom prst="rect">
            <a:avLst/>
          </a:prstGeom>
          <a:noFill/>
          <a:ln>
            <a:noFill/>
          </a:ln>
        </p:spPr>
        <p:txBody>
          <a:bodyPr spcFirstLastPara="1" wrap="square" lIns="91425" tIns="91425" rIns="91425" bIns="91425" anchor="t" anchorCtr="0">
            <a:noAutofit/>
          </a:bodyPr>
          <a:lstStyle/>
          <a:p>
            <a:pPr marL="5029200" lvl="0" indent="0" algn="l" rtl="0">
              <a:lnSpc>
                <a:spcPct val="115000"/>
              </a:lnSpc>
              <a:spcBef>
                <a:spcPts val="0"/>
              </a:spcBef>
              <a:spcAft>
                <a:spcPts val="0"/>
              </a:spcAft>
              <a:buClr>
                <a:schemeClr val="dk1"/>
              </a:buClr>
              <a:buSzPts val="1100"/>
              <a:buFont typeface="Arial"/>
              <a:buNone/>
            </a:pPr>
            <a:r>
              <a:rPr lang="en" sz="2200" b="1">
                <a:solidFill>
                  <a:srgbClr val="213566"/>
                </a:solidFill>
                <a:latin typeface="Franklin Gothic"/>
                <a:ea typeface="Franklin Gothic"/>
                <a:cs typeface="Franklin Gothic"/>
                <a:sym typeface="Franklin Gothic"/>
              </a:rPr>
              <a:t> 	1. Get more detailed data </a:t>
            </a:r>
            <a:endParaRPr sz="2200" b="1">
              <a:solidFill>
                <a:srgbClr val="213566"/>
              </a:solidFill>
              <a:latin typeface="Franklin Gothic"/>
              <a:ea typeface="Franklin Gothic"/>
              <a:cs typeface="Franklin Gothic"/>
              <a:sym typeface="Franklin Gothic"/>
            </a:endParaRPr>
          </a:p>
          <a:p>
            <a:pPr marL="5486400" lvl="0" indent="0" algn="l" rtl="0">
              <a:lnSpc>
                <a:spcPct val="115000"/>
              </a:lnSpc>
              <a:spcBef>
                <a:spcPts val="0"/>
              </a:spcBef>
              <a:spcAft>
                <a:spcPts val="0"/>
              </a:spcAft>
              <a:buClr>
                <a:schemeClr val="dk1"/>
              </a:buClr>
              <a:buSzPts val="1100"/>
              <a:buFont typeface="Arial"/>
              <a:buNone/>
            </a:pPr>
            <a:r>
              <a:rPr lang="en" sz="2200" b="1">
                <a:solidFill>
                  <a:srgbClr val="213566"/>
                </a:solidFill>
                <a:latin typeface="Franklin Gothic"/>
                <a:ea typeface="Franklin Gothic"/>
                <a:cs typeface="Franklin Gothic"/>
                <a:sym typeface="Franklin Gothic"/>
              </a:rPr>
              <a:t>     on the OSS repositories,</a:t>
            </a:r>
            <a:endParaRPr sz="2200" b="1">
              <a:solidFill>
                <a:srgbClr val="213566"/>
              </a:solidFill>
              <a:latin typeface="Franklin Gothic"/>
              <a:ea typeface="Franklin Gothic"/>
              <a:cs typeface="Franklin Gothic"/>
              <a:sym typeface="Franklin Gothic"/>
            </a:endParaRPr>
          </a:p>
          <a:p>
            <a:pPr marL="0" lvl="0" indent="0" algn="l" rtl="0">
              <a:lnSpc>
                <a:spcPct val="115000"/>
              </a:lnSpc>
              <a:spcBef>
                <a:spcPts val="0"/>
              </a:spcBef>
              <a:spcAft>
                <a:spcPts val="0"/>
              </a:spcAft>
              <a:buClr>
                <a:schemeClr val="dk1"/>
              </a:buClr>
              <a:buSzPts val="1100"/>
              <a:buFont typeface="Arial"/>
              <a:buNone/>
            </a:pPr>
            <a:r>
              <a:rPr lang="en" sz="2200" b="1">
                <a:solidFill>
                  <a:srgbClr val="213566"/>
                </a:solidFill>
                <a:latin typeface="Franklin Gothic"/>
                <a:ea typeface="Franklin Gothic"/>
                <a:cs typeface="Franklin Gothic"/>
                <a:sym typeface="Franklin Gothic"/>
              </a:rPr>
              <a:t>including additions and deletions to find out the lines of code</a:t>
            </a:r>
            <a:endParaRPr sz="2200" b="1">
              <a:solidFill>
                <a:srgbClr val="213566"/>
              </a:solidFill>
              <a:latin typeface="Franklin Gothic"/>
              <a:ea typeface="Franklin Gothic"/>
              <a:cs typeface="Franklin Gothic"/>
              <a:sym typeface="Franklin Gothic"/>
            </a:endParaRPr>
          </a:p>
          <a:p>
            <a:pPr marL="0" lvl="0" indent="0" algn="l" rtl="0">
              <a:lnSpc>
                <a:spcPct val="115000"/>
              </a:lnSpc>
              <a:spcBef>
                <a:spcPts val="0"/>
              </a:spcBef>
              <a:spcAft>
                <a:spcPts val="0"/>
              </a:spcAft>
              <a:buClr>
                <a:schemeClr val="dk1"/>
              </a:buClr>
              <a:buSzPts val="1100"/>
              <a:buFont typeface="Arial"/>
              <a:buNone/>
            </a:pPr>
            <a:r>
              <a:rPr lang="en" sz="2200" b="1">
                <a:solidFill>
                  <a:srgbClr val="213566"/>
                </a:solidFill>
                <a:latin typeface="Franklin Gothic"/>
                <a:ea typeface="Franklin Gothic"/>
                <a:cs typeface="Franklin Gothic"/>
                <a:sym typeface="Franklin Gothic"/>
              </a:rPr>
              <a:t>2. Use the lines of code to get cost estimates of OSS Code</a:t>
            </a:r>
            <a:endParaRPr sz="2200" b="1">
              <a:solidFill>
                <a:srgbClr val="213566"/>
              </a:solidFill>
              <a:latin typeface="Franklin Gothic"/>
              <a:ea typeface="Franklin Gothic"/>
              <a:cs typeface="Franklin Gothic"/>
              <a:sym typeface="Franklin Gothic"/>
            </a:endParaRPr>
          </a:p>
          <a:p>
            <a:pPr marL="0" lvl="0" indent="0" algn="l" rtl="0">
              <a:lnSpc>
                <a:spcPct val="115000"/>
              </a:lnSpc>
              <a:spcBef>
                <a:spcPts val="0"/>
              </a:spcBef>
              <a:spcAft>
                <a:spcPts val="0"/>
              </a:spcAft>
              <a:buClr>
                <a:schemeClr val="dk1"/>
              </a:buClr>
              <a:buSzPts val="1100"/>
              <a:buFont typeface="Arial"/>
              <a:buNone/>
            </a:pPr>
            <a:r>
              <a:rPr lang="en" sz="2200" b="1">
                <a:solidFill>
                  <a:srgbClr val="213566"/>
                </a:solidFill>
                <a:latin typeface="Franklin Gothic"/>
                <a:ea typeface="Franklin Gothic"/>
                <a:cs typeface="Franklin Gothic"/>
                <a:sym typeface="Franklin Gothic"/>
              </a:rPr>
              <a:t>3. Encourage better standards for OSS</a:t>
            </a:r>
            <a:endParaRPr sz="2200" b="1">
              <a:solidFill>
                <a:srgbClr val="213566"/>
              </a:solidFill>
              <a:latin typeface="Franklin Gothic"/>
              <a:ea typeface="Franklin Gothic"/>
              <a:cs typeface="Franklin Gothic"/>
              <a:sym typeface="Franklin Gothic"/>
            </a:endParaRPr>
          </a:p>
          <a:p>
            <a:pPr marL="0" lvl="0" indent="0" algn="l" rtl="0">
              <a:spcBef>
                <a:spcPts val="0"/>
              </a:spcBef>
              <a:spcAft>
                <a:spcPts val="0"/>
              </a:spcAft>
              <a:buNone/>
            </a:pPr>
            <a:endParaRPr>
              <a:latin typeface="Helvetica Neue"/>
              <a:ea typeface="Helvetica Neue"/>
              <a:cs typeface="Helvetica Neue"/>
              <a:sym typeface="Helvetica Neue"/>
            </a:endParaRPr>
          </a:p>
        </p:txBody>
      </p:sp>
      <p:pic>
        <p:nvPicPr>
          <p:cNvPr id="82" name="Google Shape;82;p15"/>
          <p:cNvPicPr preferRelativeResize="0"/>
          <p:nvPr/>
        </p:nvPicPr>
        <p:blipFill>
          <a:blip r:embed="rId4">
            <a:alphaModFix/>
          </a:blip>
          <a:stretch>
            <a:fillRect/>
          </a:stretch>
        </p:blipFill>
        <p:spPr>
          <a:xfrm>
            <a:off x="10564175" y="16752078"/>
            <a:ext cx="5997137" cy="3530746"/>
          </a:xfrm>
          <a:prstGeom prst="rect">
            <a:avLst/>
          </a:prstGeom>
          <a:noFill/>
          <a:ln>
            <a:noFill/>
          </a:ln>
        </p:spPr>
      </p:pic>
      <p:cxnSp>
        <p:nvCxnSpPr>
          <p:cNvPr id="83" name="Google Shape;83;p15"/>
          <p:cNvCxnSpPr>
            <a:endCxn id="84" idx="1"/>
          </p:cNvCxnSpPr>
          <p:nvPr/>
        </p:nvCxnSpPr>
        <p:spPr>
          <a:xfrm>
            <a:off x="16363852" y="20205635"/>
            <a:ext cx="601200" cy="29700"/>
          </a:xfrm>
          <a:prstGeom prst="straightConnector1">
            <a:avLst/>
          </a:prstGeom>
          <a:noFill/>
          <a:ln w="19050" cap="flat" cmpd="sng">
            <a:solidFill>
              <a:srgbClr val="000000"/>
            </a:solidFill>
            <a:prstDash val="solid"/>
            <a:round/>
            <a:headEnd type="none" w="med" len="med"/>
            <a:tailEnd type="none" w="med" len="med"/>
          </a:ln>
        </p:spPr>
      </p:cxnSp>
      <p:sp>
        <p:nvSpPr>
          <p:cNvPr id="84" name="Google Shape;84;p15"/>
          <p:cNvSpPr txBox="1"/>
          <p:nvPr/>
        </p:nvSpPr>
        <p:spPr>
          <a:xfrm>
            <a:off x="16965052" y="20091185"/>
            <a:ext cx="1970700" cy="288300"/>
          </a:xfrm>
          <a:prstGeom prst="rect">
            <a:avLst/>
          </a:prstGeom>
          <a:solidFill>
            <a:srgbClr val="FFE599"/>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&gt; 50 contributors (0.3%)</a:t>
            </a:r>
            <a:endParaRPr sz="1200" b="1"/>
          </a:p>
        </p:txBody>
      </p:sp>
      <p:sp>
        <p:nvSpPr>
          <p:cNvPr id="85" name="Google Shape;85;p15"/>
          <p:cNvSpPr txBox="1"/>
          <p:nvPr/>
        </p:nvSpPr>
        <p:spPr>
          <a:xfrm>
            <a:off x="16965050" y="16984825"/>
            <a:ext cx="3780300" cy="288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1"/>
                </a:solidFill>
                <a:latin typeface="Franklin Gothic"/>
                <a:ea typeface="Franklin Gothic"/>
                <a:cs typeface="Franklin Gothic"/>
                <a:sym typeface="Franklin Gothic"/>
              </a:rPr>
              <a:t>The vast majority of repositories have fewer than 5 contributors. On average, 1.94 contributors work on each OSS repository. Only 0.3% of all of the OSS repositories have more than 50 contributors.</a:t>
            </a:r>
            <a:endParaRPr sz="2200">
              <a:latin typeface="Franklin Gothic"/>
              <a:ea typeface="Franklin Gothic"/>
              <a:cs typeface="Franklin Gothic"/>
              <a:sym typeface="Franklin Gothic"/>
            </a:endParaRPr>
          </a:p>
        </p:txBody>
      </p:sp>
      <p:grpSp>
        <p:nvGrpSpPr>
          <p:cNvPr id="86" name="Google Shape;86;p15"/>
          <p:cNvGrpSpPr/>
          <p:nvPr/>
        </p:nvGrpSpPr>
        <p:grpSpPr>
          <a:xfrm>
            <a:off x="13831375" y="20803689"/>
            <a:ext cx="7244200" cy="4090510"/>
            <a:chOff x="13678975" y="20803689"/>
            <a:chExt cx="7244200" cy="4090510"/>
          </a:xfrm>
        </p:grpSpPr>
        <p:pic>
          <p:nvPicPr>
            <p:cNvPr id="87" name="Google Shape;87;p15"/>
            <p:cNvPicPr preferRelativeResize="0"/>
            <p:nvPr/>
          </p:nvPicPr>
          <p:blipFill rotWithShape="1">
            <a:blip r:embed="rId5">
              <a:alphaModFix/>
            </a:blip>
            <a:srcRect l="7181" t="6071" r="38700" b="5674"/>
            <a:stretch/>
          </p:blipFill>
          <p:spPr>
            <a:xfrm>
              <a:off x="13678975" y="20838500"/>
              <a:ext cx="1776375" cy="4055700"/>
            </a:xfrm>
            <a:prstGeom prst="rect">
              <a:avLst/>
            </a:prstGeom>
            <a:noFill/>
            <a:ln>
              <a:noFill/>
            </a:ln>
          </p:spPr>
        </p:pic>
        <p:sp>
          <p:nvSpPr>
            <p:cNvPr id="88" name="Google Shape;88;p15"/>
            <p:cNvSpPr txBox="1"/>
            <p:nvPr/>
          </p:nvSpPr>
          <p:spPr>
            <a:xfrm rot="-5400000">
              <a:off x="14467400" y="23078638"/>
              <a:ext cx="1360800" cy="36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666666"/>
                  </a:solidFill>
                </a:rPr>
                <a:t>Missing Value</a:t>
              </a:r>
              <a:endParaRPr sz="1300" b="1">
                <a:solidFill>
                  <a:srgbClr val="666666"/>
                </a:solidFill>
              </a:endParaRPr>
            </a:p>
          </p:txBody>
        </p:sp>
        <p:sp>
          <p:nvSpPr>
            <p:cNvPr id="89" name="Google Shape;89;p15"/>
            <p:cNvSpPr txBox="1"/>
            <p:nvPr/>
          </p:nvSpPr>
          <p:spPr>
            <a:xfrm rot="-5400000">
              <a:off x="14467400" y="21498113"/>
              <a:ext cx="1360800" cy="36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B7B7B7"/>
                  </a:solidFill>
                </a:rPr>
                <a:t>Unidentified</a:t>
              </a:r>
              <a:endParaRPr sz="1300" b="1">
                <a:solidFill>
                  <a:srgbClr val="B7B7B7"/>
                </a:solidFill>
              </a:endParaRPr>
            </a:p>
          </p:txBody>
        </p:sp>
        <p:sp>
          <p:nvSpPr>
            <p:cNvPr id="90" name="Google Shape;90;p15"/>
            <p:cNvSpPr/>
            <p:nvPr/>
          </p:nvSpPr>
          <p:spPr>
            <a:xfrm>
              <a:off x="16155575" y="21211225"/>
              <a:ext cx="4767600" cy="3298200"/>
            </a:xfrm>
            <a:prstGeom prst="wedgeRectCallout">
              <a:avLst>
                <a:gd name="adj1" fmla="val -76784"/>
                <a:gd name="adj2" fmla="val -51342"/>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 name="Google Shape;91;p15"/>
            <p:cNvPicPr preferRelativeResize="0"/>
            <p:nvPr/>
          </p:nvPicPr>
          <p:blipFill rotWithShape="1">
            <a:blip r:embed="rId6">
              <a:alphaModFix/>
            </a:blip>
            <a:srcRect l="1045" t="3098" r="16609" b="3285"/>
            <a:stretch/>
          </p:blipFill>
          <p:spPr>
            <a:xfrm>
              <a:off x="16205225" y="21335125"/>
              <a:ext cx="4541400" cy="3174300"/>
            </a:xfrm>
            <a:prstGeom prst="rect">
              <a:avLst/>
            </a:prstGeom>
            <a:noFill/>
            <a:ln>
              <a:noFill/>
            </a:ln>
          </p:spPr>
        </p:pic>
        <p:sp>
          <p:nvSpPr>
            <p:cNvPr id="92" name="Google Shape;92;p15"/>
            <p:cNvSpPr txBox="1"/>
            <p:nvPr/>
          </p:nvSpPr>
          <p:spPr>
            <a:xfrm>
              <a:off x="14028125" y="20803689"/>
              <a:ext cx="6888900" cy="432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a:solidFill>
                    <a:srgbClr val="FF0000"/>
                  </a:solidFill>
                  <a:latin typeface="Franklin Gothic"/>
                  <a:ea typeface="Franklin Gothic"/>
                  <a:cs typeface="Franklin Gothic"/>
                  <a:sym typeface="Franklin Gothic"/>
                </a:rPr>
                <a:t>We can only identify ~2% of the users’ sectors </a:t>
              </a:r>
              <a:endParaRPr>
                <a:solidFill>
                  <a:srgbClr val="FF0000"/>
                </a:solidFill>
                <a:latin typeface="Franklin Gothic"/>
                <a:ea typeface="Franklin Gothic"/>
                <a:cs typeface="Franklin Gothic"/>
                <a:sym typeface="Franklin Gothic"/>
              </a:endParaRPr>
            </a:p>
          </p:txBody>
        </p:sp>
      </p:grpSp>
      <p:pic>
        <p:nvPicPr>
          <p:cNvPr id="93" name="Google Shape;93;p15"/>
          <p:cNvPicPr preferRelativeResize="0"/>
          <p:nvPr/>
        </p:nvPicPr>
        <p:blipFill>
          <a:blip r:embed="rId7">
            <a:alphaModFix/>
          </a:blip>
          <a:stretch>
            <a:fillRect/>
          </a:stretch>
        </p:blipFill>
        <p:spPr>
          <a:xfrm>
            <a:off x="3975600" y="16901125"/>
            <a:ext cx="6210749" cy="3846708"/>
          </a:xfrm>
          <a:prstGeom prst="rect">
            <a:avLst/>
          </a:prstGeom>
          <a:noFill/>
          <a:ln>
            <a:noFill/>
          </a:ln>
        </p:spPr>
      </p:pic>
      <p:sp>
        <p:nvSpPr>
          <p:cNvPr id="94" name="Google Shape;94;p15"/>
          <p:cNvSpPr/>
          <p:nvPr/>
        </p:nvSpPr>
        <p:spPr>
          <a:xfrm>
            <a:off x="365475" y="4092450"/>
            <a:ext cx="780000" cy="780000"/>
          </a:xfrm>
          <a:prstGeom prst="rect">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5" name="Google Shape;95;p15"/>
          <p:cNvPicPr preferRelativeResize="0"/>
          <p:nvPr/>
        </p:nvPicPr>
        <p:blipFill>
          <a:blip r:embed="rId8">
            <a:alphaModFix/>
          </a:blip>
          <a:stretch>
            <a:fillRect/>
          </a:stretch>
        </p:blipFill>
        <p:spPr>
          <a:xfrm>
            <a:off x="18427637" y="5023425"/>
            <a:ext cx="2612250" cy="3000000"/>
          </a:xfrm>
          <a:prstGeom prst="rect">
            <a:avLst/>
          </a:prstGeom>
          <a:noFill/>
          <a:ln>
            <a:noFill/>
          </a:ln>
        </p:spPr>
      </p:pic>
      <p:grpSp>
        <p:nvGrpSpPr>
          <p:cNvPr id="96" name="Google Shape;96;p15"/>
          <p:cNvGrpSpPr/>
          <p:nvPr/>
        </p:nvGrpSpPr>
        <p:grpSpPr>
          <a:xfrm>
            <a:off x="12924356" y="28257500"/>
            <a:ext cx="4620140" cy="780000"/>
            <a:chOff x="1165868" y="11367113"/>
            <a:chExt cx="8139781" cy="780000"/>
          </a:xfrm>
        </p:grpSpPr>
        <p:sp>
          <p:nvSpPr>
            <p:cNvPr id="97" name="Google Shape;97;p15"/>
            <p:cNvSpPr/>
            <p:nvPr/>
          </p:nvSpPr>
          <p:spPr>
            <a:xfrm>
              <a:off x="1391649" y="11367113"/>
              <a:ext cx="791400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txBox="1"/>
            <p:nvPr/>
          </p:nvSpPr>
          <p:spPr>
            <a:xfrm>
              <a:off x="1165868" y="11520913"/>
              <a:ext cx="52959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a:solidFill>
                    <a:srgbClr val="FFFFFF"/>
                  </a:solidFill>
                  <a:latin typeface="Franklin Gothic"/>
                  <a:ea typeface="Franklin Gothic"/>
                  <a:cs typeface="Franklin Gothic"/>
                  <a:sym typeface="Franklin Gothic"/>
                </a:rPr>
                <a:t>Next Steps</a:t>
              </a:r>
              <a:endParaRPr sz="3200">
                <a:solidFill>
                  <a:srgbClr val="FFFFFF"/>
                </a:solidFill>
                <a:latin typeface="Franklin Gothic"/>
                <a:ea typeface="Franklin Gothic"/>
                <a:cs typeface="Franklin Gothic"/>
                <a:sym typeface="Franklin Gothic"/>
              </a:endParaRPr>
            </a:p>
          </p:txBody>
        </p:sp>
      </p:grpSp>
      <p:sp>
        <p:nvSpPr>
          <p:cNvPr id="99" name="Google Shape;99;p15"/>
          <p:cNvSpPr/>
          <p:nvPr/>
        </p:nvSpPr>
        <p:spPr>
          <a:xfrm>
            <a:off x="460800" y="10317925"/>
            <a:ext cx="1295940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p:cNvSpPr/>
          <p:nvPr/>
        </p:nvSpPr>
        <p:spPr>
          <a:xfrm>
            <a:off x="13656938" y="10317913"/>
            <a:ext cx="780000" cy="780000"/>
          </a:xfrm>
          <a:prstGeom prst="rect">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txBox="1"/>
          <p:nvPr/>
        </p:nvSpPr>
        <p:spPr>
          <a:xfrm>
            <a:off x="10446375" y="8148113"/>
            <a:ext cx="11246700" cy="1892700"/>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Clr>
                <a:srgbClr val="000000"/>
              </a:buClr>
              <a:buSzPts val="2000"/>
              <a:buFont typeface="Helvetica Neue"/>
              <a:buNone/>
            </a:pPr>
            <a:r>
              <a:rPr lang="en" sz="2200" b="1" i="0" u="none" strike="noStrike" cap="none">
                <a:solidFill>
                  <a:srgbClr val="000000"/>
                </a:solidFill>
                <a:latin typeface="Franklin Gothic"/>
                <a:ea typeface="Franklin Gothic"/>
                <a:cs typeface="Franklin Gothic"/>
                <a:sym typeface="Franklin Gothic"/>
              </a:rPr>
              <a:t>GitHub - </a:t>
            </a:r>
            <a:r>
              <a:rPr lang="en" sz="2200" i="0" u="none" strike="noStrike" cap="none">
                <a:solidFill>
                  <a:srgbClr val="000000"/>
                </a:solidFill>
                <a:latin typeface="Franklin Gothic"/>
                <a:ea typeface="Franklin Gothic"/>
                <a:cs typeface="Franklin Gothic"/>
                <a:sym typeface="Franklin Gothic"/>
              </a:rPr>
              <a:t> world's largest </a:t>
            </a:r>
            <a:r>
              <a:rPr lang="en" sz="2200">
                <a:latin typeface="Franklin Gothic"/>
                <a:ea typeface="Franklin Gothic"/>
                <a:cs typeface="Franklin Gothic"/>
                <a:sym typeface="Franklin Gothic"/>
              </a:rPr>
              <a:t>website</a:t>
            </a:r>
            <a:r>
              <a:rPr lang="en" sz="2200" i="0" u="none" strike="noStrike" cap="none">
                <a:solidFill>
                  <a:srgbClr val="000000"/>
                </a:solidFill>
                <a:latin typeface="Franklin Gothic"/>
                <a:ea typeface="Franklin Gothic"/>
                <a:cs typeface="Franklin Gothic"/>
                <a:sym typeface="Franklin Gothic"/>
              </a:rPr>
              <a:t> for developers to build and share software.</a:t>
            </a:r>
            <a:endParaRPr sz="2200" b="1" i="0" u="none" strike="noStrike" cap="none">
              <a:solidFill>
                <a:srgbClr val="000000"/>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a:solidFill>
                  <a:srgbClr val="000000"/>
                </a:solidFill>
                <a:latin typeface="Franklin Gothic"/>
                <a:ea typeface="Franklin Gothic"/>
                <a:cs typeface="Franklin Gothic"/>
                <a:sym typeface="Franklin Gothic"/>
              </a:rPr>
              <a:t>Repository </a:t>
            </a:r>
            <a:r>
              <a:rPr lang="en" sz="2200" i="0" u="none" strike="noStrike" cap="none">
                <a:solidFill>
                  <a:srgbClr val="000000"/>
                </a:solidFill>
                <a:latin typeface="Franklin Gothic"/>
                <a:ea typeface="Franklin Gothic"/>
                <a:cs typeface="Franklin Gothic"/>
                <a:sym typeface="Franklin Gothic"/>
              </a:rPr>
              <a:t>-  contains all of a project's files         </a:t>
            </a:r>
            <a:endParaRPr sz="2200" i="0" u="none" strike="noStrike" cap="none">
              <a:solidFill>
                <a:srgbClr val="000000"/>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a:solidFill>
                  <a:srgbClr val="000000"/>
                </a:solidFill>
                <a:latin typeface="Franklin Gothic"/>
                <a:ea typeface="Franklin Gothic"/>
                <a:cs typeface="Franklin Gothic"/>
                <a:sym typeface="Franklin Gothic"/>
              </a:rPr>
              <a:t>Commit</a:t>
            </a:r>
            <a:r>
              <a:rPr lang="en" sz="2200" i="0" u="none" strike="noStrike" cap="none">
                <a:solidFill>
                  <a:srgbClr val="000000"/>
                </a:solidFill>
                <a:latin typeface="Franklin Gothic"/>
                <a:ea typeface="Franklin Gothic"/>
                <a:cs typeface="Franklin Gothic"/>
                <a:sym typeface="Franklin Gothic"/>
              </a:rPr>
              <a:t> - an individual change to a file for a rep</a:t>
            </a:r>
            <a:r>
              <a:rPr lang="en" sz="2200">
                <a:latin typeface="Franklin Gothic"/>
                <a:ea typeface="Franklin Gothic"/>
                <a:cs typeface="Franklin Gothic"/>
                <a:sym typeface="Franklin Gothic"/>
              </a:rPr>
              <a:t>ository</a:t>
            </a:r>
            <a:endParaRPr sz="2200">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a:solidFill>
                  <a:srgbClr val="000000"/>
                </a:solidFill>
                <a:latin typeface="Franklin Gothic"/>
                <a:ea typeface="Franklin Gothic"/>
                <a:cs typeface="Franklin Gothic"/>
                <a:sym typeface="Franklin Gothic"/>
              </a:rPr>
              <a:t>Contributor </a:t>
            </a:r>
            <a:r>
              <a:rPr lang="en" sz="2200" i="0" u="none" strike="noStrike" cap="none">
                <a:solidFill>
                  <a:srgbClr val="000000"/>
                </a:solidFill>
                <a:latin typeface="Franklin Gothic"/>
                <a:ea typeface="Franklin Gothic"/>
                <a:cs typeface="Franklin Gothic"/>
                <a:sym typeface="Franklin Gothic"/>
              </a:rPr>
              <a:t>- someone who successfully committed to a project (GitHub Glossary</a:t>
            </a:r>
            <a:r>
              <a:rPr lang="en" sz="2200">
                <a:latin typeface="Franklin Gothic"/>
                <a:ea typeface="Franklin Gothic"/>
                <a:cs typeface="Franklin Gothic"/>
                <a:sym typeface="Franklin Gothic"/>
              </a:rPr>
              <a:t>)</a:t>
            </a:r>
            <a:endParaRPr sz="2200">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a:latin typeface="Franklin Gothic"/>
                <a:ea typeface="Franklin Gothic"/>
                <a:cs typeface="Franklin Gothic"/>
                <a:sym typeface="Franklin Gothic"/>
              </a:rPr>
              <a:t>Slug </a:t>
            </a:r>
            <a:r>
              <a:rPr lang="en" sz="2200">
                <a:latin typeface="Franklin Gothic"/>
                <a:ea typeface="Franklin Gothic"/>
                <a:cs typeface="Franklin Gothic"/>
                <a:sym typeface="Franklin Gothic"/>
              </a:rPr>
              <a:t>- URL friendly combination of a username and repo name (</a:t>
            </a:r>
            <a:r>
              <a:rPr lang="en" sz="2200" i="1">
                <a:latin typeface="Franklin Gothic"/>
                <a:ea typeface="Franklin Gothic"/>
                <a:cs typeface="Franklin Gothic"/>
                <a:sym typeface="Franklin Gothic"/>
              </a:rPr>
              <a:t>i.e. ulialang/julia)</a:t>
            </a:r>
            <a:endParaRPr sz="2200" i="1">
              <a:latin typeface="Franklin Gothic"/>
              <a:ea typeface="Franklin Gothic"/>
              <a:cs typeface="Franklin Gothic"/>
              <a:sym typeface="Franklin Gothic"/>
            </a:endParaRPr>
          </a:p>
          <a:p>
            <a:pPr marL="342900" marR="0" lvl="0" indent="-215900" algn="ctr" rtl="0">
              <a:lnSpc>
                <a:spcPct val="100000"/>
              </a:lnSpc>
              <a:spcBef>
                <a:spcPts val="0"/>
              </a:spcBef>
              <a:spcAft>
                <a:spcPts val="0"/>
              </a:spcAft>
              <a:buClr>
                <a:srgbClr val="000000"/>
              </a:buClr>
              <a:buSzPts val="2000"/>
              <a:buFont typeface="Arial"/>
              <a:buNone/>
            </a:pPr>
            <a:endParaRPr sz="2000" i="0" u="none" strike="noStrike" cap="none">
              <a:solidFill>
                <a:srgbClr val="000000"/>
              </a:solidFill>
              <a:latin typeface="Franklin Gothic"/>
              <a:ea typeface="Franklin Gothic"/>
              <a:cs typeface="Franklin Gothic"/>
              <a:sym typeface="Franklin Gothic"/>
            </a:endParaRPr>
          </a:p>
        </p:txBody>
      </p:sp>
      <p:pic>
        <p:nvPicPr>
          <p:cNvPr id="102" name="Google Shape;102;p15"/>
          <p:cNvPicPr preferRelativeResize="0"/>
          <p:nvPr/>
        </p:nvPicPr>
        <p:blipFill rotWithShape="1">
          <a:blip r:embed="rId9">
            <a:alphaModFix/>
          </a:blip>
          <a:srcRect l="21702" r="22234"/>
          <a:stretch/>
        </p:blipFill>
        <p:spPr>
          <a:xfrm>
            <a:off x="7622825" y="7813745"/>
            <a:ext cx="2612250" cy="2446166"/>
          </a:xfrm>
          <a:prstGeom prst="rect">
            <a:avLst/>
          </a:prstGeom>
          <a:noFill/>
          <a:ln>
            <a:noFill/>
          </a:ln>
        </p:spPr>
      </p:pic>
      <p:sp>
        <p:nvSpPr>
          <p:cNvPr id="103" name="Google Shape;103;p15"/>
          <p:cNvSpPr/>
          <p:nvPr/>
        </p:nvSpPr>
        <p:spPr>
          <a:xfrm>
            <a:off x="9007050" y="4092450"/>
            <a:ext cx="1198410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5"/>
          <p:cNvSpPr txBox="1"/>
          <p:nvPr/>
        </p:nvSpPr>
        <p:spPr>
          <a:xfrm>
            <a:off x="8386935" y="4246250"/>
            <a:ext cx="46062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a:solidFill>
                  <a:srgbClr val="FFFFFF"/>
                </a:solidFill>
                <a:latin typeface="Franklin Gothic"/>
                <a:ea typeface="Franklin Gothic"/>
                <a:cs typeface="Franklin Gothic"/>
                <a:sym typeface="Franklin Gothic"/>
              </a:rPr>
              <a:t>Terminology</a:t>
            </a:r>
            <a:endParaRPr sz="3200">
              <a:solidFill>
                <a:srgbClr val="FFFFFF"/>
              </a:solidFill>
              <a:latin typeface="Franklin Gothic"/>
              <a:ea typeface="Franklin Gothic"/>
              <a:cs typeface="Franklin Gothic"/>
              <a:sym typeface="Franklin Gothic"/>
            </a:endParaRPr>
          </a:p>
        </p:txBody>
      </p:sp>
      <p:sp>
        <p:nvSpPr>
          <p:cNvPr id="105" name="Google Shape;105;p15"/>
          <p:cNvSpPr/>
          <p:nvPr/>
        </p:nvSpPr>
        <p:spPr>
          <a:xfrm>
            <a:off x="8014350" y="4092450"/>
            <a:ext cx="780000" cy="780000"/>
          </a:xfrm>
          <a:prstGeom prst="rect">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5"/>
          <p:cNvSpPr txBox="1"/>
          <p:nvPr/>
        </p:nvSpPr>
        <p:spPr>
          <a:xfrm>
            <a:off x="6417670" y="10515535"/>
            <a:ext cx="6760200" cy="432000"/>
          </a:xfrm>
          <a:prstGeom prst="rect">
            <a:avLst/>
          </a:prstGeom>
          <a:noFill/>
          <a:ln>
            <a:noFill/>
          </a:ln>
        </p:spPr>
        <p:txBody>
          <a:bodyPr spcFirstLastPara="1" wrap="square" lIns="114300" tIns="114300" rIns="114300" bIns="114300" anchor="ctr" anchorCtr="0">
            <a:noAutofit/>
          </a:bodyPr>
          <a:lstStyle/>
          <a:p>
            <a:pPr marL="0" marR="0" lvl="0" indent="0" algn="r" rtl="0">
              <a:lnSpc>
                <a:spcPct val="100000"/>
              </a:lnSpc>
              <a:spcBef>
                <a:spcPts val="0"/>
              </a:spcBef>
              <a:spcAft>
                <a:spcPts val="0"/>
              </a:spcAft>
              <a:buClr>
                <a:srgbClr val="000000"/>
              </a:buClr>
              <a:buSzPts val="2800"/>
              <a:buFont typeface="Helvetica Neue"/>
              <a:buNone/>
            </a:pPr>
            <a:r>
              <a:rPr lang="en" sz="3200">
                <a:solidFill>
                  <a:srgbClr val="FFFFFF"/>
                </a:solidFill>
                <a:latin typeface="Franklin Gothic"/>
                <a:ea typeface="Franklin Gothic"/>
                <a:cs typeface="Franklin Gothic"/>
                <a:sym typeface="Franklin Gothic"/>
              </a:rPr>
              <a:t>Data Collection Methods</a:t>
            </a:r>
            <a:endParaRPr sz="3200">
              <a:solidFill>
                <a:srgbClr val="FFFFFF"/>
              </a:solidFill>
              <a:latin typeface="Franklin Gothic"/>
              <a:ea typeface="Franklin Gothic"/>
              <a:cs typeface="Franklin Gothic"/>
              <a:sym typeface="Franklin Gothic"/>
            </a:endParaRPr>
          </a:p>
        </p:txBody>
      </p:sp>
      <p:sp>
        <p:nvSpPr>
          <p:cNvPr id="107" name="Google Shape;107;p15"/>
          <p:cNvSpPr/>
          <p:nvPr/>
        </p:nvSpPr>
        <p:spPr>
          <a:xfrm>
            <a:off x="14721725" y="10317925"/>
            <a:ext cx="6605400" cy="4485900"/>
          </a:xfrm>
          <a:prstGeom prst="foldedCorner">
            <a:avLst>
              <a:gd name="adj" fmla="val 16667"/>
            </a:avLst>
          </a:prstGeom>
          <a:solidFill>
            <a:srgbClr val="E69138"/>
          </a:solidFill>
          <a:ln w="9525" cap="flat" cmpd="sng">
            <a:solidFill>
              <a:srgbClr val="F9CB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p:cNvSpPr txBox="1"/>
          <p:nvPr/>
        </p:nvSpPr>
        <p:spPr>
          <a:xfrm>
            <a:off x="14673650" y="10317913"/>
            <a:ext cx="6605400" cy="405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200" b="1">
                <a:latin typeface="Franklin Gothic"/>
                <a:ea typeface="Franklin Gothic"/>
                <a:cs typeface="Franklin Gothic"/>
                <a:sym typeface="Franklin Gothic"/>
              </a:rPr>
              <a:t>Licenses Expanded</a:t>
            </a:r>
            <a:endParaRPr sz="3200" b="1">
              <a:latin typeface="Franklin Gothic"/>
              <a:ea typeface="Franklin Gothic"/>
              <a:cs typeface="Franklin Gothic"/>
              <a:sym typeface="Franklin Gothic"/>
            </a:endParaRPr>
          </a:p>
          <a:p>
            <a:pPr marL="457200" lvl="0" indent="-368300" algn="l" rtl="0">
              <a:spcBef>
                <a:spcPts val="0"/>
              </a:spcBef>
              <a:spcAft>
                <a:spcPts val="0"/>
              </a:spcAft>
              <a:buClr>
                <a:schemeClr val="dk1"/>
              </a:buClr>
              <a:buSzPts val="2200"/>
              <a:buFont typeface="Franklin Gothic"/>
              <a:buChar char="●"/>
            </a:pPr>
            <a:r>
              <a:rPr lang="en" sz="2200">
                <a:solidFill>
                  <a:schemeClr val="dk1"/>
                </a:solidFill>
                <a:latin typeface="Franklin Gothic"/>
                <a:ea typeface="Franklin Gothic"/>
                <a:cs typeface="Franklin Gothic"/>
                <a:sym typeface="Franklin Gothic"/>
              </a:rPr>
              <a:t>Licenses provide developers with rights over their own work while promoting the dispersion of free, accessible code. </a:t>
            </a:r>
            <a:endParaRPr sz="2200">
              <a:latin typeface="Franklin Gothic"/>
              <a:ea typeface="Franklin Gothic"/>
              <a:cs typeface="Franklin Gothic"/>
              <a:sym typeface="Franklin Gothic"/>
            </a:endParaRPr>
          </a:p>
          <a:p>
            <a:pPr marL="457200" lvl="0" indent="-368300" algn="l" rtl="0">
              <a:spcBef>
                <a:spcPts val="0"/>
              </a:spcBef>
              <a:spcAft>
                <a:spcPts val="0"/>
              </a:spcAft>
              <a:buSzPts val="2200"/>
              <a:buFont typeface="Franklin Gothic"/>
              <a:buChar char="●"/>
            </a:pPr>
            <a:r>
              <a:rPr lang="en" sz="2200">
                <a:latin typeface="Franklin Gothic"/>
                <a:ea typeface="Franklin Gothic"/>
                <a:cs typeface="Franklin Gothic"/>
                <a:sym typeface="Franklin Gothic"/>
              </a:rPr>
              <a:t>License regulations vary. For example, the MIT license allows developers to use the code for any purpose. The GPL license grants individuals with the ability to use the respective code under the stipulation that it remains open source. </a:t>
            </a:r>
            <a:endParaRPr sz="2200">
              <a:latin typeface="Franklin Gothic"/>
              <a:ea typeface="Franklin Gothic"/>
              <a:cs typeface="Franklin Gothic"/>
              <a:sym typeface="Franklin Gothic"/>
            </a:endParaRPr>
          </a:p>
          <a:p>
            <a:pPr marL="457200" lvl="0" indent="-368300" algn="l" rtl="0">
              <a:spcBef>
                <a:spcPts val="0"/>
              </a:spcBef>
              <a:spcAft>
                <a:spcPts val="0"/>
              </a:spcAft>
              <a:buSzPts val="2200"/>
              <a:buFont typeface="Franklin Gothic"/>
              <a:buChar char="●"/>
            </a:pPr>
            <a:r>
              <a:rPr lang="en" sz="2200">
                <a:latin typeface="Franklin Gothic"/>
                <a:ea typeface="Franklin Gothic"/>
                <a:cs typeface="Franklin Gothic"/>
                <a:sym typeface="Franklin Gothic"/>
              </a:rPr>
              <a:t>Although 87 OSI-approved licenses exist, the top 13 licenses comprise more </a:t>
            </a:r>
            <a:endParaRPr sz="2200">
              <a:latin typeface="Franklin Gothic"/>
              <a:ea typeface="Franklin Gothic"/>
              <a:cs typeface="Franklin Gothic"/>
              <a:sym typeface="Franklin Gothic"/>
            </a:endParaRPr>
          </a:p>
          <a:p>
            <a:pPr marL="457200" lvl="0" indent="0" algn="l" rtl="0">
              <a:spcBef>
                <a:spcPts val="0"/>
              </a:spcBef>
              <a:spcAft>
                <a:spcPts val="0"/>
              </a:spcAft>
              <a:buNone/>
            </a:pPr>
            <a:r>
              <a:rPr lang="en" sz="2200">
                <a:latin typeface="Franklin Gothic"/>
                <a:ea typeface="Franklin Gothic"/>
                <a:cs typeface="Franklin Gothic"/>
                <a:sym typeface="Franklin Gothic"/>
              </a:rPr>
              <a:t>than 99% of OSS repos on GitHub.</a:t>
            </a:r>
            <a:endParaRPr sz="2200">
              <a:latin typeface="Franklin Gothic"/>
              <a:ea typeface="Franklin Gothic"/>
              <a:cs typeface="Franklin Gothic"/>
              <a:sym typeface="Franklin Gothic"/>
            </a:endParaRPr>
          </a:p>
        </p:txBody>
      </p:sp>
      <p:sp>
        <p:nvSpPr>
          <p:cNvPr id="109" name="Google Shape;109;p15"/>
          <p:cNvSpPr/>
          <p:nvPr/>
        </p:nvSpPr>
        <p:spPr>
          <a:xfrm>
            <a:off x="1370625" y="15342625"/>
            <a:ext cx="1954320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p:cNvSpPr txBox="1"/>
          <p:nvPr/>
        </p:nvSpPr>
        <p:spPr>
          <a:xfrm>
            <a:off x="1144860" y="15496425"/>
            <a:ext cx="46062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a:solidFill>
                  <a:srgbClr val="FFFFFF"/>
                </a:solidFill>
                <a:latin typeface="Franklin Gothic"/>
                <a:ea typeface="Franklin Gothic"/>
                <a:cs typeface="Franklin Gothic"/>
                <a:sym typeface="Franklin Gothic"/>
              </a:rPr>
              <a:t>Data Analysis</a:t>
            </a:r>
            <a:endParaRPr sz="3200">
              <a:solidFill>
                <a:srgbClr val="FFFFFF"/>
              </a:solidFill>
              <a:latin typeface="Franklin Gothic"/>
              <a:ea typeface="Franklin Gothic"/>
              <a:cs typeface="Franklin Gothic"/>
              <a:sym typeface="Franklin Gothic"/>
            </a:endParaRPr>
          </a:p>
        </p:txBody>
      </p:sp>
      <p:sp>
        <p:nvSpPr>
          <p:cNvPr id="111" name="Google Shape;111;p15"/>
          <p:cNvSpPr/>
          <p:nvPr/>
        </p:nvSpPr>
        <p:spPr>
          <a:xfrm>
            <a:off x="391275" y="15342625"/>
            <a:ext cx="780000" cy="780000"/>
          </a:xfrm>
          <a:prstGeom prst="rect">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p:cNvSpPr txBox="1"/>
          <p:nvPr/>
        </p:nvSpPr>
        <p:spPr>
          <a:xfrm>
            <a:off x="336725" y="16279469"/>
            <a:ext cx="20706600" cy="68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1"/>
                </a:solidFill>
                <a:latin typeface="Franklin Gothic"/>
                <a:ea typeface="Franklin Gothic"/>
                <a:cs typeface="Franklin Gothic"/>
                <a:sym typeface="Franklin Gothic"/>
              </a:rPr>
              <a:t>From 2012-2018 there were</a:t>
            </a:r>
            <a:r>
              <a:rPr lang="en" sz="2200" b="1">
                <a:solidFill>
                  <a:schemeClr val="dk1"/>
                </a:solidFill>
                <a:latin typeface="Franklin Gothic"/>
                <a:ea typeface="Franklin Gothic"/>
                <a:cs typeface="Franklin Gothic"/>
                <a:sym typeface="Franklin Gothic"/>
              </a:rPr>
              <a:t> 55,110,925</a:t>
            </a:r>
            <a:r>
              <a:rPr lang="en" sz="2200">
                <a:solidFill>
                  <a:schemeClr val="dk1"/>
                </a:solidFill>
                <a:latin typeface="Franklin Gothic"/>
                <a:ea typeface="Franklin Gothic"/>
                <a:cs typeface="Franklin Gothic"/>
                <a:sym typeface="Franklin Gothic"/>
              </a:rPr>
              <a:t> distinct repositories with commits made on GitHub. Of those, </a:t>
            </a:r>
            <a:r>
              <a:rPr lang="en" sz="2200" b="1">
                <a:solidFill>
                  <a:schemeClr val="dk1"/>
                </a:solidFill>
                <a:latin typeface="Franklin Gothic"/>
                <a:ea typeface="Franklin Gothic"/>
                <a:cs typeface="Franklin Gothic"/>
                <a:sym typeface="Franklin Gothic"/>
              </a:rPr>
              <a:t>4,940,788</a:t>
            </a:r>
            <a:r>
              <a:rPr lang="en" sz="2200">
                <a:solidFill>
                  <a:schemeClr val="dk1"/>
                </a:solidFill>
                <a:latin typeface="Franklin Gothic"/>
                <a:ea typeface="Franklin Gothic"/>
                <a:cs typeface="Franklin Gothic"/>
                <a:sym typeface="Franklin Gothic"/>
              </a:rPr>
              <a:t> repositories were Open source--</a:t>
            </a:r>
            <a:r>
              <a:rPr lang="en" sz="2200" b="1">
                <a:solidFill>
                  <a:schemeClr val="dk1"/>
                </a:solidFill>
                <a:latin typeface="Franklin Gothic"/>
                <a:ea typeface="Franklin Gothic"/>
                <a:cs typeface="Franklin Gothic"/>
                <a:sym typeface="Franklin Gothic"/>
              </a:rPr>
              <a:t>8.97%</a:t>
            </a:r>
            <a:r>
              <a:rPr lang="en" sz="2200">
                <a:solidFill>
                  <a:schemeClr val="dk1"/>
                </a:solidFill>
                <a:latin typeface="Franklin Gothic"/>
                <a:ea typeface="Franklin Gothic"/>
                <a:cs typeface="Franklin Gothic"/>
                <a:sym typeface="Franklin Gothic"/>
              </a:rPr>
              <a:t> of all projects.​</a:t>
            </a:r>
            <a:endParaRPr sz="2200">
              <a:latin typeface="Franklin Gothic"/>
              <a:ea typeface="Franklin Gothic"/>
              <a:cs typeface="Franklin Gothic"/>
              <a:sym typeface="Franklin Gothic"/>
            </a:endParaRPr>
          </a:p>
        </p:txBody>
      </p:sp>
      <p:sp>
        <p:nvSpPr>
          <p:cNvPr id="113" name="Google Shape;113;p15"/>
          <p:cNvSpPr txBox="1"/>
          <p:nvPr/>
        </p:nvSpPr>
        <p:spPr>
          <a:xfrm>
            <a:off x="246850" y="23756755"/>
            <a:ext cx="6996600" cy="1892700"/>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None/>
            </a:pPr>
            <a:r>
              <a:rPr lang="en" sz="2200" dirty="0">
                <a:latin typeface="Franklin Gothic"/>
                <a:ea typeface="Franklin Gothic"/>
                <a:cs typeface="Franklin Gothic"/>
                <a:sym typeface="Franklin Gothic"/>
              </a:rPr>
              <a:t>(MIT is the most common OSS license with 60%. The next four (GNU GPL, </a:t>
            </a:r>
            <a:r>
              <a:rPr lang="en" sz="2200" dirty="0">
                <a:solidFill>
                  <a:schemeClr val="dk1"/>
                </a:solidFill>
                <a:latin typeface="Franklin Gothic"/>
                <a:ea typeface="Franklin Gothic"/>
                <a:cs typeface="Franklin Gothic"/>
                <a:sym typeface="Franklin Gothic"/>
              </a:rPr>
              <a:t>Apache-2.0, BSD-3-Clause, and LGPL)</a:t>
            </a:r>
            <a:r>
              <a:rPr lang="en" sz="2200" dirty="0">
                <a:latin typeface="Franklin Gothic"/>
                <a:ea typeface="Franklin Gothic"/>
                <a:cs typeface="Franklin Gothic"/>
                <a:sym typeface="Franklin Gothic"/>
              </a:rPr>
              <a:t> together comprise about 39%. The remaining OSI-approved licenses constitute less than 1% of OSS licenses on </a:t>
            </a:r>
            <a:r>
              <a:rPr lang="en" sz="2200" dirty="0" err="1">
                <a:latin typeface="Franklin Gothic"/>
                <a:ea typeface="Franklin Gothic"/>
                <a:cs typeface="Franklin Gothic"/>
                <a:sym typeface="Franklin Gothic"/>
              </a:rPr>
              <a:t>Github</a:t>
            </a:r>
            <a:r>
              <a:rPr lang="en" sz="2200" dirty="0">
                <a:latin typeface="Franklin Gothic"/>
                <a:ea typeface="Franklin Gothic"/>
                <a:cs typeface="Franklin Gothic"/>
                <a:sym typeface="Franklin Gothic"/>
              </a:rPr>
              <a:t>.</a:t>
            </a:r>
            <a:endParaRPr sz="2200" dirty="0">
              <a:latin typeface="Franklin Gothic"/>
              <a:ea typeface="Franklin Gothic"/>
              <a:cs typeface="Franklin Gothic"/>
              <a:sym typeface="Franklin Gothic"/>
            </a:endParaRPr>
          </a:p>
        </p:txBody>
      </p:sp>
      <p:pic>
        <p:nvPicPr>
          <p:cNvPr id="114" name="Google Shape;114;p15"/>
          <p:cNvPicPr preferRelativeResize="0"/>
          <p:nvPr/>
        </p:nvPicPr>
        <p:blipFill>
          <a:blip r:embed="rId10">
            <a:alphaModFix/>
          </a:blip>
          <a:stretch>
            <a:fillRect/>
          </a:stretch>
        </p:blipFill>
        <p:spPr>
          <a:xfrm>
            <a:off x="442384" y="21061943"/>
            <a:ext cx="6605525" cy="2756260"/>
          </a:xfrm>
          <a:prstGeom prst="rect">
            <a:avLst/>
          </a:prstGeom>
          <a:noFill/>
          <a:ln>
            <a:noFill/>
          </a:ln>
        </p:spPr>
      </p:pic>
      <p:pic>
        <p:nvPicPr>
          <p:cNvPr id="115" name="Google Shape;115;p15"/>
          <p:cNvPicPr preferRelativeResize="0"/>
          <p:nvPr/>
        </p:nvPicPr>
        <p:blipFill rotWithShape="1">
          <a:blip r:embed="rId11">
            <a:alphaModFix/>
          </a:blip>
          <a:srcRect l="11292" r="17232"/>
          <a:stretch/>
        </p:blipFill>
        <p:spPr>
          <a:xfrm>
            <a:off x="7729925" y="23192600"/>
            <a:ext cx="5575424" cy="4387845"/>
          </a:xfrm>
          <a:prstGeom prst="rect">
            <a:avLst/>
          </a:prstGeom>
          <a:noFill/>
          <a:ln w="9525" cap="flat" cmpd="sng">
            <a:solidFill>
              <a:srgbClr val="000000"/>
            </a:solidFill>
            <a:prstDash val="solid"/>
            <a:round/>
            <a:headEnd type="none" w="sm" len="sm"/>
            <a:tailEnd type="none" w="sm" len="sm"/>
          </a:ln>
        </p:spPr>
      </p:pic>
      <p:sp>
        <p:nvSpPr>
          <p:cNvPr id="116" name="Google Shape;116;p15"/>
          <p:cNvSpPr/>
          <p:nvPr/>
        </p:nvSpPr>
        <p:spPr>
          <a:xfrm>
            <a:off x="280900" y="25699802"/>
            <a:ext cx="6605400" cy="2254298"/>
          </a:xfrm>
          <a:prstGeom prst="foldedCorner">
            <a:avLst>
              <a:gd name="adj" fmla="val 16667"/>
            </a:avLst>
          </a:prstGeom>
          <a:solidFill>
            <a:srgbClr val="E69138"/>
          </a:solidFill>
          <a:ln w="9525" cap="flat" cmpd="sng">
            <a:solidFill>
              <a:srgbClr val="F9CB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txBox="1"/>
          <p:nvPr/>
        </p:nvSpPr>
        <p:spPr>
          <a:xfrm>
            <a:off x="357100" y="25665400"/>
            <a:ext cx="6605400" cy="189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200" b="1" dirty="0">
                <a:latin typeface="Franklin Gothic"/>
                <a:ea typeface="Franklin Gothic"/>
                <a:cs typeface="Franklin Gothic"/>
                <a:sym typeface="Franklin Gothic"/>
              </a:rPr>
              <a:t>OSS Universe</a:t>
            </a:r>
            <a:endParaRPr sz="3200" b="1" dirty="0">
              <a:latin typeface="Franklin Gothic"/>
              <a:ea typeface="Franklin Gothic"/>
              <a:cs typeface="Franklin Gothic"/>
              <a:sym typeface="Franklin Gothic"/>
            </a:endParaRPr>
          </a:p>
          <a:p>
            <a:pPr marL="457200" lvl="0" indent="-368300" algn="l" rtl="0">
              <a:spcBef>
                <a:spcPts val="0"/>
              </a:spcBef>
              <a:spcAft>
                <a:spcPts val="0"/>
              </a:spcAft>
              <a:buClr>
                <a:schemeClr val="dk1"/>
              </a:buClr>
              <a:buSzPts val="2200"/>
              <a:buFont typeface="Franklin Gothic"/>
              <a:buChar char="●"/>
            </a:pPr>
            <a:r>
              <a:rPr lang="en" sz="2200" dirty="0">
                <a:latin typeface="Franklin Gothic"/>
                <a:ea typeface="Franklin Gothic"/>
                <a:cs typeface="Franklin Gothic"/>
                <a:sym typeface="Franklin Gothic"/>
              </a:rPr>
              <a:t>There are 2,833,618 unique OSS contributors</a:t>
            </a:r>
            <a:endParaRPr sz="2200" dirty="0">
              <a:latin typeface="Franklin Gothic"/>
              <a:ea typeface="Franklin Gothic"/>
              <a:cs typeface="Franklin Gothic"/>
              <a:sym typeface="Franklin Gothic"/>
            </a:endParaRPr>
          </a:p>
          <a:p>
            <a:pPr marL="457200" lvl="0" indent="-368300" algn="l" rtl="0">
              <a:spcBef>
                <a:spcPts val="0"/>
              </a:spcBef>
              <a:spcAft>
                <a:spcPts val="0"/>
              </a:spcAft>
              <a:buSzPts val="2200"/>
              <a:buFont typeface="Franklin Gothic"/>
              <a:buChar char="●"/>
            </a:pPr>
            <a:r>
              <a:rPr lang="en" sz="2200" dirty="0">
                <a:latin typeface="Franklin Gothic"/>
                <a:ea typeface="Franklin Gothic"/>
                <a:cs typeface="Franklin Gothic"/>
                <a:sym typeface="Franklin Gothic"/>
              </a:rPr>
              <a:t>OSS grew 2,350% from 2012-18</a:t>
            </a:r>
            <a:endParaRPr sz="2200" dirty="0">
              <a:latin typeface="Franklin Gothic"/>
              <a:ea typeface="Franklin Gothic"/>
              <a:cs typeface="Franklin Gothic"/>
              <a:sym typeface="Franklin Gothic"/>
            </a:endParaRPr>
          </a:p>
          <a:p>
            <a:pPr marL="457200" lvl="0" indent="-368300" algn="l" rtl="0">
              <a:spcBef>
                <a:spcPts val="0"/>
              </a:spcBef>
              <a:spcAft>
                <a:spcPts val="0"/>
              </a:spcAft>
              <a:buSzPts val="2200"/>
              <a:buFont typeface="Franklin Gothic"/>
              <a:buChar char="●"/>
            </a:pPr>
            <a:r>
              <a:rPr lang="en" sz="2200" dirty="0">
                <a:latin typeface="Franklin Gothic"/>
                <a:ea typeface="Franklin Gothic"/>
                <a:cs typeface="Franklin Gothic"/>
                <a:sym typeface="Franklin Gothic"/>
              </a:rPr>
              <a:t>On average one repository receives 36.5 commits</a:t>
            </a:r>
            <a:endParaRPr sz="2200" dirty="0">
              <a:latin typeface="Franklin Gothic"/>
              <a:ea typeface="Franklin Gothic"/>
              <a:cs typeface="Franklin Gothic"/>
              <a:sym typeface="Franklin Gothic"/>
            </a:endParaRPr>
          </a:p>
        </p:txBody>
      </p:sp>
      <p:sp>
        <p:nvSpPr>
          <p:cNvPr id="118" name="Google Shape;118;p15"/>
          <p:cNvSpPr txBox="1"/>
          <p:nvPr/>
        </p:nvSpPr>
        <p:spPr>
          <a:xfrm>
            <a:off x="1741575" y="20778705"/>
            <a:ext cx="5023200" cy="238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rgbClr val="1F497D"/>
                </a:solidFill>
                <a:latin typeface="Helvetica Neue"/>
                <a:ea typeface="Helvetica Neue"/>
                <a:cs typeface="Helvetica Neue"/>
                <a:sym typeface="Helvetica Neue"/>
              </a:rPr>
              <a:t>Percent Distribution of Top Five OSI-Approved  Licenses</a:t>
            </a:r>
            <a:endParaRPr dirty="0">
              <a:solidFill>
                <a:srgbClr val="1F497D"/>
              </a:solidFill>
              <a:latin typeface="Helvetica Neue"/>
              <a:ea typeface="Helvetica Neue"/>
              <a:cs typeface="Helvetica Neue"/>
              <a:sym typeface="Helvetica Neue"/>
            </a:endParaRPr>
          </a:p>
        </p:txBody>
      </p:sp>
      <p:sp>
        <p:nvSpPr>
          <p:cNvPr id="119" name="Google Shape;119;p15"/>
          <p:cNvSpPr txBox="1"/>
          <p:nvPr/>
        </p:nvSpPr>
        <p:spPr>
          <a:xfrm>
            <a:off x="13615575" y="24916000"/>
            <a:ext cx="8211900" cy="28857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SzPts val="2200"/>
              <a:buFont typeface="Franklin Gothic"/>
              <a:buChar char="●"/>
            </a:pPr>
            <a:r>
              <a:rPr lang="en" sz="2200">
                <a:latin typeface="Franklin Gothic"/>
                <a:ea typeface="Franklin Gothic"/>
                <a:cs typeface="Franklin Gothic"/>
                <a:sym typeface="Franklin Gothic"/>
              </a:rPr>
              <a:t>The self-reported company field of the GitHub profile contained keywords we used to place each user into the above sectors.</a:t>
            </a:r>
            <a:endParaRPr sz="2200">
              <a:latin typeface="Franklin Gothic"/>
              <a:ea typeface="Franklin Gothic"/>
              <a:cs typeface="Franklin Gothic"/>
              <a:sym typeface="Franklin Gothic"/>
            </a:endParaRPr>
          </a:p>
          <a:p>
            <a:pPr marL="457200" lvl="0" indent="-368300" algn="l" rtl="0">
              <a:spcBef>
                <a:spcPts val="0"/>
              </a:spcBef>
              <a:spcAft>
                <a:spcPts val="0"/>
              </a:spcAft>
              <a:buSzPts val="2200"/>
              <a:buFont typeface="Franklin Gothic"/>
              <a:buChar char="●"/>
            </a:pPr>
            <a:r>
              <a:rPr lang="en" sz="2200">
                <a:latin typeface="Franklin Gothic"/>
                <a:ea typeface="Franklin Gothic"/>
                <a:cs typeface="Franklin Gothic"/>
                <a:sym typeface="Franklin Gothic"/>
              </a:rPr>
              <a:t>Of all the users that we identified, 78% of them are from the business sector, 16% are from universities.</a:t>
            </a:r>
            <a:endParaRPr sz="2200">
              <a:latin typeface="Franklin Gothic"/>
              <a:ea typeface="Franklin Gothic"/>
              <a:cs typeface="Franklin Gothic"/>
              <a:sym typeface="Franklin Gothic"/>
            </a:endParaRPr>
          </a:p>
          <a:p>
            <a:pPr marL="457200" lvl="0" indent="-368300" algn="l" rtl="0">
              <a:spcBef>
                <a:spcPts val="0"/>
              </a:spcBef>
              <a:spcAft>
                <a:spcPts val="0"/>
              </a:spcAft>
              <a:buSzPts val="2200"/>
              <a:buFont typeface="Franklin Gothic"/>
              <a:buChar char="●"/>
            </a:pPr>
            <a:r>
              <a:rPr lang="en" sz="2200">
                <a:latin typeface="Franklin Gothic"/>
                <a:ea typeface="Franklin Gothic"/>
                <a:cs typeface="Franklin Gothic"/>
                <a:sym typeface="Franklin Gothic"/>
              </a:rPr>
              <a:t>We can only identify about 2% of the users, suggesting that GitHub does not give enough information to accurately find the sectors for OSS contributors because users are not required to accurately fill in organization information.</a:t>
            </a:r>
            <a:endParaRPr sz="2200">
              <a:latin typeface="Franklin Gothic"/>
              <a:ea typeface="Franklin Gothic"/>
              <a:cs typeface="Franklin Gothic"/>
              <a:sym typeface="Franklin Gothic"/>
            </a:endParaRPr>
          </a:p>
        </p:txBody>
      </p:sp>
      <p:grpSp>
        <p:nvGrpSpPr>
          <p:cNvPr id="120" name="Google Shape;120;p15"/>
          <p:cNvGrpSpPr/>
          <p:nvPr/>
        </p:nvGrpSpPr>
        <p:grpSpPr>
          <a:xfrm>
            <a:off x="170659" y="28250675"/>
            <a:ext cx="4491986" cy="780000"/>
            <a:chOff x="1213443" y="11473213"/>
            <a:chExt cx="7914000" cy="780000"/>
          </a:xfrm>
        </p:grpSpPr>
        <p:sp>
          <p:nvSpPr>
            <p:cNvPr id="121" name="Google Shape;121;p15"/>
            <p:cNvSpPr/>
            <p:nvPr/>
          </p:nvSpPr>
          <p:spPr>
            <a:xfrm>
              <a:off x="1213443" y="11473213"/>
              <a:ext cx="791400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txBox="1"/>
            <p:nvPr/>
          </p:nvSpPr>
          <p:spPr>
            <a:xfrm>
              <a:off x="2587820" y="11535913"/>
              <a:ext cx="52959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a:solidFill>
                    <a:srgbClr val="FFFFFF"/>
                  </a:solidFill>
                  <a:latin typeface="Franklin Gothic"/>
                  <a:ea typeface="Franklin Gothic"/>
                  <a:cs typeface="Franklin Gothic"/>
                  <a:sym typeface="Franklin Gothic"/>
                </a:rPr>
                <a:t>Conclusions</a:t>
              </a:r>
              <a:endParaRPr sz="3200">
                <a:solidFill>
                  <a:srgbClr val="FFFFFF"/>
                </a:solidFill>
                <a:latin typeface="Franklin Gothic"/>
                <a:ea typeface="Franklin Gothic"/>
                <a:cs typeface="Franklin Gothic"/>
                <a:sym typeface="Franklin Gothic"/>
              </a:endParaRPr>
            </a:p>
          </p:txBody>
        </p:sp>
      </p:grpSp>
      <p:sp>
        <p:nvSpPr>
          <p:cNvPr id="123" name="Google Shape;123;p15"/>
          <p:cNvSpPr/>
          <p:nvPr/>
        </p:nvSpPr>
        <p:spPr>
          <a:xfrm>
            <a:off x="4780550" y="28250675"/>
            <a:ext cx="780000" cy="780000"/>
          </a:xfrm>
          <a:prstGeom prst="rect">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txBox="1"/>
          <p:nvPr/>
        </p:nvSpPr>
        <p:spPr>
          <a:xfrm>
            <a:off x="7729925" y="20867425"/>
            <a:ext cx="5816700" cy="23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200">
                <a:solidFill>
                  <a:schemeClr val="dk1"/>
                </a:solidFill>
                <a:latin typeface="Franklin Gothic"/>
                <a:ea typeface="Franklin Gothic"/>
                <a:cs typeface="Franklin Gothic"/>
                <a:sym typeface="Franklin Gothic"/>
              </a:rPr>
              <a:t>MIT, GPL-3.0 and Apache have been increasing in proportion. These licenses are generally more </a:t>
            </a:r>
            <a:r>
              <a:rPr lang="en" sz="2200" i="1">
                <a:solidFill>
                  <a:schemeClr val="dk1"/>
                </a:solidFill>
                <a:latin typeface="Franklin Gothic"/>
                <a:ea typeface="Franklin Gothic"/>
                <a:cs typeface="Franklin Gothic"/>
                <a:sym typeface="Franklin Gothic"/>
              </a:rPr>
              <a:t>permissive. </a:t>
            </a:r>
            <a:r>
              <a:rPr lang="en" sz="2200">
                <a:solidFill>
                  <a:schemeClr val="dk1"/>
                </a:solidFill>
                <a:latin typeface="Franklin Gothic"/>
                <a:ea typeface="Franklin Gothic"/>
                <a:cs typeface="Franklin Gothic"/>
                <a:sym typeface="Franklin Gothic"/>
              </a:rPr>
              <a:t>Over the same period of time, GPL-2.0 and BSD, two more </a:t>
            </a:r>
            <a:r>
              <a:rPr lang="en" sz="2200" i="1">
                <a:solidFill>
                  <a:schemeClr val="dk1"/>
                </a:solidFill>
                <a:latin typeface="Franklin Gothic"/>
                <a:ea typeface="Franklin Gothic"/>
                <a:cs typeface="Franklin Gothic"/>
                <a:sym typeface="Franklin Gothic"/>
              </a:rPr>
              <a:t>restrictive</a:t>
            </a:r>
            <a:r>
              <a:rPr lang="en" sz="2200">
                <a:solidFill>
                  <a:schemeClr val="dk1"/>
                </a:solidFill>
                <a:latin typeface="Franklin Gothic"/>
                <a:ea typeface="Franklin Gothic"/>
                <a:cs typeface="Franklin Gothic"/>
                <a:sym typeface="Franklin Gothic"/>
              </a:rPr>
              <a:t> licenses, decreased in proportion.</a:t>
            </a:r>
            <a:endParaRPr>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2BD56723-4F17-46BF-A218-0E9E2303937B}"/>
</file>

<file path=customXml/itemProps2.xml><?xml version="1.0" encoding="utf-8"?>
<ds:datastoreItem xmlns:ds="http://schemas.openxmlformats.org/officeDocument/2006/customXml" ds:itemID="{B69D2B84-E45A-4F02-BFDA-B40D814D053E}"/>
</file>

<file path=customXml/itemProps3.xml><?xml version="1.0" encoding="utf-8"?>
<ds:datastoreItem xmlns:ds="http://schemas.openxmlformats.org/officeDocument/2006/customXml" ds:itemID="{E209F017-2B53-410F-B8F6-84A9A35D085A}"/>
</file>

<file path=docProps/app.xml><?xml version="1.0" encoding="utf-8"?>
<Properties xmlns="http://schemas.openxmlformats.org/officeDocument/2006/extended-properties" xmlns:vt="http://schemas.openxmlformats.org/officeDocument/2006/docPropsVTypes">
  <TotalTime>0</TotalTime>
  <Words>539</Words>
  <Application>Microsoft Macintosh PowerPoint</Application>
  <PresentationFormat>Custom</PresentationFormat>
  <Paragraphs>70</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Helvetica Neue</vt:lpstr>
      <vt:lpstr>Arial</vt:lpstr>
      <vt:lpstr>Franklin Gothic</vt:lpstr>
      <vt:lpstr>Helvetica Neue Light</vt:lpstr>
      <vt:lpstr>Simple Light</vt:lpstr>
      <vt:lpstr>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Isch, Calvin G</cp:lastModifiedBy>
  <cp:revision>1</cp:revision>
  <dcterms:modified xsi:type="dcterms:W3CDTF">2019-08-01T20:56:34Z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
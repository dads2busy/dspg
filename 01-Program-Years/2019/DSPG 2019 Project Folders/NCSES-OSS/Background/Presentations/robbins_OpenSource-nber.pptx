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5"/>
  </p:sldMasterIdLst>
  <p:notesMasterIdLst>
    <p:notesMasterId r:id="rId22"/>
  </p:notesMasterIdLst>
  <p:handoutMasterIdLst>
    <p:handoutMasterId r:id="rId23"/>
  </p:handoutMasterIdLst>
  <p:sldIdLst>
    <p:sldId id="287" r:id="rId6"/>
    <p:sldId id="286" r:id="rId7"/>
    <p:sldId id="320" r:id="rId8"/>
    <p:sldId id="325" r:id="rId9"/>
    <p:sldId id="310" r:id="rId10"/>
    <p:sldId id="327" r:id="rId11"/>
    <p:sldId id="326" r:id="rId12"/>
    <p:sldId id="313" r:id="rId13"/>
    <p:sldId id="292" r:id="rId14"/>
    <p:sldId id="332" r:id="rId15"/>
    <p:sldId id="330" r:id="rId16"/>
    <p:sldId id="333" r:id="rId17"/>
    <p:sldId id="329" r:id="rId18"/>
    <p:sldId id="335" r:id="rId19"/>
    <p:sldId id="328" r:id="rId20"/>
    <p:sldId id="300" r:id="rId21"/>
  </p:sldIdLst>
  <p:sldSz cx="9144000" cy="6858000" type="screen4x3"/>
  <p:notesSz cx="7010400" cy="92964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768">
          <p15:clr>
            <a:srgbClr val="A4A3A4"/>
          </p15:clr>
        </p15:guide>
        <p15:guide id="2" pos="57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zem Korkmaz" initials="GK" lastIdx="1" clrIdx="0"/>
  <p:cmAuthor id="2" name="Gizem Korkmaz" initials="GK [6]" lastIdx="1" clrIdx="1"/>
  <p:cmAuthor id="3" name="Hamrick, Karen S" initials="HKS" lastIdx="7" clrIdx="2">
    <p:extLst>
      <p:ext uri="{19B8F6BF-5375-455C-9EA6-DF929625EA0E}">
        <p15:presenceInfo xmlns:p15="http://schemas.microsoft.com/office/powerpoint/2012/main" userId="S-1-5-21-2121103884-806620016-247139262-107811" providerId="AD"/>
      </p:ext>
    </p:extLst>
  </p:cmAuthor>
  <p:cmAuthor id="4" name="Robbins, Carol A." initials="RCA" lastIdx="1" clrIdx="3">
    <p:extLst>
      <p:ext uri="{19B8F6BF-5375-455C-9EA6-DF929625EA0E}">
        <p15:presenceInfo xmlns:p15="http://schemas.microsoft.com/office/powerpoint/2012/main" userId="S-1-5-21-2121103884-806620016-247139262-924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96821" autoAdjust="0"/>
  </p:normalViewPr>
  <p:slideViewPr>
    <p:cSldViewPr>
      <p:cViewPr varScale="1">
        <p:scale>
          <a:sx n="126" d="100"/>
          <a:sy n="126" d="100"/>
        </p:scale>
        <p:origin x="792" y="132"/>
      </p:cViewPr>
      <p:guideLst>
        <p:guide orient="horz" pos="768"/>
        <p:guide pos="576"/>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1210"/>
    </p:cViewPr>
  </p:sorterViewPr>
  <p:notesViewPr>
    <p:cSldViewPr>
      <p:cViewPr varScale="1">
        <p:scale>
          <a:sx n="65" d="100"/>
          <a:sy n="65" d="100"/>
        </p:scale>
        <p:origin x="3125"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bins, Carol A." userId="0976dc50-7cc1-4be5-bd3c-d60ad42ce624" providerId="ADAL" clId="{100E3BC7-613C-42F7-A359-2F21EA216533}"/>
    <pc:docChg chg="undo custSel addSld delSld modSld sldOrd">
      <pc:chgData name="Robbins, Carol A." userId="0976dc50-7cc1-4be5-bd3c-d60ad42ce624" providerId="ADAL" clId="{100E3BC7-613C-42F7-A359-2F21EA216533}" dt="2019-03-14T23:21:06.218" v="603" actId="6549"/>
      <pc:docMkLst>
        <pc:docMk/>
      </pc:docMkLst>
      <pc:sldChg chg="addSp modSp">
        <pc:chgData name="Robbins, Carol A." userId="0976dc50-7cc1-4be5-bd3c-d60ad42ce624" providerId="ADAL" clId="{100E3BC7-613C-42F7-A359-2F21EA216533}" dt="2019-03-14T22:34:43.781" v="88" actId="1076"/>
        <pc:sldMkLst>
          <pc:docMk/>
          <pc:sldMk cId="3999141461" sldId="286"/>
        </pc:sldMkLst>
        <pc:spChg chg="mod">
          <ac:chgData name="Robbins, Carol A." userId="0976dc50-7cc1-4be5-bd3c-d60ad42ce624" providerId="ADAL" clId="{100E3BC7-613C-42F7-A359-2F21EA216533}" dt="2019-03-14T22:34:13.546" v="82" actId="1076"/>
          <ac:spMkLst>
            <pc:docMk/>
            <pc:sldMk cId="3999141461" sldId="286"/>
            <ac:spMk id="10" creationId="{5E0C62DC-842D-4110-95EF-9340ACD2948D}"/>
          </ac:spMkLst>
        </pc:spChg>
        <pc:spChg chg="mod">
          <ac:chgData name="Robbins, Carol A." userId="0976dc50-7cc1-4be5-bd3c-d60ad42ce624" providerId="ADAL" clId="{100E3BC7-613C-42F7-A359-2F21EA216533}" dt="2019-03-14T22:34:09.341" v="81" actId="20577"/>
          <ac:spMkLst>
            <pc:docMk/>
            <pc:sldMk cId="3999141461" sldId="286"/>
            <ac:spMk id="11268" creationId="{995B8D7D-7526-497C-BBF8-5AE8DC3492C8}"/>
          </ac:spMkLst>
        </pc:spChg>
        <pc:picChg chg="add mod">
          <ac:chgData name="Robbins, Carol A." userId="0976dc50-7cc1-4be5-bd3c-d60ad42ce624" providerId="ADAL" clId="{100E3BC7-613C-42F7-A359-2F21EA216533}" dt="2019-03-14T22:34:32.815" v="87" actId="1076"/>
          <ac:picMkLst>
            <pc:docMk/>
            <pc:sldMk cId="3999141461" sldId="286"/>
            <ac:picMk id="3" creationId="{93685F10-15CA-471C-A54A-0B51B4A93461}"/>
          </ac:picMkLst>
        </pc:picChg>
        <pc:picChg chg="add mod">
          <ac:chgData name="Robbins, Carol A." userId="0976dc50-7cc1-4be5-bd3c-d60ad42ce624" providerId="ADAL" clId="{100E3BC7-613C-42F7-A359-2F21EA216533}" dt="2019-03-14T22:34:25.652" v="86" actId="1076"/>
          <ac:picMkLst>
            <pc:docMk/>
            <pc:sldMk cId="3999141461" sldId="286"/>
            <ac:picMk id="4" creationId="{7661DBDD-7B83-4CC4-8E4F-1F0DFBB8A85C}"/>
          </ac:picMkLst>
        </pc:picChg>
        <pc:picChg chg="mod">
          <ac:chgData name="Robbins, Carol A." userId="0976dc50-7cc1-4be5-bd3c-d60ad42ce624" providerId="ADAL" clId="{100E3BC7-613C-42F7-A359-2F21EA216533}" dt="2019-03-14T22:34:43.781" v="88" actId="1076"/>
          <ac:picMkLst>
            <pc:docMk/>
            <pc:sldMk cId="3999141461" sldId="286"/>
            <ac:picMk id="5" creationId="{3A55AAFE-7803-40B7-B001-4A4C24D7E1F2}"/>
          </ac:picMkLst>
        </pc:picChg>
        <pc:picChg chg="mod">
          <ac:chgData name="Robbins, Carol A." userId="0976dc50-7cc1-4be5-bd3c-d60ad42ce624" providerId="ADAL" clId="{100E3BC7-613C-42F7-A359-2F21EA216533}" dt="2019-03-14T22:34:23.795" v="85" actId="1076"/>
          <ac:picMkLst>
            <pc:docMk/>
            <pc:sldMk cId="3999141461" sldId="286"/>
            <ac:picMk id="6" creationId="{99DD65C1-357E-4742-8EA0-CBB9612A5BE8}"/>
          </ac:picMkLst>
        </pc:picChg>
      </pc:sldChg>
      <pc:sldChg chg="delSp modSp">
        <pc:chgData name="Robbins, Carol A." userId="0976dc50-7cc1-4be5-bd3c-d60ad42ce624" providerId="ADAL" clId="{100E3BC7-613C-42F7-A359-2F21EA216533}" dt="2019-03-14T22:02:04.933" v="49" actId="478"/>
        <pc:sldMkLst>
          <pc:docMk/>
          <pc:sldMk cId="1386822312" sldId="287"/>
        </pc:sldMkLst>
        <pc:spChg chg="del">
          <ac:chgData name="Robbins, Carol A." userId="0976dc50-7cc1-4be5-bd3c-d60ad42ce624" providerId="ADAL" clId="{100E3BC7-613C-42F7-A359-2F21EA216533}" dt="2019-03-14T22:02:04.933" v="49" actId="478"/>
          <ac:spMkLst>
            <pc:docMk/>
            <pc:sldMk cId="1386822312" sldId="287"/>
            <ac:spMk id="2" creationId="{A366C801-63C8-4D74-A0E6-6FB9A00EB935}"/>
          </ac:spMkLst>
        </pc:spChg>
        <pc:spChg chg="mod">
          <ac:chgData name="Robbins, Carol A." userId="0976dc50-7cc1-4be5-bd3c-d60ad42ce624" providerId="ADAL" clId="{100E3BC7-613C-42F7-A359-2F21EA216533}" dt="2019-03-14T22:01:20.411" v="48" actId="6549"/>
          <ac:spMkLst>
            <pc:docMk/>
            <pc:sldMk cId="1386822312" sldId="287"/>
            <ac:spMk id="2050" creationId="{51C6D012-4EB5-467C-9CC4-9FE13264DA50}"/>
          </ac:spMkLst>
        </pc:spChg>
      </pc:sldChg>
      <pc:sldChg chg="addSp delSp modSp ord modNotes">
        <pc:chgData name="Robbins, Carol A." userId="0976dc50-7cc1-4be5-bd3c-d60ad42ce624" providerId="ADAL" clId="{100E3BC7-613C-42F7-A359-2F21EA216533}" dt="2019-03-14T23:20:28.567" v="595" actId="6549"/>
        <pc:sldMkLst>
          <pc:docMk/>
          <pc:sldMk cId="3307295910" sldId="298"/>
        </pc:sldMkLst>
        <pc:spChg chg="add del mod">
          <ac:chgData name="Robbins, Carol A." userId="0976dc50-7cc1-4be5-bd3c-d60ad42ce624" providerId="ADAL" clId="{100E3BC7-613C-42F7-A359-2F21EA216533}" dt="2019-03-14T23:20:28.567" v="595" actId="6549"/>
          <ac:spMkLst>
            <pc:docMk/>
            <pc:sldMk cId="3307295910" sldId="298"/>
            <ac:spMk id="27" creationId="{9B2EDE6E-1BCC-4DB7-B126-BF0A18F3868B}"/>
          </ac:spMkLst>
        </pc:spChg>
      </pc:sldChg>
      <pc:sldChg chg="addSp delSp modSp ord">
        <pc:chgData name="Robbins, Carol A." userId="0976dc50-7cc1-4be5-bd3c-d60ad42ce624" providerId="ADAL" clId="{100E3BC7-613C-42F7-A359-2F21EA216533}" dt="2019-03-14T23:00:55.950" v="366" actId="798"/>
        <pc:sldMkLst>
          <pc:docMk/>
          <pc:sldMk cId="3027568389" sldId="310"/>
        </pc:sldMkLst>
        <pc:spChg chg="add mod">
          <ac:chgData name="Robbins, Carol A." userId="0976dc50-7cc1-4be5-bd3c-d60ad42ce624" providerId="ADAL" clId="{100E3BC7-613C-42F7-A359-2F21EA216533}" dt="2019-03-14T22:56:34.316" v="298" actId="255"/>
          <ac:spMkLst>
            <pc:docMk/>
            <pc:sldMk cId="3027568389" sldId="310"/>
            <ac:spMk id="12" creationId="{61EC7022-8081-4C35-92BF-72B5B6FDE1D5}"/>
          </ac:spMkLst>
        </pc:spChg>
        <pc:spChg chg="add del mod">
          <ac:chgData name="Robbins, Carol A." userId="0976dc50-7cc1-4be5-bd3c-d60ad42ce624" providerId="ADAL" clId="{100E3BC7-613C-42F7-A359-2F21EA216533}" dt="2019-03-14T22:58:31.695" v="359" actId="478"/>
          <ac:spMkLst>
            <pc:docMk/>
            <pc:sldMk cId="3027568389" sldId="310"/>
            <ac:spMk id="13" creationId="{7407A617-6FCE-47BB-8671-C18FA7B31105}"/>
          </ac:spMkLst>
        </pc:spChg>
        <pc:graphicFrameChg chg="mod modGraphic">
          <ac:chgData name="Robbins, Carol A." userId="0976dc50-7cc1-4be5-bd3c-d60ad42ce624" providerId="ADAL" clId="{100E3BC7-613C-42F7-A359-2F21EA216533}" dt="2019-03-14T23:00:55.950" v="366" actId="798"/>
          <ac:graphicFrameMkLst>
            <pc:docMk/>
            <pc:sldMk cId="3027568389" sldId="310"/>
            <ac:graphicFrameMk id="4" creationId="{B108A0F7-A0C7-48D8-A655-0CAB8C987460}"/>
          </ac:graphicFrameMkLst>
        </pc:graphicFrameChg>
      </pc:sldChg>
      <pc:sldChg chg="del">
        <pc:chgData name="Robbins, Carol A." userId="0976dc50-7cc1-4be5-bd3c-d60ad42ce624" providerId="ADAL" clId="{100E3BC7-613C-42F7-A359-2F21EA216533}" dt="2019-03-14T22:46:18.594" v="139" actId="2696"/>
        <pc:sldMkLst>
          <pc:docMk/>
          <pc:sldMk cId="6469092" sldId="312"/>
        </pc:sldMkLst>
      </pc:sldChg>
      <pc:sldChg chg="addSp delSp modSp">
        <pc:chgData name="Robbins, Carol A." userId="0976dc50-7cc1-4be5-bd3c-d60ad42ce624" providerId="ADAL" clId="{100E3BC7-613C-42F7-A359-2F21EA216533}" dt="2019-03-14T22:41:11.968" v="135" actId="14100"/>
        <pc:sldMkLst>
          <pc:docMk/>
          <pc:sldMk cId="3470259840" sldId="320"/>
        </pc:sldMkLst>
        <pc:spChg chg="add mod">
          <ac:chgData name="Robbins, Carol A." userId="0976dc50-7cc1-4be5-bd3c-d60ad42ce624" providerId="ADAL" clId="{100E3BC7-613C-42F7-A359-2F21EA216533}" dt="2019-03-14T22:40:56.778" v="132" actId="164"/>
          <ac:spMkLst>
            <pc:docMk/>
            <pc:sldMk cId="3470259840" sldId="320"/>
            <ac:spMk id="9" creationId="{913E9E13-61F6-4476-BD24-D38BF9667D61}"/>
          </ac:spMkLst>
        </pc:spChg>
        <pc:spChg chg="add mod">
          <ac:chgData name="Robbins, Carol A." userId="0976dc50-7cc1-4be5-bd3c-d60ad42ce624" providerId="ADAL" clId="{100E3BC7-613C-42F7-A359-2F21EA216533}" dt="2019-03-14T22:40:56.778" v="132" actId="164"/>
          <ac:spMkLst>
            <pc:docMk/>
            <pc:sldMk cId="3470259840" sldId="320"/>
            <ac:spMk id="12" creationId="{F1DDBFFB-166E-47E6-8C30-DF512AD83E7E}"/>
          </ac:spMkLst>
        </pc:spChg>
        <pc:spChg chg="mod">
          <ac:chgData name="Robbins, Carol A." userId="0976dc50-7cc1-4be5-bd3c-d60ad42ce624" providerId="ADAL" clId="{100E3BC7-613C-42F7-A359-2F21EA216533}" dt="2019-03-14T22:36:45.243" v="110" actId="6549"/>
          <ac:spMkLst>
            <pc:docMk/>
            <pc:sldMk cId="3470259840" sldId="320"/>
            <ac:spMk id="11268" creationId="{995B8D7D-7526-497C-BBF8-5AE8DC3492C8}"/>
          </ac:spMkLst>
        </pc:spChg>
        <pc:grpChg chg="add mod">
          <ac:chgData name="Robbins, Carol A." userId="0976dc50-7cc1-4be5-bd3c-d60ad42ce624" providerId="ADAL" clId="{100E3BC7-613C-42F7-A359-2F21EA216533}" dt="2019-03-14T22:41:11.968" v="135" actId="14100"/>
          <ac:grpSpMkLst>
            <pc:docMk/>
            <pc:sldMk cId="3470259840" sldId="320"/>
            <ac:grpSpMk id="13" creationId="{DDC193CB-65F1-4529-A002-CF5954182DFD}"/>
          </ac:grpSpMkLst>
        </pc:grpChg>
        <pc:picChg chg="del">
          <ac:chgData name="Robbins, Carol A." userId="0976dc50-7cc1-4be5-bd3c-d60ad42ce624" providerId="ADAL" clId="{100E3BC7-613C-42F7-A359-2F21EA216533}" dt="2019-03-14T22:28:17.072" v="57" actId="478"/>
          <ac:picMkLst>
            <pc:docMk/>
            <pc:sldMk cId="3470259840" sldId="320"/>
            <ac:picMk id="2" creationId="{C2735794-9062-45D8-9353-660590CA1D83}"/>
          </ac:picMkLst>
        </pc:picChg>
        <pc:picChg chg="del">
          <ac:chgData name="Robbins, Carol A." userId="0976dc50-7cc1-4be5-bd3c-d60ad42ce624" providerId="ADAL" clId="{100E3BC7-613C-42F7-A359-2F21EA216533}" dt="2019-03-14T22:28:19.775" v="58" actId="478"/>
          <ac:picMkLst>
            <pc:docMk/>
            <pc:sldMk cId="3470259840" sldId="320"/>
            <ac:picMk id="3" creationId="{B851A62D-B70C-4AA0-B207-B5F50CE18565}"/>
          </ac:picMkLst>
        </pc:picChg>
        <pc:picChg chg="mod">
          <ac:chgData name="Robbins, Carol A." userId="0976dc50-7cc1-4be5-bd3c-d60ad42ce624" providerId="ADAL" clId="{100E3BC7-613C-42F7-A359-2F21EA216533}" dt="2019-03-14T22:36:26.685" v="92" actId="14100"/>
          <ac:picMkLst>
            <pc:docMk/>
            <pc:sldMk cId="3470259840" sldId="320"/>
            <ac:picMk id="4" creationId="{90AC8935-40C7-4F40-9E0D-1E91DF69FF9E}"/>
          </ac:picMkLst>
        </pc:picChg>
        <pc:picChg chg="add del mod">
          <ac:chgData name="Robbins, Carol A." userId="0976dc50-7cc1-4be5-bd3c-d60ad42ce624" providerId="ADAL" clId="{100E3BC7-613C-42F7-A359-2F21EA216533}" dt="2019-03-14T22:38:15.546" v="114" actId="478"/>
          <ac:picMkLst>
            <pc:docMk/>
            <pc:sldMk cId="3470259840" sldId="320"/>
            <ac:picMk id="6" creationId="{4D70B472-0736-4447-96F6-3E2AC23C04A3}"/>
          </ac:picMkLst>
        </pc:picChg>
        <pc:picChg chg="mod">
          <ac:chgData name="Robbins, Carol A." userId="0976dc50-7cc1-4be5-bd3c-d60ad42ce624" providerId="ADAL" clId="{100E3BC7-613C-42F7-A359-2F21EA216533}" dt="2019-03-14T22:36:19.854" v="90" actId="1076"/>
          <ac:picMkLst>
            <pc:docMk/>
            <pc:sldMk cId="3470259840" sldId="320"/>
            <ac:picMk id="7" creationId="{9A929AEC-AE42-41B9-8009-2A76401F38F1}"/>
          </ac:picMkLst>
        </pc:picChg>
        <pc:picChg chg="mod">
          <ac:chgData name="Robbins, Carol A." userId="0976dc50-7cc1-4be5-bd3c-d60ad42ce624" providerId="ADAL" clId="{100E3BC7-613C-42F7-A359-2F21EA216533}" dt="2019-03-14T22:41:04.364" v="134" actId="1076"/>
          <ac:picMkLst>
            <pc:docMk/>
            <pc:sldMk cId="3470259840" sldId="320"/>
            <ac:picMk id="8" creationId="{425F1A44-9F02-4BB8-859C-5181FD01AC78}"/>
          </ac:picMkLst>
        </pc:picChg>
        <pc:cxnChg chg="add mod">
          <ac:chgData name="Robbins, Carol A." userId="0976dc50-7cc1-4be5-bd3c-d60ad42ce624" providerId="ADAL" clId="{100E3BC7-613C-42F7-A359-2F21EA216533}" dt="2019-03-14T22:40:56.778" v="132" actId="164"/>
          <ac:cxnSpMkLst>
            <pc:docMk/>
            <pc:sldMk cId="3470259840" sldId="320"/>
            <ac:cxnSpMk id="11" creationId="{35D39AD9-7712-4B4D-A596-1891F23772A0}"/>
          </ac:cxnSpMkLst>
        </pc:cxnChg>
      </pc:sldChg>
      <pc:sldChg chg="del">
        <pc:chgData name="Robbins, Carol A." userId="0976dc50-7cc1-4be5-bd3c-d60ad42ce624" providerId="ADAL" clId="{100E3BC7-613C-42F7-A359-2F21EA216533}" dt="2019-03-14T22:46:09.428" v="138" actId="2696"/>
        <pc:sldMkLst>
          <pc:docMk/>
          <pc:sldMk cId="3259067282" sldId="322"/>
        </pc:sldMkLst>
      </pc:sldChg>
      <pc:sldChg chg="del">
        <pc:chgData name="Robbins, Carol A." userId="0976dc50-7cc1-4be5-bd3c-d60ad42ce624" providerId="ADAL" clId="{100E3BC7-613C-42F7-A359-2F21EA216533}" dt="2019-03-14T22:04:38.622" v="56" actId="2696"/>
        <pc:sldMkLst>
          <pc:docMk/>
          <pc:sldMk cId="3794672251" sldId="324"/>
        </pc:sldMkLst>
      </pc:sldChg>
      <pc:sldChg chg="add del">
        <pc:chgData name="Robbins, Carol A." userId="0976dc50-7cc1-4be5-bd3c-d60ad42ce624" providerId="ADAL" clId="{100E3BC7-613C-42F7-A359-2F21EA216533}" dt="2019-03-14T22:46:04.001" v="137" actId="6549"/>
        <pc:sldMkLst>
          <pc:docMk/>
          <pc:sldMk cId="158537755" sldId="325"/>
        </pc:sldMkLst>
      </pc:sldChg>
      <pc:sldChg chg="addSp delSp modSp ord">
        <pc:chgData name="Robbins, Carol A." userId="0976dc50-7cc1-4be5-bd3c-d60ad42ce624" providerId="ADAL" clId="{100E3BC7-613C-42F7-A359-2F21EA216533}" dt="2019-03-14T23:21:06.218" v="603" actId="6549"/>
        <pc:sldMkLst>
          <pc:docMk/>
          <pc:sldMk cId="612965626" sldId="325"/>
        </pc:sldMkLst>
        <pc:spChg chg="add del">
          <ac:chgData name="Robbins, Carol A." userId="0976dc50-7cc1-4be5-bd3c-d60ad42ce624" providerId="ADAL" clId="{100E3BC7-613C-42F7-A359-2F21EA216533}" dt="2019-03-14T23:20:18.207" v="594" actId="6549"/>
          <ac:spMkLst>
            <pc:docMk/>
            <pc:sldMk cId="612965626" sldId="325"/>
            <ac:spMk id="3" creationId="{45CABC96-F4F0-4D40-A2E4-B94483404D52}"/>
          </ac:spMkLst>
        </pc:spChg>
        <pc:spChg chg="mod">
          <ac:chgData name="Robbins, Carol A." userId="0976dc50-7cc1-4be5-bd3c-d60ad42ce624" providerId="ADAL" clId="{100E3BC7-613C-42F7-A359-2F21EA216533}" dt="2019-03-14T23:20:42.261" v="598" actId="1076"/>
          <ac:spMkLst>
            <pc:docMk/>
            <pc:sldMk cId="612965626" sldId="325"/>
            <ac:spMk id="12" creationId="{61EC7022-8081-4C35-92BF-72B5B6FDE1D5}"/>
          </ac:spMkLst>
        </pc:spChg>
        <pc:spChg chg="del mod">
          <ac:chgData name="Robbins, Carol A." userId="0976dc50-7cc1-4be5-bd3c-d60ad42ce624" providerId="ADAL" clId="{100E3BC7-613C-42F7-A359-2F21EA216533}" dt="2019-03-14T23:17:51.541" v="542" actId="478"/>
          <ac:spMkLst>
            <pc:docMk/>
            <pc:sldMk cId="612965626" sldId="325"/>
            <ac:spMk id="13" creationId="{7407A617-6FCE-47BB-8671-C18FA7B31105}"/>
          </ac:spMkLst>
        </pc:spChg>
        <pc:spChg chg="add">
          <ac:chgData name="Robbins, Carol A." userId="0976dc50-7cc1-4be5-bd3c-d60ad42ce624" providerId="ADAL" clId="{100E3BC7-613C-42F7-A359-2F21EA216533}" dt="2019-03-14T23:20:33.020" v="596" actId="6549"/>
          <ac:spMkLst>
            <pc:docMk/>
            <pc:sldMk cId="612965626" sldId="325"/>
            <ac:spMk id="14" creationId="{799CC6CE-4AF8-40A3-B244-C099F6997385}"/>
          </ac:spMkLst>
        </pc:spChg>
        <pc:graphicFrameChg chg="mod modGraphic">
          <ac:chgData name="Robbins, Carol A." userId="0976dc50-7cc1-4be5-bd3c-d60ad42ce624" providerId="ADAL" clId="{100E3BC7-613C-42F7-A359-2F21EA216533}" dt="2019-03-14T23:21:06.218" v="603" actId="6549"/>
          <ac:graphicFrameMkLst>
            <pc:docMk/>
            <pc:sldMk cId="612965626" sldId="325"/>
            <ac:graphicFrameMk id="4" creationId="{B108A0F7-A0C7-48D8-A655-0CAB8C987460}"/>
          </ac:graphicFrameMkLst>
        </pc:graphicFrameChg>
      </pc:sldChg>
      <pc:sldChg chg="add del">
        <pc:chgData name="Robbins, Carol A." userId="0976dc50-7cc1-4be5-bd3c-d60ad42ce624" providerId="ADAL" clId="{100E3BC7-613C-42F7-A359-2F21EA216533}" dt="2019-03-14T23:19:19.795" v="554" actId="2696"/>
        <pc:sldMkLst>
          <pc:docMk/>
          <pc:sldMk cId="2955125567" sldId="326"/>
        </pc:sldMkLst>
      </pc:sldChg>
    </pc:docChg>
  </pc:docChgLst>
  <pc:docChgLst>
    <pc:chgData name="Robbins, Carol A." userId="0976dc50-7cc1-4be5-bd3c-d60ad42ce624" providerId="ADAL" clId="{40BB9BE3-AD0C-4FA9-83D7-39A356706B45}"/>
    <pc:docChg chg="undo redo custSel addSld delSld modSld sldOrd">
      <pc:chgData name="Robbins, Carol A." userId="0976dc50-7cc1-4be5-bd3c-d60ad42ce624" providerId="ADAL" clId="{40BB9BE3-AD0C-4FA9-83D7-39A356706B45}" dt="2019-03-15T13:09:26.182" v="1958" actId="1076"/>
      <pc:docMkLst>
        <pc:docMk/>
      </pc:docMkLst>
      <pc:sldChg chg="addSp delSp modSp">
        <pc:chgData name="Robbins, Carol A." userId="0976dc50-7cc1-4be5-bd3c-d60ad42ce624" providerId="ADAL" clId="{40BB9BE3-AD0C-4FA9-83D7-39A356706B45}" dt="2019-03-15T13:04:27.422" v="1893"/>
        <pc:sldMkLst>
          <pc:docMk/>
          <pc:sldMk cId="3999141461" sldId="286"/>
        </pc:sldMkLst>
        <pc:cxnChg chg="add del mod ord">
          <ac:chgData name="Robbins, Carol A." userId="0976dc50-7cc1-4be5-bd3c-d60ad42ce624" providerId="ADAL" clId="{40BB9BE3-AD0C-4FA9-83D7-39A356706B45}" dt="2019-03-15T13:04:27.422" v="1893"/>
          <ac:cxnSpMkLst>
            <pc:docMk/>
            <pc:sldMk cId="3999141461" sldId="286"/>
            <ac:cxnSpMk id="7" creationId="{C04D883D-1338-47A1-92A0-C92C415CCA20}"/>
          </ac:cxnSpMkLst>
        </pc:cxnChg>
      </pc:sldChg>
      <pc:sldChg chg="addSp delSp modSp modNotes">
        <pc:chgData name="Robbins, Carol A." userId="0976dc50-7cc1-4be5-bd3c-d60ad42ce624" providerId="ADAL" clId="{40BB9BE3-AD0C-4FA9-83D7-39A356706B45}" dt="2019-03-15T13:04:27.422" v="1893"/>
        <pc:sldMkLst>
          <pc:docMk/>
          <pc:sldMk cId="1386822312" sldId="287"/>
        </pc:sldMkLst>
        <pc:spChg chg="mod">
          <ac:chgData name="Robbins, Carol A." userId="0976dc50-7cc1-4be5-bd3c-d60ad42ce624" providerId="ADAL" clId="{40BB9BE3-AD0C-4FA9-83D7-39A356706B45}" dt="2019-03-15T12:59:53.535" v="1417" actId="1076"/>
          <ac:spMkLst>
            <pc:docMk/>
            <pc:sldMk cId="1386822312" sldId="287"/>
            <ac:spMk id="9" creationId="{6E02D686-9663-4E08-A7A3-A29B9C3A879F}"/>
          </ac:spMkLst>
        </pc:spChg>
        <pc:spChg chg="mod">
          <ac:chgData name="Robbins, Carol A." userId="0976dc50-7cc1-4be5-bd3c-d60ad42ce624" providerId="ADAL" clId="{40BB9BE3-AD0C-4FA9-83D7-39A356706B45}" dt="2019-03-15T12:59:48.957" v="1416" actId="14100"/>
          <ac:spMkLst>
            <pc:docMk/>
            <pc:sldMk cId="1386822312" sldId="287"/>
            <ac:spMk id="2050" creationId="{51C6D012-4EB5-467C-9CC4-9FE13264DA50}"/>
          </ac:spMkLst>
        </pc:spChg>
        <pc:cxnChg chg="add del mod ord">
          <ac:chgData name="Robbins, Carol A." userId="0976dc50-7cc1-4be5-bd3c-d60ad42ce624" providerId="ADAL" clId="{40BB9BE3-AD0C-4FA9-83D7-39A356706B45}" dt="2019-03-15T13:04:27.422" v="1893"/>
          <ac:cxnSpMkLst>
            <pc:docMk/>
            <pc:sldMk cId="1386822312" sldId="287"/>
            <ac:cxnSpMk id="2" creationId="{122AC170-0959-4148-A5DE-82248C6BEE6E}"/>
          </ac:cxnSpMkLst>
        </pc:cxnChg>
      </pc:sldChg>
      <pc:sldChg chg="addSp delSp modSp add del">
        <pc:chgData name="Robbins, Carol A." userId="0976dc50-7cc1-4be5-bd3c-d60ad42ce624" providerId="ADAL" clId="{40BB9BE3-AD0C-4FA9-83D7-39A356706B45}" dt="2019-03-15T13:04:27.422" v="1893"/>
        <pc:sldMkLst>
          <pc:docMk/>
          <pc:sldMk cId="1127331598" sldId="292"/>
        </pc:sldMkLst>
        <pc:spChg chg="add del mod">
          <ac:chgData name="Robbins, Carol A." userId="0976dc50-7cc1-4be5-bd3c-d60ad42ce624" providerId="ADAL" clId="{40BB9BE3-AD0C-4FA9-83D7-39A356706B45}" dt="2019-03-15T01:56:06.509" v="229" actId="478"/>
          <ac:spMkLst>
            <pc:docMk/>
            <pc:sldMk cId="1127331598" sldId="292"/>
            <ac:spMk id="4" creationId="{F538A4FB-EA87-4E88-A569-930AC0B9BB50}"/>
          </ac:spMkLst>
        </pc:spChg>
        <pc:spChg chg="add mod">
          <ac:chgData name="Robbins, Carol A." userId="0976dc50-7cc1-4be5-bd3c-d60ad42ce624" providerId="ADAL" clId="{40BB9BE3-AD0C-4FA9-83D7-39A356706B45}" dt="2019-03-15T01:56:16.764" v="230" actId="14100"/>
          <ac:spMkLst>
            <pc:docMk/>
            <pc:sldMk cId="1127331598" sldId="292"/>
            <ac:spMk id="5" creationId="{BD250525-0B4F-4DD1-A77C-B45A7C94112F}"/>
          </ac:spMkLst>
        </pc:spChg>
        <pc:spChg chg="add del mod">
          <ac:chgData name="Robbins, Carol A." userId="0976dc50-7cc1-4be5-bd3c-d60ad42ce624" providerId="ADAL" clId="{40BB9BE3-AD0C-4FA9-83D7-39A356706B45}" dt="2019-03-15T01:58:31.456" v="237" actId="478"/>
          <ac:spMkLst>
            <pc:docMk/>
            <pc:sldMk cId="1127331598" sldId="292"/>
            <ac:spMk id="9" creationId="{3BEA1B2E-FDC6-4263-BD93-7C4D99E3EECD}"/>
          </ac:spMkLst>
        </pc:spChg>
        <pc:spChg chg="mod">
          <ac:chgData name="Robbins, Carol A." userId="0976dc50-7cc1-4be5-bd3c-d60ad42ce624" providerId="ADAL" clId="{40BB9BE3-AD0C-4FA9-83D7-39A356706B45}" dt="2019-03-15T12:21:48.841" v="1064" actId="20577"/>
          <ac:spMkLst>
            <pc:docMk/>
            <pc:sldMk cId="1127331598" sldId="292"/>
            <ac:spMk id="10" creationId="{F65C3DCE-643D-415A-ACF4-9AF42E1F1092}"/>
          </ac:spMkLst>
        </pc:spChg>
        <pc:spChg chg="mod">
          <ac:chgData name="Robbins, Carol A." userId="0976dc50-7cc1-4be5-bd3c-d60ad42ce624" providerId="ADAL" clId="{40BB9BE3-AD0C-4FA9-83D7-39A356706B45}" dt="2019-03-15T01:57:32.873" v="232" actId="1076"/>
          <ac:spMkLst>
            <pc:docMk/>
            <pc:sldMk cId="1127331598" sldId="292"/>
            <ac:spMk id="11266" creationId="{C92B8A92-0D3D-49BE-B21B-1A79255BDA50}"/>
          </ac:spMkLst>
        </pc:spChg>
        <pc:graphicFrameChg chg="del mod modGraphic">
          <ac:chgData name="Robbins, Carol A." userId="0976dc50-7cc1-4be5-bd3c-d60ad42ce624" providerId="ADAL" clId="{40BB9BE3-AD0C-4FA9-83D7-39A356706B45}" dt="2019-03-15T01:58:08.215" v="234" actId="478"/>
          <ac:graphicFrameMkLst>
            <pc:docMk/>
            <pc:sldMk cId="1127331598" sldId="292"/>
            <ac:graphicFrameMk id="6" creationId="{6823BD68-2F5A-4FD6-B31B-F2C4EE804FCA}"/>
          </ac:graphicFrameMkLst>
        </pc:graphicFrameChg>
        <pc:graphicFrameChg chg="add del mod modGraphic">
          <ac:chgData name="Robbins, Carol A." userId="0976dc50-7cc1-4be5-bd3c-d60ad42ce624" providerId="ADAL" clId="{40BB9BE3-AD0C-4FA9-83D7-39A356706B45}" dt="2019-03-15T12:19:22.998" v="1037"/>
          <ac:graphicFrameMkLst>
            <pc:docMk/>
            <pc:sldMk cId="1127331598" sldId="292"/>
            <ac:graphicFrameMk id="7" creationId="{119EFE55-02B1-4391-9804-EA88709B2CCF}"/>
          </ac:graphicFrameMkLst>
        </pc:graphicFrameChg>
        <pc:picChg chg="del">
          <ac:chgData name="Robbins, Carol A." userId="0976dc50-7cc1-4be5-bd3c-d60ad42ce624" providerId="ADAL" clId="{40BB9BE3-AD0C-4FA9-83D7-39A356706B45}" dt="2019-03-15T01:54:48.993" v="227" actId="478"/>
          <ac:picMkLst>
            <pc:docMk/>
            <pc:sldMk cId="1127331598" sldId="292"/>
            <ac:picMk id="2" creationId="{91893BEA-C6D2-48F1-B9A8-A5713572CA6C}"/>
          </ac:picMkLst>
        </pc:picChg>
        <pc:picChg chg="add mod">
          <ac:chgData name="Robbins, Carol A." userId="0976dc50-7cc1-4be5-bd3c-d60ad42ce624" providerId="ADAL" clId="{40BB9BE3-AD0C-4FA9-83D7-39A356706B45}" dt="2019-03-15T12:21:56.717" v="1065" actId="1076"/>
          <ac:picMkLst>
            <pc:docMk/>
            <pc:sldMk cId="1127331598" sldId="292"/>
            <ac:picMk id="2" creationId="{10406CBA-1BE8-46FD-BFC2-ED885DBEED9D}"/>
          </ac:picMkLst>
        </pc:picChg>
        <pc:cxnChg chg="add del mod ord">
          <ac:chgData name="Robbins, Carol A." userId="0976dc50-7cc1-4be5-bd3c-d60ad42ce624" providerId="ADAL" clId="{40BB9BE3-AD0C-4FA9-83D7-39A356706B45}" dt="2019-03-15T13:04:27.422" v="1893"/>
          <ac:cxnSpMkLst>
            <pc:docMk/>
            <pc:sldMk cId="1127331598" sldId="292"/>
            <ac:cxnSpMk id="4" creationId="{5D6D2A7D-6102-4DBF-B5A7-65CB0DBC536A}"/>
          </ac:cxnSpMkLst>
        </pc:cxnChg>
      </pc:sldChg>
      <pc:sldChg chg="del">
        <pc:chgData name="Robbins, Carol A." userId="0976dc50-7cc1-4be5-bd3c-d60ad42ce624" providerId="ADAL" clId="{40BB9BE3-AD0C-4FA9-83D7-39A356706B45}" dt="2019-03-15T01:16:46.203" v="21" actId="2696"/>
        <pc:sldMkLst>
          <pc:docMk/>
          <pc:sldMk cId="3307295910" sldId="298"/>
        </pc:sldMkLst>
      </pc:sldChg>
      <pc:sldChg chg="addSp delSp modSp">
        <pc:chgData name="Robbins, Carol A." userId="0976dc50-7cc1-4be5-bd3c-d60ad42ce624" providerId="ADAL" clId="{40BB9BE3-AD0C-4FA9-83D7-39A356706B45}" dt="2019-03-15T13:09:26.182" v="1958" actId="1076"/>
        <pc:sldMkLst>
          <pc:docMk/>
          <pc:sldMk cId="1820400437" sldId="300"/>
        </pc:sldMkLst>
        <pc:spChg chg="mod">
          <ac:chgData name="Robbins, Carol A." userId="0976dc50-7cc1-4be5-bd3c-d60ad42ce624" providerId="ADAL" clId="{40BB9BE3-AD0C-4FA9-83D7-39A356706B45}" dt="2019-03-15T13:09:19.759" v="1957" actId="1076"/>
          <ac:spMkLst>
            <pc:docMk/>
            <pc:sldMk cId="1820400437" sldId="300"/>
            <ac:spMk id="11" creationId="{8727E63D-9966-4CC6-BCEC-5DAF87076F09}"/>
          </ac:spMkLst>
        </pc:spChg>
        <pc:spChg chg="mod">
          <ac:chgData name="Robbins, Carol A." userId="0976dc50-7cc1-4be5-bd3c-d60ad42ce624" providerId="ADAL" clId="{40BB9BE3-AD0C-4FA9-83D7-39A356706B45}" dt="2019-03-15T13:09:26.182" v="1958" actId="1076"/>
          <ac:spMkLst>
            <pc:docMk/>
            <pc:sldMk cId="1820400437" sldId="300"/>
            <ac:spMk id="11266" creationId="{C92B8A92-0D3D-49BE-B21B-1A79255BDA50}"/>
          </ac:spMkLst>
        </pc:spChg>
        <pc:cxnChg chg="add del mod ord">
          <ac:chgData name="Robbins, Carol A." userId="0976dc50-7cc1-4be5-bd3c-d60ad42ce624" providerId="ADAL" clId="{40BB9BE3-AD0C-4FA9-83D7-39A356706B45}" dt="2019-03-15T13:04:27.422" v="1893"/>
          <ac:cxnSpMkLst>
            <pc:docMk/>
            <pc:sldMk cId="1820400437" sldId="300"/>
            <ac:cxnSpMk id="3" creationId="{9528E648-AB13-466E-AAC9-258D01481EC5}"/>
          </ac:cxnSpMkLst>
        </pc:cxnChg>
      </pc:sldChg>
      <pc:sldChg chg="del">
        <pc:chgData name="Robbins, Carol A." userId="0976dc50-7cc1-4be5-bd3c-d60ad42ce624" providerId="ADAL" clId="{40BB9BE3-AD0C-4FA9-83D7-39A356706B45}" dt="2019-03-15T11:35:04.994" v="459" actId="2696"/>
        <pc:sldMkLst>
          <pc:docMk/>
          <pc:sldMk cId="1095753145" sldId="309"/>
        </pc:sldMkLst>
      </pc:sldChg>
      <pc:sldChg chg="addSp delSp modSp modNotes">
        <pc:chgData name="Robbins, Carol A." userId="0976dc50-7cc1-4be5-bd3c-d60ad42ce624" providerId="ADAL" clId="{40BB9BE3-AD0C-4FA9-83D7-39A356706B45}" dt="2019-03-15T13:04:27.422" v="1893"/>
        <pc:sldMkLst>
          <pc:docMk/>
          <pc:sldMk cId="3027568389" sldId="310"/>
        </pc:sldMkLst>
        <pc:spChg chg="mod">
          <ac:chgData name="Robbins, Carol A." userId="0976dc50-7cc1-4be5-bd3c-d60ad42ce624" providerId="ADAL" clId="{40BB9BE3-AD0C-4FA9-83D7-39A356706B45}" dt="2019-03-15T11:29:44.577" v="391" actId="20577"/>
          <ac:spMkLst>
            <pc:docMk/>
            <pc:sldMk cId="3027568389" sldId="310"/>
            <ac:spMk id="12" creationId="{61EC7022-8081-4C35-92BF-72B5B6FDE1D5}"/>
          </ac:spMkLst>
        </pc:spChg>
        <pc:spChg chg="del">
          <ac:chgData name="Robbins, Carol A." userId="0976dc50-7cc1-4be5-bd3c-d60ad42ce624" providerId="ADAL" clId="{40BB9BE3-AD0C-4FA9-83D7-39A356706B45}" dt="2019-03-15T01:17:56.601" v="23" actId="478"/>
          <ac:spMkLst>
            <pc:docMk/>
            <pc:sldMk cId="3027568389" sldId="310"/>
            <ac:spMk id="13" creationId="{7407A617-6FCE-47BB-8671-C18FA7B31105}"/>
          </ac:spMkLst>
        </pc:spChg>
        <pc:graphicFrameChg chg="mod modGraphic">
          <ac:chgData name="Robbins, Carol A." userId="0976dc50-7cc1-4be5-bd3c-d60ad42ce624" providerId="ADAL" clId="{40BB9BE3-AD0C-4FA9-83D7-39A356706B45}" dt="2019-03-15T01:23:59.782" v="27" actId="207"/>
          <ac:graphicFrameMkLst>
            <pc:docMk/>
            <pc:sldMk cId="3027568389" sldId="310"/>
            <ac:graphicFrameMk id="4" creationId="{B108A0F7-A0C7-48D8-A655-0CAB8C987460}"/>
          </ac:graphicFrameMkLst>
        </pc:graphicFrameChg>
        <pc:cxnChg chg="add del mod ord">
          <ac:chgData name="Robbins, Carol A." userId="0976dc50-7cc1-4be5-bd3c-d60ad42ce624" providerId="ADAL" clId="{40BB9BE3-AD0C-4FA9-83D7-39A356706B45}" dt="2019-03-15T13:04:27.422" v="1893"/>
          <ac:cxnSpMkLst>
            <pc:docMk/>
            <pc:sldMk cId="3027568389" sldId="310"/>
            <ac:cxnSpMk id="3" creationId="{49FC903A-FBB6-4A33-BA92-37E626DFF3F7}"/>
          </ac:cxnSpMkLst>
        </pc:cxnChg>
      </pc:sldChg>
      <pc:sldChg chg="addSp delSp modSp del">
        <pc:chgData name="Robbins, Carol A." userId="0976dc50-7cc1-4be5-bd3c-d60ad42ce624" providerId="ADAL" clId="{40BB9BE3-AD0C-4FA9-83D7-39A356706B45}" dt="2019-03-15T12:10:24.915" v="1019" actId="2696"/>
        <pc:sldMkLst>
          <pc:docMk/>
          <pc:sldMk cId="1956492088" sldId="311"/>
        </pc:sldMkLst>
        <pc:spChg chg="mod">
          <ac:chgData name="Robbins, Carol A." userId="0976dc50-7cc1-4be5-bd3c-d60ad42ce624" providerId="ADAL" clId="{40BB9BE3-AD0C-4FA9-83D7-39A356706B45}" dt="2019-03-15T11:54:15.061" v="836" actId="1076"/>
          <ac:spMkLst>
            <pc:docMk/>
            <pc:sldMk cId="1956492088" sldId="311"/>
            <ac:spMk id="2" creationId="{39C735E0-FC43-4BD5-8261-A3A87772B757}"/>
          </ac:spMkLst>
        </pc:spChg>
        <pc:spChg chg="add del mod">
          <ac:chgData name="Robbins, Carol A." userId="0976dc50-7cc1-4be5-bd3c-d60ad42ce624" providerId="ADAL" clId="{40BB9BE3-AD0C-4FA9-83D7-39A356706B45}" dt="2019-03-15T11:54:09.142" v="835" actId="478"/>
          <ac:spMkLst>
            <pc:docMk/>
            <pc:sldMk cId="1956492088" sldId="311"/>
            <ac:spMk id="5" creationId="{D7FD5E4E-26A0-493B-A7BC-A0BDD638BDD6}"/>
          </ac:spMkLst>
        </pc:spChg>
        <pc:spChg chg="del">
          <ac:chgData name="Robbins, Carol A." userId="0976dc50-7cc1-4be5-bd3c-d60ad42ce624" providerId="ADAL" clId="{40BB9BE3-AD0C-4FA9-83D7-39A356706B45}" dt="2019-03-15T11:53:09.757" v="796" actId="478"/>
          <ac:spMkLst>
            <pc:docMk/>
            <pc:sldMk cId="1956492088" sldId="311"/>
            <ac:spMk id="6" creationId="{9EA0CBA3-C712-4F6D-BD8D-FF7ACCB3EE5F}"/>
          </ac:spMkLst>
        </pc:spChg>
        <pc:spChg chg="add mod">
          <ac:chgData name="Robbins, Carol A." userId="0976dc50-7cc1-4be5-bd3c-d60ad42ce624" providerId="ADAL" clId="{40BB9BE3-AD0C-4FA9-83D7-39A356706B45}" dt="2019-03-15T11:54:57.533" v="858" actId="20577"/>
          <ac:spMkLst>
            <pc:docMk/>
            <pc:sldMk cId="1956492088" sldId="311"/>
            <ac:spMk id="7" creationId="{B52D5822-D5B6-49A4-8F02-031C4CAF717E}"/>
          </ac:spMkLst>
        </pc:spChg>
        <pc:spChg chg="add del mod">
          <ac:chgData name="Robbins, Carol A." userId="0976dc50-7cc1-4be5-bd3c-d60ad42ce624" providerId="ADAL" clId="{40BB9BE3-AD0C-4FA9-83D7-39A356706B45}" dt="2019-03-15T11:53:32.650" v="801" actId="478"/>
          <ac:spMkLst>
            <pc:docMk/>
            <pc:sldMk cId="1956492088" sldId="311"/>
            <ac:spMk id="8" creationId="{43C2FA05-C629-4869-BD61-D8F4D22D7744}"/>
          </ac:spMkLst>
        </pc:spChg>
        <pc:spChg chg="add del mod">
          <ac:chgData name="Robbins, Carol A." userId="0976dc50-7cc1-4be5-bd3c-d60ad42ce624" providerId="ADAL" clId="{40BB9BE3-AD0C-4FA9-83D7-39A356706B45}" dt="2019-03-15T11:53:35.651" v="802" actId="478"/>
          <ac:spMkLst>
            <pc:docMk/>
            <pc:sldMk cId="1956492088" sldId="311"/>
            <ac:spMk id="9" creationId="{A44237BD-3916-4AA3-A044-83463148DF35}"/>
          </ac:spMkLst>
        </pc:spChg>
        <pc:spChg chg="del">
          <ac:chgData name="Robbins, Carol A." userId="0976dc50-7cc1-4be5-bd3c-d60ad42ce624" providerId="ADAL" clId="{40BB9BE3-AD0C-4FA9-83D7-39A356706B45}" dt="2019-03-15T11:53:06.319" v="793" actId="478"/>
          <ac:spMkLst>
            <pc:docMk/>
            <pc:sldMk cId="1956492088" sldId="311"/>
            <ac:spMk id="32" creationId="{85C7A743-91B6-45AD-9BC4-CFE0A6D49BE3}"/>
          </ac:spMkLst>
        </pc:spChg>
        <pc:spChg chg="del">
          <ac:chgData name="Robbins, Carol A." userId="0976dc50-7cc1-4be5-bd3c-d60ad42ce624" providerId="ADAL" clId="{40BB9BE3-AD0C-4FA9-83D7-39A356706B45}" dt="2019-03-15T11:53:12.711" v="799" actId="478"/>
          <ac:spMkLst>
            <pc:docMk/>
            <pc:sldMk cId="1956492088" sldId="311"/>
            <ac:spMk id="43" creationId="{0C7DAE6E-161F-411B-BAB9-CCDA272DF3B4}"/>
          </ac:spMkLst>
        </pc:spChg>
        <pc:spChg chg="del">
          <ac:chgData name="Robbins, Carol A." userId="0976dc50-7cc1-4be5-bd3c-d60ad42ce624" providerId="ADAL" clId="{40BB9BE3-AD0C-4FA9-83D7-39A356706B45}" dt="2019-03-15T11:53:10.476" v="797" actId="478"/>
          <ac:spMkLst>
            <pc:docMk/>
            <pc:sldMk cId="1956492088" sldId="311"/>
            <ac:spMk id="44" creationId="{1EE66924-EFEB-4A81-9B78-91E66D8675CF}"/>
          </ac:spMkLst>
        </pc:spChg>
        <pc:spChg chg="del">
          <ac:chgData name="Robbins, Carol A." userId="0976dc50-7cc1-4be5-bd3c-d60ad42ce624" providerId="ADAL" clId="{40BB9BE3-AD0C-4FA9-83D7-39A356706B45}" dt="2019-03-15T11:53:09.132" v="795" actId="478"/>
          <ac:spMkLst>
            <pc:docMk/>
            <pc:sldMk cId="1956492088" sldId="311"/>
            <ac:spMk id="45" creationId="{9ECC4469-3D0B-40C2-AB97-4AA2514AEF34}"/>
          </ac:spMkLst>
        </pc:spChg>
        <pc:spChg chg="del">
          <ac:chgData name="Robbins, Carol A." userId="0976dc50-7cc1-4be5-bd3c-d60ad42ce624" providerId="ADAL" clId="{40BB9BE3-AD0C-4FA9-83D7-39A356706B45}" dt="2019-03-15T11:53:11.367" v="798" actId="478"/>
          <ac:spMkLst>
            <pc:docMk/>
            <pc:sldMk cId="1956492088" sldId="311"/>
            <ac:spMk id="48" creationId="{0706BEB8-CAEC-4DA2-A265-180D88D6D70B}"/>
          </ac:spMkLst>
        </pc:spChg>
        <pc:spChg chg="del">
          <ac:chgData name="Robbins, Carol A." userId="0976dc50-7cc1-4be5-bd3c-d60ad42ce624" providerId="ADAL" clId="{40BB9BE3-AD0C-4FA9-83D7-39A356706B45}" dt="2019-03-15T11:53:08.288" v="794" actId="478"/>
          <ac:spMkLst>
            <pc:docMk/>
            <pc:sldMk cId="1956492088" sldId="311"/>
            <ac:spMk id="59" creationId="{7DCFA6F1-C5F6-47F1-85F7-8F7B55A41F47}"/>
          </ac:spMkLst>
        </pc:spChg>
      </pc:sldChg>
      <pc:sldChg chg="addSp delSp modSp">
        <pc:chgData name="Robbins, Carol A." userId="0976dc50-7cc1-4be5-bd3c-d60ad42ce624" providerId="ADAL" clId="{40BB9BE3-AD0C-4FA9-83D7-39A356706B45}" dt="2019-03-15T13:04:27.422" v="1893"/>
        <pc:sldMkLst>
          <pc:docMk/>
          <pc:sldMk cId="1198340992" sldId="313"/>
        </pc:sldMkLst>
        <pc:graphicFrameChg chg="mod modGraphic">
          <ac:chgData name="Robbins, Carol A." userId="0976dc50-7cc1-4be5-bd3c-d60ad42ce624" providerId="ADAL" clId="{40BB9BE3-AD0C-4FA9-83D7-39A356706B45}" dt="2019-03-15T11:34:18.434" v="457" actId="14100"/>
          <ac:graphicFrameMkLst>
            <pc:docMk/>
            <pc:sldMk cId="1198340992" sldId="313"/>
            <ac:graphicFrameMk id="3" creationId="{71351C84-3C46-413B-A2D2-4C78580AE575}"/>
          </ac:graphicFrameMkLst>
        </pc:graphicFrameChg>
        <pc:picChg chg="mod">
          <ac:chgData name="Robbins, Carol A." userId="0976dc50-7cc1-4be5-bd3c-d60ad42ce624" providerId="ADAL" clId="{40BB9BE3-AD0C-4FA9-83D7-39A356706B45}" dt="2019-03-15T11:34:26.696" v="458" actId="1076"/>
          <ac:picMkLst>
            <pc:docMk/>
            <pc:sldMk cId="1198340992" sldId="313"/>
            <ac:picMk id="4" creationId="{0147A4F5-0A5D-4216-B205-9F18A940A3F7}"/>
          </ac:picMkLst>
        </pc:picChg>
        <pc:cxnChg chg="add del mod ord">
          <ac:chgData name="Robbins, Carol A." userId="0976dc50-7cc1-4be5-bd3c-d60ad42ce624" providerId="ADAL" clId="{40BB9BE3-AD0C-4FA9-83D7-39A356706B45}" dt="2019-03-15T13:04:27.422" v="1893"/>
          <ac:cxnSpMkLst>
            <pc:docMk/>
            <pc:sldMk cId="1198340992" sldId="313"/>
            <ac:cxnSpMk id="9" creationId="{FC1FB3D8-7FD7-470F-827F-1A405FBEA8E6}"/>
          </ac:cxnSpMkLst>
        </pc:cxnChg>
      </pc:sldChg>
      <pc:sldChg chg="modSp del">
        <pc:chgData name="Robbins, Carol A." userId="0976dc50-7cc1-4be5-bd3c-d60ad42ce624" providerId="ADAL" clId="{40BB9BE3-AD0C-4FA9-83D7-39A356706B45}" dt="2019-03-15T01:54:21.928" v="226" actId="2696"/>
        <pc:sldMkLst>
          <pc:docMk/>
          <pc:sldMk cId="2893174880" sldId="314"/>
        </pc:sldMkLst>
        <pc:picChg chg="mod">
          <ac:chgData name="Robbins, Carol A." userId="0976dc50-7cc1-4be5-bd3c-d60ad42ce624" providerId="ADAL" clId="{40BB9BE3-AD0C-4FA9-83D7-39A356706B45}" dt="2019-03-15T01:40:07.603" v="186" actId="1076"/>
          <ac:picMkLst>
            <pc:docMk/>
            <pc:sldMk cId="2893174880" sldId="314"/>
            <ac:picMk id="6" creationId="{431ACE75-11BC-4FBB-BEFD-4D87DDE2B969}"/>
          </ac:picMkLst>
        </pc:picChg>
      </pc:sldChg>
      <pc:sldChg chg="del">
        <pc:chgData name="Robbins, Carol A." userId="0976dc50-7cc1-4be5-bd3c-d60ad42ce624" providerId="ADAL" clId="{40BB9BE3-AD0C-4FA9-83D7-39A356706B45}" dt="2019-03-15T12:48:32.187" v="1256" actId="2696"/>
        <pc:sldMkLst>
          <pc:docMk/>
          <pc:sldMk cId="2141152116" sldId="315"/>
        </pc:sldMkLst>
      </pc:sldChg>
      <pc:sldChg chg="delSp del">
        <pc:chgData name="Robbins, Carol A." userId="0976dc50-7cc1-4be5-bd3c-d60ad42ce624" providerId="ADAL" clId="{40BB9BE3-AD0C-4FA9-83D7-39A356706B45}" dt="2019-03-15T12:48:36.282" v="1257" actId="2696"/>
        <pc:sldMkLst>
          <pc:docMk/>
          <pc:sldMk cId="1200519593" sldId="316"/>
        </pc:sldMkLst>
        <pc:picChg chg="del">
          <ac:chgData name="Robbins, Carol A." userId="0976dc50-7cc1-4be5-bd3c-d60ad42ce624" providerId="ADAL" clId="{40BB9BE3-AD0C-4FA9-83D7-39A356706B45}" dt="2019-03-15T11:52:07.997" v="789" actId="478"/>
          <ac:picMkLst>
            <pc:docMk/>
            <pc:sldMk cId="1200519593" sldId="316"/>
            <ac:picMk id="4" creationId="{E4963921-F537-4E13-AF21-8F91384EE675}"/>
          </ac:picMkLst>
        </pc:picChg>
        <pc:picChg chg="del">
          <ac:chgData name="Robbins, Carol A." userId="0976dc50-7cc1-4be5-bd3c-d60ad42ce624" providerId="ADAL" clId="{40BB9BE3-AD0C-4FA9-83D7-39A356706B45}" dt="2019-03-15T11:52:05.794" v="788" actId="478"/>
          <ac:picMkLst>
            <pc:docMk/>
            <pc:sldMk cId="1200519593" sldId="316"/>
            <ac:picMk id="8" creationId="{87BF5935-32D3-4D2B-9993-BD44F7F5D15B}"/>
          </ac:picMkLst>
        </pc:picChg>
      </pc:sldChg>
      <pc:sldChg chg="del">
        <pc:chgData name="Robbins, Carol A." userId="0976dc50-7cc1-4be5-bd3c-d60ad42ce624" providerId="ADAL" clId="{40BB9BE3-AD0C-4FA9-83D7-39A356706B45}" dt="2019-03-15T02:00:45.857" v="243" actId="2696"/>
        <pc:sldMkLst>
          <pc:docMk/>
          <pc:sldMk cId="263717770" sldId="317"/>
        </pc:sldMkLst>
      </pc:sldChg>
      <pc:sldChg chg="addSp delSp modSp">
        <pc:chgData name="Robbins, Carol A." userId="0976dc50-7cc1-4be5-bd3c-d60ad42ce624" providerId="ADAL" clId="{40BB9BE3-AD0C-4FA9-83D7-39A356706B45}" dt="2019-03-15T13:04:27.422" v="1893"/>
        <pc:sldMkLst>
          <pc:docMk/>
          <pc:sldMk cId="3470259840" sldId="320"/>
        </pc:sldMkLst>
        <pc:cxnChg chg="add del mod ord">
          <ac:chgData name="Robbins, Carol A." userId="0976dc50-7cc1-4be5-bd3c-d60ad42ce624" providerId="ADAL" clId="{40BB9BE3-AD0C-4FA9-83D7-39A356706B45}" dt="2019-03-15T13:04:27.422" v="1893"/>
          <ac:cxnSpMkLst>
            <pc:docMk/>
            <pc:sldMk cId="3470259840" sldId="320"/>
            <ac:cxnSpMk id="2" creationId="{35852E9E-4AB5-413F-9ABC-124B581C654F}"/>
          </ac:cxnSpMkLst>
        </pc:cxnChg>
      </pc:sldChg>
      <pc:sldChg chg="del">
        <pc:chgData name="Robbins, Carol A." userId="0976dc50-7cc1-4be5-bd3c-d60ad42ce624" providerId="ADAL" clId="{40BB9BE3-AD0C-4FA9-83D7-39A356706B45}" dt="2019-03-15T02:00:52.800" v="244" actId="2696"/>
        <pc:sldMkLst>
          <pc:docMk/>
          <pc:sldMk cId="1815485183" sldId="321"/>
        </pc:sldMkLst>
      </pc:sldChg>
      <pc:sldChg chg="del">
        <pc:chgData name="Robbins, Carol A." userId="0976dc50-7cc1-4be5-bd3c-d60ad42ce624" providerId="ADAL" clId="{40BB9BE3-AD0C-4FA9-83D7-39A356706B45}" dt="2019-03-15T12:49:23.052" v="1258" actId="2696"/>
        <pc:sldMkLst>
          <pc:docMk/>
          <pc:sldMk cId="4020997302" sldId="323"/>
        </pc:sldMkLst>
      </pc:sldChg>
      <pc:sldChg chg="del">
        <pc:chgData name="Robbins, Carol A." userId="0976dc50-7cc1-4be5-bd3c-d60ad42ce624" providerId="ADAL" clId="{40BB9BE3-AD0C-4FA9-83D7-39A356706B45}" dt="2019-03-15T11:39:36.922" v="692" actId="2696"/>
        <pc:sldMkLst>
          <pc:docMk/>
          <pc:sldMk cId="3033874973" sldId="324"/>
        </pc:sldMkLst>
      </pc:sldChg>
      <pc:sldChg chg="addSp delSp modSp modNotes">
        <pc:chgData name="Robbins, Carol A." userId="0976dc50-7cc1-4be5-bd3c-d60ad42ce624" providerId="ADAL" clId="{40BB9BE3-AD0C-4FA9-83D7-39A356706B45}" dt="2019-03-15T13:04:27.422" v="1893"/>
        <pc:sldMkLst>
          <pc:docMk/>
          <pc:sldMk cId="612965626" sldId="325"/>
        </pc:sldMkLst>
        <pc:spChg chg="mod">
          <ac:chgData name="Robbins, Carol A." userId="0976dc50-7cc1-4be5-bd3c-d60ad42ce624" providerId="ADAL" clId="{40BB9BE3-AD0C-4FA9-83D7-39A356706B45}" dt="2019-03-15T11:28:04.112" v="259" actId="20577"/>
          <ac:spMkLst>
            <pc:docMk/>
            <pc:sldMk cId="612965626" sldId="325"/>
            <ac:spMk id="12" creationId="{61EC7022-8081-4C35-92BF-72B5B6FDE1D5}"/>
          </ac:spMkLst>
        </pc:spChg>
        <pc:spChg chg="mod">
          <ac:chgData name="Robbins, Carol A." userId="0976dc50-7cc1-4be5-bd3c-d60ad42ce624" providerId="ADAL" clId="{40BB9BE3-AD0C-4FA9-83D7-39A356706B45}" dt="2019-03-15T11:29:19.225" v="372" actId="20577"/>
          <ac:spMkLst>
            <pc:docMk/>
            <pc:sldMk cId="612965626" sldId="325"/>
            <ac:spMk id="14" creationId="{799CC6CE-4AF8-40A3-B244-C099F6997385}"/>
          </ac:spMkLst>
        </pc:spChg>
        <pc:graphicFrameChg chg="modGraphic">
          <ac:chgData name="Robbins, Carol A." userId="0976dc50-7cc1-4be5-bd3c-d60ad42ce624" providerId="ADAL" clId="{40BB9BE3-AD0C-4FA9-83D7-39A356706B45}" dt="2019-03-15T11:28:43.589" v="260" actId="20577"/>
          <ac:graphicFrameMkLst>
            <pc:docMk/>
            <pc:sldMk cId="612965626" sldId="325"/>
            <ac:graphicFrameMk id="4" creationId="{B108A0F7-A0C7-48D8-A655-0CAB8C987460}"/>
          </ac:graphicFrameMkLst>
        </pc:graphicFrameChg>
        <pc:cxnChg chg="add del mod ord">
          <ac:chgData name="Robbins, Carol A." userId="0976dc50-7cc1-4be5-bd3c-d60ad42ce624" providerId="ADAL" clId="{40BB9BE3-AD0C-4FA9-83D7-39A356706B45}" dt="2019-03-15T13:04:27.422" v="1893"/>
          <ac:cxnSpMkLst>
            <pc:docMk/>
            <pc:sldMk cId="612965626" sldId="325"/>
            <ac:cxnSpMk id="3" creationId="{FA1C1A8C-EA6E-4C22-84BC-93FA4F705286}"/>
          </ac:cxnSpMkLst>
        </pc:cxnChg>
      </pc:sldChg>
      <pc:sldChg chg="addSp delSp modSp add mod ord">
        <pc:chgData name="Robbins, Carol A." userId="0976dc50-7cc1-4be5-bd3c-d60ad42ce624" providerId="ADAL" clId="{40BB9BE3-AD0C-4FA9-83D7-39A356706B45}" dt="2019-03-15T13:04:27.422" v="1893"/>
        <pc:sldMkLst>
          <pc:docMk/>
          <pc:sldMk cId="2430013814" sldId="326"/>
        </pc:sldMkLst>
        <pc:spChg chg="del">
          <ac:chgData name="Robbins, Carol A." userId="0976dc50-7cc1-4be5-bd3c-d60ad42ce624" providerId="ADAL" clId="{40BB9BE3-AD0C-4FA9-83D7-39A356706B45}" dt="2019-03-15T01:28:35.135" v="29" actId="6549"/>
          <ac:spMkLst>
            <pc:docMk/>
            <pc:sldMk cId="2430013814" sldId="326"/>
            <ac:spMk id="2" creationId="{FA27F2F6-1422-4FB9-8C03-2B267E34E088}"/>
          </ac:spMkLst>
        </pc:spChg>
        <pc:spChg chg="add mod">
          <ac:chgData name="Robbins, Carol A." userId="0976dc50-7cc1-4be5-bd3c-d60ad42ce624" providerId="ADAL" clId="{40BB9BE3-AD0C-4FA9-83D7-39A356706B45}" dt="2019-03-15T11:39:10.903" v="691" actId="1076"/>
          <ac:spMkLst>
            <pc:docMk/>
            <pc:sldMk cId="2430013814" sldId="326"/>
            <ac:spMk id="4" creationId="{3A4ABAD5-7776-4E03-A59F-DCE2C4583EC8}"/>
          </ac:spMkLst>
        </pc:spChg>
        <pc:spChg chg="add del mod">
          <ac:chgData name="Robbins, Carol A." userId="0976dc50-7cc1-4be5-bd3c-d60ad42ce624" providerId="ADAL" clId="{40BB9BE3-AD0C-4FA9-83D7-39A356706B45}" dt="2019-03-15T01:29:01.983" v="31" actId="1957"/>
          <ac:spMkLst>
            <pc:docMk/>
            <pc:sldMk cId="2430013814" sldId="326"/>
            <ac:spMk id="5" creationId="{4EA43A42-326A-462E-B12D-898F4E22BEB5}"/>
          </ac:spMkLst>
        </pc:spChg>
        <pc:spChg chg="add del mod">
          <ac:chgData name="Robbins, Carol A." userId="0976dc50-7cc1-4be5-bd3c-d60ad42ce624" providerId="ADAL" clId="{40BB9BE3-AD0C-4FA9-83D7-39A356706B45}" dt="2019-03-15T01:35:05.494" v="42" actId="478"/>
          <ac:spMkLst>
            <pc:docMk/>
            <pc:sldMk cId="2430013814" sldId="326"/>
            <ac:spMk id="6" creationId="{703528AA-1316-4214-A926-AD27C7F40541}"/>
          </ac:spMkLst>
        </pc:spChg>
        <pc:spChg chg="add">
          <ac:chgData name="Robbins, Carol A." userId="0976dc50-7cc1-4be5-bd3c-d60ad42ce624" providerId="ADAL" clId="{40BB9BE3-AD0C-4FA9-83D7-39A356706B45}" dt="2019-03-15T01:40:22.658" v="187" actId="6549"/>
          <ac:spMkLst>
            <pc:docMk/>
            <pc:sldMk cId="2430013814" sldId="326"/>
            <ac:spMk id="11" creationId="{582BC38C-8CE2-418C-94CE-3D871CA1A94F}"/>
          </ac:spMkLst>
        </pc:spChg>
        <pc:spChg chg="add mod">
          <ac:chgData name="Robbins, Carol A." userId="0976dc50-7cc1-4be5-bd3c-d60ad42ce624" providerId="ADAL" clId="{40BB9BE3-AD0C-4FA9-83D7-39A356706B45}" dt="2019-03-15T01:46:11.100" v="195" actId="6549"/>
          <ac:spMkLst>
            <pc:docMk/>
            <pc:sldMk cId="2430013814" sldId="326"/>
            <ac:spMk id="14" creationId="{A95D3F17-6ADB-4616-9BB9-1A323BF8FD9D}"/>
          </ac:spMkLst>
        </pc:spChg>
        <pc:graphicFrameChg chg="add mod">
          <ac:chgData name="Robbins, Carol A." userId="0976dc50-7cc1-4be5-bd3c-d60ad42ce624" providerId="ADAL" clId="{40BB9BE3-AD0C-4FA9-83D7-39A356706B45}" dt="2019-03-15T11:36:50.968" v="474" actId="14100"/>
          <ac:graphicFrameMkLst>
            <pc:docMk/>
            <pc:sldMk cId="2430013814" sldId="326"/>
            <ac:graphicFrameMk id="9" creationId="{204E63B9-438D-460C-98DE-C7D169300682}"/>
          </ac:graphicFrameMkLst>
        </pc:graphicFrameChg>
        <pc:graphicFrameChg chg="add del mod">
          <ac:chgData name="Robbins, Carol A." userId="0976dc50-7cc1-4be5-bd3c-d60ad42ce624" providerId="ADAL" clId="{40BB9BE3-AD0C-4FA9-83D7-39A356706B45}" dt="2019-03-15T13:04:27.422" v="1893"/>
          <ac:graphicFrameMkLst>
            <pc:docMk/>
            <pc:sldMk cId="2430013814" sldId="326"/>
            <ac:graphicFrameMk id="10" creationId="{75526F0E-C284-4782-B0E7-8A6C2B52B29F}"/>
          </ac:graphicFrameMkLst>
        </pc:graphicFrameChg>
        <pc:graphicFrameChg chg="mod modGraphic">
          <ac:chgData name="Robbins, Carol A." userId="0976dc50-7cc1-4be5-bd3c-d60ad42ce624" providerId="ADAL" clId="{40BB9BE3-AD0C-4FA9-83D7-39A356706B45}" dt="2019-03-15T11:35:27.122" v="465" actId="20577"/>
          <ac:graphicFrameMkLst>
            <pc:docMk/>
            <pc:sldMk cId="2430013814" sldId="326"/>
            <ac:graphicFrameMk id="15" creationId="{06FA3DEC-8E7B-4D89-ADC4-0359D2788548}"/>
          </ac:graphicFrameMkLst>
        </pc:graphicFrameChg>
        <pc:picChg chg="add del mod">
          <ac:chgData name="Robbins, Carol A." userId="0976dc50-7cc1-4be5-bd3c-d60ad42ce624" providerId="ADAL" clId="{40BB9BE3-AD0C-4FA9-83D7-39A356706B45}" dt="2019-03-15T01:52:59.409" v="200" actId="478"/>
          <ac:picMkLst>
            <pc:docMk/>
            <pc:sldMk cId="2430013814" sldId="326"/>
            <ac:picMk id="10" creationId="{F41D8CE6-C728-40B4-AF08-F07A1E91F25A}"/>
          </ac:picMkLst>
        </pc:picChg>
        <pc:picChg chg="add mod">
          <ac:chgData name="Robbins, Carol A." userId="0976dc50-7cc1-4be5-bd3c-d60ad42ce624" providerId="ADAL" clId="{40BB9BE3-AD0C-4FA9-83D7-39A356706B45}" dt="2019-03-15T01:41:20.284" v="191" actId="1076"/>
          <ac:picMkLst>
            <pc:docMk/>
            <pc:sldMk cId="2430013814" sldId="326"/>
            <ac:picMk id="12" creationId="{12B96180-B9DD-47E5-A89D-E20E6300B652}"/>
          </ac:picMkLst>
        </pc:picChg>
        <pc:picChg chg="add mod">
          <ac:chgData name="Robbins, Carol A." userId="0976dc50-7cc1-4be5-bd3c-d60ad42ce624" providerId="ADAL" clId="{40BB9BE3-AD0C-4FA9-83D7-39A356706B45}" dt="2019-03-15T01:41:56.349" v="193" actId="1076"/>
          <ac:picMkLst>
            <pc:docMk/>
            <pc:sldMk cId="2430013814" sldId="326"/>
            <ac:picMk id="13" creationId="{92F28BBE-E2F2-496B-9936-72B9929552C0}"/>
          </ac:picMkLst>
        </pc:picChg>
        <pc:cxnChg chg="add del mod ord">
          <ac:chgData name="Robbins, Carol A." userId="0976dc50-7cc1-4be5-bd3c-d60ad42ce624" providerId="ADAL" clId="{40BB9BE3-AD0C-4FA9-83D7-39A356706B45}" dt="2019-03-15T13:04:27.422" v="1893"/>
          <ac:cxnSpMkLst>
            <pc:docMk/>
            <pc:sldMk cId="2430013814" sldId="326"/>
            <ac:cxnSpMk id="2" creationId="{14854B66-8200-40C2-8550-70A515C63323}"/>
          </ac:cxnSpMkLst>
        </pc:cxnChg>
      </pc:sldChg>
      <pc:sldChg chg="addSp delSp modSp">
        <pc:chgData name="Robbins, Carol A." userId="0976dc50-7cc1-4be5-bd3c-d60ad42ce624" providerId="ADAL" clId="{40BB9BE3-AD0C-4FA9-83D7-39A356706B45}" dt="2019-03-15T13:08:32.791" v="1926" actId="1076"/>
        <pc:sldMkLst>
          <pc:docMk/>
          <pc:sldMk cId="1272176171" sldId="327"/>
        </pc:sldMkLst>
        <pc:spChg chg="mod">
          <ac:chgData name="Robbins, Carol A." userId="0976dc50-7cc1-4be5-bd3c-d60ad42ce624" providerId="ADAL" clId="{40BB9BE3-AD0C-4FA9-83D7-39A356706B45}" dt="2019-03-15T11:31:55.946" v="440" actId="313"/>
          <ac:spMkLst>
            <pc:docMk/>
            <pc:sldMk cId="1272176171" sldId="327"/>
            <ac:spMk id="12" creationId="{61EC7022-8081-4C35-92BF-72B5B6FDE1D5}"/>
          </ac:spMkLst>
        </pc:spChg>
        <pc:spChg chg="add mod">
          <ac:chgData name="Robbins, Carol A." userId="0976dc50-7cc1-4be5-bd3c-d60ad42ce624" providerId="ADAL" clId="{40BB9BE3-AD0C-4FA9-83D7-39A356706B45}" dt="2019-03-15T13:01:12.342" v="1420" actId="14100"/>
          <ac:spMkLst>
            <pc:docMk/>
            <pc:sldMk cId="1272176171" sldId="327"/>
            <ac:spMk id="13" creationId="{F815ED31-5CE8-42F1-ABB2-4737DB0E9064}"/>
          </ac:spMkLst>
        </pc:spChg>
        <pc:spChg chg="add">
          <ac:chgData name="Robbins, Carol A." userId="0976dc50-7cc1-4be5-bd3c-d60ad42ce624" providerId="ADAL" clId="{40BB9BE3-AD0C-4FA9-83D7-39A356706B45}" dt="2019-03-15T11:31:15.303" v="395"/>
          <ac:spMkLst>
            <pc:docMk/>
            <pc:sldMk cId="1272176171" sldId="327"/>
            <ac:spMk id="14" creationId="{9CD72EFA-3F82-46A8-8827-49779A789F5B}"/>
          </ac:spMkLst>
        </pc:spChg>
        <pc:grpChg chg="add mod">
          <ac:chgData name="Robbins, Carol A." userId="0976dc50-7cc1-4be5-bd3c-d60ad42ce624" providerId="ADAL" clId="{40BB9BE3-AD0C-4FA9-83D7-39A356706B45}" dt="2019-03-15T11:33:06.425" v="447" actId="164"/>
          <ac:grpSpMkLst>
            <pc:docMk/>
            <pc:sldMk cId="1272176171" sldId="327"/>
            <ac:grpSpMk id="3" creationId="{DAE2CAE9-8AEB-4610-98B4-ACBB72FFF600}"/>
          </ac:grpSpMkLst>
        </pc:grpChg>
        <pc:graphicFrameChg chg="del modGraphic">
          <ac:chgData name="Robbins, Carol A." userId="0976dc50-7cc1-4be5-bd3c-d60ad42ce624" providerId="ADAL" clId="{40BB9BE3-AD0C-4FA9-83D7-39A356706B45}" dt="2019-03-15T11:30:47.913" v="393" actId="478"/>
          <ac:graphicFrameMkLst>
            <pc:docMk/>
            <pc:sldMk cId="1272176171" sldId="327"/>
            <ac:graphicFrameMk id="4" creationId="{B108A0F7-A0C7-48D8-A655-0CAB8C987460}"/>
          </ac:graphicFrameMkLst>
        </pc:graphicFrameChg>
        <pc:picChg chg="add mod">
          <ac:chgData name="Robbins, Carol A." userId="0976dc50-7cc1-4be5-bd3c-d60ad42ce624" providerId="ADAL" clId="{40BB9BE3-AD0C-4FA9-83D7-39A356706B45}" dt="2019-03-15T11:33:14.707" v="448" actId="1076"/>
          <ac:picMkLst>
            <pc:docMk/>
            <pc:sldMk cId="1272176171" sldId="327"/>
            <ac:picMk id="15" creationId="{9802A5F9-950D-4253-889F-71DC09A123A4}"/>
          </ac:picMkLst>
        </pc:picChg>
        <pc:picChg chg="add mod">
          <ac:chgData name="Robbins, Carol A." userId="0976dc50-7cc1-4be5-bd3c-d60ad42ce624" providerId="ADAL" clId="{40BB9BE3-AD0C-4FA9-83D7-39A356706B45}" dt="2019-03-15T13:01:24.844" v="1424" actId="1076"/>
          <ac:picMkLst>
            <pc:docMk/>
            <pc:sldMk cId="1272176171" sldId="327"/>
            <ac:picMk id="16" creationId="{3803790D-5E87-4D8C-9FC1-40A335FFEB45}"/>
          </ac:picMkLst>
        </pc:picChg>
        <pc:picChg chg="add mod">
          <ac:chgData name="Robbins, Carol A." userId="0976dc50-7cc1-4be5-bd3c-d60ad42ce624" providerId="ADAL" clId="{40BB9BE3-AD0C-4FA9-83D7-39A356706B45}" dt="2019-03-15T13:01:16.577" v="1421" actId="1076"/>
          <ac:picMkLst>
            <pc:docMk/>
            <pc:sldMk cId="1272176171" sldId="327"/>
            <ac:picMk id="17" creationId="{CBF9F3A8-C675-459F-B247-096FBC9D145C}"/>
          </ac:picMkLst>
        </pc:picChg>
        <pc:picChg chg="add mod">
          <ac:chgData name="Robbins, Carol A." userId="0976dc50-7cc1-4be5-bd3c-d60ad42ce624" providerId="ADAL" clId="{40BB9BE3-AD0C-4FA9-83D7-39A356706B45}" dt="2019-03-15T13:08:32.791" v="1926" actId="1076"/>
          <ac:picMkLst>
            <pc:docMk/>
            <pc:sldMk cId="1272176171" sldId="327"/>
            <ac:picMk id="18" creationId="{707BDAE4-4433-412D-A694-FF83009CA961}"/>
          </ac:picMkLst>
        </pc:picChg>
        <pc:cxnChg chg="add del mod ord">
          <ac:chgData name="Robbins, Carol A." userId="0976dc50-7cc1-4be5-bd3c-d60ad42ce624" providerId="ADAL" clId="{40BB9BE3-AD0C-4FA9-83D7-39A356706B45}" dt="2019-03-15T13:04:27.422" v="1893"/>
          <ac:cxnSpMkLst>
            <pc:docMk/>
            <pc:sldMk cId="1272176171" sldId="327"/>
            <ac:cxnSpMk id="5" creationId="{F1E3AF3B-7304-4555-ABBF-34103F0216FD}"/>
          </ac:cxnSpMkLst>
        </pc:cxnChg>
      </pc:sldChg>
      <pc:sldChg chg="addSp delSp modSp">
        <pc:chgData name="Robbins, Carol A." userId="0976dc50-7cc1-4be5-bd3c-d60ad42ce624" providerId="ADAL" clId="{40BB9BE3-AD0C-4FA9-83D7-39A356706B45}" dt="2019-03-15T13:04:27.422" v="1893"/>
        <pc:sldMkLst>
          <pc:docMk/>
          <pc:sldMk cId="509811289" sldId="328"/>
        </pc:sldMkLst>
        <pc:spChg chg="del">
          <ac:chgData name="Robbins, Carol A." userId="0976dc50-7cc1-4be5-bd3c-d60ad42ce624" providerId="ADAL" clId="{40BB9BE3-AD0C-4FA9-83D7-39A356706B45}" dt="2019-03-15T11:48:50.691" v="702" actId="478"/>
          <ac:spMkLst>
            <pc:docMk/>
            <pc:sldMk cId="509811289" sldId="328"/>
            <ac:spMk id="2" creationId="{2D5F9DBE-6901-46C8-B9F6-6398EA47A85F}"/>
          </ac:spMkLst>
        </pc:spChg>
        <pc:spChg chg="add mod">
          <ac:chgData name="Robbins, Carol A." userId="0976dc50-7cc1-4be5-bd3c-d60ad42ce624" providerId="ADAL" clId="{40BB9BE3-AD0C-4FA9-83D7-39A356706B45}" dt="2019-03-15T12:57:41.351" v="1399" actId="14100"/>
          <ac:spMkLst>
            <pc:docMk/>
            <pc:sldMk cId="509811289" sldId="328"/>
            <ac:spMk id="10" creationId="{98FCA0CD-6725-4954-8F14-214991FDFFA3}"/>
          </ac:spMkLst>
        </pc:spChg>
        <pc:spChg chg="add mod">
          <ac:chgData name="Robbins, Carol A." userId="0976dc50-7cc1-4be5-bd3c-d60ad42ce624" providerId="ADAL" clId="{40BB9BE3-AD0C-4FA9-83D7-39A356706B45}" dt="2019-03-15T11:49:48.148" v="787"/>
          <ac:spMkLst>
            <pc:docMk/>
            <pc:sldMk cId="509811289" sldId="328"/>
            <ac:spMk id="11" creationId="{8A89D158-B8EE-49E6-A3FB-972694A0132F}"/>
          </ac:spMkLst>
        </pc:spChg>
        <pc:spChg chg="add mod">
          <ac:chgData name="Robbins, Carol A." userId="0976dc50-7cc1-4be5-bd3c-d60ad42ce624" providerId="ADAL" clId="{40BB9BE3-AD0C-4FA9-83D7-39A356706B45}" dt="2019-03-15T11:49:48.148" v="787"/>
          <ac:spMkLst>
            <pc:docMk/>
            <pc:sldMk cId="509811289" sldId="328"/>
            <ac:spMk id="12" creationId="{FD85786E-EC14-482E-A800-EEEDAF81CBF0}"/>
          </ac:spMkLst>
        </pc:spChg>
        <pc:spChg chg="add del mod">
          <ac:chgData name="Robbins, Carol A." userId="0976dc50-7cc1-4be5-bd3c-d60ad42ce624" providerId="ADAL" clId="{40BB9BE3-AD0C-4FA9-83D7-39A356706B45}" dt="2019-03-15T12:56:16.635" v="1350"/>
          <ac:spMkLst>
            <pc:docMk/>
            <pc:sldMk cId="509811289" sldId="328"/>
            <ac:spMk id="17" creationId="{A76DA3F4-64D8-4CAF-B4A3-44EEEF1CB176}"/>
          </ac:spMkLst>
        </pc:spChg>
        <pc:graphicFrameChg chg="del mod modGraphic">
          <ac:chgData name="Robbins, Carol A." userId="0976dc50-7cc1-4be5-bd3c-d60ad42ce624" providerId="ADAL" clId="{40BB9BE3-AD0C-4FA9-83D7-39A356706B45}" dt="2019-03-15T12:56:11.182" v="1349" actId="478"/>
          <ac:graphicFrameMkLst>
            <pc:docMk/>
            <pc:sldMk cId="509811289" sldId="328"/>
            <ac:graphicFrameMk id="13" creationId="{08FC4ADB-AA5E-4F63-BF79-D074CFC768BA}"/>
          </ac:graphicFrameMkLst>
        </pc:graphicFrameChg>
        <pc:graphicFrameChg chg="mod modGraphic">
          <ac:chgData name="Robbins, Carol A." userId="0976dc50-7cc1-4be5-bd3c-d60ad42ce624" providerId="ADAL" clId="{40BB9BE3-AD0C-4FA9-83D7-39A356706B45}" dt="2019-03-15T12:59:08.175" v="1413" actId="14734"/>
          <ac:graphicFrameMkLst>
            <pc:docMk/>
            <pc:sldMk cId="509811289" sldId="328"/>
            <ac:graphicFrameMk id="14" creationId="{FA1807C8-0893-4642-8418-C40D802953CA}"/>
          </ac:graphicFrameMkLst>
        </pc:graphicFrameChg>
        <pc:graphicFrameChg chg="del">
          <ac:chgData name="Robbins, Carol A." userId="0976dc50-7cc1-4be5-bd3c-d60ad42ce624" providerId="ADAL" clId="{40BB9BE3-AD0C-4FA9-83D7-39A356706B45}" dt="2019-03-15T12:54:48.264" v="1339"/>
          <ac:graphicFrameMkLst>
            <pc:docMk/>
            <pc:sldMk cId="509811289" sldId="328"/>
            <ac:graphicFrameMk id="15" creationId="{3F26756D-648A-482E-B445-5B598FBFC030}"/>
          </ac:graphicFrameMkLst>
        </pc:graphicFrameChg>
        <pc:picChg chg="del">
          <ac:chgData name="Robbins, Carol A." userId="0976dc50-7cc1-4be5-bd3c-d60ad42ce624" providerId="ADAL" clId="{40BB9BE3-AD0C-4FA9-83D7-39A356706B45}" dt="2019-03-15T11:48:47.894" v="701" actId="478"/>
          <ac:picMkLst>
            <pc:docMk/>
            <pc:sldMk cId="509811289" sldId="328"/>
            <ac:picMk id="4" creationId="{E4963921-F537-4E13-AF21-8F91384EE675}"/>
          </ac:picMkLst>
        </pc:picChg>
        <pc:picChg chg="del">
          <ac:chgData name="Robbins, Carol A." userId="0976dc50-7cc1-4be5-bd3c-d60ad42ce624" providerId="ADAL" clId="{40BB9BE3-AD0C-4FA9-83D7-39A356706B45}" dt="2019-03-15T11:48:46.332" v="700" actId="478"/>
          <ac:picMkLst>
            <pc:docMk/>
            <pc:sldMk cId="509811289" sldId="328"/>
            <ac:picMk id="8" creationId="{87BF5935-32D3-4D2B-9993-BD44F7F5D15B}"/>
          </ac:picMkLst>
        </pc:picChg>
        <pc:cxnChg chg="add del mod ord">
          <ac:chgData name="Robbins, Carol A." userId="0976dc50-7cc1-4be5-bd3c-d60ad42ce624" providerId="ADAL" clId="{40BB9BE3-AD0C-4FA9-83D7-39A356706B45}" dt="2019-03-15T13:04:27.422" v="1893"/>
          <ac:cxnSpMkLst>
            <pc:docMk/>
            <pc:sldMk cId="509811289" sldId="328"/>
            <ac:cxnSpMk id="18" creationId="{7D80DB13-9B49-4A1D-B718-0E516B9A6A2B}"/>
          </ac:cxnSpMkLst>
        </pc:cxnChg>
      </pc:sldChg>
      <pc:sldChg chg="addSp delSp modSp">
        <pc:chgData name="Robbins, Carol A." userId="0976dc50-7cc1-4be5-bd3c-d60ad42ce624" providerId="ADAL" clId="{40BB9BE3-AD0C-4FA9-83D7-39A356706B45}" dt="2019-03-15T13:04:27.422" v="1893"/>
        <pc:sldMkLst>
          <pc:docMk/>
          <pc:sldMk cId="2273262490" sldId="329"/>
        </pc:sldMkLst>
        <pc:spChg chg="del">
          <ac:chgData name="Robbins, Carol A." userId="0976dc50-7cc1-4be5-bd3c-d60ad42ce624" providerId="ADAL" clId="{40BB9BE3-AD0C-4FA9-83D7-39A356706B45}" dt="2019-03-15T11:55:25.496" v="861" actId="478"/>
          <ac:spMkLst>
            <pc:docMk/>
            <pc:sldMk cId="2273262490" sldId="329"/>
            <ac:spMk id="2" creationId="{39C735E0-FC43-4BD5-8261-A3A87772B757}"/>
          </ac:spMkLst>
        </pc:spChg>
        <pc:spChg chg="del">
          <ac:chgData name="Robbins, Carol A." userId="0976dc50-7cc1-4be5-bd3c-d60ad42ce624" providerId="ADAL" clId="{40BB9BE3-AD0C-4FA9-83D7-39A356706B45}" dt="2019-03-15T11:55:28.856" v="862" actId="478"/>
          <ac:spMkLst>
            <pc:docMk/>
            <pc:sldMk cId="2273262490" sldId="329"/>
            <ac:spMk id="3" creationId="{A36CE5AF-76A6-4503-9DAF-0E2D2C0442C5}"/>
          </ac:spMkLst>
        </pc:spChg>
        <pc:spChg chg="add mod">
          <ac:chgData name="Robbins, Carol A." userId="0976dc50-7cc1-4be5-bd3c-d60ad42ce624" providerId="ADAL" clId="{40BB9BE3-AD0C-4FA9-83D7-39A356706B45}" dt="2019-03-15T12:47:32.428" v="1248" actId="20577"/>
          <ac:spMkLst>
            <pc:docMk/>
            <pc:sldMk cId="2273262490" sldId="329"/>
            <ac:spMk id="6" creationId="{1A1B6B80-3F23-4F7F-BB77-606E8A080EE1}"/>
          </ac:spMkLst>
        </pc:spChg>
        <pc:spChg chg="mod">
          <ac:chgData name="Robbins, Carol A." userId="0976dc50-7cc1-4be5-bd3c-d60ad42ce624" providerId="ADAL" clId="{40BB9BE3-AD0C-4FA9-83D7-39A356706B45}" dt="2019-03-15T11:56:02.920" v="905" actId="1076"/>
          <ac:spMkLst>
            <pc:docMk/>
            <pc:sldMk cId="2273262490" sldId="329"/>
            <ac:spMk id="7" creationId="{B52D5822-D5B6-49A4-8F02-031C4CAF717E}"/>
          </ac:spMkLst>
        </pc:spChg>
        <pc:spChg chg="del">
          <ac:chgData name="Robbins, Carol A." userId="0976dc50-7cc1-4be5-bd3c-d60ad42ce624" providerId="ADAL" clId="{40BB9BE3-AD0C-4FA9-83D7-39A356706B45}" dt="2019-03-15T11:55:31.450" v="864" actId="478"/>
          <ac:spMkLst>
            <pc:docMk/>
            <pc:sldMk cId="2273262490" sldId="329"/>
            <ac:spMk id="11" creationId="{209FB8B8-7027-426B-9C98-ED25705E4B10}"/>
          </ac:spMkLst>
        </pc:spChg>
        <pc:spChg chg="del">
          <ac:chgData name="Robbins, Carol A." userId="0976dc50-7cc1-4be5-bd3c-d60ad42ce624" providerId="ADAL" clId="{40BB9BE3-AD0C-4FA9-83D7-39A356706B45}" dt="2019-03-15T11:55:34.825" v="868" actId="478"/>
          <ac:spMkLst>
            <pc:docMk/>
            <pc:sldMk cId="2273262490" sldId="329"/>
            <ac:spMk id="13" creationId="{571A9A44-243A-4690-92B0-2A86F5267BB3}"/>
          </ac:spMkLst>
        </pc:spChg>
        <pc:spChg chg="del">
          <ac:chgData name="Robbins, Carol A." userId="0976dc50-7cc1-4be5-bd3c-d60ad42ce624" providerId="ADAL" clId="{40BB9BE3-AD0C-4FA9-83D7-39A356706B45}" dt="2019-03-15T11:55:30.512" v="863" actId="478"/>
          <ac:spMkLst>
            <pc:docMk/>
            <pc:sldMk cId="2273262490" sldId="329"/>
            <ac:spMk id="15" creationId="{606098EB-8D75-4760-8E02-0437BBA22A70}"/>
          </ac:spMkLst>
        </pc:spChg>
        <pc:spChg chg="del">
          <ac:chgData name="Robbins, Carol A." userId="0976dc50-7cc1-4be5-bd3c-d60ad42ce624" providerId="ADAL" clId="{40BB9BE3-AD0C-4FA9-83D7-39A356706B45}" dt="2019-03-15T11:55:33.919" v="867" actId="478"/>
          <ac:spMkLst>
            <pc:docMk/>
            <pc:sldMk cId="2273262490" sldId="329"/>
            <ac:spMk id="17" creationId="{404D63A3-124B-48D4-A20E-3C7602D6F8C2}"/>
          </ac:spMkLst>
        </pc:spChg>
        <pc:spChg chg="del">
          <ac:chgData name="Robbins, Carol A." userId="0976dc50-7cc1-4be5-bd3c-d60ad42ce624" providerId="ADAL" clId="{40BB9BE3-AD0C-4FA9-83D7-39A356706B45}" dt="2019-03-15T11:55:31.950" v="865" actId="478"/>
          <ac:spMkLst>
            <pc:docMk/>
            <pc:sldMk cId="2273262490" sldId="329"/>
            <ac:spMk id="22" creationId="{9C67DC78-273B-4EA9-84BF-5275E58E8C61}"/>
          </ac:spMkLst>
        </pc:spChg>
        <pc:spChg chg="del">
          <ac:chgData name="Robbins, Carol A." userId="0976dc50-7cc1-4be5-bd3c-d60ad42ce624" providerId="ADAL" clId="{40BB9BE3-AD0C-4FA9-83D7-39A356706B45}" dt="2019-03-15T11:55:33.231" v="866" actId="478"/>
          <ac:spMkLst>
            <pc:docMk/>
            <pc:sldMk cId="2273262490" sldId="329"/>
            <ac:spMk id="23" creationId="{CFF9A395-28AC-405B-8C1B-8E6A111E379F}"/>
          </ac:spMkLst>
        </pc:spChg>
        <pc:spChg chg="del">
          <ac:chgData name="Robbins, Carol A." userId="0976dc50-7cc1-4be5-bd3c-d60ad42ce624" providerId="ADAL" clId="{40BB9BE3-AD0C-4FA9-83D7-39A356706B45}" dt="2019-03-15T11:55:35.513" v="869" actId="478"/>
          <ac:spMkLst>
            <pc:docMk/>
            <pc:sldMk cId="2273262490" sldId="329"/>
            <ac:spMk id="24" creationId="{11AE5424-876F-4148-B183-76B662F0499E}"/>
          </ac:spMkLst>
        </pc:spChg>
        <pc:spChg chg="add del">
          <ac:chgData name="Robbins, Carol A." userId="0976dc50-7cc1-4be5-bd3c-d60ad42ce624" providerId="ADAL" clId="{40BB9BE3-AD0C-4FA9-83D7-39A356706B45}" dt="2019-03-15T11:55:22.262" v="860" actId="478"/>
          <ac:spMkLst>
            <pc:docMk/>
            <pc:sldMk cId="2273262490" sldId="329"/>
            <ac:spMk id="29" creationId="{6226980A-0CC8-4C14-9ADD-EA5B8F5DD5E1}"/>
          </ac:spMkLst>
        </pc:spChg>
        <pc:spChg chg="del">
          <ac:chgData name="Robbins, Carol A." userId="0976dc50-7cc1-4be5-bd3c-d60ad42ce624" providerId="ADAL" clId="{40BB9BE3-AD0C-4FA9-83D7-39A356706B45}" dt="2019-03-15T12:41:28.109" v="1162" actId="478"/>
          <ac:spMkLst>
            <pc:docMk/>
            <pc:sldMk cId="2273262490" sldId="329"/>
            <ac:spMk id="49" creationId="{BE9B540B-5CF2-4B4B-B613-91C62111B237}"/>
          </ac:spMkLst>
        </pc:spChg>
        <pc:spChg chg="del">
          <ac:chgData name="Robbins, Carol A." userId="0976dc50-7cc1-4be5-bd3c-d60ad42ce624" providerId="ADAL" clId="{40BB9BE3-AD0C-4FA9-83D7-39A356706B45}" dt="2019-03-15T12:41:24.984" v="1161" actId="478"/>
          <ac:spMkLst>
            <pc:docMk/>
            <pc:sldMk cId="2273262490" sldId="329"/>
            <ac:spMk id="60" creationId="{E1331D2D-16EA-4F80-B29C-32439C779E13}"/>
          </ac:spMkLst>
        </pc:spChg>
        <pc:graphicFrameChg chg="mod modGraphic">
          <ac:chgData name="Robbins, Carol A." userId="0976dc50-7cc1-4be5-bd3c-d60ad42ce624" providerId="ADAL" clId="{40BB9BE3-AD0C-4FA9-83D7-39A356706B45}" dt="2019-03-15T12:48:09.606" v="1253" actId="14734"/>
          <ac:graphicFrameMkLst>
            <pc:docMk/>
            <pc:sldMk cId="2273262490" sldId="329"/>
            <ac:graphicFrameMk id="8" creationId="{8E3F74D0-17B3-43DA-A6E7-30615540EA2E}"/>
          </ac:graphicFrameMkLst>
        </pc:graphicFrameChg>
        <pc:graphicFrameChg chg="add mod modGraphic">
          <ac:chgData name="Robbins, Carol A." userId="0976dc50-7cc1-4be5-bd3c-d60ad42ce624" providerId="ADAL" clId="{40BB9BE3-AD0C-4FA9-83D7-39A356706B45}" dt="2019-03-15T12:48:20.576" v="1255" actId="122"/>
          <ac:graphicFrameMkLst>
            <pc:docMk/>
            <pc:sldMk cId="2273262490" sldId="329"/>
            <ac:graphicFrameMk id="25" creationId="{113D8F96-709C-4BEE-9A17-2DE0C8488B29}"/>
          </ac:graphicFrameMkLst>
        </pc:graphicFrameChg>
        <pc:cxnChg chg="add del mod ord">
          <ac:chgData name="Robbins, Carol A." userId="0976dc50-7cc1-4be5-bd3c-d60ad42ce624" providerId="ADAL" clId="{40BB9BE3-AD0C-4FA9-83D7-39A356706B45}" dt="2019-03-15T13:04:27.422" v="1893"/>
          <ac:cxnSpMkLst>
            <pc:docMk/>
            <pc:sldMk cId="2273262490" sldId="329"/>
            <ac:cxnSpMk id="9" creationId="{B688DCED-6CA1-4242-9CB4-2DDC1EEA89EB}"/>
          </ac:cxnSpMkLst>
        </pc:cxnChg>
      </pc:sldChg>
      <pc:sldChg chg="addSp delSp modSp">
        <pc:chgData name="Robbins, Carol A." userId="0976dc50-7cc1-4be5-bd3c-d60ad42ce624" providerId="ADAL" clId="{40BB9BE3-AD0C-4FA9-83D7-39A356706B45}" dt="2019-03-15T13:04:27.422" v="1893"/>
        <pc:sldMkLst>
          <pc:docMk/>
          <pc:sldMk cId="3594606699" sldId="330"/>
        </pc:sldMkLst>
        <pc:spChg chg="mod">
          <ac:chgData name="Robbins, Carol A." userId="0976dc50-7cc1-4be5-bd3c-d60ad42ce624" providerId="ADAL" clId="{40BB9BE3-AD0C-4FA9-83D7-39A356706B45}" dt="2019-03-15T12:02:52.548" v="1007" actId="20577"/>
          <ac:spMkLst>
            <pc:docMk/>
            <pc:sldMk cId="3594606699" sldId="330"/>
            <ac:spMk id="6" creationId="{1A1B6B80-3F23-4F7F-BB77-606E8A080EE1}"/>
          </ac:spMkLst>
        </pc:spChg>
        <pc:spChg chg="del">
          <ac:chgData name="Robbins, Carol A." userId="0976dc50-7cc1-4be5-bd3c-d60ad42ce624" providerId="ADAL" clId="{40BB9BE3-AD0C-4FA9-83D7-39A356706B45}" dt="2019-03-15T11:59:15.200" v="954" actId="478"/>
          <ac:spMkLst>
            <pc:docMk/>
            <pc:sldMk cId="3594606699" sldId="330"/>
            <ac:spMk id="49" creationId="{BE9B540B-5CF2-4B4B-B613-91C62111B237}"/>
          </ac:spMkLst>
        </pc:spChg>
        <pc:spChg chg="del">
          <ac:chgData name="Robbins, Carol A." userId="0976dc50-7cc1-4be5-bd3c-d60ad42ce624" providerId="ADAL" clId="{40BB9BE3-AD0C-4FA9-83D7-39A356706B45}" dt="2019-03-15T11:59:14.012" v="953" actId="478"/>
          <ac:spMkLst>
            <pc:docMk/>
            <pc:sldMk cId="3594606699" sldId="330"/>
            <ac:spMk id="60" creationId="{E1331D2D-16EA-4F80-B29C-32439C779E13}"/>
          </ac:spMkLst>
        </pc:spChg>
        <pc:graphicFrameChg chg="mod modGraphic">
          <ac:chgData name="Robbins, Carol A." userId="0976dc50-7cc1-4be5-bd3c-d60ad42ce624" providerId="ADAL" clId="{40BB9BE3-AD0C-4FA9-83D7-39A356706B45}" dt="2019-03-15T12:04:26.806" v="1018" actId="14100"/>
          <ac:graphicFrameMkLst>
            <pc:docMk/>
            <pc:sldMk cId="3594606699" sldId="330"/>
            <ac:graphicFrameMk id="2" creationId="{658F283C-9F4F-454F-BD9D-1C89BDECAF10}"/>
          </ac:graphicFrameMkLst>
        </pc:graphicFrameChg>
        <pc:graphicFrameChg chg="add mod modGraphic">
          <ac:chgData name="Robbins, Carol A." userId="0976dc50-7cc1-4be5-bd3c-d60ad42ce624" providerId="ADAL" clId="{40BB9BE3-AD0C-4FA9-83D7-39A356706B45}" dt="2019-03-15T12:23:24.715" v="1073" actId="1076"/>
          <ac:graphicFrameMkLst>
            <pc:docMk/>
            <pc:sldMk cId="3594606699" sldId="330"/>
            <ac:graphicFrameMk id="12" creationId="{B0AE18DA-939F-4A46-BE8F-2E9AF3828105}"/>
          </ac:graphicFrameMkLst>
        </pc:graphicFrameChg>
        <pc:cxnChg chg="add del mod ord">
          <ac:chgData name="Robbins, Carol A." userId="0976dc50-7cc1-4be5-bd3c-d60ad42ce624" providerId="ADAL" clId="{40BB9BE3-AD0C-4FA9-83D7-39A356706B45}" dt="2019-03-15T13:04:27.422" v="1893"/>
          <ac:cxnSpMkLst>
            <pc:docMk/>
            <pc:sldMk cId="3594606699" sldId="330"/>
            <ac:cxnSpMk id="3" creationId="{C4C2D310-4D04-4354-BBC9-B07787A771D9}"/>
          </ac:cxnSpMkLst>
        </pc:cxnChg>
      </pc:sldChg>
      <pc:sldChg chg="addSp delSp modSp add del">
        <pc:chgData name="Robbins, Carol A." userId="0976dc50-7cc1-4be5-bd3c-d60ad42ce624" providerId="ADAL" clId="{40BB9BE3-AD0C-4FA9-83D7-39A356706B45}" dt="2019-03-15T12:25:24.981" v="1105" actId="2696"/>
        <pc:sldMkLst>
          <pc:docMk/>
          <pc:sldMk cId="131627800" sldId="331"/>
        </pc:sldMkLst>
        <pc:spChg chg="del mod">
          <ac:chgData name="Robbins, Carol A." userId="0976dc50-7cc1-4be5-bd3c-d60ad42ce624" providerId="ADAL" clId="{40BB9BE3-AD0C-4FA9-83D7-39A356706B45}" dt="2019-03-15T12:19:31.452" v="1039" actId="478"/>
          <ac:spMkLst>
            <pc:docMk/>
            <pc:sldMk cId="131627800" sldId="331"/>
            <ac:spMk id="3" creationId="{84C7896D-104D-475A-B23B-6498B60B340C}"/>
          </ac:spMkLst>
        </pc:spChg>
        <pc:graphicFrameChg chg="add del mod">
          <ac:chgData name="Robbins, Carol A." userId="0976dc50-7cc1-4be5-bd3c-d60ad42ce624" providerId="ADAL" clId="{40BB9BE3-AD0C-4FA9-83D7-39A356706B45}" dt="2019-03-15T12:23:09.237" v="1071"/>
          <ac:graphicFrameMkLst>
            <pc:docMk/>
            <pc:sldMk cId="131627800" sldId="331"/>
            <ac:graphicFrameMk id="6" creationId="{A1980CE2-0279-4CD6-BD5A-E9F0FF8ADFD3}"/>
          </ac:graphicFrameMkLst>
        </pc:graphicFrameChg>
      </pc:sldChg>
      <pc:sldChg chg="addSp delSp modSp">
        <pc:chgData name="Robbins, Carol A." userId="0976dc50-7cc1-4be5-bd3c-d60ad42ce624" providerId="ADAL" clId="{40BB9BE3-AD0C-4FA9-83D7-39A356706B45}" dt="2019-03-15T13:04:27.422" v="1893"/>
        <pc:sldMkLst>
          <pc:docMk/>
          <pc:sldMk cId="3788888752" sldId="332"/>
        </pc:sldMkLst>
        <pc:spChg chg="del">
          <ac:chgData name="Robbins, Carol A." userId="0976dc50-7cc1-4be5-bd3c-d60ad42ce624" providerId="ADAL" clId="{40BB9BE3-AD0C-4FA9-83D7-39A356706B45}" dt="2019-03-15T12:22:56.767" v="1069" actId="478"/>
          <ac:spMkLst>
            <pc:docMk/>
            <pc:sldMk cId="3788888752" sldId="332"/>
            <ac:spMk id="10" creationId="{F65C3DCE-643D-415A-ACF4-9AF42E1F1092}"/>
          </ac:spMkLst>
        </pc:spChg>
        <pc:spChg chg="add mod">
          <ac:chgData name="Robbins, Carol A." userId="0976dc50-7cc1-4be5-bd3c-d60ad42ce624" providerId="ADAL" clId="{40BB9BE3-AD0C-4FA9-83D7-39A356706B45}" dt="2019-03-15T12:24:08.581" v="1093" actId="1076"/>
          <ac:spMkLst>
            <pc:docMk/>
            <pc:sldMk cId="3788888752" sldId="332"/>
            <ac:spMk id="11" creationId="{E03F262F-968E-4308-BFB0-E26025A9AE4A}"/>
          </ac:spMkLst>
        </pc:spChg>
        <pc:spChg chg="del mod">
          <ac:chgData name="Robbins, Carol A." userId="0976dc50-7cc1-4be5-bd3c-d60ad42ce624" providerId="ADAL" clId="{40BB9BE3-AD0C-4FA9-83D7-39A356706B45}" dt="2019-03-15T12:22:50.818" v="1068" actId="478"/>
          <ac:spMkLst>
            <pc:docMk/>
            <pc:sldMk cId="3788888752" sldId="332"/>
            <ac:spMk id="11266" creationId="{C92B8A92-0D3D-49BE-B21B-1A79255BDA50}"/>
          </ac:spMkLst>
        </pc:spChg>
        <pc:graphicFrameChg chg="add modGraphic">
          <ac:chgData name="Robbins, Carol A." userId="0976dc50-7cc1-4be5-bd3c-d60ad42ce624" providerId="ADAL" clId="{40BB9BE3-AD0C-4FA9-83D7-39A356706B45}" dt="2019-03-15T12:24:47.547" v="1104" actId="20577"/>
          <ac:graphicFrameMkLst>
            <pc:docMk/>
            <pc:sldMk cId="3788888752" sldId="332"/>
            <ac:graphicFrameMk id="9" creationId="{DDA7891B-3584-4D74-9DA3-5C90AD2B6964}"/>
          </ac:graphicFrameMkLst>
        </pc:graphicFrameChg>
        <pc:picChg chg="del">
          <ac:chgData name="Robbins, Carol A." userId="0976dc50-7cc1-4be5-bd3c-d60ad42ce624" providerId="ADAL" clId="{40BB9BE3-AD0C-4FA9-83D7-39A356706B45}" dt="2019-03-15T12:23:00.346" v="1070" actId="478"/>
          <ac:picMkLst>
            <pc:docMk/>
            <pc:sldMk cId="3788888752" sldId="332"/>
            <ac:picMk id="2" creationId="{10406CBA-1BE8-46FD-BFC2-ED885DBEED9D}"/>
          </ac:picMkLst>
        </pc:picChg>
        <pc:cxnChg chg="add del mod ord">
          <ac:chgData name="Robbins, Carol A." userId="0976dc50-7cc1-4be5-bd3c-d60ad42ce624" providerId="ADAL" clId="{40BB9BE3-AD0C-4FA9-83D7-39A356706B45}" dt="2019-03-15T13:04:27.422" v="1893"/>
          <ac:cxnSpMkLst>
            <pc:docMk/>
            <pc:sldMk cId="3788888752" sldId="332"/>
            <ac:cxnSpMk id="4" creationId="{08292D6D-14A3-4200-B40E-5025799CBA2C}"/>
          </ac:cxnSpMkLst>
        </pc:cxnChg>
      </pc:sldChg>
      <pc:sldChg chg="addSp delSp modSp">
        <pc:chgData name="Robbins, Carol A." userId="0976dc50-7cc1-4be5-bd3c-d60ad42ce624" providerId="ADAL" clId="{40BB9BE3-AD0C-4FA9-83D7-39A356706B45}" dt="2019-03-15T13:04:27.422" v="1893"/>
        <pc:sldMkLst>
          <pc:docMk/>
          <pc:sldMk cId="426150711" sldId="333"/>
        </pc:sldMkLst>
        <pc:spChg chg="mod">
          <ac:chgData name="Robbins, Carol A." userId="0976dc50-7cc1-4be5-bd3c-d60ad42ce624" providerId="ADAL" clId="{40BB9BE3-AD0C-4FA9-83D7-39A356706B45}" dt="2019-03-15T12:26:27.198" v="1139" actId="20577"/>
          <ac:spMkLst>
            <pc:docMk/>
            <pc:sldMk cId="426150711" sldId="333"/>
            <ac:spMk id="6" creationId="{1A1B6B80-3F23-4F7F-BB77-606E8A080EE1}"/>
          </ac:spMkLst>
        </pc:spChg>
        <pc:spChg chg="del">
          <ac:chgData name="Robbins, Carol A." userId="0976dc50-7cc1-4be5-bd3c-d60ad42ce624" providerId="ADAL" clId="{40BB9BE3-AD0C-4FA9-83D7-39A356706B45}" dt="2019-03-15T12:26:32.020" v="1140" actId="478"/>
          <ac:spMkLst>
            <pc:docMk/>
            <pc:sldMk cId="426150711" sldId="333"/>
            <ac:spMk id="7" creationId="{B52D5822-D5B6-49A4-8F02-031C4CAF717E}"/>
          </ac:spMkLst>
        </pc:spChg>
        <pc:graphicFrameChg chg="add mod">
          <ac:chgData name="Robbins, Carol A." userId="0976dc50-7cc1-4be5-bd3c-d60ad42ce624" providerId="ADAL" clId="{40BB9BE3-AD0C-4FA9-83D7-39A356706B45}" dt="2019-03-15T12:27:14.170" v="1147" actId="255"/>
          <ac:graphicFrameMkLst>
            <pc:docMk/>
            <pc:sldMk cId="426150711" sldId="333"/>
            <ac:graphicFrameMk id="11" creationId="{CC086993-B2DA-4A79-9568-1641BA94D16C}"/>
          </ac:graphicFrameMkLst>
        </pc:graphicFrameChg>
        <pc:cxnChg chg="add del mod ord">
          <ac:chgData name="Robbins, Carol A." userId="0976dc50-7cc1-4be5-bd3c-d60ad42ce624" providerId="ADAL" clId="{40BB9BE3-AD0C-4FA9-83D7-39A356706B45}" dt="2019-03-15T13:04:27.422" v="1893"/>
          <ac:cxnSpMkLst>
            <pc:docMk/>
            <pc:sldMk cId="426150711" sldId="333"/>
            <ac:cxnSpMk id="2" creationId="{352DA866-3EAF-4336-A54D-6D2E2B10C858}"/>
          </ac:cxnSpMkLst>
        </pc:cxnChg>
      </pc:sldChg>
      <pc:sldChg chg="del">
        <pc:chgData name="Robbins, Carol A." userId="0976dc50-7cc1-4be5-bd3c-d60ad42ce624" providerId="ADAL" clId="{40BB9BE3-AD0C-4FA9-83D7-39A356706B45}" dt="2019-03-15T12:55:45.921" v="1347" actId="2696"/>
        <pc:sldMkLst>
          <pc:docMk/>
          <pc:sldMk cId="504590940" sldId="334"/>
        </pc:sldMkLst>
      </pc:sldChg>
      <pc:sldChg chg="addSp delSp modSp">
        <pc:chgData name="Robbins, Carol A." userId="0976dc50-7cc1-4be5-bd3c-d60ad42ce624" providerId="ADAL" clId="{40BB9BE3-AD0C-4FA9-83D7-39A356706B45}" dt="2019-03-15T13:04:27.422" v="1893"/>
        <pc:sldMkLst>
          <pc:docMk/>
          <pc:sldMk cId="1692177643" sldId="335"/>
        </pc:sldMkLst>
        <pc:spChg chg="add del mod">
          <ac:chgData name="Robbins, Carol A." userId="0976dc50-7cc1-4be5-bd3c-d60ad42ce624" providerId="ADAL" clId="{40BB9BE3-AD0C-4FA9-83D7-39A356706B45}" dt="2019-03-15T12:55:08.386" v="1341" actId="478"/>
          <ac:spMkLst>
            <pc:docMk/>
            <pc:sldMk cId="1692177643" sldId="335"/>
            <ac:spMk id="4" creationId="{347C0329-D93B-4A4D-B0F6-16311CACBC3E}"/>
          </ac:spMkLst>
        </pc:spChg>
        <pc:spChg chg="mod">
          <ac:chgData name="Robbins, Carol A." userId="0976dc50-7cc1-4be5-bd3c-d60ad42ce624" providerId="ADAL" clId="{40BB9BE3-AD0C-4FA9-83D7-39A356706B45}" dt="2019-03-15T12:57:26.735" v="1388" actId="20577"/>
          <ac:spMkLst>
            <pc:docMk/>
            <pc:sldMk cId="1692177643" sldId="335"/>
            <ac:spMk id="10" creationId="{98FCA0CD-6725-4954-8F14-214991FDFFA3}"/>
          </ac:spMkLst>
        </pc:spChg>
        <pc:graphicFrameChg chg="mod modGraphic">
          <ac:chgData name="Robbins, Carol A." userId="0976dc50-7cc1-4be5-bd3c-d60ad42ce624" providerId="ADAL" clId="{40BB9BE3-AD0C-4FA9-83D7-39A356706B45}" dt="2019-03-15T12:55:39.421" v="1346" actId="14734"/>
          <ac:graphicFrameMkLst>
            <pc:docMk/>
            <pc:sldMk cId="1692177643" sldId="335"/>
            <ac:graphicFrameMk id="13" creationId="{08FC4ADB-AA5E-4F63-BF79-D074CFC768BA}"/>
          </ac:graphicFrameMkLst>
        </pc:graphicFrameChg>
        <pc:graphicFrameChg chg="del">
          <ac:chgData name="Robbins, Carol A." userId="0976dc50-7cc1-4be5-bd3c-d60ad42ce624" providerId="ADAL" clId="{40BB9BE3-AD0C-4FA9-83D7-39A356706B45}" dt="2019-03-15T12:55:02.072" v="1340" actId="478"/>
          <ac:graphicFrameMkLst>
            <pc:docMk/>
            <pc:sldMk cId="1692177643" sldId="335"/>
            <ac:graphicFrameMk id="14" creationId="{FA1807C8-0893-4642-8418-C40D802953CA}"/>
          </ac:graphicFrameMkLst>
        </pc:graphicFrameChg>
        <pc:cxnChg chg="add del mod ord">
          <ac:chgData name="Robbins, Carol A." userId="0976dc50-7cc1-4be5-bd3c-d60ad42ce624" providerId="ADAL" clId="{40BB9BE3-AD0C-4FA9-83D7-39A356706B45}" dt="2019-03-15T13:04:27.422" v="1893"/>
          <ac:cxnSpMkLst>
            <pc:docMk/>
            <pc:sldMk cId="1692177643" sldId="335"/>
            <ac:cxnSpMk id="8" creationId="{DE5FF7F8-EE68-4FB0-9F59-3037E142B3D4}"/>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Number of Users</a:t>
            </a:r>
            <a:r>
              <a:rPr lang="en-US" baseline="0" dirty="0"/>
              <a:t> or Developers, in millions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812385480116872"/>
          <c:y val="0.1593255009790443"/>
          <c:w val="0.84728495023027783"/>
          <c:h val="0.59782589676290465"/>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GitHub.com</c:v>
                </c:pt>
                <c:pt idx="1">
                  <c:v>Bitbucket.org</c:v>
                </c:pt>
                <c:pt idx="2">
                  <c:v>SourceForge.net</c:v>
                </c:pt>
                <c:pt idx="3">
                  <c:v>GitLab.com</c:v>
                </c:pt>
              </c:strCache>
            </c:strRef>
          </c:cat>
          <c:val>
            <c:numRef>
              <c:f>Sheet1!$B$2:$B$5</c:f>
              <c:numCache>
                <c:formatCode>General</c:formatCode>
                <c:ptCount val="4"/>
                <c:pt idx="0">
                  <c:v>31</c:v>
                </c:pt>
                <c:pt idx="1">
                  <c:v>5</c:v>
                </c:pt>
                <c:pt idx="2">
                  <c:v>3.7</c:v>
                </c:pt>
                <c:pt idx="3">
                  <c:v>0.1</c:v>
                </c:pt>
              </c:numCache>
            </c:numRef>
          </c:val>
          <c:extLst>
            <c:ext xmlns:c16="http://schemas.microsoft.com/office/drawing/2014/chart" uri="{C3380CC4-5D6E-409C-BE32-E72D297353CC}">
              <c16:uniqueId val="{00000000-C96C-4A8A-A5B1-43945A8DD248}"/>
            </c:ext>
          </c:extLst>
        </c:ser>
        <c:dLbls>
          <c:showLegendKey val="0"/>
          <c:showVal val="0"/>
          <c:showCatName val="0"/>
          <c:showSerName val="0"/>
          <c:showPercent val="0"/>
          <c:showBubbleSize val="0"/>
        </c:dLbls>
        <c:gapWidth val="219"/>
        <c:overlap val="-27"/>
        <c:axId val="618802760"/>
        <c:axId val="618803088"/>
      </c:barChart>
      <c:catAx>
        <c:axId val="618802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18803088"/>
        <c:crosses val="autoZero"/>
        <c:auto val="1"/>
        <c:lblAlgn val="ctr"/>
        <c:lblOffset val="100"/>
        <c:noMultiLvlLbl val="0"/>
      </c:catAx>
      <c:valAx>
        <c:axId val="6188030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6188027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004583183447247"/>
          <c:y val="0.28511399930430381"/>
          <c:w val="0.85513747329807122"/>
          <c:h val="0.4728811308225026"/>
        </c:manualLayout>
      </c:layout>
      <c:barChart>
        <c:barDir val="col"/>
        <c:grouping val="clustered"/>
        <c:varyColors val="0"/>
        <c:ser>
          <c:idx val="0"/>
          <c:order val="0"/>
          <c:tx>
            <c:strRef>
              <c:f>'R downloads'!$G$1</c:f>
              <c:strCache>
                <c:ptCount val="1"/>
                <c:pt idx="0">
                  <c:v>year</c:v>
                </c:pt>
              </c:strCache>
            </c:strRef>
          </c:tx>
          <c:spPr>
            <a:solidFill>
              <a:schemeClr val="accent1"/>
            </a:solidFill>
            <a:ln>
              <a:noFill/>
            </a:ln>
            <a:effectLst/>
          </c:spPr>
          <c:invertIfNegative val="0"/>
          <c:cat>
            <c:numRef>
              <c:f>'R downloads'!$H$1:$O$1</c:f>
              <c:numCache>
                <c:formatCode>General</c:formatCode>
                <c:ptCount val="6"/>
                <c:pt idx="0">
                  <c:v>2013</c:v>
                </c:pt>
                <c:pt idx="1">
                  <c:v>2014</c:v>
                </c:pt>
                <c:pt idx="2">
                  <c:v>2015</c:v>
                </c:pt>
                <c:pt idx="3">
                  <c:v>2016</c:v>
                </c:pt>
                <c:pt idx="4">
                  <c:v>2017</c:v>
                </c:pt>
                <c:pt idx="5">
                  <c:v>2018</c:v>
                </c:pt>
              </c:numCache>
            </c:numRef>
          </c:cat>
          <c:val>
            <c:numRef>
              <c:f>'R downloads'!$H$1:$O$1</c:f>
              <c:numCache>
                <c:formatCode>General</c:formatCode>
                <c:ptCount val="6"/>
                <c:pt idx="0">
                  <c:v>2013</c:v>
                </c:pt>
                <c:pt idx="1">
                  <c:v>2014</c:v>
                </c:pt>
                <c:pt idx="2">
                  <c:v>2015</c:v>
                </c:pt>
                <c:pt idx="3">
                  <c:v>2016</c:v>
                </c:pt>
                <c:pt idx="4">
                  <c:v>2017</c:v>
                </c:pt>
                <c:pt idx="5">
                  <c:v>2018</c:v>
                </c:pt>
              </c:numCache>
            </c:numRef>
          </c:val>
          <c:extLst>
            <c:ext xmlns:c16="http://schemas.microsoft.com/office/drawing/2014/chart" uri="{C3380CC4-5D6E-409C-BE32-E72D297353CC}">
              <c16:uniqueId val="{00000000-AE2C-4AF9-9752-51961CECB285}"/>
            </c:ext>
          </c:extLst>
        </c:ser>
        <c:ser>
          <c:idx val="1"/>
          <c:order val="1"/>
          <c:tx>
            <c:strRef>
              <c:f>'R downloads'!$G$2</c:f>
              <c:strCache>
                <c:ptCount val="1"/>
                <c:pt idx="0">
                  <c:v>US downloads</c:v>
                </c:pt>
              </c:strCache>
            </c:strRef>
          </c:tx>
          <c:spPr>
            <a:solidFill>
              <a:schemeClr val="accent2"/>
            </a:solidFill>
            <a:ln>
              <a:noFill/>
            </a:ln>
            <a:effectLst/>
          </c:spPr>
          <c:invertIfNegative val="0"/>
          <c:cat>
            <c:numRef>
              <c:f>'R downloads'!$H$1:$O$1</c:f>
              <c:numCache>
                <c:formatCode>General</c:formatCode>
                <c:ptCount val="6"/>
                <c:pt idx="0">
                  <c:v>2013</c:v>
                </c:pt>
                <c:pt idx="1">
                  <c:v>2014</c:v>
                </c:pt>
                <c:pt idx="2">
                  <c:v>2015</c:v>
                </c:pt>
                <c:pt idx="3">
                  <c:v>2016</c:v>
                </c:pt>
                <c:pt idx="4">
                  <c:v>2017</c:v>
                </c:pt>
                <c:pt idx="5">
                  <c:v>2018</c:v>
                </c:pt>
              </c:numCache>
            </c:numRef>
          </c:cat>
          <c:val>
            <c:numRef>
              <c:f>'R downloads'!$H$2:$O$2</c:f>
              <c:numCache>
                <c:formatCode>#,##0</c:formatCode>
                <c:ptCount val="6"/>
                <c:pt idx="0">
                  <c:v>76919</c:v>
                </c:pt>
                <c:pt idx="1">
                  <c:v>164171</c:v>
                </c:pt>
                <c:pt idx="2">
                  <c:v>224484</c:v>
                </c:pt>
                <c:pt idx="3">
                  <c:v>241832</c:v>
                </c:pt>
                <c:pt idx="4">
                  <c:v>292233</c:v>
                </c:pt>
                <c:pt idx="5">
                  <c:v>410639</c:v>
                </c:pt>
              </c:numCache>
            </c:numRef>
          </c:val>
          <c:extLst>
            <c:ext xmlns:c16="http://schemas.microsoft.com/office/drawing/2014/chart" uri="{C3380CC4-5D6E-409C-BE32-E72D297353CC}">
              <c16:uniqueId val="{00000001-AE2C-4AF9-9752-51961CECB285}"/>
            </c:ext>
          </c:extLst>
        </c:ser>
        <c:ser>
          <c:idx val="2"/>
          <c:order val="2"/>
          <c:tx>
            <c:strRef>
              <c:f>'R downloads'!$G$3</c:f>
              <c:strCache>
                <c:ptCount val="1"/>
                <c:pt idx="0">
                  <c:v>Total downloads</c:v>
                </c:pt>
              </c:strCache>
            </c:strRef>
          </c:tx>
          <c:spPr>
            <a:solidFill>
              <a:srgbClr val="92D050"/>
            </a:solidFill>
            <a:ln>
              <a:noFill/>
            </a:ln>
            <a:effectLst/>
          </c:spPr>
          <c:invertIfNegative val="0"/>
          <c:cat>
            <c:numRef>
              <c:f>'R downloads'!$H$1:$O$1</c:f>
              <c:numCache>
                <c:formatCode>General</c:formatCode>
                <c:ptCount val="6"/>
                <c:pt idx="0">
                  <c:v>2013</c:v>
                </c:pt>
                <c:pt idx="1">
                  <c:v>2014</c:v>
                </c:pt>
                <c:pt idx="2">
                  <c:v>2015</c:v>
                </c:pt>
                <c:pt idx="3">
                  <c:v>2016</c:v>
                </c:pt>
                <c:pt idx="4">
                  <c:v>2017</c:v>
                </c:pt>
                <c:pt idx="5">
                  <c:v>2018</c:v>
                </c:pt>
              </c:numCache>
            </c:numRef>
          </c:cat>
          <c:val>
            <c:numRef>
              <c:f>'R downloads'!$H$3:$O$3</c:f>
              <c:numCache>
                <c:formatCode>#,##0</c:formatCode>
                <c:ptCount val="6"/>
                <c:pt idx="0">
                  <c:v>334515</c:v>
                </c:pt>
                <c:pt idx="1">
                  <c:v>650077</c:v>
                </c:pt>
                <c:pt idx="2">
                  <c:v>910132</c:v>
                </c:pt>
                <c:pt idx="3">
                  <c:v>689160</c:v>
                </c:pt>
                <c:pt idx="4">
                  <c:v>834853</c:v>
                </c:pt>
                <c:pt idx="5">
                  <c:v>1062247</c:v>
                </c:pt>
              </c:numCache>
            </c:numRef>
          </c:val>
          <c:extLst>
            <c:ext xmlns:c16="http://schemas.microsoft.com/office/drawing/2014/chart" uri="{C3380CC4-5D6E-409C-BE32-E72D297353CC}">
              <c16:uniqueId val="{00000002-AE2C-4AF9-9752-51961CECB285}"/>
            </c:ext>
          </c:extLst>
        </c:ser>
        <c:dLbls>
          <c:showLegendKey val="0"/>
          <c:showVal val="0"/>
          <c:showCatName val="0"/>
          <c:showSerName val="0"/>
          <c:showPercent val="0"/>
          <c:showBubbleSize val="0"/>
        </c:dLbls>
        <c:gapWidth val="219"/>
        <c:overlap val="-27"/>
        <c:axId val="560695664"/>
        <c:axId val="560698616"/>
      </c:barChart>
      <c:catAx>
        <c:axId val="560695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60698616"/>
        <c:crosses val="autoZero"/>
        <c:auto val="1"/>
        <c:lblAlgn val="ctr"/>
        <c:lblOffset val="100"/>
        <c:noMultiLvlLbl val="0"/>
      </c:catAx>
      <c:valAx>
        <c:axId val="5606986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560695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D1BD59F-F0F8-4AC2-9D90-3937E97BA94A}"/>
              </a:ext>
            </a:extLst>
          </p:cNvPr>
          <p:cNvSpPr>
            <a:spLocks noGrp="1" noChangeArrowheads="1"/>
          </p:cNvSpPr>
          <p:nvPr>
            <p:ph type="hdr" sz="quarter"/>
          </p:nvPr>
        </p:nvSpPr>
        <p:spPr bwMode="auto">
          <a:xfrm>
            <a:off x="0" y="0"/>
            <a:ext cx="3039015" cy="465781"/>
          </a:xfrm>
          <a:prstGeom prst="rect">
            <a:avLst/>
          </a:prstGeom>
          <a:noFill/>
          <a:ln w="9525">
            <a:noFill/>
            <a:miter lim="800000"/>
            <a:headEnd/>
            <a:tailEnd/>
          </a:ln>
          <a:effectLst/>
        </p:spPr>
        <p:txBody>
          <a:bodyPr vert="horz" wrap="square" lIns="93170" tIns="46585" rIns="93170" bIns="46585" numCol="1" anchor="t" anchorCtr="0" compatLnSpc="1">
            <a:prstTxWarp prst="textNoShape">
              <a:avLst/>
            </a:prstTxWarp>
          </a:bodyPr>
          <a:lstStyle>
            <a:lvl1pPr defTabSz="931871">
              <a:defRPr sz="1200"/>
            </a:lvl1pPr>
          </a:lstStyle>
          <a:p>
            <a:pPr>
              <a:defRPr/>
            </a:pPr>
            <a:endParaRPr lang="en-US"/>
          </a:p>
        </p:txBody>
      </p:sp>
      <p:sp>
        <p:nvSpPr>
          <p:cNvPr id="31747" name="Rectangle 3">
            <a:extLst>
              <a:ext uri="{FF2B5EF4-FFF2-40B4-BE49-F238E27FC236}">
                <a16:creationId xmlns:a16="http://schemas.microsoft.com/office/drawing/2014/main" id="{6C548255-F0B4-4F6F-B7D7-2AC9B244E519}"/>
              </a:ext>
            </a:extLst>
          </p:cNvPr>
          <p:cNvSpPr>
            <a:spLocks noGrp="1" noChangeArrowheads="1"/>
          </p:cNvSpPr>
          <p:nvPr>
            <p:ph type="dt" sz="quarter" idx="1"/>
          </p:nvPr>
        </p:nvSpPr>
        <p:spPr bwMode="auto">
          <a:xfrm>
            <a:off x="3971386" y="0"/>
            <a:ext cx="3039014" cy="465781"/>
          </a:xfrm>
          <a:prstGeom prst="rect">
            <a:avLst/>
          </a:prstGeom>
          <a:noFill/>
          <a:ln w="9525">
            <a:noFill/>
            <a:miter lim="800000"/>
            <a:headEnd/>
            <a:tailEnd/>
          </a:ln>
          <a:effectLst/>
        </p:spPr>
        <p:txBody>
          <a:bodyPr vert="horz" wrap="square" lIns="93170" tIns="46585" rIns="93170" bIns="46585" numCol="1" anchor="t" anchorCtr="0" compatLnSpc="1">
            <a:prstTxWarp prst="textNoShape">
              <a:avLst/>
            </a:prstTxWarp>
          </a:bodyPr>
          <a:lstStyle>
            <a:lvl1pPr algn="r" defTabSz="931871">
              <a:defRPr sz="1200"/>
            </a:lvl1pPr>
          </a:lstStyle>
          <a:p>
            <a:pPr>
              <a:defRPr/>
            </a:pPr>
            <a:endParaRPr lang="en-US"/>
          </a:p>
        </p:txBody>
      </p:sp>
      <p:sp>
        <p:nvSpPr>
          <p:cNvPr id="31748" name="Rectangle 4">
            <a:extLst>
              <a:ext uri="{FF2B5EF4-FFF2-40B4-BE49-F238E27FC236}">
                <a16:creationId xmlns:a16="http://schemas.microsoft.com/office/drawing/2014/main" id="{00C4EC2E-D1D6-4D6B-9DCA-9AEA5FFB53C1}"/>
              </a:ext>
            </a:extLst>
          </p:cNvPr>
          <p:cNvSpPr>
            <a:spLocks noGrp="1" noChangeArrowheads="1"/>
          </p:cNvSpPr>
          <p:nvPr>
            <p:ph type="ftr" sz="quarter" idx="2"/>
          </p:nvPr>
        </p:nvSpPr>
        <p:spPr bwMode="auto">
          <a:xfrm>
            <a:off x="0" y="8830620"/>
            <a:ext cx="3039015" cy="465780"/>
          </a:xfrm>
          <a:prstGeom prst="rect">
            <a:avLst/>
          </a:prstGeom>
          <a:noFill/>
          <a:ln w="9525">
            <a:noFill/>
            <a:miter lim="800000"/>
            <a:headEnd/>
            <a:tailEnd/>
          </a:ln>
          <a:effectLst/>
        </p:spPr>
        <p:txBody>
          <a:bodyPr vert="horz" wrap="square" lIns="93170" tIns="46585" rIns="93170" bIns="46585" numCol="1" anchor="b" anchorCtr="0" compatLnSpc="1">
            <a:prstTxWarp prst="textNoShape">
              <a:avLst/>
            </a:prstTxWarp>
          </a:bodyPr>
          <a:lstStyle>
            <a:lvl1pPr defTabSz="931871">
              <a:defRPr sz="1200"/>
            </a:lvl1pPr>
          </a:lstStyle>
          <a:p>
            <a:pPr>
              <a:defRPr/>
            </a:pPr>
            <a:endParaRPr lang="en-US"/>
          </a:p>
        </p:txBody>
      </p:sp>
      <p:sp>
        <p:nvSpPr>
          <p:cNvPr id="31749" name="Rectangle 5">
            <a:extLst>
              <a:ext uri="{FF2B5EF4-FFF2-40B4-BE49-F238E27FC236}">
                <a16:creationId xmlns:a16="http://schemas.microsoft.com/office/drawing/2014/main" id="{97C1C28B-7872-49A4-B11D-58E6E5B38101}"/>
              </a:ext>
            </a:extLst>
          </p:cNvPr>
          <p:cNvSpPr>
            <a:spLocks noGrp="1" noChangeArrowheads="1"/>
          </p:cNvSpPr>
          <p:nvPr>
            <p:ph type="sldNum" sz="quarter" idx="3"/>
          </p:nvPr>
        </p:nvSpPr>
        <p:spPr bwMode="auto">
          <a:xfrm>
            <a:off x="3971386" y="8830620"/>
            <a:ext cx="3039014" cy="465780"/>
          </a:xfrm>
          <a:prstGeom prst="rect">
            <a:avLst/>
          </a:prstGeom>
          <a:noFill/>
          <a:ln w="9525">
            <a:noFill/>
            <a:miter lim="800000"/>
            <a:headEnd/>
            <a:tailEnd/>
          </a:ln>
          <a:effectLst/>
        </p:spPr>
        <p:txBody>
          <a:bodyPr vert="horz" wrap="square" lIns="93170" tIns="46585" rIns="93170" bIns="46585" numCol="1" anchor="b" anchorCtr="0" compatLnSpc="1">
            <a:prstTxWarp prst="textNoShape">
              <a:avLst/>
            </a:prstTxWarp>
          </a:bodyPr>
          <a:lstStyle>
            <a:lvl1pPr algn="r" defTabSz="931871">
              <a:defRPr sz="1200"/>
            </a:lvl1pPr>
          </a:lstStyle>
          <a:p>
            <a:fld id="{6269A33C-DC3F-432F-9BA8-64E2ED21C9EF}"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DC5C70A-2228-43C3-A97F-0B720662CCFE}"/>
              </a:ext>
            </a:extLst>
          </p:cNvPr>
          <p:cNvSpPr>
            <a:spLocks noGrp="1" noChangeArrowheads="1"/>
          </p:cNvSpPr>
          <p:nvPr>
            <p:ph type="hdr" sz="quarter"/>
          </p:nvPr>
        </p:nvSpPr>
        <p:spPr bwMode="auto">
          <a:xfrm>
            <a:off x="0" y="0"/>
            <a:ext cx="3075861" cy="460979"/>
          </a:xfrm>
          <a:prstGeom prst="rect">
            <a:avLst/>
          </a:prstGeom>
          <a:noFill/>
          <a:ln w="9525">
            <a:noFill/>
            <a:miter lim="800000"/>
            <a:headEnd/>
            <a:tailEnd/>
          </a:ln>
          <a:effectLst/>
        </p:spPr>
        <p:txBody>
          <a:bodyPr vert="horz" wrap="square" lIns="92226" tIns="46113" rIns="92226" bIns="46113" numCol="1" anchor="t" anchorCtr="0" compatLnSpc="1">
            <a:prstTxWarp prst="textNoShape">
              <a:avLst/>
            </a:prstTxWarp>
          </a:bodyPr>
          <a:lstStyle>
            <a:lvl1pPr>
              <a:defRPr sz="1200"/>
            </a:lvl1pPr>
          </a:lstStyle>
          <a:p>
            <a:pPr>
              <a:defRPr/>
            </a:pPr>
            <a:endParaRPr lang="en-US"/>
          </a:p>
        </p:txBody>
      </p:sp>
      <p:sp>
        <p:nvSpPr>
          <p:cNvPr id="39939" name="Rectangle 3">
            <a:extLst>
              <a:ext uri="{FF2B5EF4-FFF2-40B4-BE49-F238E27FC236}">
                <a16:creationId xmlns:a16="http://schemas.microsoft.com/office/drawing/2014/main" id="{60BF2D97-58FA-44FD-A005-D7BEF3A490B3}"/>
              </a:ext>
            </a:extLst>
          </p:cNvPr>
          <p:cNvSpPr>
            <a:spLocks noGrp="1" noChangeArrowheads="1"/>
          </p:cNvSpPr>
          <p:nvPr>
            <p:ph type="dt" idx="1"/>
          </p:nvPr>
        </p:nvSpPr>
        <p:spPr bwMode="auto">
          <a:xfrm>
            <a:off x="3998619" y="0"/>
            <a:ext cx="2998965" cy="460979"/>
          </a:xfrm>
          <a:prstGeom prst="rect">
            <a:avLst/>
          </a:prstGeom>
          <a:noFill/>
          <a:ln w="9525">
            <a:noFill/>
            <a:miter lim="800000"/>
            <a:headEnd/>
            <a:tailEnd/>
          </a:ln>
          <a:effectLst/>
        </p:spPr>
        <p:txBody>
          <a:bodyPr vert="horz" wrap="square" lIns="92226" tIns="46113" rIns="92226" bIns="46113" numCol="1" anchor="t" anchorCtr="0" compatLnSpc="1">
            <a:prstTxWarp prst="textNoShape">
              <a:avLst/>
            </a:prstTxWarp>
          </a:bodyPr>
          <a:lstStyle>
            <a:lvl1pPr algn="r">
              <a:defRPr sz="1200"/>
            </a:lvl1pPr>
          </a:lstStyle>
          <a:p>
            <a:pPr>
              <a:defRPr/>
            </a:pPr>
            <a:endParaRPr lang="en-US"/>
          </a:p>
        </p:txBody>
      </p:sp>
      <p:sp>
        <p:nvSpPr>
          <p:cNvPr id="15364" name="Rectangle 4">
            <a:extLst>
              <a:ext uri="{FF2B5EF4-FFF2-40B4-BE49-F238E27FC236}">
                <a16:creationId xmlns:a16="http://schemas.microsoft.com/office/drawing/2014/main" id="{7F3D82B1-98D2-4D99-A115-0A59C226EF09}"/>
              </a:ext>
            </a:extLst>
          </p:cNvPr>
          <p:cNvSpPr>
            <a:spLocks noGrp="1" noRot="1" noChangeAspect="1" noChangeArrowheads="1" noTextEdit="1"/>
          </p:cNvSpPr>
          <p:nvPr>
            <p:ph type="sldImg" idx="2"/>
          </p:nvPr>
        </p:nvSpPr>
        <p:spPr bwMode="auto">
          <a:xfrm>
            <a:off x="1195388" y="692150"/>
            <a:ext cx="4606925" cy="3455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1" name="Rectangle 5">
            <a:extLst>
              <a:ext uri="{FF2B5EF4-FFF2-40B4-BE49-F238E27FC236}">
                <a16:creationId xmlns:a16="http://schemas.microsoft.com/office/drawing/2014/main" id="{97055D38-5935-4F53-98BF-363975691D60}"/>
              </a:ext>
            </a:extLst>
          </p:cNvPr>
          <p:cNvSpPr>
            <a:spLocks noGrp="1" noChangeArrowheads="1"/>
          </p:cNvSpPr>
          <p:nvPr>
            <p:ph type="body" sz="quarter" idx="3"/>
          </p:nvPr>
        </p:nvSpPr>
        <p:spPr bwMode="auto">
          <a:xfrm>
            <a:off x="922758" y="4379296"/>
            <a:ext cx="5152067" cy="4225636"/>
          </a:xfrm>
          <a:prstGeom prst="rect">
            <a:avLst/>
          </a:prstGeom>
          <a:noFill/>
          <a:ln w="9525">
            <a:noFill/>
            <a:miter lim="800000"/>
            <a:headEnd/>
            <a:tailEnd/>
          </a:ln>
          <a:effectLst/>
        </p:spPr>
        <p:txBody>
          <a:bodyPr vert="horz" wrap="square" lIns="92226" tIns="46113" rIns="92226" bIns="461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a:extLst>
              <a:ext uri="{FF2B5EF4-FFF2-40B4-BE49-F238E27FC236}">
                <a16:creationId xmlns:a16="http://schemas.microsoft.com/office/drawing/2014/main" id="{7EC2A8ED-094D-4B30-989C-5D5F23C8BFB5}"/>
              </a:ext>
            </a:extLst>
          </p:cNvPr>
          <p:cNvSpPr>
            <a:spLocks noGrp="1" noChangeArrowheads="1"/>
          </p:cNvSpPr>
          <p:nvPr>
            <p:ph type="ftr" sz="quarter" idx="4"/>
          </p:nvPr>
        </p:nvSpPr>
        <p:spPr bwMode="auto">
          <a:xfrm>
            <a:off x="0" y="8835421"/>
            <a:ext cx="3075861" cy="460979"/>
          </a:xfrm>
          <a:prstGeom prst="rect">
            <a:avLst/>
          </a:prstGeom>
          <a:noFill/>
          <a:ln w="9525">
            <a:noFill/>
            <a:miter lim="800000"/>
            <a:headEnd/>
            <a:tailEnd/>
          </a:ln>
          <a:effectLst/>
        </p:spPr>
        <p:txBody>
          <a:bodyPr vert="horz" wrap="square" lIns="92226" tIns="46113" rIns="92226" bIns="46113" numCol="1" anchor="b" anchorCtr="0" compatLnSpc="1">
            <a:prstTxWarp prst="textNoShape">
              <a:avLst/>
            </a:prstTxWarp>
          </a:bodyPr>
          <a:lstStyle>
            <a:lvl1pPr>
              <a:defRPr sz="1200"/>
            </a:lvl1pPr>
          </a:lstStyle>
          <a:p>
            <a:pPr>
              <a:defRPr/>
            </a:pPr>
            <a:endParaRPr lang="en-US"/>
          </a:p>
        </p:txBody>
      </p:sp>
      <p:sp>
        <p:nvSpPr>
          <p:cNvPr id="39943" name="Rectangle 7">
            <a:extLst>
              <a:ext uri="{FF2B5EF4-FFF2-40B4-BE49-F238E27FC236}">
                <a16:creationId xmlns:a16="http://schemas.microsoft.com/office/drawing/2014/main" id="{5A23E858-4C1C-4B5F-BA99-5D48E9F178BA}"/>
              </a:ext>
            </a:extLst>
          </p:cNvPr>
          <p:cNvSpPr>
            <a:spLocks noGrp="1" noChangeArrowheads="1"/>
          </p:cNvSpPr>
          <p:nvPr>
            <p:ph type="sldNum" sz="quarter" idx="5"/>
          </p:nvPr>
        </p:nvSpPr>
        <p:spPr bwMode="auto">
          <a:xfrm>
            <a:off x="3998619" y="8835421"/>
            <a:ext cx="2998965" cy="460979"/>
          </a:xfrm>
          <a:prstGeom prst="rect">
            <a:avLst/>
          </a:prstGeom>
          <a:noFill/>
          <a:ln w="9525">
            <a:noFill/>
            <a:miter lim="800000"/>
            <a:headEnd/>
            <a:tailEnd/>
          </a:ln>
          <a:effectLst/>
        </p:spPr>
        <p:txBody>
          <a:bodyPr vert="horz" wrap="square" lIns="92226" tIns="46113" rIns="92226" bIns="46113" numCol="1" anchor="b" anchorCtr="0" compatLnSpc="1">
            <a:prstTxWarp prst="textNoShape">
              <a:avLst/>
            </a:prstTxWarp>
          </a:bodyPr>
          <a:lstStyle>
            <a:lvl1pPr algn="r">
              <a:defRPr sz="1200"/>
            </a:lvl1pPr>
          </a:lstStyle>
          <a:p>
            <a:fld id="{DB081016-DCCF-4951-96A4-5C656B2A5A7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04800"/>
            <a:ext cx="3089275" cy="2317750"/>
          </a:xfrm>
        </p:spPr>
      </p:sp>
      <p:sp>
        <p:nvSpPr>
          <p:cNvPr id="3" name="Notes Placeholder 2"/>
          <p:cNvSpPr>
            <a:spLocks noGrp="1"/>
          </p:cNvSpPr>
          <p:nvPr>
            <p:ph type="body" idx="1"/>
          </p:nvPr>
        </p:nvSpPr>
        <p:spPr/>
        <p:txBody>
          <a:bodyPr/>
          <a:lstStyle/>
          <a:p>
            <a:endParaRPr lang="en-US" i="1" dirty="0"/>
          </a:p>
          <a:p>
            <a:endParaRPr lang="en-US" i="1"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0</a:t>
            </a:fld>
            <a:endParaRPr lang="en-US" altLang="en-US" dirty="0"/>
          </a:p>
        </p:txBody>
      </p:sp>
      <p:sp>
        <p:nvSpPr>
          <p:cNvPr id="5" name="TextBox 4">
            <a:extLst>
              <a:ext uri="{FF2B5EF4-FFF2-40B4-BE49-F238E27FC236}">
                <a16:creationId xmlns:a16="http://schemas.microsoft.com/office/drawing/2014/main" id="{9D0A2826-F6B1-4A18-A496-E791AFD0F942}"/>
              </a:ext>
            </a:extLst>
          </p:cNvPr>
          <p:cNvSpPr txBox="1"/>
          <p:nvPr/>
        </p:nvSpPr>
        <p:spPr>
          <a:xfrm>
            <a:off x="134815" y="2853039"/>
            <a:ext cx="6858000" cy="6247864"/>
          </a:xfrm>
          <a:prstGeom prst="rect">
            <a:avLst/>
          </a:prstGeom>
          <a:noFill/>
        </p:spPr>
        <p:txBody>
          <a:bodyPr wrap="square" rtlCol="0">
            <a:spAutoFit/>
          </a:bodyPr>
          <a:lstStyle/>
          <a:p>
            <a:r>
              <a:rPr lang="en-US" sz="1600" dirty="0"/>
              <a:t>Thank you. Brian</a:t>
            </a:r>
          </a:p>
          <a:p>
            <a:endParaRPr lang="en-US" sz="1600" dirty="0"/>
          </a:p>
          <a:p>
            <a:r>
              <a:rPr lang="en-US" sz="1600" dirty="0"/>
              <a:t>The work I’m describing today is the output of a research team on that directs skills in data science and public policy with the long term agenda of the US Federal Statistical agency where I work, the National Center for Science and Engineering Statistics.  </a:t>
            </a:r>
          </a:p>
          <a:p>
            <a:r>
              <a:rPr lang="en-US" sz="1600" dirty="0"/>
              <a:t>We are interested in measuring inputs and outputs of the S&amp;E enterprise.  As many of the outputs are knowledge and knowledge products, we may be able to measure inputs in dollars, but market measurements alone are not going to cut it to fully understand output and impact. </a:t>
            </a:r>
          </a:p>
          <a:p>
            <a:r>
              <a:rPr lang="en-US" sz="1600" dirty="0"/>
              <a:t>  Thus, I am going to talk about resource costs, and then talk about impacts, and those impacts are not measured in dollars. the statistics and indicators for understanding  the US S&amp;E enterprise in a global context.  Software is a form of stored and shared knowledge that is on of the outputs of that global enterprise. </a:t>
            </a:r>
          </a:p>
          <a:p>
            <a:endParaRPr lang="en-US" sz="1600" dirty="0"/>
          </a:p>
          <a:p>
            <a:r>
              <a:rPr lang="en-US" sz="1600" dirty="0"/>
              <a:t> </a:t>
            </a:r>
            <a:r>
              <a:rPr lang="en-US" sz="1600" dirty="0">
                <a:highlight>
                  <a:srgbClr val="FFFF00"/>
                </a:highlight>
              </a:rPr>
              <a:t>We see OSS as a subset of intangible capital, digital tools created with resources diverted from current consumption to produce future benefits. Market measures do not fully account for these tools, and for tools that are shared freely, we are going to need a different set of measures. Using information we gather from the OSS programs themselves and from the websites where the programs are shared, estimate resource cost</a:t>
            </a:r>
            <a:r>
              <a:rPr lang="en-US" sz="1600" dirty="0"/>
              <a:t>, in dollars.  , and impact, not in dollars, but terms of usage by other software. </a:t>
            </a:r>
          </a:p>
          <a:p>
            <a:endParaRPr lang="en-US" sz="1600" dirty="0"/>
          </a:p>
          <a:p>
            <a:endParaRPr lang="en-US" sz="1600" dirty="0"/>
          </a:p>
          <a:p>
            <a:endParaRPr lang="en-US" sz="1600" dirty="0"/>
          </a:p>
        </p:txBody>
      </p:sp>
    </p:spTree>
    <p:extLst>
      <p:ext uri="{BB962C8B-B14F-4D97-AF65-F5344CB8AC3E}">
        <p14:creationId xmlns:p14="http://schemas.microsoft.com/office/powerpoint/2010/main" val="2520813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257175"/>
            <a:ext cx="1687513" cy="1266825"/>
          </a:xfrm>
        </p:spPr>
      </p:sp>
      <p:sp>
        <p:nvSpPr>
          <p:cNvPr id="3" name="Notes Placeholder 2"/>
          <p:cNvSpPr>
            <a:spLocks noGrp="1"/>
          </p:cNvSpPr>
          <p:nvPr>
            <p:ph type="body" idx="1"/>
          </p:nvPr>
        </p:nvSpPr>
        <p:spPr>
          <a:xfrm>
            <a:off x="121753" y="4343400"/>
            <a:ext cx="6736248" cy="5562600"/>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extBox 3">
            <a:extLst>
              <a:ext uri="{FF2B5EF4-FFF2-40B4-BE49-F238E27FC236}">
                <a16:creationId xmlns:a16="http://schemas.microsoft.com/office/drawing/2014/main" id="{14372D9A-A85C-47E2-A6C4-1C251E4EAA91}"/>
              </a:ext>
            </a:extLst>
          </p:cNvPr>
          <p:cNvSpPr txBox="1"/>
          <p:nvPr/>
        </p:nvSpPr>
        <p:spPr>
          <a:xfrm>
            <a:off x="0" y="1524000"/>
            <a:ext cx="6822832" cy="8956298"/>
          </a:xfrm>
          <a:prstGeom prst="rect">
            <a:avLst/>
          </a:prstGeom>
          <a:noFill/>
        </p:spPr>
        <p:txBody>
          <a:bodyPr wrap="square" rtlCol="0">
            <a:spAutoFit/>
          </a:bodyPr>
          <a:lstStyle/>
          <a:p>
            <a:r>
              <a:rPr lang="en-US" sz="1600" dirty="0"/>
              <a:t>Open source software is computer software that can be freely accessed, used, changed, and shared by anyone</a:t>
            </a:r>
            <a:r>
              <a:rPr lang="en-US" sz="1600" dirty="0">
                <a:highlight>
                  <a:srgbClr val="FFFF00"/>
                </a:highlight>
              </a:rPr>
              <a:t>. Proprietary software, by contrast,  has code that is generally not accessible for modification, and licensing or purchase fees are often charged. </a:t>
            </a:r>
          </a:p>
          <a:p>
            <a:r>
              <a:rPr lang="en-US" sz="1600" dirty="0"/>
              <a:t>U.S. tech companies are interested, Microsoft recently purchased </a:t>
            </a:r>
            <a:r>
              <a:rPr lang="en-US" sz="1600" dirty="0" err="1"/>
              <a:t>Github</a:t>
            </a:r>
            <a:r>
              <a:rPr lang="en-US" sz="1600" dirty="0"/>
              <a:t>, a popular OSS repository, and IBM purchased </a:t>
            </a:r>
            <a:r>
              <a:rPr lang="en-US" sz="1600" dirty="0" err="1"/>
              <a:t>Redhat</a:t>
            </a:r>
            <a:r>
              <a:rPr lang="en-US" sz="1600" dirty="0"/>
              <a:t>, a distributor of </a:t>
            </a:r>
            <a:r>
              <a:rPr lang="en-US" sz="1600" dirty="0" err="1"/>
              <a:t>Linnux</a:t>
            </a:r>
            <a:r>
              <a:rPr lang="en-US" sz="1600" dirty="0"/>
              <a:t>.  distributor, </a:t>
            </a:r>
          </a:p>
          <a:p>
            <a:r>
              <a:rPr lang="en-US" sz="1600" dirty="0"/>
              <a:t>Apache is open source server software developed with federal and state funds at the National Center for Supercomputing Applications (in Illinois). Today you can download it for free or alternatively, you could purchase proprietary Microsoft server software for around $1000. Many go with Apache -- currently on more than half of the world’s busiest websites. Researchers Shane Greenstein and Frank Nagle have estimated that it would cost between $2 and $10 billion dollars to replace these Apache servers with proprietary Microsoft software.</a:t>
            </a:r>
          </a:p>
          <a:p>
            <a:r>
              <a:rPr lang="en-US" sz="1600" dirty="0"/>
              <a:t>Substantial contributions are international. Linux, developed originally by a student at the University of Helsinki, R, University of Auckland in New Zealand R does much of  the widely used statistical programming software packages, SAS and Stata, can do, without the per user license cost of several thousand dollars. </a:t>
            </a:r>
          </a:p>
          <a:p>
            <a:r>
              <a:rPr lang="en-US" sz="1600" dirty="0"/>
              <a:t>In addition to being widely used, both by businesses and others, these three examples of open source software share another feature as well.  They were originally developed outside of the private sector, in universities and in government supported facilities.</a:t>
            </a:r>
          </a:p>
          <a:p>
            <a:endParaRPr lang="en-US" sz="1600" dirty="0"/>
          </a:p>
          <a:p>
            <a:r>
              <a:rPr lang="en-US" sz="1600" b="1" dirty="0"/>
              <a:t>Here is what we do</a:t>
            </a:r>
          </a:p>
          <a:p>
            <a:endParaRPr lang="en-US" sz="1600" dirty="0"/>
          </a:p>
          <a:p>
            <a:r>
              <a:rPr lang="en-US" sz="1600" dirty="0"/>
              <a:t>Our usage measure is akin to that used for other knowledge products, I’’ use two examples to illustrate the work.  OSS created with US Federal funding, and then four OSS languages: R, Julia, </a:t>
            </a:r>
            <a:r>
              <a:rPr lang="en-US" sz="1600" dirty="0" err="1"/>
              <a:t>Javascript</a:t>
            </a:r>
            <a:r>
              <a:rPr lang="en-US" sz="1600" dirty="0"/>
              <a:t>, and Python.  We have a bottom up method we think is scalable, and I’m sharing that method and early results today. </a:t>
            </a:r>
          </a:p>
          <a:p>
            <a:endParaRPr lang="en-US" sz="1600" dirty="0"/>
          </a:p>
          <a:p>
            <a:r>
              <a:rPr lang="en-US" sz="1600" dirty="0"/>
              <a:t> </a:t>
            </a:r>
          </a:p>
          <a:p>
            <a:endParaRPr lang="en-US" sz="1600" dirty="0"/>
          </a:p>
          <a:p>
            <a:endParaRPr lang="en-US" sz="1600" dirty="0"/>
          </a:p>
          <a:p>
            <a:endParaRPr lang="en-US" sz="1600" dirty="0"/>
          </a:p>
          <a:p>
            <a:endParaRPr lang="en-US" sz="1600" dirty="0"/>
          </a:p>
        </p:txBody>
      </p:sp>
    </p:spTree>
    <p:extLst>
      <p:ext uri="{BB962C8B-B14F-4D97-AF65-F5344CB8AC3E}">
        <p14:creationId xmlns:p14="http://schemas.microsoft.com/office/powerpoint/2010/main" val="3086193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95400" y="304800"/>
            <a:ext cx="3046413" cy="2286000"/>
          </a:xfrm>
        </p:spPr>
      </p:sp>
      <p:sp>
        <p:nvSpPr>
          <p:cNvPr id="3" name="Notes Placeholder 2"/>
          <p:cNvSpPr>
            <a:spLocks noGrp="1"/>
          </p:cNvSpPr>
          <p:nvPr>
            <p:ph type="body" idx="1"/>
          </p:nvPr>
        </p:nvSpPr>
        <p:spPr>
          <a:xfrm>
            <a:off x="121753" y="4343400"/>
            <a:ext cx="6736248" cy="5562600"/>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Notes Placeholder 2">
            <a:extLst>
              <a:ext uri="{FF2B5EF4-FFF2-40B4-BE49-F238E27FC236}">
                <a16:creationId xmlns:a16="http://schemas.microsoft.com/office/drawing/2014/main" id="{19C1A162-8413-49A8-BA12-35544046B884}"/>
              </a:ext>
            </a:extLst>
          </p:cNvPr>
          <p:cNvSpPr txBox="1">
            <a:spLocks/>
          </p:cNvSpPr>
          <p:nvPr/>
        </p:nvSpPr>
        <p:spPr bwMode="auto">
          <a:xfrm>
            <a:off x="609600" y="2743200"/>
            <a:ext cx="5456311" cy="5788154"/>
          </a:xfrm>
          <a:prstGeom prst="rect">
            <a:avLst/>
          </a:prstGeom>
          <a:noFill/>
          <a:ln w="9525">
            <a:noFill/>
            <a:miter lim="800000"/>
            <a:headEnd/>
            <a:tailEnd/>
          </a:ln>
          <a:effectLst/>
        </p:spPr>
        <p:txBody>
          <a:bodyPr vert="horz" wrap="square" lIns="92226" tIns="46113" rIns="92226" bIns="46113" numCol="1" anchor="t" anchorCtr="0" compatLnSpc="1">
            <a:prstTxWarp prst="textNoShape">
              <a:avLst/>
            </a:prstTxWarp>
          </a:bodyPr>
          <a:lst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endParaRPr lang="en-US" dirty="0"/>
          </a:p>
          <a:p>
            <a:r>
              <a:rPr lang="en-US" sz="1400" dirty="0"/>
              <a:t>Changes in BEA’s GDP accounts come in three flavors, definitional, methodological, and source data.</a:t>
            </a:r>
          </a:p>
          <a:p>
            <a:r>
              <a:rPr lang="en-US" sz="1400" dirty="0"/>
              <a:t>Our work does not propose or imply any change the definition of Investment in BEA’s GDP accounts.  It’s value for GDP measurement is in the use of alternative methodology and source data that focuses on a subset of an investment category in the national economics accounts.  The bottom -up method we use may reveal some currently unaccounted-for software investment—I think that will happen, and so BEA may be interested.  </a:t>
            </a:r>
          </a:p>
          <a:p>
            <a:r>
              <a:rPr lang="en-US" sz="1400" dirty="0"/>
              <a:t>However, the main goal of the project is to improve our measurement knowledge products, include products created and exchange both within and outside of the market.  This is a pretty interesting topic in and of itself, and for my agency, NCSES, it will help us provide better indicators of the US S&amp;E enterprise in a global context, as well as highlight the role of public spending in producing useful knowledge products. </a:t>
            </a:r>
          </a:p>
        </p:txBody>
      </p:sp>
    </p:spTree>
    <p:extLst>
      <p:ext uri="{BB962C8B-B14F-4D97-AF65-F5344CB8AC3E}">
        <p14:creationId xmlns:p14="http://schemas.microsoft.com/office/powerpoint/2010/main" val="2638642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2338" y="381000"/>
            <a:ext cx="2379662" cy="1785938"/>
          </a:xfrm>
        </p:spPr>
      </p:sp>
      <p:sp>
        <p:nvSpPr>
          <p:cNvPr id="3" name="Notes Placeholder 2"/>
          <p:cNvSpPr>
            <a:spLocks noGrp="1"/>
          </p:cNvSpPr>
          <p:nvPr>
            <p:ph type="body" idx="1"/>
          </p:nvPr>
        </p:nvSpPr>
        <p:spPr>
          <a:xfrm>
            <a:off x="922338" y="2535382"/>
            <a:ext cx="5220329" cy="4779818"/>
          </a:xfrm>
        </p:spPr>
        <p:txBody>
          <a:bodyPr/>
          <a:lstStyle/>
          <a:p>
            <a:r>
              <a:rPr lang="en-US" dirty="0">
                <a:latin typeface="Arial" panose="020B0604020202020204" pitchFamily="34" charset="0"/>
                <a:cs typeface="Arial" panose="020B0604020202020204" pitchFamily="34" charset="0"/>
              </a:rPr>
              <a:t>The BEA has been including long-lasting software as investment, since1999 and has a well-established methodology that is widely used by many nations. </a:t>
            </a:r>
          </a:p>
          <a:p>
            <a:r>
              <a:rPr lang="en-US" dirty="0">
                <a:latin typeface="Arial" panose="020B0604020202020204" pitchFamily="34" charset="0"/>
                <a:cs typeface="Arial" panose="020B0604020202020204" pitchFamily="34" charset="0"/>
              </a:rPr>
              <a:t>BEA reports that private investment in software in 2018 was $352.9 billion dollars, composed of $147.6 billion in prepackaged software, $141.1 billion for custom software and $64.3 billion dollars for own-account software.</a:t>
            </a:r>
          </a:p>
          <a:p>
            <a:r>
              <a:rPr lang="en-US" dirty="0">
                <a:latin typeface="Arial" panose="020B0604020202020204" pitchFamily="34" charset="0"/>
                <a:cs typeface="Arial" panose="020B0604020202020204" pitchFamily="34" charset="0"/>
              </a:rPr>
              <a:t> Government investment for 2017 are not yet available from BEA, however, for 2016 Government investment in software was $10.7  billion dollars for Federal and $10.7 billion dollars for State and Local, the category that includes investments by public universities (BEA, 2017.)</a:t>
            </a:r>
          </a:p>
          <a:p>
            <a:r>
              <a:rPr lang="en-US" dirty="0">
                <a:latin typeface="Arial" panose="020B0604020202020204" pitchFamily="34" charset="0"/>
                <a:cs typeface="Arial" panose="020B0604020202020204" pitchFamily="34" charset="0"/>
              </a:rPr>
              <a:t> Overall software accounts for about 381 billion dollars a year in  fixed investment.  Conceptually, this amount includes software purchased or created inhouse but excludes software acquired for free from others. </a:t>
            </a:r>
          </a:p>
          <a:p>
            <a:r>
              <a:rPr lang="en-US" dirty="0">
                <a:latin typeface="Arial" panose="020B0604020202020204" pitchFamily="34" charset="0"/>
                <a:cs typeface="Arial" panose="020B0604020202020204" pitchFamily="34" charset="0"/>
              </a:rPr>
              <a:t>It is measured based on in-house expenditures for its creation. </a:t>
            </a:r>
          </a:p>
          <a:p>
            <a:r>
              <a:rPr lang="en-US" dirty="0">
                <a:latin typeface="Arial" panose="020B0604020202020204" pitchFamily="34" charset="0"/>
                <a:cs typeface="Arial" panose="020B0604020202020204" pitchFamily="34" charset="0"/>
              </a:rPr>
              <a:t>So, where in this figure open source software? As I understand it, software created inhouse that is used internally, without respect to whether or not the creator has shared it with others as open source. </a:t>
            </a:r>
            <a:r>
              <a:rPr lang="en-US" dirty="0" err="1">
                <a:latin typeface="Arial" panose="020B0604020202020204" pitchFamily="34" charset="0"/>
                <a:cs typeface="Arial" panose="020B0604020202020204" pitchFamily="34" charset="0"/>
              </a:rPr>
              <a:t>Rresources</a:t>
            </a:r>
            <a:r>
              <a:rPr lang="en-US" dirty="0">
                <a:latin typeface="Arial" panose="020B0604020202020204" pitchFamily="34" charset="0"/>
                <a:cs typeface="Arial" panose="020B0604020202020204" pitchFamily="34" charset="0"/>
              </a:rPr>
              <a:t> shift from consumption to creating something that provides value in use over a long period of time to its creator.  </a:t>
            </a:r>
          </a:p>
          <a:p>
            <a:r>
              <a:rPr lang="en-US" dirty="0">
                <a:latin typeface="Arial" panose="020B0604020202020204" pitchFamily="34" charset="0"/>
                <a:cs typeface="Arial" panose="020B0604020202020204" pitchFamily="34" charset="0"/>
              </a:rPr>
              <a:t>In these cases, open source software is a component of own account software.  That would put it here [click] in this figure. </a:t>
            </a:r>
          </a:p>
          <a:p>
            <a:r>
              <a:rPr lang="en-US" dirty="0">
                <a:latin typeface="Arial" panose="020B0604020202020204" pitchFamily="34" charset="0"/>
                <a:cs typeface="Arial" panose="020B0604020202020204" pitchFamily="34" charset="0"/>
              </a:rPr>
              <a:t>Coming back to public investment, that means that open source software, created in public universities and government labs belong here in State and Local Investment, and here in Federal investment.  Private university created open source software would be within the private estimates, as would any created by private nonprofit institutions. </a:t>
            </a:r>
          </a:p>
          <a:p>
            <a:r>
              <a:rPr lang="en-US" dirty="0"/>
              <a:t>And OSS created in foreign universities, like R or </a:t>
            </a:r>
            <a:r>
              <a:rPr lang="en-US" dirty="0" err="1"/>
              <a:t>Linnux</a:t>
            </a:r>
            <a:r>
              <a:rPr lang="en-US" dirty="0"/>
              <a:t>, would originally be created in an “rest of the world” category</a:t>
            </a:r>
            <a:r>
              <a:rPr lang="en-US" b="1" dirty="0"/>
              <a:t>. </a:t>
            </a:r>
          </a:p>
          <a:p>
            <a:r>
              <a:rPr lang="en-US" dirty="0"/>
              <a:t>Right hand side </a:t>
            </a:r>
          </a:p>
          <a:p>
            <a:r>
              <a:rPr lang="en-US" dirty="0"/>
              <a:t>BEA’s software subcategories are prepackaged, custom, and own account</a:t>
            </a:r>
          </a:p>
          <a:p>
            <a:endParaRPr lang="en-US" dirty="0"/>
          </a:p>
          <a:p>
            <a:r>
              <a:rPr lang="en-US" dirty="0"/>
              <a:t>BEA’s economic sectors are private and public, with breakdowns.</a:t>
            </a:r>
          </a:p>
          <a:p>
            <a:endParaRPr lang="en-US" dirty="0"/>
          </a:p>
          <a:p>
            <a:r>
              <a:rPr lang="en-US" dirty="0"/>
              <a:t>Gray columns are outside of the national accounts –household sector and ROW—here we are stepping outside of the “box”</a:t>
            </a:r>
          </a:p>
          <a:p>
            <a:endParaRPr lang="en-US" dirty="0"/>
          </a:p>
          <a:p>
            <a:r>
              <a:rPr lang="en-US" dirty="0"/>
              <a:t>Our view is that Custom and Own-account can be further subdivided into proprietary and OSS, and that by doing it, we can identify and begin to separately count OSS, along with its source, based on funding.  </a:t>
            </a:r>
          </a:p>
          <a:p>
            <a:endParaRPr lang="en-US" dirty="0"/>
          </a:p>
          <a:p>
            <a:r>
              <a:rPr lang="en-US" dirty="0"/>
              <a:t>We imagine this table filled out, and suggest using resource cost as the measure.  This corresponds to the way that BEA and the SNA recommend measuring own account investment</a:t>
            </a:r>
          </a:p>
          <a:p>
            <a:endParaRPr lang="en-US" dirty="0"/>
          </a:p>
          <a:p>
            <a:r>
              <a:rPr lang="en-US" dirty="0"/>
              <a:t>This cost estimation applied to 4 open source languages, where the packages and metadata were collected from </a:t>
            </a:r>
            <a:r>
              <a:rPr lang="en-US" dirty="0" err="1"/>
              <a:t>Github</a:t>
            </a:r>
            <a:r>
              <a:rPr lang="en-US" dirty="0"/>
              <a:t>. </a:t>
            </a:r>
          </a:p>
          <a:p>
            <a:r>
              <a:rPr lang="en-US" dirty="0"/>
              <a:t>Coming back to public investment, that means that open source software, like Apache, created in public universities and government labs belong here in State and Local Investment, and here in Federal investment.  Private university created open source software would be within the private estimates, as would any created by private nonprofit institutions. </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3</a:t>
            </a:fld>
            <a:endParaRPr lang="en-US" altLang="en-US"/>
          </a:p>
        </p:txBody>
      </p:sp>
    </p:spTree>
    <p:extLst>
      <p:ext uri="{BB962C8B-B14F-4D97-AF65-F5344CB8AC3E}">
        <p14:creationId xmlns:p14="http://schemas.microsoft.com/office/powerpoint/2010/main" val="312026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2338" y="381000"/>
            <a:ext cx="2379662" cy="1785938"/>
          </a:xfrm>
        </p:spPr>
      </p:sp>
      <p:sp>
        <p:nvSpPr>
          <p:cNvPr id="3" name="Notes Placeholder 2"/>
          <p:cNvSpPr>
            <a:spLocks noGrp="1"/>
          </p:cNvSpPr>
          <p:nvPr>
            <p:ph type="body" idx="1"/>
          </p:nvPr>
        </p:nvSpPr>
        <p:spPr>
          <a:xfrm>
            <a:off x="922338" y="2535382"/>
            <a:ext cx="5220329" cy="4779818"/>
          </a:xfrm>
        </p:spPr>
        <p:txBody>
          <a:bodyPr/>
          <a:lstStyle/>
          <a:p>
            <a:r>
              <a:rPr lang="en-US" dirty="0"/>
              <a:t>Right hand side </a:t>
            </a:r>
          </a:p>
          <a:p>
            <a:r>
              <a:rPr lang="en-US" dirty="0"/>
              <a:t>BEA’s software subcategories are prepackaged, custom, and own account</a:t>
            </a:r>
          </a:p>
          <a:p>
            <a:endParaRPr lang="en-US" dirty="0"/>
          </a:p>
          <a:p>
            <a:r>
              <a:rPr lang="en-US" dirty="0"/>
              <a:t>BEA’s economic sectors are private and public, with breakdowns.</a:t>
            </a:r>
          </a:p>
          <a:p>
            <a:endParaRPr lang="en-US" dirty="0"/>
          </a:p>
          <a:p>
            <a:r>
              <a:rPr lang="en-US" dirty="0"/>
              <a:t>Changes in BEA’s GDP accounts come in three flavors, definitional, methodological, and source data.</a:t>
            </a:r>
          </a:p>
          <a:p>
            <a:r>
              <a:rPr lang="en-US" dirty="0"/>
              <a:t>Our work does not propose or imply any change the definition of Investment in BEA’s GDP accounts.  It’s value for GDP measurement is in the use of alternative methodology and source data that focuses on a subset of an investment category in the national economics accounts.  The bottom -up method we use may reveal some currently unaccounted-for software investment—I think that will happen, and so BEA may be interested.  </a:t>
            </a:r>
          </a:p>
          <a:p>
            <a:r>
              <a:rPr lang="en-US" dirty="0"/>
              <a:t>However, the main goal of the project is to improve our measurement knowledge products, include products created and exchange both within and outside of the market.  This is a pretty interesting topic in and of itself, and for my agency, NCSES, it will help us provide better indicators of the US S&amp;E enterprise in a global context, as well as highlight the role of public spending in producing useful knowledge products. </a:t>
            </a:r>
          </a:p>
          <a:p>
            <a:endParaRPr lang="en-US" dirty="0"/>
          </a:p>
          <a:p>
            <a:r>
              <a:rPr lang="en-US" dirty="0"/>
              <a:t>Gray columns are outside of the national accounts –household sector and ROW—here we are stepping outside of the “box”</a:t>
            </a:r>
          </a:p>
          <a:p>
            <a:endParaRPr lang="en-US" dirty="0"/>
          </a:p>
          <a:p>
            <a:r>
              <a:rPr lang="en-US" dirty="0"/>
              <a:t>Our view is that Custom and Own-account can be further subdivided into proprietary and OSS, and that by doing it, we can identify and begin to separately count OSS, along with its source, based on funding.  </a:t>
            </a:r>
          </a:p>
          <a:p>
            <a:endParaRPr lang="en-US" dirty="0"/>
          </a:p>
          <a:p>
            <a:r>
              <a:rPr lang="en-US" dirty="0"/>
              <a:t>We imagine this table filled out, and suggest using resource cost as the measure.  This corresponds to the way that BEA and the SNA recommend measuring own account investment</a:t>
            </a:r>
          </a:p>
          <a:p>
            <a:endParaRPr lang="en-US" dirty="0"/>
          </a:p>
          <a:p>
            <a:r>
              <a:rPr lang="en-US" dirty="0"/>
              <a:t>This cost estimation applied to 4 open source languages, where the packages and metadata were collected from </a:t>
            </a:r>
            <a:r>
              <a:rPr lang="en-US" dirty="0" err="1"/>
              <a:t>Github</a:t>
            </a:r>
            <a:r>
              <a:rPr lang="en-US" dirty="0"/>
              <a:t>. </a:t>
            </a:r>
          </a:p>
          <a:p>
            <a:r>
              <a:rPr lang="en-US" dirty="0"/>
              <a:t>Coming back to public investment, that means that open source software, like Apache, created in public universities and government labs belong here in State and Local Investment, and here in Federal investment.  Private university created open source software would be within the private estimates, as would any created by private nonprofit institutions. </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4</a:t>
            </a:fld>
            <a:endParaRPr lang="en-US" altLang="en-US"/>
          </a:p>
        </p:txBody>
      </p:sp>
    </p:spTree>
    <p:extLst>
      <p:ext uri="{BB962C8B-B14F-4D97-AF65-F5344CB8AC3E}">
        <p14:creationId xmlns:p14="http://schemas.microsoft.com/office/powerpoint/2010/main" val="2394399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2338" y="381000"/>
            <a:ext cx="2379662" cy="1785938"/>
          </a:xfrm>
        </p:spPr>
      </p:sp>
      <p:sp>
        <p:nvSpPr>
          <p:cNvPr id="3" name="Notes Placeholder 2"/>
          <p:cNvSpPr>
            <a:spLocks noGrp="1"/>
          </p:cNvSpPr>
          <p:nvPr>
            <p:ph type="body" idx="1"/>
          </p:nvPr>
        </p:nvSpPr>
        <p:spPr>
          <a:xfrm>
            <a:off x="922338" y="2535382"/>
            <a:ext cx="5220329" cy="4779818"/>
          </a:xfrm>
        </p:spPr>
        <p:txBody>
          <a:bodyPr/>
          <a:lstStyle/>
          <a:p>
            <a:r>
              <a:rPr lang="en-US" dirty="0"/>
              <a:t>Right hand side </a:t>
            </a:r>
          </a:p>
          <a:p>
            <a:r>
              <a:rPr lang="en-US" dirty="0"/>
              <a:t>BEA’s software subcategories are prepackaged, custom, and own account</a:t>
            </a:r>
          </a:p>
          <a:p>
            <a:endParaRPr lang="en-US" dirty="0"/>
          </a:p>
          <a:p>
            <a:r>
              <a:rPr lang="en-US" dirty="0"/>
              <a:t>BEA’s economic sectors are private and public, with breakdowns.</a:t>
            </a:r>
          </a:p>
          <a:p>
            <a:endParaRPr lang="en-US" dirty="0"/>
          </a:p>
          <a:p>
            <a:r>
              <a:rPr lang="en-US" dirty="0"/>
              <a:t>Changes in BEA’s GDP accounts come in three flavors, definitional, methodological, and source data.</a:t>
            </a:r>
          </a:p>
          <a:p>
            <a:r>
              <a:rPr lang="en-US" dirty="0"/>
              <a:t>Our work does not propose or imply any change the definition of Investment in BEA’s GDP accounts.  It’s value for GDP measurement is in the use of alternative methodology and source data that focuses on a subset of an investment category in the national economics accounts.  The bottom -up method we use may reveal some currently unaccounted-for software investment—I think that will happen, and so BEA may be interested.  </a:t>
            </a:r>
          </a:p>
          <a:p>
            <a:r>
              <a:rPr lang="en-US" dirty="0"/>
              <a:t>However, the main goal of the project is to improve our measurement knowledge products, include products created and exchange both within and outside of the market.  This is a pretty interesting topic in and of itself, and for my agency, NCSES, it will help us provide better indicators of the US S&amp;E enterprise in a global context, as well as highlight the role of public spending in producing useful knowledge products. </a:t>
            </a:r>
          </a:p>
          <a:p>
            <a:endParaRPr lang="en-US" dirty="0"/>
          </a:p>
          <a:p>
            <a:r>
              <a:rPr lang="en-US" dirty="0"/>
              <a:t>Gray columns are outside of the national accounts –household sector and ROW—here we are stepping outside of the “box”</a:t>
            </a:r>
          </a:p>
          <a:p>
            <a:endParaRPr lang="en-US" dirty="0"/>
          </a:p>
          <a:p>
            <a:r>
              <a:rPr lang="en-US" dirty="0"/>
              <a:t>Our view is that Custom and Own-account can be further subdivided into proprietary and OSS, and that by doing it, we can identify and begin to separately count OSS, along with its source, based on funding.  </a:t>
            </a:r>
          </a:p>
          <a:p>
            <a:endParaRPr lang="en-US" dirty="0"/>
          </a:p>
          <a:p>
            <a:r>
              <a:rPr lang="en-US" dirty="0"/>
              <a:t>We imagine this table filled out, and suggest using resource cost as the measure.  This corresponds to the way that BEA and the SNA recommend measuring own account investment</a:t>
            </a:r>
          </a:p>
          <a:p>
            <a:endParaRPr lang="en-US" dirty="0"/>
          </a:p>
          <a:p>
            <a:r>
              <a:rPr lang="en-US" dirty="0"/>
              <a:t>This cost estimation applied to 4 open source languages, where the packages and metadata were collected from </a:t>
            </a:r>
            <a:r>
              <a:rPr lang="en-US" dirty="0" err="1"/>
              <a:t>Github</a:t>
            </a:r>
            <a:r>
              <a:rPr lang="en-US" dirty="0"/>
              <a:t>. </a:t>
            </a:r>
          </a:p>
          <a:p>
            <a:r>
              <a:rPr lang="en-US" dirty="0"/>
              <a:t>Coming back to public investment, that means that open source software, like Apache, created in public universities and government labs belong here in State and Local Investment, and here in Federal investment.  Private university created open source software would be within the private estimates, as would any created by private nonprofit institutions. </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5</a:t>
            </a:fld>
            <a:endParaRPr lang="en-US" altLang="en-US"/>
          </a:p>
        </p:txBody>
      </p:sp>
    </p:spTree>
    <p:extLst>
      <p:ext uri="{BB962C8B-B14F-4D97-AF65-F5344CB8AC3E}">
        <p14:creationId xmlns:p14="http://schemas.microsoft.com/office/powerpoint/2010/main" val="217378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609600"/>
            <a:ext cx="2327275" cy="1746250"/>
          </a:xfrm>
        </p:spPr>
      </p:sp>
      <p:sp>
        <p:nvSpPr>
          <p:cNvPr id="3" name="Notes Placeholder 2"/>
          <p:cNvSpPr>
            <a:spLocks noGrp="1"/>
          </p:cNvSpPr>
          <p:nvPr>
            <p:ph type="body" idx="1"/>
          </p:nvPr>
        </p:nvSpPr>
        <p:spPr>
          <a:xfrm>
            <a:off x="578883" y="2355850"/>
            <a:ext cx="5852633" cy="4225636"/>
          </a:xfrm>
        </p:spPr>
        <p:txBody>
          <a:bodyPr/>
          <a:lstStyle/>
          <a:p>
            <a:r>
              <a:rPr lang="en-US" sz="1400" dirty="0"/>
              <a:t>A lot of re-useable code is first created as part of the ongoing work of the Federal Government. This can happen in the performance of a Federal contract or other Government-funded activity. As of late July 2018, more than 4000 separate software code projects are shared for reuse on code.gov.  The projects are shared as part of an effort to make custom-developed code broadly available across the Federal Government, including publishing as OSS when appropriate. Twenty-six Federal departments, agencies, and other entities have contributed open source code on projects that have start dates between 2009 and 2018. </a:t>
            </a:r>
          </a:p>
          <a:p>
            <a:r>
              <a:rPr lang="en-US" sz="1400" dirty="0"/>
              <a:t>Most, but not all, of these projects listed on code.gov provided links to the repository to download code. We used the applications programming interface (API) provided by code.gov to collect data on projects associated with 26 Federal government agencies. We obtained a total of 4,457 projects listed on code.gov as of July 30, 2018, and 4,051 of these projects included a URL to a code repository.  These repositories include well-known ones such as </a:t>
            </a:r>
            <a:r>
              <a:rPr lang="en-US" sz="1400" dirty="0" err="1"/>
              <a:t>Github</a:t>
            </a:r>
            <a:r>
              <a:rPr lang="en-US" sz="1400" dirty="0"/>
              <a:t>, </a:t>
            </a:r>
            <a:r>
              <a:rPr lang="en-US" sz="1400" dirty="0" err="1"/>
              <a:t>SourceForge</a:t>
            </a:r>
            <a:r>
              <a:rPr lang="en-US" sz="1400" dirty="0"/>
              <a:t>, and Bitbucket, as well as webpage repositories run by units of the Federal government, such as those run by NASA and Sandia National Lab. </a:t>
            </a:r>
          </a:p>
          <a:p>
            <a:endParaRPr lang="en-US" sz="1400" dirty="0"/>
          </a:p>
          <a:p>
            <a:r>
              <a:rPr lang="en-US" sz="1400" dirty="0"/>
              <a:t>This slide shows the number of projects on code.gov for the Federal government. The third column shows the number of projects for each organization that included a link to a </a:t>
            </a:r>
            <a:r>
              <a:rPr lang="en-US" sz="1400" dirty="0" err="1"/>
              <a:t>Github</a:t>
            </a:r>
            <a:r>
              <a:rPr lang="en-US" sz="1400" dirty="0"/>
              <a:t> repository location where we obtained development information by project.  We collected this detailed information on </a:t>
            </a:r>
            <a:r>
              <a:rPr lang="en-US" sz="1400" dirty="0" err="1"/>
              <a:t>Github</a:t>
            </a:r>
            <a:r>
              <a:rPr lang="en-US" sz="1400" dirty="0"/>
              <a:t> for 2,977 of these projects, yielding detailed data for 67% of the projects on code.gov. Limiting our analysis to those projects that started before January 1, 2018, we have data for 2,688 projects, or 60% of all projects on Code.gov. The data we collected include number of lines of code, both additions and deletions, contributors, and commits. These 2,688 projects contain 2.5 billion lines of code, represent 950,000 commits, and over 8,000 contributors</a:t>
            </a:r>
            <a:r>
              <a:rPr lang="en-US" dirty="0"/>
              <a:t>. </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7</a:t>
            </a:fld>
            <a:endParaRPr lang="en-US" altLang="en-US"/>
          </a:p>
        </p:txBody>
      </p:sp>
    </p:spTree>
    <p:extLst>
      <p:ext uri="{BB962C8B-B14F-4D97-AF65-F5344CB8AC3E}">
        <p14:creationId xmlns:p14="http://schemas.microsoft.com/office/powerpoint/2010/main" val="3593225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52400"/>
            <a:ext cx="3452813" cy="2590800"/>
          </a:xfrm>
        </p:spPr>
      </p:sp>
      <p:sp>
        <p:nvSpPr>
          <p:cNvPr id="3" name="Notes Placeholder 2"/>
          <p:cNvSpPr>
            <a:spLocks noGrp="1"/>
          </p:cNvSpPr>
          <p:nvPr>
            <p:ph type="body" idx="1"/>
          </p:nvPr>
        </p:nvSpPr>
        <p:spPr>
          <a:xfrm>
            <a:off x="228600" y="3276600"/>
            <a:ext cx="6382412" cy="5867400"/>
          </a:xfrm>
        </p:spPr>
        <p:txBody>
          <a:bodyPr/>
          <a:lstStyle/>
          <a:p>
            <a:endParaRPr lang="en-US" dirty="0">
              <a:latin typeface="Arial" panose="020B0604020202020204" pitchFamily="34" charset="0"/>
              <a:cs typeface="Arial" panose="020B0604020202020204" pitchFamily="34" charset="0"/>
            </a:endParaRPr>
          </a:p>
          <a:p>
            <a:endParaRPr lang="en-US" dirty="0"/>
          </a:p>
          <a:p>
            <a:endParaRPr lang="en-US" dirty="0"/>
          </a:p>
          <a:p>
            <a:endParaRPr lang="en-US" dirty="0"/>
          </a:p>
          <a:p>
            <a:endParaRPr lang="en-US" dirty="0"/>
          </a:p>
          <a:p>
            <a:r>
              <a:rPr lang="en-US" dirty="0"/>
              <a:t>   </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8</a:t>
            </a:fld>
            <a:endParaRPr lang="en-US" altLang="en-US"/>
          </a:p>
        </p:txBody>
      </p:sp>
      <p:sp>
        <p:nvSpPr>
          <p:cNvPr id="5" name="TextBox 4">
            <a:extLst>
              <a:ext uri="{FF2B5EF4-FFF2-40B4-BE49-F238E27FC236}">
                <a16:creationId xmlns:a16="http://schemas.microsoft.com/office/drawing/2014/main" id="{2B4BBD7C-DD94-4302-A073-BBEF1EA75BC3}"/>
              </a:ext>
            </a:extLst>
          </p:cNvPr>
          <p:cNvSpPr txBox="1"/>
          <p:nvPr/>
        </p:nvSpPr>
        <p:spPr>
          <a:xfrm>
            <a:off x="228600" y="2628633"/>
            <a:ext cx="6382412" cy="5940088"/>
          </a:xfrm>
          <a:prstGeom prst="rect">
            <a:avLst/>
          </a:prstGeom>
          <a:noFill/>
        </p:spPr>
        <p:txBody>
          <a:bodyPr wrap="square" rtlCol="0">
            <a:spAutoFit/>
          </a:bodyPr>
          <a:lstStyle/>
          <a:p>
            <a:endParaRPr lang="en-US" sz="2000" dirty="0"/>
          </a:p>
          <a:p>
            <a:r>
              <a:rPr lang="en-US" sz="2000" dirty="0"/>
              <a:t>The calibration factor represents the person months needed for a set number of lines of code, unadjusted for effort factors.  The effort multipliers account for complexity, reliability, and scale for these models; they lead to increased cost. In COCOMO II for example, the effort factors are based on qualitative assessments for each attribute with ratings from very low to extra high. Translating this approach to our data on OSS, the package-specific data we collected provides lines of code (added and deleted by each contributor) for each completed package. We use a well-known set of parameters and calibration factors from  COCOMO II (Boehm et al. 2000) to estimate person-hours per package. The formula below shows the parameters we used, selected for the organic software class which consists of software dealing with a well-known programming language and a small, but experienced team of contributors. The model allows for these parameters to be adjusted based on additional data. </a:t>
            </a:r>
          </a:p>
        </p:txBody>
      </p:sp>
    </p:spTree>
    <p:extLst>
      <p:ext uri="{BB962C8B-B14F-4D97-AF65-F5344CB8AC3E}">
        <p14:creationId xmlns:p14="http://schemas.microsoft.com/office/powerpoint/2010/main" val="2098450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52400"/>
            <a:ext cx="3452813" cy="2590800"/>
          </a:xfrm>
        </p:spPr>
      </p:sp>
      <p:sp>
        <p:nvSpPr>
          <p:cNvPr id="3" name="Notes Placeholder 2"/>
          <p:cNvSpPr>
            <a:spLocks noGrp="1"/>
          </p:cNvSpPr>
          <p:nvPr>
            <p:ph type="body" idx="1"/>
          </p:nvPr>
        </p:nvSpPr>
        <p:spPr>
          <a:xfrm>
            <a:off x="228600" y="3276600"/>
            <a:ext cx="6382412" cy="5867400"/>
          </a:xfrm>
        </p:spPr>
        <p:txBody>
          <a:bodyPr/>
          <a:lstStyle/>
          <a:p>
            <a:endParaRPr lang="en-US" dirty="0">
              <a:latin typeface="Arial" panose="020B0604020202020204" pitchFamily="34" charset="0"/>
              <a:cs typeface="Arial" panose="020B0604020202020204" pitchFamily="34" charset="0"/>
            </a:endParaRPr>
          </a:p>
          <a:p>
            <a:endParaRPr lang="en-US" dirty="0"/>
          </a:p>
          <a:p>
            <a:endParaRPr lang="en-US" dirty="0"/>
          </a:p>
          <a:p>
            <a:endParaRPr lang="en-US" dirty="0"/>
          </a:p>
          <a:p>
            <a:endParaRPr lang="en-US" dirty="0"/>
          </a:p>
          <a:p>
            <a:r>
              <a:rPr lang="en-US" dirty="0"/>
              <a:t>   </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9</a:t>
            </a:fld>
            <a:endParaRPr lang="en-US" altLang="en-US"/>
          </a:p>
        </p:txBody>
      </p:sp>
      <p:sp>
        <p:nvSpPr>
          <p:cNvPr id="5" name="TextBox 4">
            <a:extLst>
              <a:ext uri="{FF2B5EF4-FFF2-40B4-BE49-F238E27FC236}">
                <a16:creationId xmlns:a16="http://schemas.microsoft.com/office/drawing/2014/main" id="{2B4BBD7C-DD94-4302-A073-BBEF1EA75BC3}"/>
              </a:ext>
            </a:extLst>
          </p:cNvPr>
          <p:cNvSpPr txBox="1"/>
          <p:nvPr/>
        </p:nvSpPr>
        <p:spPr>
          <a:xfrm>
            <a:off x="228600" y="2628633"/>
            <a:ext cx="6382412" cy="5940088"/>
          </a:xfrm>
          <a:prstGeom prst="rect">
            <a:avLst/>
          </a:prstGeom>
          <a:noFill/>
        </p:spPr>
        <p:txBody>
          <a:bodyPr wrap="square" rtlCol="0">
            <a:spAutoFit/>
          </a:bodyPr>
          <a:lstStyle/>
          <a:p>
            <a:endParaRPr lang="en-US" sz="2000" dirty="0"/>
          </a:p>
          <a:p>
            <a:r>
              <a:rPr lang="en-US" sz="2000" dirty="0"/>
              <a:t>The calibration factor represents the person months needed for a set number of lines of code, unadjusted for effort factors.  The effort multipliers account for complexity, reliability, and scale for these models; they lead to increased cost. In COCOMO II for example, the effort factors are based on qualitative assessments for each attribute with ratings from very low to extra high. Translating this approach to our data on OSS, the package-specific data we collected provides lines of code (added and deleted by each contributor) for each completed package. We use a well-known set of parameters and calibration factors from  COCOMO II (Boehm et al. 2000) to estimate person-hours per package. The formula below shows the parameters we used, selected for the organic software class which consists of software dealing with a well-known programming language and a small, but experienced team of contributors. The model allows for these parameters to be adjusted based on additional data. </a:t>
            </a:r>
          </a:p>
        </p:txBody>
      </p:sp>
    </p:spTree>
    <p:extLst>
      <p:ext uri="{BB962C8B-B14F-4D97-AF65-F5344CB8AC3E}">
        <p14:creationId xmlns:p14="http://schemas.microsoft.com/office/powerpoint/2010/main" val="573273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62000" y="4378614"/>
            <a:ext cx="5782842" cy="4225636"/>
          </a:xfrm>
        </p:spPr>
        <p:txBody>
          <a:bodyPr/>
          <a:lstStyle/>
          <a:p>
            <a:r>
              <a:rPr lang="en-US" sz="1400" dirty="0"/>
              <a:t>Network analysis provides many ways to measure the relative strength of relationships between things that are not necessarily market based.</a:t>
            </a:r>
          </a:p>
          <a:p>
            <a:endParaRPr lang="en-US" sz="1400" dirty="0"/>
          </a:p>
          <a:p>
            <a:r>
              <a:rPr lang="en-US" sz="1400" dirty="0"/>
              <a:t>In degrees on left, </a:t>
            </a:r>
          </a:p>
          <a:p>
            <a:r>
              <a:rPr lang="en-US" sz="1400" dirty="0"/>
              <a:t>Carol has a paper with a reference list citing three papers, including one by Wendy, in red.  This is a kind of dependency, Wendy’s paper has an impact on my paper.   </a:t>
            </a:r>
          </a:p>
          <a:p>
            <a:r>
              <a:rPr lang="en-US" sz="1400" dirty="0"/>
              <a:t>Outdegrees captures the opposite effect. Wendy’s paper on the right in red is cited by 3 papers, including my orange one.  Wendy has had an impact on three papers. </a:t>
            </a:r>
          </a:p>
          <a:p>
            <a:r>
              <a:rPr lang="en-US" sz="1400" dirty="0"/>
              <a:t>So comparing the two on just indegree and outdegrees, Wendy’s paper has an outdegree of  three dependent papers.  My paper’s indegree, shown on the left, is </a:t>
            </a:r>
            <a:r>
              <a:rPr lang="en-US" sz="1400" dirty="0" err="1"/>
              <a:t>three,,my</a:t>
            </a:r>
            <a:r>
              <a:rPr lang="en-US" sz="1400" dirty="0"/>
              <a:t> paper “depends” on three papers.</a:t>
            </a:r>
          </a:p>
          <a:p>
            <a:endParaRPr lang="en-US" sz="1400" dirty="0"/>
          </a:p>
          <a:p>
            <a:r>
              <a:rPr lang="en-US" sz="1400" dirty="0"/>
              <a:t>The same ideas hold when we look at the relationships between patent citations. Carol’s patent on the left cites a lot of prior art, while Wendy’s patent on the right is subsequently cited by lots of other patents. </a:t>
            </a:r>
          </a:p>
          <a:p>
            <a:endParaRPr lang="en-US" sz="1400" dirty="0"/>
          </a:p>
          <a:p>
            <a:r>
              <a:rPr lang="en-US" sz="1400" dirty="0"/>
              <a:t>There are much more complex ways to use networked data to understand impact, and exploring these is one of  our key goals. </a:t>
            </a:r>
          </a:p>
          <a:p>
            <a:r>
              <a:rPr lang="en-US" dirty="0"/>
              <a:t>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10</a:t>
            </a:fld>
            <a:endParaRPr lang="en-US" altLang="en-US"/>
          </a:p>
        </p:txBody>
      </p:sp>
    </p:spTree>
    <p:extLst>
      <p:ext uri="{BB962C8B-B14F-4D97-AF65-F5344CB8AC3E}">
        <p14:creationId xmlns:p14="http://schemas.microsoft.com/office/powerpoint/2010/main" val="1852915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62000" y="4378614"/>
            <a:ext cx="5782842" cy="4225636"/>
          </a:xfrm>
        </p:spPr>
        <p:txBody>
          <a:bodyPr/>
          <a:lstStyle/>
          <a:p>
            <a:r>
              <a:rPr lang="en-US" sz="1400" dirty="0"/>
              <a:t>Network analysis provides many ways to measure the relative strength of relationships between things that are not necessarily market based.</a:t>
            </a:r>
          </a:p>
          <a:p>
            <a:endParaRPr lang="en-US" sz="1400" dirty="0"/>
          </a:p>
          <a:p>
            <a:r>
              <a:rPr lang="en-US" sz="1400" dirty="0"/>
              <a:t>In degrees on left, </a:t>
            </a:r>
          </a:p>
          <a:p>
            <a:r>
              <a:rPr lang="en-US" sz="1400" dirty="0"/>
              <a:t>Carol has a paper with a reference list citing three papers, including one by Wendy, in red.  This is a kind of dependency, Wendy’s paper has an impact on my paper.   </a:t>
            </a:r>
          </a:p>
          <a:p>
            <a:r>
              <a:rPr lang="en-US" sz="1400" dirty="0"/>
              <a:t>Outdegrees captures the opposite effect. Wendy’s paper on the right in red is cited by 3 papers, including my orange one.  Wendy has had an impact on three papers. </a:t>
            </a:r>
          </a:p>
          <a:p>
            <a:r>
              <a:rPr lang="en-US" sz="1400" dirty="0"/>
              <a:t>So comparing the two on just indegree and outdegrees, Wendy’s paper has an outdegree of  three dependent papers.  My paper’s indegree, shown on the left, is </a:t>
            </a:r>
            <a:r>
              <a:rPr lang="en-US" sz="1400" dirty="0" err="1"/>
              <a:t>three,,my</a:t>
            </a:r>
            <a:r>
              <a:rPr lang="en-US" sz="1400" dirty="0"/>
              <a:t> paper “depends” on three papers.</a:t>
            </a:r>
          </a:p>
          <a:p>
            <a:endParaRPr lang="en-US" sz="1400" dirty="0"/>
          </a:p>
          <a:p>
            <a:r>
              <a:rPr lang="en-US" sz="1400" dirty="0"/>
              <a:t>The same ideas hold when we look at the relationships between patent citations. Carol’s patent on the left cites a lot of prior art, while Wendy’s patent on the right is subsequently cited by lots of other patents. </a:t>
            </a:r>
          </a:p>
          <a:p>
            <a:endParaRPr lang="en-US" sz="1400" dirty="0"/>
          </a:p>
          <a:p>
            <a:r>
              <a:rPr lang="en-US" sz="1400" dirty="0"/>
              <a:t>There are much more complex ways to use networked data to understand impact, and exploring these is one of  our key goals. </a:t>
            </a:r>
          </a:p>
          <a:p>
            <a:r>
              <a:rPr lang="en-US" dirty="0"/>
              <a:t>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11</a:t>
            </a:fld>
            <a:endParaRPr lang="en-US" altLang="en-US"/>
          </a:p>
        </p:txBody>
      </p:sp>
    </p:spTree>
    <p:extLst>
      <p:ext uri="{BB962C8B-B14F-4D97-AF65-F5344CB8AC3E}">
        <p14:creationId xmlns:p14="http://schemas.microsoft.com/office/powerpoint/2010/main" val="1172868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62000" y="4378614"/>
            <a:ext cx="5782842" cy="4225636"/>
          </a:xfrm>
        </p:spPr>
        <p:txBody>
          <a:bodyPr/>
          <a:lstStyle/>
          <a:p>
            <a:r>
              <a:rPr lang="en-US" sz="1400" dirty="0"/>
              <a:t>Network analysis provides many ways to measure the relative strength of relationships between things that are not necessarily market based.</a:t>
            </a:r>
          </a:p>
          <a:p>
            <a:endParaRPr lang="en-US" sz="1400" dirty="0"/>
          </a:p>
          <a:p>
            <a:r>
              <a:rPr lang="en-US" sz="1400" dirty="0"/>
              <a:t>In degrees on left, </a:t>
            </a:r>
          </a:p>
          <a:p>
            <a:r>
              <a:rPr lang="en-US" sz="1400" dirty="0"/>
              <a:t>Carol has a paper with a reference list citing three papers, including one by Wendy, in red.  This is a kind of dependency, Wendy’s paper has an impact on my paper.   </a:t>
            </a:r>
          </a:p>
          <a:p>
            <a:r>
              <a:rPr lang="en-US" sz="1400" dirty="0"/>
              <a:t>Outdegrees captures the opposite effect. Wendy’s paper on the right in red is cited by 3 papers, including my orange one.  Wendy has had an impact on three papers. </a:t>
            </a:r>
          </a:p>
          <a:p>
            <a:r>
              <a:rPr lang="en-US" sz="1400" dirty="0"/>
              <a:t>So comparing the two on just indegree and outdegrees, Wendy’s paper has an outdegree of  three dependent papers.  My paper’s indegree, shown on the left, is </a:t>
            </a:r>
            <a:r>
              <a:rPr lang="en-US" sz="1400" dirty="0" err="1"/>
              <a:t>three,,my</a:t>
            </a:r>
            <a:r>
              <a:rPr lang="en-US" sz="1400" dirty="0"/>
              <a:t> paper “depends” on three papers.</a:t>
            </a:r>
          </a:p>
          <a:p>
            <a:endParaRPr lang="en-US" sz="1400" dirty="0"/>
          </a:p>
          <a:p>
            <a:r>
              <a:rPr lang="en-US" sz="1400" dirty="0"/>
              <a:t>The same ideas hold when we look at the relationships between patent citations. Carol’s patent on the left cites a lot of prior art, while Wendy’s patent on the right is subsequently cited by lots of other patents. </a:t>
            </a:r>
          </a:p>
          <a:p>
            <a:endParaRPr lang="en-US" sz="1400" dirty="0"/>
          </a:p>
          <a:p>
            <a:r>
              <a:rPr lang="en-US" sz="1400" dirty="0"/>
              <a:t>There are much more complex ways to use networked data to understand impact, and exploring these is one of  our key goals. </a:t>
            </a:r>
          </a:p>
          <a:p>
            <a:r>
              <a:rPr lang="en-US" dirty="0"/>
              <a:t>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12</a:t>
            </a:fld>
            <a:endParaRPr lang="en-US" altLang="en-US"/>
          </a:p>
        </p:txBody>
      </p:sp>
    </p:spTree>
    <p:extLst>
      <p:ext uri="{BB962C8B-B14F-4D97-AF65-F5344CB8AC3E}">
        <p14:creationId xmlns:p14="http://schemas.microsoft.com/office/powerpoint/2010/main" val="2807177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Outdegree</a:t>
            </a:r>
          </a:p>
          <a:p>
            <a:r>
              <a:rPr lang="en-US" dirty="0"/>
              <a:t>Indegree</a:t>
            </a:r>
          </a:p>
          <a:p>
            <a:r>
              <a:rPr lang="en-US" dirty="0"/>
              <a:t>Centrality </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13</a:t>
            </a:fld>
            <a:endParaRPr lang="en-US" altLang="en-US"/>
          </a:p>
        </p:txBody>
      </p:sp>
    </p:spTree>
    <p:extLst>
      <p:ext uri="{BB962C8B-B14F-4D97-AF65-F5344CB8AC3E}">
        <p14:creationId xmlns:p14="http://schemas.microsoft.com/office/powerpoint/2010/main" val="1841756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Outdegree</a:t>
            </a:r>
          </a:p>
          <a:p>
            <a:r>
              <a:rPr lang="en-US" dirty="0"/>
              <a:t>Indegree</a:t>
            </a:r>
          </a:p>
          <a:p>
            <a:r>
              <a:rPr lang="en-US" dirty="0"/>
              <a:t>Centrality </a:t>
            </a:r>
          </a:p>
          <a:p>
            <a:endParaRPr lang="en-US" dirty="0"/>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14</a:t>
            </a:fld>
            <a:endParaRPr lang="en-US" altLang="en-US"/>
          </a:p>
        </p:txBody>
      </p:sp>
    </p:spTree>
    <p:extLst>
      <p:ext uri="{BB962C8B-B14F-4D97-AF65-F5344CB8AC3E}">
        <p14:creationId xmlns:p14="http://schemas.microsoft.com/office/powerpoint/2010/main" val="1175452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52400"/>
            <a:ext cx="3986213" cy="2990850"/>
          </a:xfrm>
        </p:spPr>
      </p:sp>
      <p:sp>
        <p:nvSpPr>
          <p:cNvPr id="3" name="Notes Placeholder 2"/>
          <p:cNvSpPr>
            <a:spLocks noGrp="1"/>
          </p:cNvSpPr>
          <p:nvPr>
            <p:ph type="body" idx="1"/>
          </p:nvPr>
        </p:nvSpPr>
        <p:spPr>
          <a:xfrm>
            <a:off x="228600" y="3276600"/>
            <a:ext cx="6382412" cy="5867400"/>
          </a:xfrm>
        </p:spPr>
        <p:txBody>
          <a:bodyPr/>
          <a:lstStyle/>
          <a:p>
            <a:r>
              <a:rPr lang="en-US" dirty="0">
                <a:latin typeface="Arial" panose="020B0604020202020204" pitchFamily="34" charset="0"/>
                <a:cs typeface="Arial" panose="020B0604020202020204" pitchFamily="34" charset="0"/>
              </a:rPr>
              <a:t>  </a:t>
            </a:r>
          </a:p>
          <a:p>
            <a:endParaRPr lang="en-US" dirty="0"/>
          </a:p>
          <a:p>
            <a:endParaRPr lang="en-US" dirty="0"/>
          </a:p>
          <a:p>
            <a:endParaRPr lang="en-US" dirty="0"/>
          </a:p>
          <a:p>
            <a:r>
              <a:rPr lang="en-US" dirty="0"/>
              <a:t>   </a:t>
            </a:r>
          </a:p>
        </p:txBody>
      </p:sp>
      <p:sp>
        <p:nvSpPr>
          <p:cNvPr id="4" name="Slide Number Placeholder 3"/>
          <p:cNvSpPr>
            <a:spLocks noGrp="1"/>
          </p:cNvSpPr>
          <p:nvPr>
            <p:ph type="sldNum" sz="quarter" idx="10"/>
          </p:nvPr>
        </p:nvSpPr>
        <p:spPr/>
        <p:txBody>
          <a:bodyPr/>
          <a:lstStyle/>
          <a:p>
            <a:fld id="{DB081016-DCCF-4951-96A4-5C656B2A5A70}" type="slidenum">
              <a:rPr lang="en-US" altLang="en-US" smtClean="0"/>
              <a:pPr/>
              <a:t>15</a:t>
            </a:fld>
            <a:endParaRPr lang="en-US" altLang="en-US"/>
          </a:p>
        </p:txBody>
      </p:sp>
    </p:spTree>
    <p:extLst>
      <p:ext uri="{BB962C8B-B14F-4D97-AF65-F5344CB8AC3E}">
        <p14:creationId xmlns:p14="http://schemas.microsoft.com/office/powerpoint/2010/main" val="343085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FA15848D-21D3-4F63-A307-4CE3CD073E7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F7EC85B-6DCC-4C77-A787-F0F9006AF3B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FA1EFF0-4094-4D2A-BC66-5EB5A2308EE6}"/>
              </a:ext>
            </a:extLst>
          </p:cNvPr>
          <p:cNvSpPr>
            <a:spLocks noGrp="1" noChangeArrowheads="1"/>
          </p:cNvSpPr>
          <p:nvPr>
            <p:ph type="sldNum" sz="quarter" idx="12"/>
          </p:nvPr>
        </p:nvSpPr>
        <p:spPr>
          <a:ln/>
        </p:spPr>
        <p:txBody>
          <a:bodyPr/>
          <a:lstStyle>
            <a:lvl1pPr>
              <a:defRPr/>
            </a:lvl1pPr>
          </a:lstStyle>
          <a:p>
            <a:fld id="{6665D052-6F2B-4CE2-BEE2-DC2F1767F99D}" type="slidenum">
              <a:rPr lang="en-US" altLang="en-US"/>
              <a:pPr/>
              <a:t>‹#›</a:t>
            </a:fld>
            <a:endParaRPr lang="en-US" altLang="en-US"/>
          </a:p>
        </p:txBody>
      </p:sp>
    </p:spTree>
    <p:extLst>
      <p:ext uri="{BB962C8B-B14F-4D97-AF65-F5344CB8AC3E}">
        <p14:creationId xmlns:p14="http://schemas.microsoft.com/office/powerpoint/2010/main" val="4280658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216422D-6FE1-4771-B4DF-6DC46651CC7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366B024-89E3-4102-AC95-E96CA64250C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220CC7F-398A-4BDB-99F2-99C30CDB5594}"/>
              </a:ext>
            </a:extLst>
          </p:cNvPr>
          <p:cNvSpPr>
            <a:spLocks noGrp="1" noChangeArrowheads="1"/>
          </p:cNvSpPr>
          <p:nvPr>
            <p:ph type="sldNum" sz="quarter" idx="12"/>
          </p:nvPr>
        </p:nvSpPr>
        <p:spPr>
          <a:ln/>
        </p:spPr>
        <p:txBody>
          <a:bodyPr/>
          <a:lstStyle>
            <a:lvl1pPr>
              <a:defRPr/>
            </a:lvl1pPr>
          </a:lstStyle>
          <a:p>
            <a:fld id="{04EBD9D2-50B5-4674-ABC4-36391345BAEA}" type="slidenum">
              <a:rPr lang="en-US" altLang="en-US"/>
              <a:pPr/>
              <a:t>‹#›</a:t>
            </a:fld>
            <a:endParaRPr lang="en-US" altLang="en-US"/>
          </a:p>
        </p:txBody>
      </p:sp>
    </p:spTree>
    <p:extLst>
      <p:ext uri="{BB962C8B-B14F-4D97-AF65-F5344CB8AC3E}">
        <p14:creationId xmlns:p14="http://schemas.microsoft.com/office/powerpoint/2010/main" val="383636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EFA8457-F7F6-402D-A7B4-FB4BAF1EC6B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DBBFC78-7D68-4267-B274-71F6D3B3653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27FB8FA-8BA7-47E5-85E2-76D177A6C82C}"/>
              </a:ext>
            </a:extLst>
          </p:cNvPr>
          <p:cNvSpPr>
            <a:spLocks noGrp="1" noChangeArrowheads="1"/>
          </p:cNvSpPr>
          <p:nvPr>
            <p:ph type="sldNum" sz="quarter" idx="12"/>
          </p:nvPr>
        </p:nvSpPr>
        <p:spPr>
          <a:ln/>
        </p:spPr>
        <p:txBody>
          <a:bodyPr/>
          <a:lstStyle>
            <a:lvl1pPr>
              <a:defRPr/>
            </a:lvl1pPr>
          </a:lstStyle>
          <a:p>
            <a:fld id="{DAA33DB0-8085-44B3-A4D8-CDEB37F60E54}" type="slidenum">
              <a:rPr lang="en-US" altLang="en-US"/>
              <a:pPr/>
              <a:t>‹#›</a:t>
            </a:fld>
            <a:endParaRPr lang="en-US" altLang="en-US"/>
          </a:p>
        </p:txBody>
      </p:sp>
    </p:spTree>
    <p:extLst>
      <p:ext uri="{BB962C8B-B14F-4D97-AF65-F5344CB8AC3E}">
        <p14:creationId xmlns:p14="http://schemas.microsoft.com/office/powerpoint/2010/main" val="3677918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241F207-783B-4181-A148-F437EB1BA94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03FC028-8638-491A-9B48-64C4DBD475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BD0066F-D1EC-4B68-9CF6-6DEB4E32523F}"/>
              </a:ext>
            </a:extLst>
          </p:cNvPr>
          <p:cNvSpPr>
            <a:spLocks noGrp="1" noChangeArrowheads="1"/>
          </p:cNvSpPr>
          <p:nvPr>
            <p:ph type="sldNum" sz="quarter" idx="12"/>
          </p:nvPr>
        </p:nvSpPr>
        <p:spPr>
          <a:ln/>
        </p:spPr>
        <p:txBody>
          <a:bodyPr/>
          <a:lstStyle>
            <a:lvl1pPr>
              <a:defRPr/>
            </a:lvl1pPr>
          </a:lstStyle>
          <a:p>
            <a:fld id="{EBA523CE-B3EC-4C9B-8758-F66AF9FAB78E}" type="slidenum">
              <a:rPr lang="en-US" altLang="en-US"/>
              <a:pPr/>
              <a:t>‹#›</a:t>
            </a:fld>
            <a:endParaRPr lang="en-US" altLang="en-US"/>
          </a:p>
        </p:txBody>
      </p:sp>
    </p:spTree>
    <p:extLst>
      <p:ext uri="{BB962C8B-B14F-4D97-AF65-F5344CB8AC3E}">
        <p14:creationId xmlns:p14="http://schemas.microsoft.com/office/powerpoint/2010/main" val="3063427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5A9F73F-67CC-41C8-8C18-681CA112827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B5F5839-0E17-4A23-B8BF-20FC4514422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B2F84628-8010-49E5-9BAE-49AAA56F69FC}"/>
              </a:ext>
            </a:extLst>
          </p:cNvPr>
          <p:cNvSpPr>
            <a:spLocks noGrp="1" noChangeArrowheads="1"/>
          </p:cNvSpPr>
          <p:nvPr>
            <p:ph type="sldNum" sz="quarter" idx="12"/>
          </p:nvPr>
        </p:nvSpPr>
        <p:spPr>
          <a:ln/>
        </p:spPr>
        <p:txBody>
          <a:bodyPr/>
          <a:lstStyle>
            <a:lvl1pPr>
              <a:defRPr/>
            </a:lvl1pPr>
          </a:lstStyle>
          <a:p>
            <a:fld id="{1A08D930-9B49-4E49-81BB-B80B14A7C639}" type="slidenum">
              <a:rPr lang="en-US" altLang="en-US"/>
              <a:pPr/>
              <a:t>‹#›</a:t>
            </a:fld>
            <a:endParaRPr lang="en-US" altLang="en-US"/>
          </a:p>
        </p:txBody>
      </p:sp>
    </p:spTree>
    <p:extLst>
      <p:ext uri="{BB962C8B-B14F-4D97-AF65-F5344CB8AC3E}">
        <p14:creationId xmlns:p14="http://schemas.microsoft.com/office/powerpoint/2010/main" val="1984535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4178DCE-1564-4928-A1DE-D798BC851F7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64E4C632-5232-4ABF-9BB8-F644057D8B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F7FC828-B1AF-44DD-AD44-D9CECC57049B}"/>
              </a:ext>
            </a:extLst>
          </p:cNvPr>
          <p:cNvSpPr>
            <a:spLocks noGrp="1" noChangeArrowheads="1"/>
          </p:cNvSpPr>
          <p:nvPr>
            <p:ph type="sldNum" sz="quarter" idx="12"/>
          </p:nvPr>
        </p:nvSpPr>
        <p:spPr>
          <a:ln/>
        </p:spPr>
        <p:txBody>
          <a:bodyPr/>
          <a:lstStyle>
            <a:lvl1pPr>
              <a:defRPr/>
            </a:lvl1pPr>
          </a:lstStyle>
          <a:p>
            <a:fld id="{1B835D90-6387-4175-8905-3408BA5A358B}" type="slidenum">
              <a:rPr lang="en-US" altLang="en-US"/>
              <a:pPr/>
              <a:t>‹#›</a:t>
            </a:fld>
            <a:endParaRPr lang="en-US" altLang="en-US"/>
          </a:p>
        </p:txBody>
      </p:sp>
    </p:spTree>
    <p:extLst>
      <p:ext uri="{BB962C8B-B14F-4D97-AF65-F5344CB8AC3E}">
        <p14:creationId xmlns:p14="http://schemas.microsoft.com/office/powerpoint/2010/main" val="3267462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CBACB41-4127-42F5-9FD9-B069449BF94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4B1635D-3F33-4C25-A913-1C8C6CD7E53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98A7885-9323-4CAA-9E9F-68C5DDA45A97}"/>
              </a:ext>
            </a:extLst>
          </p:cNvPr>
          <p:cNvSpPr>
            <a:spLocks noGrp="1" noChangeArrowheads="1"/>
          </p:cNvSpPr>
          <p:nvPr>
            <p:ph type="sldNum" sz="quarter" idx="12"/>
          </p:nvPr>
        </p:nvSpPr>
        <p:spPr>
          <a:ln/>
        </p:spPr>
        <p:txBody>
          <a:bodyPr/>
          <a:lstStyle>
            <a:lvl1pPr>
              <a:defRPr/>
            </a:lvl1pPr>
          </a:lstStyle>
          <a:p>
            <a:fld id="{D03DD04A-7433-4FD9-B60E-46E4D8E204E0}" type="slidenum">
              <a:rPr lang="en-US" altLang="en-US"/>
              <a:pPr/>
              <a:t>‹#›</a:t>
            </a:fld>
            <a:endParaRPr lang="en-US" altLang="en-US"/>
          </a:p>
        </p:txBody>
      </p:sp>
    </p:spTree>
    <p:extLst>
      <p:ext uri="{BB962C8B-B14F-4D97-AF65-F5344CB8AC3E}">
        <p14:creationId xmlns:p14="http://schemas.microsoft.com/office/powerpoint/2010/main" val="407012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E7E2C6C-6F08-47EF-8DE9-0B1AC867272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5AA31FB-1AE0-47BA-BD06-6FC854B365F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3976B7A-69FB-4FE3-89FF-FC537F9DDE20}"/>
              </a:ext>
            </a:extLst>
          </p:cNvPr>
          <p:cNvSpPr>
            <a:spLocks noGrp="1" noChangeArrowheads="1"/>
          </p:cNvSpPr>
          <p:nvPr>
            <p:ph type="sldNum" sz="quarter" idx="12"/>
          </p:nvPr>
        </p:nvSpPr>
        <p:spPr>
          <a:ln/>
        </p:spPr>
        <p:txBody>
          <a:bodyPr/>
          <a:lstStyle>
            <a:lvl1pPr>
              <a:defRPr/>
            </a:lvl1pPr>
          </a:lstStyle>
          <a:p>
            <a:fld id="{3EC0FE45-A7B8-4C9C-92B0-2AF294BD7CD0}" type="slidenum">
              <a:rPr lang="en-US" altLang="en-US"/>
              <a:pPr/>
              <a:t>‹#›</a:t>
            </a:fld>
            <a:endParaRPr lang="en-US" altLang="en-US"/>
          </a:p>
        </p:txBody>
      </p:sp>
    </p:spTree>
    <p:extLst>
      <p:ext uri="{BB962C8B-B14F-4D97-AF65-F5344CB8AC3E}">
        <p14:creationId xmlns:p14="http://schemas.microsoft.com/office/powerpoint/2010/main" val="817218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E2C6454-03E7-412E-9681-DB5B2F4B10D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FFD69BB-CC31-4DC1-893E-4D41302C2BF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2FA3865-8464-4F98-8E7D-CD11FD299E57}"/>
              </a:ext>
            </a:extLst>
          </p:cNvPr>
          <p:cNvSpPr>
            <a:spLocks noGrp="1" noChangeArrowheads="1"/>
          </p:cNvSpPr>
          <p:nvPr>
            <p:ph type="sldNum" sz="quarter" idx="12"/>
          </p:nvPr>
        </p:nvSpPr>
        <p:spPr>
          <a:ln/>
        </p:spPr>
        <p:txBody>
          <a:bodyPr/>
          <a:lstStyle>
            <a:lvl1pPr>
              <a:defRPr/>
            </a:lvl1pPr>
          </a:lstStyle>
          <a:p>
            <a:fld id="{4DCA383F-D4AA-4BCB-A6B0-176A3830E6AD}" type="slidenum">
              <a:rPr lang="en-US" altLang="en-US"/>
              <a:pPr/>
              <a:t>‹#›</a:t>
            </a:fld>
            <a:endParaRPr lang="en-US" altLang="en-US"/>
          </a:p>
        </p:txBody>
      </p:sp>
    </p:spTree>
    <p:extLst>
      <p:ext uri="{BB962C8B-B14F-4D97-AF65-F5344CB8AC3E}">
        <p14:creationId xmlns:p14="http://schemas.microsoft.com/office/powerpoint/2010/main" val="4083402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6F75EF7-04B5-4B75-9D8D-BFFBBC06F1C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6A0D6F2-601A-438E-AC4C-828C9FDFA3F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677BC8B-ED53-45DD-BB52-9D9FE76799EF}"/>
              </a:ext>
            </a:extLst>
          </p:cNvPr>
          <p:cNvSpPr>
            <a:spLocks noGrp="1" noChangeArrowheads="1"/>
          </p:cNvSpPr>
          <p:nvPr>
            <p:ph type="sldNum" sz="quarter" idx="12"/>
          </p:nvPr>
        </p:nvSpPr>
        <p:spPr>
          <a:ln/>
        </p:spPr>
        <p:txBody>
          <a:bodyPr/>
          <a:lstStyle>
            <a:lvl1pPr>
              <a:defRPr/>
            </a:lvl1pPr>
          </a:lstStyle>
          <a:p>
            <a:fld id="{8A83F877-B1F5-4CF8-BD38-6D399A520E0F}" type="slidenum">
              <a:rPr lang="en-US" altLang="en-US"/>
              <a:pPr/>
              <a:t>‹#›</a:t>
            </a:fld>
            <a:endParaRPr lang="en-US" altLang="en-US"/>
          </a:p>
        </p:txBody>
      </p:sp>
    </p:spTree>
    <p:extLst>
      <p:ext uri="{BB962C8B-B14F-4D97-AF65-F5344CB8AC3E}">
        <p14:creationId xmlns:p14="http://schemas.microsoft.com/office/powerpoint/2010/main" val="1786656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7BC8EB0-5312-46F2-B135-BC6AC2FE806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BC12285-6859-4ADB-B536-B78B4BED510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071102D-B752-4FEA-A332-3A1E713D7B64}"/>
              </a:ext>
            </a:extLst>
          </p:cNvPr>
          <p:cNvSpPr>
            <a:spLocks noGrp="1" noChangeArrowheads="1"/>
          </p:cNvSpPr>
          <p:nvPr>
            <p:ph type="sldNum" sz="quarter" idx="12"/>
          </p:nvPr>
        </p:nvSpPr>
        <p:spPr>
          <a:ln/>
        </p:spPr>
        <p:txBody>
          <a:bodyPr/>
          <a:lstStyle>
            <a:lvl1pPr>
              <a:defRPr/>
            </a:lvl1pPr>
          </a:lstStyle>
          <a:p>
            <a:fld id="{6658E31D-3376-44BA-8D47-6A7D26E57ACC}" type="slidenum">
              <a:rPr lang="en-US" altLang="en-US"/>
              <a:pPr/>
              <a:t>‹#›</a:t>
            </a:fld>
            <a:endParaRPr lang="en-US" altLang="en-US"/>
          </a:p>
        </p:txBody>
      </p:sp>
    </p:spTree>
    <p:extLst>
      <p:ext uri="{BB962C8B-B14F-4D97-AF65-F5344CB8AC3E}">
        <p14:creationId xmlns:p14="http://schemas.microsoft.com/office/powerpoint/2010/main" val="1490018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FE690E0-38D2-4069-98A0-5633B41005D7}"/>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98BB2A5-666A-405B-B782-8F316D1A6CAE}"/>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DD387271-77FE-409E-B357-92326D82A197}"/>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a:extLst>
              <a:ext uri="{FF2B5EF4-FFF2-40B4-BE49-F238E27FC236}">
                <a16:creationId xmlns:a16="http://schemas.microsoft.com/office/drawing/2014/main" id="{C87E3CD6-C4E9-4FAF-AD2F-98C6FCE118F4}"/>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a:extLst>
              <a:ext uri="{FF2B5EF4-FFF2-40B4-BE49-F238E27FC236}">
                <a16:creationId xmlns:a16="http://schemas.microsoft.com/office/drawing/2014/main" id="{26C9C296-C25D-46EB-8AFF-7FA5C003EAF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D6EEBECD-2820-444F-B303-DC3130AEAD0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emf"/><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emf"/><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hart" Target="../charts/chart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2.jpeg"/><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3.emf"/><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chart" Target="../charts/chart2.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8">
            <a:extLst>
              <a:ext uri="{FF2B5EF4-FFF2-40B4-BE49-F238E27FC236}">
                <a16:creationId xmlns:a16="http://schemas.microsoft.com/office/drawing/2014/main" id="{D09DD170-B3C4-48EA-A155-4186AFB8DE84}"/>
              </a:ext>
            </a:extLst>
          </p:cNvPr>
          <p:cNvSpPr txBox="1">
            <a:spLocks noChangeArrowheads="1"/>
          </p:cNvSpPr>
          <p:nvPr/>
        </p:nvSpPr>
        <p:spPr bwMode="auto">
          <a:xfrm>
            <a:off x="373486" y="4610725"/>
            <a:ext cx="2616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dirty="0"/>
              <a:t> </a:t>
            </a:r>
          </a:p>
        </p:txBody>
      </p:sp>
      <p:sp>
        <p:nvSpPr>
          <p:cNvPr id="2050" name="Rectangle 3">
            <a:extLst>
              <a:ext uri="{FF2B5EF4-FFF2-40B4-BE49-F238E27FC236}">
                <a16:creationId xmlns:a16="http://schemas.microsoft.com/office/drawing/2014/main" id="{51C6D012-4EB5-467C-9CC4-9FE13264DA50}"/>
              </a:ext>
            </a:extLst>
          </p:cNvPr>
          <p:cNvSpPr>
            <a:spLocks noGrp="1" noChangeArrowheads="1"/>
          </p:cNvSpPr>
          <p:nvPr>
            <p:ph type="title"/>
          </p:nvPr>
        </p:nvSpPr>
        <p:spPr>
          <a:xfrm>
            <a:off x="375041" y="1404610"/>
            <a:ext cx="8507571" cy="3853190"/>
          </a:xfrm>
          <a:noFill/>
        </p:spPr>
        <p:txBody>
          <a:bodyPr/>
          <a:lstStyle/>
          <a:p>
            <a:pPr eaLnBrk="1" hangingPunct="1"/>
            <a:r>
              <a:rPr lang="en-US" altLang="en-US" sz="1600" b="1" dirty="0">
                <a:latin typeface="Arial" panose="020B0604020202020204" pitchFamily="34" charset="0"/>
              </a:rPr>
              <a:t>The Scope and Impact of Open Source Software as Intangible Capital:</a:t>
            </a:r>
            <a:br>
              <a:rPr lang="en-US" altLang="en-US" sz="1600" b="1" dirty="0">
                <a:latin typeface="Arial" panose="020B0604020202020204" pitchFamily="34" charset="0"/>
              </a:rPr>
            </a:br>
            <a:r>
              <a:rPr lang="en-US" altLang="en-US" sz="1600" b="1" dirty="0">
                <a:latin typeface="Arial" panose="020B0604020202020204" pitchFamily="34" charset="0"/>
              </a:rPr>
              <a:t> A Framework for Measurement with an Application Based on the use of R Packages </a:t>
            </a:r>
            <a:br>
              <a:rPr lang="en-US" altLang="en-US" sz="1400" b="1" dirty="0">
                <a:latin typeface="Arial" panose="020B0604020202020204" pitchFamily="34" charset="0"/>
              </a:rPr>
            </a:br>
            <a:br>
              <a:rPr lang="en-US" altLang="en-US" sz="1400" b="1" dirty="0">
                <a:latin typeface="Arial" panose="020B0604020202020204" pitchFamily="34" charset="0"/>
              </a:rPr>
            </a:br>
            <a:r>
              <a:rPr lang="en-US" altLang="en-US" sz="1400" b="1" dirty="0">
                <a:latin typeface="Arial" panose="020B0604020202020204" pitchFamily="34" charset="0"/>
              </a:rPr>
              <a:t>Carol A. Robbins*(1), Gizem Korkmaz (2), José Bayoán Santiago Calderón (3), </a:t>
            </a:r>
            <a:br>
              <a:rPr lang="en-US" altLang="en-US" sz="1400" b="1" dirty="0">
                <a:latin typeface="Arial" panose="020B0604020202020204" pitchFamily="34" charset="0"/>
              </a:rPr>
            </a:br>
            <a:r>
              <a:rPr lang="en-US" altLang="en-US" sz="1400" b="1" dirty="0">
                <a:latin typeface="Arial" panose="020B0604020202020204" pitchFamily="34" charset="0"/>
              </a:rPr>
              <a:t>Daniel Chen (2), Aaron Schroeder (2), Claire Kelling (4), Stephanie Shipp (2), Sallie Keller (2)</a:t>
            </a:r>
            <a:br>
              <a:rPr lang="en-US" altLang="en-US" sz="2000" b="1" dirty="0">
                <a:latin typeface="Arial" panose="020B0604020202020204" pitchFamily="34" charset="0"/>
              </a:rPr>
            </a:br>
            <a:br>
              <a:rPr lang="en-US" altLang="en-US" sz="2000" b="1" dirty="0">
                <a:latin typeface="Arial" panose="020B0604020202020204" pitchFamily="34" charset="0"/>
              </a:rPr>
            </a:br>
            <a:br>
              <a:rPr lang="en-US" altLang="en-US" sz="2000" b="1" dirty="0">
                <a:latin typeface="Arial" panose="020B0604020202020204" pitchFamily="34" charset="0"/>
              </a:rPr>
            </a:br>
            <a:r>
              <a:rPr lang="en-US" altLang="en-US" sz="2000" b="1" dirty="0">
                <a:latin typeface="Arial" panose="020B0604020202020204" pitchFamily="34" charset="0"/>
              </a:rPr>
              <a:t>CRIW Conference: Big Data for 21st Century Economic Statistics</a:t>
            </a:r>
            <a:br>
              <a:rPr lang="en-US" altLang="en-US" sz="2000" b="1" i="1" dirty="0">
                <a:latin typeface="Arial" panose="020B0604020202020204" pitchFamily="34" charset="0"/>
              </a:rPr>
            </a:br>
            <a:r>
              <a:rPr lang="en-US" altLang="en-US" sz="2000" b="1" i="1" dirty="0">
                <a:latin typeface="Arial" panose="020B0604020202020204" pitchFamily="34" charset="0"/>
              </a:rPr>
              <a:t>Bethesda, MD</a:t>
            </a:r>
            <a:br>
              <a:rPr lang="en-US" altLang="en-US" sz="2000" b="1" dirty="0">
                <a:latin typeface="Arial" panose="020B0604020202020204" pitchFamily="34" charset="0"/>
              </a:rPr>
            </a:br>
            <a:r>
              <a:rPr lang="en-US" altLang="en-US" sz="2000" b="1" dirty="0">
                <a:latin typeface="Arial" panose="020B0604020202020204" pitchFamily="34" charset="0"/>
              </a:rPr>
              <a:t>Washington, D.C.</a:t>
            </a:r>
            <a:br>
              <a:rPr lang="en-US" altLang="en-US" sz="2000" b="1" dirty="0">
                <a:latin typeface="Arial" panose="020B0604020202020204" pitchFamily="34" charset="0"/>
              </a:rPr>
            </a:br>
            <a:r>
              <a:rPr lang="en-US" altLang="en-US" sz="2000" b="1" dirty="0">
                <a:latin typeface="Arial" panose="020B0604020202020204" pitchFamily="34" charset="0"/>
              </a:rPr>
              <a:t>March 15-16, 2019</a:t>
            </a:r>
          </a:p>
        </p:txBody>
      </p:sp>
      <p:sp>
        <p:nvSpPr>
          <p:cNvPr id="2051" name="Rectangle 5" title="divider">
            <a:extLst>
              <a:ext uri="{FF2B5EF4-FFF2-40B4-BE49-F238E27FC236}">
                <a16:creationId xmlns:a16="http://schemas.microsoft.com/office/drawing/2014/main" id="{43895AFD-636A-4AF4-BE19-FF17DAFD7B32}"/>
              </a:ext>
            </a:extLst>
          </p:cNvPr>
          <p:cNvSpPr>
            <a:spLocks noChangeArrowheads="1"/>
          </p:cNvSpPr>
          <p:nvPr/>
        </p:nvSpPr>
        <p:spPr bwMode="auto">
          <a:xfrm>
            <a:off x="0" y="685800"/>
            <a:ext cx="9144000" cy="3048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2054" name="Picture 10" descr="National Center for Science and Engineering Statistics logo">
            <a:extLst>
              <a:ext uri="{FF2B5EF4-FFF2-40B4-BE49-F238E27FC236}">
                <a16:creationId xmlns:a16="http://schemas.microsoft.com/office/drawing/2014/main" id="{E48E4EC4-11C0-4246-9598-3E60E5C19D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8" descr="nsf2">
            <a:extLst>
              <a:ext uri="{FF2B5EF4-FFF2-40B4-BE49-F238E27FC236}">
                <a16:creationId xmlns:a16="http://schemas.microsoft.com/office/drawing/2014/main" id="{807698C5-7370-496D-BD22-B71A01C41E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a:extLst>
              <a:ext uri="{FF2B5EF4-FFF2-40B4-BE49-F238E27FC236}">
                <a16:creationId xmlns:a16="http://schemas.microsoft.com/office/drawing/2014/main" id="{6E02D686-9663-4E08-A7A3-A29B9C3A879F}"/>
              </a:ext>
            </a:extLst>
          </p:cNvPr>
          <p:cNvSpPr txBox="1">
            <a:spLocks noChangeArrowheads="1"/>
          </p:cNvSpPr>
          <p:nvPr/>
        </p:nvSpPr>
        <p:spPr bwMode="auto">
          <a:xfrm>
            <a:off x="48986" y="5624451"/>
            <a:ext cx="919298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eaLnBrk="1" hangingPunct="1"/>
            <a:r>
              <a:rPr lang="en-US" altLang="en-US" sz="1400" kern="0" dirty="0">
                <a:latin typeface="Arial" panose="020B0604020202020204" pitchFamily="34" charset="0"/>
              </a:rPr>
              <a:t>1) National Center for Science and Engineering Statistics, National Science Foundation ; 2) Social &amp; Decision Analytics Division, Biocomplexity Institute &amp; Initiative, University of Virginia; 3) Claremont Graduate University; 4) Pennsylvania State University</a:t>
            </a:r>
          </a:p>
          <a:p>
            <a:pPr eaLnBrk="1" hangingPunct="1"/>
            <a:endParaRPr lang="en-US" altLang="en-US" sz="1400" kern="0" dirty="0">
              <a:latin typeface="Arial" panose="020B0604020202020204" pitchFamily="34" charset="0"/>
            </a:endParaRPr>
          </a:p>
          <a:p>
            <a:pPr eaLnBrk="1" hangingPunct="1"/>
            <a:r>
              <a:rPr lang="en-US" altLang="en-US" sz="1200" kern="0" dirty="0">
                <a:latin typeface="Arial" panose="020B0604020202020204" pitchFamily="34" charset="0"/>
              </a:rPr>
              <a:t>The views expressed in this paper are those of the authors and not necessarily those of their respective institutions.</a:t>
            </a:r>
          </a:p>
          <a:p>
            <a:pPr eaLnBrk="1" hangingPunct="1"/>
            <a:endParaRPr lang="en-US" altLang="en-US" sz="1600" kern="0" dirty="0">
              <a:latin typeface="Arial" panose="020B0604020202020204" pitchFamily="34" charset="0"/>
            </a:endParaRPr>
          </a:p>
        </p:txBody>
      </p:sp>
    </p:spTree>
    <p:extLst>
      <p:ext uri="{BB962C8B-B14F-4D97-AF65-F5344CB8AC3E}">
        <p14:creationId xmlns:p14="http://schemas.microsoft.com/office/powerpoint/2010/main" val="1386822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7">
            <a:extLst>
              <a:ext uri="{FF2B5EF4-FFF2-40B4-BE49-F238E27FC236}">
                <a16:creationId xmlns:a16="http://schemas.microsoft.com/office/drawing/2014/main" id="{995B8D7D-7526-497C-BBF8-5AE8DC3492C8}"/>
              </a:ext>
            </a:extLst>
          </p:cNvPr>
          <p:cNvSpPr>
            <a:spLocks noChangeArrowheads="1"/>
          </p:cNvSpPr>
          <p:nvPr/>
        </p:nvSpPr>
        <p:spPr bwMode="auto">
          <a:xfrm>
            <a:off x="338393" y="1126175"/>
            <a:ext cx="8467213"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dirty="0">
                <a:latin typeface="Arial" panose="020B0604020202020204" pitchFamily="34" charset="0"/>
              </a:rPr>
              <a:t> Why:</a:t>
            </a:r>
          </a:p>
          <a:p>
            <a:pPr>
              <a:spcBef>
                <a:spcPct val="50000"/>
              </a:spcBef>
            </a:pPr>
            <a:r>
              <a:rPr lang="en-US" altLang="en-US" sz="2000" dirty="0">
                <a:latin typeface="Arial" panose="020B0604020202020204" pitchFamily="34" charset="0"/>
              </a:rPr>
              <a:t>Long-lasting benefits, zero purchase cost, creates new products</a:t>
            </a:r>
          </a:p>
          <a:p>
            <a:pPr>
              <a:spcBef>
                <a:spcPct val="50000"/>
              </a:spcBef>
            </a:pPr>
            <a:r>
              <a:rPr lang="en-US" altLang="en-US" sz="2000" dirty="0">
                <a:latin typeface="Arial" panose="020B0604020202020204" pitchFamily="34" charset="0"/>
              </a:rPr>
              <a:t>Public goods qualities, output of public as well as private spending</a:t>
            </a:r>
          </a:p>
          <a:p>
            <a:pPr>
              <a:spcBef>
                <a:spcPct val="50000"/>
              </a:spcBef>
            </a:pPr>
            <a:r>
              <a:rPr lang="en-US" altLang="en-US" sz="2000" dirty="0">
                <a:latin typeface="Arial" panose="020B0604020202020204" pitchFamily="34" charset="0"/>
              </a:rPr>
              <a:t>How: </a:t>
            </a:r>
          </a:p>
          <a:p>
            <a:pPr marL="914400" lvl="1" indent="-457200">
              <a:spcBef>
                <a:spcPct val="50000"/>
              </a:spcBef>
              <a:buFont typeface="+mj-lt"/>
              <a:buAutoNum type="arabicPeriod"/>
            </a:pPr>
            <a:r>
              <a:rPr lang="en-US" altLang="en-US" sz="2000" dirty="0">
                <a:latin typeface="Arial" panose="020B0604020202020204" pitchFamily="34" charset="0"/>
              </a:rPr>
              <a:t>Access detailed data about these new products and tools from  repositories:</a:t>
            </a:r>
          </a:p>
          <a:p>
            <a:pPr marL="914400" lvl="1" indent="-457200">
              <a:spcBef>
                <a:spcPct val="50000"/>
              </a:spcBef>
              <a:buFont typeface="+mj-lt"/>
              <a:buAutoNum type="arabicPeriod"/>
            </a:pPr>
            <a:endParaRPr lang="en-US" altLang="en-US" sz="2000" dirty="0">
              <a:latin typeface="Arial" panose="020B0604020202020204" pitchFamily="34" charset="0"/>
            </a:endParaRPr>
          </a:p>
          <a:p>
            <a:pPr marL="914400" lvl="1" indent="-457200">
              <a:spcBef>
                <a:spcPct val="50000"/>
              </a:spcBef>
              <a:buFont typeface="+mj-lt"/>
              <a:buAutoNum type="arabicPeriod"/>
            </a:pPr>
            <a:endParaRPr lang="en-US" altLang="en-US" sz="2000" dirty="0">
              <a:latin typeface="Arial" panose="020B0604020202020204" pitchFamily="34" charset="0"/>
            </a:endParaRPr>
          </a:p>
          <a:p>
            <a:pPr marL="914400" lvl="1" indent="-457200">
              <a:spcBef>
                <a:spcPct val="50000"/>
              </a:spcBef>
              <a:buFont typeface="+mj-lt"/>
              <a:buAutoNum type="arabicPeriod"/>
            </a:pPr>
            <a:endParaRPr lang="en-US" altLang="en-US" sz="2000" dirty="0">
              <a:latin typeface="Arial" panose="020B0604020202020204" pitchFamily="34" charset="0"/>
            </a:endParaRPr>
          </a:p>
          <a:p>
            <a:pPr marL="914400" lvl="1" indent="-457200">
              <a:spcBef>
                <a:spcPct val="50000"/>
              </a:spcBef>
              <a:buFont typeface="+mj-lt"/>
              <a:buAutoNum type="arabicPeriod"/>
            </a:pPr>
            <a:r>
              <a:rPr lang="en-US" altLang="en-US" sz="2000" dirty="0">
                <a:latin typeface="Arial" panose="020B0604020202020204" pitchFamily="34" charset="0"/>
              </a:rPr>
              <a:t>Develop framework for measuring cost </a:t>
            </a:r>
          </a:p>
          <a:p>
            <a:pPr marL="914400" lvl="1" indent="-457200">
              <a:spcBef>
                <a:spcPct val="50000"/>
              </a:spcBef>
              <a:buFont typeface="+mj-lt"/>
              <a:buAutoNum type="arabicPeriod"/>
            </a:pPr>
            <a:endParaRPr lang="en-US" altLang="en-US" sz="2000" dirty="0">
              <a:latin typeface="Arial" panose="020B0604020202020204" pitchFamily="34" charset="0"/>
            </a:endParaRPr>
          </a:p>
          <a:p>
            <a:pPr marL="914400" lvl="1" indent="-457200">
              <a:spcBef>
                <a:spcPct val="50000"/>
              </a:spcBef>
              <a:buFont typeface="+mj-lt"/>
              <a:buAutoNum type="arabicPeriod"/>
            </a:pPr>
            <a:endParaRPr lang="en-US" altLang="en-US" sz="2000" dirty="0">
              <a:latin typeface="Arial" panose="020B0604020202020204" pitchFamily="34" charset="0"/>
            </a:endParaRPr>
          </a:p>
          <a:p>
            <a:pPr>
              <a:spcBef>
                <a:spcPct val="50000"/>
              </a:spcBef>
              <a:buFontTx/>
              <a:buChar char="•"/>
            </a:pPr>
            <a:endParaRPr lang="en-US" altLang="en-US" sz="1600" b="1" dirty="0">
              <a:latin typeface="Arial" panose="020B0604020202020204" pitchFamily="34" charset="0"/>
            </a:endParaRPr>
          </a:p>
        </p:txBody>
      </p:sp>
      <p:sp>
        <p:nvSpPr>
          <p:cNvPr id="11266" name="Rectangle 2">
            <a:extLst>
              <a:ext uri="{FF2B5EF4-FFF2-40B4-BE49-F238E27FC236}">
                <a16:creationId xmlns:a16="http://schemas.microsoft.com/office/drawing/2014/main" id="{C92B8A92-0D3D-49BE-B21B-1A79255BDA50}"/>
              </a:ext>
            </a:extLst>
          </p:cNvPr>
          <p:cNvSpPr>
            <a:spLocks noGrp="1" noChangeArrowheads="1"/>
          </p:cNvSpPr>
          <p:nvPr>
            <p:ph type="title"/>
          </p:nvPr>
        </p:nvSpPr>
        <p:spPr>
          <a:xfrm>
            <a:off x="-76200" y="1024285"/>
            <a:ext cx="9144000" cy="474662"/>
          </a:xfrm>
        </p:spPr>
        <p:txBody>
          <a:bodyPr/>
          <a:lstStyle/>
          <a:p>
            <a:pPr eaLnBrk="1" hangingPunct="1"/>
            <a:r>
              <a:rPr lang="en-US" altLang="en-US" sz="2200" dirty="0">
                <a:latin typeface="Arial" panose="020B0604020202020204" pitchFamily="34" charset="0"/>
              </a:rPr>
              <a:t>Measuring </a:t>
            </a:r>
            <a:r>
              <a:rPr lang="en-US" sz="2400" dirty="0">
                <a:latin typeface="Arial" panose="020B0604020202020204" pitchFamily="34" charset="0"/>
                <a:cs typeface="Arial" panose="020B0604020202020204" pitchFamily="34" charset="0"/>
              </a:rPr>
              <a:t>Open Source Software</a:t>
            </a:r>
            <a:br>
              <a:rPr lang="en-US" altLang="en-US" sz="2200" b="1" dirty="0">
                <a:latin typeface="Arial" panose="020B0604020202020204" pitchFamily="34" charset="0"/>
              </a:rPr>
            </a:br>
            <a:br>
              <a:rPr lang="en-US" altLang="en-US" sz="2200" dirty="0">
                <a:latin typeface="Arial" panose="020B0604020202020204" pitchFamily="34" charset="0"/>
              </a:rPr>
            </a:br>
            <a:endParaRPr lang="en-US" altLang="en-US" sz="2200" dirty="0">
              <a:latin typeface="Arial" panose="020B0604020202020204" pitchFamily="34" charset="0"/>
            </a:endParaRPr>
          </a:p>
        </p:txBody>
      </p:sp>
      <p:sp>
        <p:nvSpPr>
          <p:cNvPr id="11267" name="Rectangle 4" title="divider">
            <a:extLst>
              <a:ext uri="{FF2B5EF4-FFF2-40B4-BE49-F238E27FC236}">
                <a16:creationId xmlns:a16="http://schemas.microsoft.com/office/drawing/2014/main" id="{B073A3D2-CE6A-45C8-979C-3C0475BF29B0}"/>
              </a:ext>
            </a:extLst>
          </p:cNvPr>
          <p:cNvSpPr>
            <a:spLocks noChangeArrowheads="1"/>
          </p:cNvSpPr>
          <p:nvPr/>
        </p:nvSpPr>
        <p:spPr bwMode="auto">
          <a:xfrm>
            <a:off x="-76200" y="599284"/>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1271" name="Picture 10" descr="National Center for Science and Engineering Statistics logo">
            <a:extLst>
              <a:ext uri="{FF2B5EF4-FFF2-40B4-BE49-F238E27FC236}">
                <a16:creationId xmlns:a16="http://schemas.microsoft.com/office/drawing/2014/main" id="{9F518016-3345-42FF-8112-28C5E15D93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10" descr="nsf2">
            <a:extLst>
              <a:ext uri="{FF2B5EF4-FFF2-40B4-BE49-F238E27FC236}">
                <a16:creationId xmlns:a16="http://schemas.microsoft.com/office/drawing/2014/main" id="{517165A0-5900-4AF3-A173-D94C920ACC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3A55AAFE-7803-40B7-B001-4A4C24D7E1F2}"/>
              </a:ext>
            </a:extLst>
          </p:cNvPr>
          <p:cNvPicPr>
            <a:picLocks noChangeAspect="1"/>
          </p:cNvPicPr>
          <p:nvPr/>
        </p:nvPicPr>
        <p:blipFill>
          <a:blip r:embed="rId5"/>
          <a:stretch>
            <a:fillRect/>
          </a:stretch>
        </p:blipFill>
        <p:spPr>
          <a:xfrm>
            <a:off x="392134" y="3658896"/>
            <a:ext cx="954809" cy="1390021"/>
          </a:xfrm>
          <a:prstGeom prst="rect">
            <a:avLst/>
          </a:prstGeom>
        </p:spPr>
      </p:pic>
      <p:pic>
        <p:nvPicPr>
          <p:cNvPr id="6" name="Picture 5">
            <a:extLst>
              <a:ext uri="{FF2B5EF4-FFF2-40B4-BE49-F238E27FC236}">
                <a16:creationId xmlns:a16="http://schemas.microsoft.com/office/drawing/2014/main" id="{99DD65C1-357E-4742-8EA0-CBB9612A5BE8}"/>
              </a:ext>
            </a:extLst>
          </p:cNvPr>
          <p:cNvPicPr>
            <a:picLocks noChangeAspect="1"/>
          </p:cNvPicPr>
          <p:nvPr/>
        </p:nvPicPr>
        <p:blipFill>
          <a:blip r:embed="rId6"/>
          <a:stretch>
            <a:fillRect/>
          </a:stretch>
        </p:blipFill>
        <p:spPr>
          <a:xfrm>
            <a:off x="1554240" y="3742276"/>
            <a:ext cx="1318565" cy="575256"/>
          </a:xfrm>
          <a:prstGeom prst="rect">
            <a:avLst/>
          </a:prstGeom>
        </p:spPr>
      </p:pic>
      <p:sp>
        <p:nvSpPr>
          <p:cNvPr id="10" name="Rectangle 9">
            <a:extLst>
              <a:ext uri="{FF2B5EF4-FFF2-40B4-BE49-F238E27FC236}">
                <a16:creationId xmlns:a16="http://schemas.microsoft.com/office/drawing/2014/main" id="{5E0C62DC-842D-4110-95EF-9340ACD2948D}"/>
              </a:ext>
            </a:extLst>
          </p:cNvPr>
          <p:cNvSpPr/>
          <p:nvPr/>
        </p:nvSpPr>
        <p:spPr>
          <a:xfrm>
            <a:off x="2663710" y="5478959"/>
            <a:ext cx="1915909" cy="769441"/>
          </a:xfrm>
          <a:prstGeom prst="rect">
            <a:avLst/>
          </a:prstGeom>
          <a:noFill/>
        </p:spPr>
        <p:txBody>
          <a:bodyPr wrap="square" lIns="91440" tIns="45720" rIns="91440" bIns="45720">
            <a:spAutoFit/>
          </a:bodyPr>
          <a:lstStyle/>
          <a:p>
            <a:pPr algn="ctr"/>
            <a:r>
              <a:rPr lang="en-US" sz="4400" b="1" cap="none" spc="0" dirty="0">
                <a:ln w="22225">
                  <a:solidFill>
                    <a:schemeClr val="accent2"/>
                  </a:solidFill>
                  <a:prstDash val="solid"/>
                </a:ln>
                <a:solidFill>
                  <a:schemeClr val="accent2">
                    <a:lumMod val="40000"/>
                    <a:lumOff val="60000"/>
                  </a:schemeClr>
                </a:solidFill>
                <a:effectLst/>
              </a:rPr>
              <a:t>$2017</a:t>
            </a:r>
          </a:p>
        </p:txBody>
      </p:sp>
      <p:sp>
        <p:nvSpPr>
          <p:cNvPr id="2" name="Slide Number Placeholder 1">
            <a:extLst>
              <a:ext uri="{FF2B5EF4-FFF2-40B4-BE49-F238E27FC236}">
                <a16:creationId xmlns:a16="http://schemas.microsoft.com/office/drawing/2014/main" id="{27EE3C4F-A25B-4740-B038-AA8EEAA99092}"/>
              </a:ext>
            </a:extLst>
          </p:cNvPr>
          <p:cNvSpPr>
            <a:spLocks noGrp="1"/>
          </p:cNvSpPr>
          <p:nvPr>
            <p:ph type="sldNum" sz="quarter" idx="12"/>
          </p:nvPr>
        </p:nvSpPr>
        <p:spPr/>
        <p:txBody>
          <a:bodyPr/>
          <a:lstStyle/>
          <a:p>
            <a:fld id="{1B835D90-6387-4175-8905-3408BA5A358B}" type="slidenum">
              <a:rPr lang="en-US" altLang="en-US" smtClean="0"/>
              <a:pPr/>
              <a:t>1</a:t>
            </a:fld>
            <a:endParaRPr lang="en-US" altLang="en-US"/>
          </a:p>
        </p:txBody>
      </p:sp>
      <p:pic>
        <p:nvPicPr>
          <p:cNvPr id="3" name="Picture 2">
            <a:extLst>
              <a:ext uri="{FF2B5EF4-FFF2-40B4-BE49-F238E27FC236}">
                <a16:creationId xmlns:a16="http://schemas.microsoft.com/office/drawing/2014/main" id="{93685F10-15CA-471C-A54A-0B51B4A93461}"/>
              </a:ext>
            </a:extLst>
          </p:cNvPr>
          <p:cNvPicPr>
            <a:picLocks noChangeAspect="1"/>
          </p:cNvPicPr>
          <p:nvPr/>
        </p:nvPicPr>
        <p:blipFill>
          <a:blip r:embed="rId7"/>
          <a:stretch>
            <a:fillRect/>
          </a:stretch>
        </p:blipFill>
        <p:spPr>
          <a:xfrm>
            <a:off x="4506095" y="3658896"/>
            <a:ext cx="3886200" cy="361950"/>
          </a:xfrm>
          <a:prstGeom prst="rect">
            <a:avLst/>
          </a:prstGeom>
        </p:spPr>
      </p:pic>
      <p:pic>
        <p:nvPicPr>
          <p:cNvPr id="4" name="Picture 3">
            <a:extLst>
              <a:ext uri="{FF2B5EF4-FFF2-40B4-BE49-F238E27FC236}">
                <a16:creationId xmlns:a16="http://schemas.microsoft.com/office/drawing/2014/main" id="{7661DBDD-7B83-4CC4-8E4F-1F0DFBB8A85C}"/>
              </a:ext>
            </a:extLst>
          </p:cNvPr>
          <p:cNvPicPr>
            <a:picLocks noChangeAspect="1"/>
          </p:cNvPicPr>
          <p:nvPr/>
        </p:nvPicPr>
        <p:blipFill>
          <a:blip r:embed="rId8"/>
          <a:stretch>
            <a:fillRect/>
          </a:stretch>
        </p:blipFill>
        <p:spPr>
          <a:xfrm>
            <a:off x="2872805" y="3539978"/>
            <a:ext cx="2090185" cy="1358268"/>
          </a:xfrm>
          <a:prstGeom prst="rect">
            <a:avLst/>
          </a:prstGeom>
        </p:spPr>
      </p:pic>
    </p:spTree>
    <p:extLst>
      <p:ext uri="{BB962C8B-B14F-4D97-AF65-F5344CB8AC3E}">
        <p14:creationId xmlns:p14="http://schemas.microsoft.com/office/powerpoint/2010/main" val="3999141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7">
            <a:extLst>
              <a:ext uri="{FF2B5EF4-FFF2-40B4-BE49-F238E27FC236}">
                <a16:creationId xmlns:a16="http://schemas.microsoft.com/office/drawing/2014/main" id="{995B8D7D-7526-497C-BBF8-5AE8DC3492C8}"/>
              </a:ext>
            </a:extLst>
          </p:cNvPr>
          <p:cNvSpPr>
            <a:spLocks noChangeArrowheads="1"/>
          </p:cNvSpPr>
          <p:nvPr/>
        </p:nvSpPr>
        <p:spPr bwMode="auto">
          <a:xfrm>
            <a:off x="342900" y="1261616"/>
            <a:ext cx="8467213" cy="392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dirty="0">
                <a:latin typeface="Arial" panose="020B0604020202020204" pitchFamily="34" charset="0"/>
              </a:rPr>
              <a:t>How (continued): </a:t>
            </a:r>
          </a:p>
          <a:p>
            <a:pPr marL="914400" lvl="1" indent="-457200">
              <a:spcBef>
                <a:spcPct val="50000"/>
              </a:spcBef>
              <a:buFont typeface="+mj-lt"/>
              <a:buAutoNum type="arabicPeriod" startAt="3"/>
            </a:pPr>
            <a:r>
              <a:rPr lang="en-US" altLang="en-US" sz="2000" dirty="0">
                <a:latin typeface="Arial" panose="020B0604020202020204" pitchFamily="34" charset="0"/>
              </a:rPr>
              <a:t>Estimate resource cost for two languages</a:t>
            </a:r>
          </a:p>
          <a:p>
            <a:pPr marL="914400" lvl="1" indent="-457200">
              <a:spcBef>
                <a:spcPct val="50000"/>
              </a:spcBef>
              <a:buFont typeface="+mj-lt"/>
              <a:buAutoNum type="arabicPeriod" startAt="3"/>
            </a:pPr>
            <a:endParaRPr lang="en-US" altLang="en-US" sz="2000" dirty="0">
              <a:latin typeface="Arial" panose="020B0604020202020204" pitchFamily="34" charset="0"/>
            </a:endParaRPr>
          </a:p>
          <a:p>
            <a:pPr marL="914400" lvl="1" indent="-457200">
              <a:spcBef>
                <a:spcPct val="50000"/>
              </a:spcBef>
              <a:buFont typeface="+mj-lt"/>
              <a:buAutoNum type="arabicPeriod" startAt="3"/>
            </a:pPr>
            <a:endParaRPr lang="en-US" altLang="en-US" sz="2000" dirty="0">
              <a:latin typeface="Arial" panose="020B0604020202020204" pitchFamily="34" charset="0"/>
            </a:endParaRPr>
          </a:p>
          <a:p>
            <a:pPr marL="914400" lvl="1" indent="-457200">
              <a:spcBef>
                <a:spcPct val="50000"/>
              </a:spcBef>
              <a:buFont typeface="+mj-lt"/>
              <a:buAutoNum type="arabicPeriod" startAt="3"/>
            </a:pPr>
            <a:endParaRPr lang="en-US" altLang="en-US" sz="2000" dirty="0">
              <a:latin typeface="Arial" panose="020B0604020202020204" pitchFamily="34" charset="0"/>
            </a:endParaRPr>
          </a:p>
          <a:p>
            <a:pPr marL="914400" lvl="1" indent="-457200">
              <a:spcBef>
                <a:spcPts val="600"/>
              </a:spcBef>
              <a:buFont typeface="+mj-lt"/>
              <a:buAutoNum type="arabicPeriod" startAt="3"/>
            </a:pPr>
            <a:r>
              <a:rPr lang="en-US" altLang="en-US" sz="2000" dirty="0">
                <a:latin typeface="Arial" panose="020B0604020202020204" pitchFamily="34" charset="0"/>
              </a:rPr>
              <a:t>Use Network Analysis and Downloads to show impact </a:t>
            </a:r>
          </a:p>
          <a:p>
            <a:pPr marL="914400" lvl="1" indent="-457200">
              <a:spcBef>
                <a:spcPct val="50000"/>
              </a:spcBef>
              <a:buFont typeface="+mj-lt"/>
              <a:buAutoNum type="arabicPeriod" startAt="3"/>
            </a:pPr>
            <a:endParaRPr lang="en-US" altLang="en-US" sz="2000" dirty="0">
              <a:latin typeface="Arial" panose="020B0604020202020204" pitchFamily="34" charset="0"/>
            </a:endParaRPr>
          </a:p>
          <a:p>
            <a:pPr marL="914400" lvl="1" indent="-457200">
              <a:spcBef>
                <a:spcPct val="50000"/>
              </a:spcBef>
              <a:buFont typeface="+mj-lt"/>
              <a:buAutoNum type="arabicPeriod" startAt="3"/>
            </a:pPr>
            <a:endParaRPr lang="en-US" altLang="en-US" sz="2000" dirty="0">
              <a:latin typeface="Arial" panose="020B0604020202020204" pitchFamily="34" charset="0"/>
            </a:endParaRPr>
          </a:p>
          <a:p>
            <a:pPr>
              <a:spcBef>
                <a:spcPct val="50000"/>
              </a:spcBef>
              <a:buFontTx/>
              <a:buChar char="•"/>
            </a:pPr>
            <a:endParaRPr lang="en-US" altLang="en-US" sz="1600" b="1" dirty="0">
              <a:latin typeface="Arial" panose="020B0604020202020204" pitchFamily="34" charset="0"/>
            </a:endParaRPr>
          </a:p>
        </p:txBody>
      </p:sp>
      <p:sp>
        <p:nvSpPr>
          <p:cNvPr id="11266" name="Rectangle 2">
            <a:extLst>
              <a:ext uri="{FF2B5EF4-FFF2-40B4-BE49-F238E27FC236}">
                <a16:creationId xmlns:a16="http://schemas.microsoft.com/office/drawing/2014/main" id="{C92B8A92-0D3D-49BE-B21B-1A79255BDA50}"/>
              </a:ext>
            </a:extLst>
          </p:cNvPr>
          <p:cNvSpPr>
            <a:spLocks noGrp="1" noChangeArrowheads="1"/>
          </p:cNvSpPr>
          <p:nvPr>
            <p:ph type="title"/>
          </p:nvPr>
        </p:nvSpPr>
        <p:spPr>
          <a:xfrm>
            <a:off x="-76200" y="1024285"/>
            <a:ext cx="9144000" cy="474662"/>
          </a:xfrm>
        </p:spPr>
        <p:txBody>
          <a:bodyPr/>
          <a:lstStyle/>
          <a:p>
            <a:pPr eaLnBrk="1" hangingPunct="1"/>
            <a:r>
              <a:rPr lang="en-US" altLang="en-US" sz="2200" dirty="0">
                <a:latin typeface="Arial" panose="020B0604020202020204" pitchFamily="34" charset="0"/>
              </a:rPr>
              <a:t>Measuring </a:t>
            </a:r>
            <a:r>
              <a:rPr lang="en-US" sz="2400" dirty="0">
                <a:latin typeface="Arial" panose="020B0604020202020204" pitchFamily="34" charset="0"/>
                <a:cs typeface="Arial" panose="020B0604020202020204" pitchFamily="34" charset="0"/>
              </a:rPr>
              <a:t>Open Source Software</a:t>
            </a:r>
            <a:br>
              <a:rPr lang="en-US" altLang="en-US" sz="2200" b="1" dirty="0">
                <a:latin typeface="Arial" panose="020B0604020202020204" pitchFamily="34" charset="0"/>
              </a:rPr>
            </a:br>
            <a:br>
              <a:rPr lang="en-US" altLang="en-US" sz="2200" dirty="0">
                <a:latin typeface="Arial" panose="020B0604020202020204" pitchFamily="34" charset="0"/>
              </a:rPr>
            </a:br>
            <a:endParaRPr lang="en-US" altLang="en-US" sz="2200" dirty="0">
              <a:latin typeface="Arial" panose="020B0604020202020204" pitchFamily="34" charset="0"/>
            </a:endParaRPr>
          </a:p>
        </p:txBody>
      </p:sp>
      <p:sp>
        <p:nvSpPr>
          <p:cNvPr id="11267" name="Rectangle 4" title="divider">
            <a:extLst>
              <a:ext uri="{FF2B5EF4-FFF2-40B4-BE49-F238E27FC236}">
                <a16:creationId xmlns:a16="http://schemas.microsoft.com/office/drawing/2014/main" id="{B073A3D2-CE6A-45C8-979C-3C0475BF29B0}"/>
              </a:ext>
            </a:extLst>
          </p:cNvPr>
          <p:cNvSpPr>
            <a:spLocks noChangeArrowheads="1"/>
          </p:cNvSpPr>
          <p:nvPr/>
        </p:nvSpPr>
        <p:spPr bwMode="auto">
          <a:xfrm>
            <a:off x="-76200" y="654641"/>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1271" name="Picture 10" descr="National Center for Science and Engineering Statistics logo">
            <a:extLst>
              <a:ext uri="{FF2B5EF4-FFF2-40B4-BE49-F238E27FC236}">
                <a16:creationId xmlns:a16="http://schemas.microsoft.com/office/drawing/2014/main" id="{9F518016-3345-42FF-8112-28C5E15D93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10" descr="nsf2">
            <a:extLst>
              <a:ext uri="{FF2B5EF4-FFF2-40B4-BE49-F238E27FC236}">
                <a16:creationId xmlns:a16="http://schemas.microsoft.com/office/drawing/2014/main" id="{517165A0-5900-4AF3-A173-D94C920ACC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90AC8935-40C7-4F40-9E0D-1E91DF69FF9E}"/>
              </a:ext>
            </a:extLst>
          </p:cNvPr>
          <p:cNvPicPr>
            <a:picLocks noChangeAspect="1"/>
          </p:cNvPicPr>
          <p:nvPr/>
        </p:nvPicPr>
        <p:blipFill>
          <a:blip r:embed="rId5"/>
          <a:stretch>
            <a:fillRect/>
          </a:stretch>
        </p:blipFill>
        <p:spPr>
          <a:xfrm>
            <a:off x="2895600" y="2231892"/>
            <a:ext cx="825689" cy="1080780"/>
          </a:xfrm>
          <a:prstGeom prst="rect">
            <a:avLst/>
          </a:prstGeom>
        </p:spPr>
      </p:pic>
      <p:pic>
        <p:nvPicPr>
          <p:cNvPr id="7" name="Picture 6">
            <a:extLst>
              <a:ext uri="{FF2B5EF4-FFF2-40B4-BE49-F238E27FC236}">
                <a16:creationId xmlns:a16="http://schemas.microsoft.com/office/drawing/2014/main" id="{9A929AEC-AE42-41B9-8009-2A76401F38F1}"/>
              </a:ext>
            </a:extLst>
          </p:cNvPr>
          <p:cNvPicPr>
            <a:picLocks noChangeAspect="1"/>
          </p:cNvPicPr>
          <p:nvPr/>
        </p:nvPicPr>
        <p:blipFill>
          <a:blip r:embed="rId6"/>
          <a:stretch>
            <a:fillRect/>
          </a:stretch>
        </p:blipFill>
        <p:spPr>
          <a:xfrm>
            <a:off x="4916455" y="2161471"/>
            <a:ext cx="901889" cy="1022141"/>
          </a:xfrm>
          <a:prstGeom prst="rect">
            <a:avLst/>
          </a:prstGeom>
        </p:spPr>
      </p:pic>
      <p:pic>
        <p:nvPicPr>
          <p:cNvPr id="8" name="Picture 7">
            <a:extLst>
              <a:ext uri="{FF2B5EF4-FFF2-40B4-BE49-F238E27FC236}">
                <a16:creationId xmlns:a16="http://schemas.microsoft.com/office/drawing/2014/main" id="{425F1A44-9F02-4BB8-859C-5181FD01AC78}"/>
              </a:ext>
            </a:extLst>
          </p:cNvPr>
          <p:cNvPicPr>
            <a:picLocks noChangeAspect="1"/>
          </p:cNvPicPr>
          <p:nvPr/>
        </p:nvPicPr>
        <p:blipFill>
          <a:blip r:embed="rId7"/>
          <a:stretch>
            <a:fillRect/>
          </a:stretch>
        </p:blipFill>
        <p:spPr>
          <a:xfrm>
            <a:off x="1171354" y="3992569"/>
            <a:ext cx="3049465" cy="2386396"/>
          </a:xfrm>
          <a:prstGeom prst="rect">
            <a:avLst/>
          </a:prstGeom>
        </p:spPr>
      </p:pic>
      <p:sp>
        <p:nvSpPr>
          <p:cNvPr id="5" name="Slide Number Placeholder 4">
            <a:extLst>
              <a:ext uri="{FF2B5EF4-FFF2-40B4-BE49-F238E27FC236}">
                <a16:creationId xmlns:a16="http://schemas.microsoft.com/office/drawing/2014/main" id="{E7B06432-DA3B-4FB4-A06D-3E7C53698CE6}"/>
              </a:ext>
            </a:extLst>
          </p:cNvPr>
          <p:cNvSpPr>
            <a:spLocks noGrp="1"/>
          </p:cNvSpPr>
          <p:nvPr>
            <p:ph type="sldNum" sz="quarter" idx="12"/>
          </p:nvPr>
        </p:nvSpPr>
        <p:spPr/>
        <p:txBody>
          <a:bodyPr/>
          <a:lstStyle/>
          <a:p>
            <a:fld id="{1B835D90-6387-4175-8905-3408BA5A358B}" type="slidenum">
              <a:rPr lang="en-US" altLang="en-US" smtClean="0"/>
              <a:pPr/>
              <a:t>2</a:t>
            </a:fld>
            <a:endParaRPr lang="en-US" altLang="en-US"/>
          </a:p>
        </p:txBody>
      </p:sp>
      <p:grpSp>
        <p:nvGrpSpPr>
          <p:cNvPr id="13" name="Group 12">
            <a:extLst>
              <a:ext uri="{FF2B5EF4-FFF2-40B4-BE49-F238E27FC236}">
                <a16:creationId xmlns:a16="http://schemas.microsoft.com/office/drawing/2014/main" id="{DDC193CB-65F1-4529-A002-CF5954182DFD}"/>
              </a:ext>
            </a:extLst>
          </p:cNvPr>
          <p:cNvGrpSpPr/>
          <p:nvPr/>
        </p:nvGrpSpPr>
        <p:grpSpPr>
          <a:xfrm>
            <a:off x="5257800" y="4497884"/>
            <a:ext cx="1295400" cy="1445716"/>
            <a:chOff x="1981200" y="4343400"/>
            <a:chExt cx="990600" cy="1219200"/>
          </a:xfrm>
        </p:grpSpPr>
        <p:sp>
          <p:nvSpPr>
            <p:cNvPr id="9" name="Arrow: Right 8">
              <a:extLst>
                <a:ext uri="{FF2B5EF4-FFF2-40B4-BE49-F238E27FC236}">
                  <a16:creationId xmlns:a16="http://schemas.microsoft.com/office/drawing/2014/main" id="{913E9E13-61F6-4476-BD24-D38BF9667D61}"/>
                </a:ext>
              </a:extLst>
            </p:cNvPr>
            <p:cNvSpPr/>
            <p:nvPr/>
          </p:nvSpPr>
          <p:spPr>
            <a:xfrm rot="5400000">
              <a:off x="2072640" y="4459784"/>
              <a:ext cx="762000" cy="838200"/>
            </a:xfrm>
            <a:prstGeom prst="right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5D39AD9-7712-4B4D-A596-1891F23772A0}"/>
                </a:ext>
              </a:extLst>
            </p:cNvPr>
            <p:cNvCxnSpPr/>
            <p:nvPr/>
          </p:nvCxnSpPr>
          <p:spPr>
            <a:xfrm>
              <a:off x="2034540" y="5334000"/>
              <a:ext cx="838200" cy="0"/>
            </a:xfrm>
            <a:prstGeom prst="line">
              <a:avLst/>
            </a:prstGeom>
            <a:ln>
              <a:solidFill>
                <a:srgbClr val="0070C0"/>
              </a:solidFill>
            </a:ln>
          </p:spPr>
          <p:style>
            <a:lnRef idx="3">
              <a:schemeClr val="accent6"/>
            </a:lnRef>
            <a:fillRef idx="0">
              <a:schemeClr val="accent6"/>
            </a:fillRef>
            <a:effectRef idx="2">
              <a:schemeClr val="accent6"/>
            </a:effectRef>
            <a:fontRef idx="minor">
              <a:schemeClr val="tx1"/>
            </a:fontRef>
          </p:style>
        </p:cxnSp>
        <p:sp>
          <p:nvSpPr>
            <p:cNvPr id="12" name="Rectangle 11">
              <a:extLst>
                <a:ext uri="{FF2B5EF4-FFF2-40B4-BE49-F238E27FC236}">
                  <a16:creationId xmlns:a16="http://schemas.microsoft.com/office/drawing/2014/main" id="{F1DDBFFB-166E-47E6-8C30-DF512AD83E7E}"/>
                </a:ext>
              </a:extLst>
            </p:cNvPr>
            <p:cNvSpPr/>
            <p:nvPr/>
          </p:nvSpPr>
          <p:spPr>
            <a:xfrm>
              <a:off x="1981200" y="4343400"/>
              <a:ext cx="990600" cy="1219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70259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108A0F7-A0C7-48D8-A655-0CAB8C987460}"/>
              </a:ext>
            </a:extLst>
          </p:cNvPr>
          <p:cNvGraphicFramePr>
            <a:graphicFrameLocks noGrp="1"/>
          </p:cNvGraphicFramePr>
          <p:nvPr>
            <p:extLst>
              <p:ext uri="{D42A27DB-BD31-4B8C-83A1-F6EECF244321}">
                <p14:modId xmlns:p14="http://schemas.microsoft.com/office/powerpoint/2010/main" val="398444960"/>
              </p:ext>
            </p:extLst>
          </p:nvPr>
        </p:nvGraphicFramePr>
        <p:xfrm>
          <a:off x="1541775" y="1428042"/>
          <a:ext cx="6100408" cy="4575431"/>
        </p:xfrm>
        <a:graphic>
          <a:graphicData uri="http://schemas.openxmlformats.org/drawingml/2006/table">
            <a:tbl>
              <a:tblPr>
                <a:tableStyleId>{5C22544A-7EE6-4342-B048-85BDC9FD1C3A}</a:tableStyleId>
              </a:tblPr>
              <a:tblGrid>
                <a:gridCol w="1360802">
                  <a:extLst>
                    <a:ext uri="{9D8B030D-6E8A-4147-A177-3AD203B41FA5}">
                      <a16:colId xmlns:a16="http://schemas.microsoft.com/office/drawing/2014/main" val="2146456226"/>
                    </a:ext>
                  </a:extLst>
                </a:gridCol>
                <a:gridCol w="203848">
                  <a:extLst>
                    <a:ext uri="{9D8B030D-6E8A-4147-A177-3AD203B41FA5}">
                      <a16:colId xmlns:a16="http://schemas.microsoft.com/office/drawing/2014/main" val="2894867395"/>
                    </a:ext>
                  </a:extLst>
                </a:gridCol>
                <a:gridCol w="203848">
                  <a:extLst>
                    <a:ext uri="{9D8B030D-6E8A-4147-A177-3AD203B41FA5}">
                      <a16:colId xmlns:a16="http://schemas.microsoft.com/office/drawing/2014/main" val="1217547430"/>
                    </a:ext>
                  </a:extLst>
                </a:gridCol>
                <a:gridCol w="2312611">
                  <a:extLst>
                    <a:ext uri="{9D8B030D-6E8A-4147-A177-3AD203B41FA5}">
                      <a16:colId xmlns:a16="http://schemas.microsoft.com/office/drawing/2014/main" val="339398912"/>
                    </a:ext>
                  </a:extLst>
                </a:gridCol>
                <a:gridCol w="988049">
                  <a:extLst>
                    <a:ext uri="{9D8B030D-6E8A-4147-A177-3AD203B41FA5}">
                      <a16:colId xmlns:a16="http://schemas.microsoft.com/office/drawing/2014/main" val="1951267710"/>
                    </a:ext>
                  </a:extLst>
                </a:gridCol>
                <a:gridCol w="1031250">
                  <a:extLst>
                    <a:ext uri="{9D8B030D-6E8A-4147-A177-3AD203B41FA5}">
                      <a16:colId xmlns:a16="http://schemas.microsoft.com/office/drawing/2014/main" val="437043100"/>
                    </a:ext>
                  </a:extLst>
                </a:gridCol>
              </a:tblGrid>
              <a:tr h="407237">
                <a:tc rowSpan="2" gridSpan="2">
                  <a:txBody>
                    <a:bodyPr/>
                    <a:lstStyle/>
                    <a:p>
                      <a:pPr algn="ctr" fontAlgn="b"/>
                      <a:r>
                        <a:rPr lang="en-US" sz="2000" b="0" i="0" u="none" strike="noStrike" dirty="0">
                          <a:effectLst/>
                          <a:latin typeface="Arial Narrow" panose="020B0606020202030204" pitchFamily="34" charset="0"/>
                        </a:rPr>
                        <a:t>Components of Software Investment</a:t>
                      </a:r>
                    </a:p>
                  </a:txBody>
                  <a:tcPr marL="0" marR="0" marT="0" marB="0" anchor="b"/>
                </a:tc>
                <a:tc rowSpan="2" hMerge="1">
                  <a:txBody>
                    <a:bodyPr/>
                    <a:lstStyle/>
                    <a:p>
                      <a:pPr algn="l" fontAlgn="b"/>
                      <a:endParaRPr lang="en-US" sz="2000" b="0" i="0" u="none" strike="noStrike" dirty="0">
                        <a:effectLst/>
                        <a:latin typeface="Arial Narrow" panose="020B0606020202030204" pitchFamily="34" charset="0"/>
                      </a:endParaRPr>
                    </a:p>
                  </a:txBody>
                  <a:tcPr marL="0" marR="0" marT="0" marB="0" anchor="b"/>
                </a:tc>
                <a:tc>
                  <a:txBody>
                    <a:bodyPr/>
                    <a:lstStyle/>
                    <a:p>
                      <a:pPr algn="r" fontAlgn="b"/>
                      <a:endParaRPr lang="en-US" sz="1400" b="0" i="0" u="none" strike="noStrike" dirty="0">
                        <a:effectLst/>
                        <a:latin typeface="Arial Narrow" panose="020B0606020202030204" pitchFamily="34" charset="0"/>
                      </a:endParaRPr>
                    </a:p>
                  </a:txBody>
                  <a:tcPr marL="0" marR="0" marT="0" marB="0" anchor="b"/>
                </a:tc>
                <a:tc rowSpan="2">
                  <a:txBody>
                    <a:bodyPr/>
                    <a:lstStyle/>
                    <a:p>
                      <a:pPr algn="ctr" fontAlgn="b"/>
                      <a:r>
                        <a:rPr lang="en-US" sz="2000" u="none" strike="noStrike" dirty="0">
                          <a:effectLst/>
                          <a:latin typeface="Arial Narrow" panose="020B0606020202030204" pitchFamily="34" charset="0"/>
                        </a:rPr>
                        <a:t>Private Sector</a:t>
                      </a:r>
                    </a:p>
                    <a:p>
                      <a:pPr algn="ctr" fontAlgn="b"/>
                      <a:r>
                        <a:rPr lang="en-US" sz="2000" u="none" strike="noStrike" dirty="0">
                          <a:effectLst/>
                          <a:latin typeface="Arial Narrow" panose="020B0606020202030204" pitchFamily="34" charset="0"/>
                        </a:rPr>
                        <a:t>total in billions</a:t>
                      </a:r>
                    </a:p>
                    <a:p>
                      <a:pPr algn="ctr" fontAlgn="b"/>
                      <a:r>
                        <a:rPr lang="en-US" sz="2000" u="none" strike="noStrike" dirty="0">
                          <a:effectLst/>
                          <a:latin typeface="Arial Narrow" panose="020B0606020202030204" pitchFamily="34" charset="0"/>
                        </a:rPr>
                        <a:t>$352.9* </a:t>
                      </a:r>
                    </a:p>
                    <a:p>
                      <a:pPr algn="ctr" fontAlgn="b"/>
                      <a:endParaRPr lang="en-US" sz="20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gridSpan="2">
                  <a:txBody>
                    <a:bodyPr/>
                    <a:lstStyle/>
                    <a:p>
                      <a:pPr algn="ctr" fontAlgn="b"/>
                      <a:r>
                        <a:rPr lang="en-US" sz="2000" dirty="0">
                          <a:latin typeface="Arial Narrow" panose="020B0606020202030204" pitchFamily="34" charset="0"/>
                        </a:rPr>
                        <a:t>Public Sector</a:t>
                      </a:r>
                    </a:p>
                    <a:p>
                      <a:pPr algn="ctr" fontAlgn="b"/>
                      <a:r>
                        <a:rPr lang="en-US" sz="2000" dirty="0">
                          <a:latin typeface="Arial Narrow" panose="020B0606020202030204" pitchFamily="34" charset="0"/>
                        </a:rPr>
                        <a:t> total in billions</a:t>
                      </a:r>
                    </a:p>
                    <a:p>
                      <a:pPr algn="ctr" fontAlgn="b"/>
                      <a:r>
                        <a:rPr lang="en-US" sz="2000" dirty="0">
                          <a:latin typeface="Arial Narrow" panose="020B0606020202030204" pitchFamily="34" charset="0"/>
                        </a:rPr>
                        <a:t>$38.4</a:t>
                      </a:r>
                    </a:p>
                    <a:p>
                      <a:pPr algn="ctr" fontAlgn="b"/>
                      <a:endParaRPr lang="en-US" sz="2000" dirty="0">
                        <a:latin typeface="Arial Narrow" panose="020B0606020202030204" pitchFamily="34" charset="0"/>
                      </a:endParaRPr>
                    </a:p>
                  </a:txBody>
                  <a:tcPr marL="0" marR="0" marT="0" marB="0" anchor="b">
                    <a:solidFill>
                      <a:schemeClr val="accent6">
                        <a:lumMod val="20000"/>
                        <a:lumOff val="80000"/>
                      </a:schemeClr>
                    </a:solidFill>
                  </a:tcPr>
                </a:tc>
                <a:tc rowSpan="2" hMerge="1">
                  <a:txBody>
                    <a:bodyPr/>
                    <a:lstStyle/>
                    <a:p>
                      <a:pPr algn="ctr" fontAlgn="b"/>
                      <a:endParaRPr lang="en-US" sz="2000" dirty="0">
                        <a:latin typeface="Arial Narrow" panose="020B0606020202030204" pitchFamily="34" charset="0"/>
                      </a:endParaRPr>
                    </a:p>
                  </a:txBody>
                  <a:tcPr marL="0" marR="0" marT="0" marB="0" anchor="b">
                    <a:solidFill>
                      <a:schemeClr val="accent6">
                        <a:lumMod val="20000"/>
                        <a:lumOff val="80000"/>
                      </a:schemeClr>
                    </a:solidFill>
                  </a:tcPr>
                </a:tc>
                <a:extLst>
                  <a:ext uri="{0D108BD9-81ED-4DB2-BD59-A6C34878D82A}">
                    <a16:rowId xmlns:a16="http://schemas.microsoft.com/office/drawing/2014/main" val="3240761948"/>
                  </a:ext>
                </a:extLst>
              </a:tr>
              <a:tr h="1120194">
                <a:tc gridSpan="2" vMerge="1">
                  <a:txBody>
                    <a:bodyPr/>
                    <a:lstStyle/>
                    <a:p>
                      <a:endParaRPr lang="en-US"/>
                    </a:p>
                  </a:txBody>
                  <a:tcPr/>
                </a:tc>
                <a:tc hMerge="1" vMerge="1">
                  <a:txBody>
                    <a:bodyPr/>
                    <a:lstStyle/>
                    <a:p>
                      <a:endParaRPr lang="en-US"/>
                    </a:p>
                  </a:txBody>
                  <a:tcPr/>
                </a:tc>
                <a:tc>
                  <a:txBody>
                    <a:bodyPr/>
                    <a:lstStyle/>
                    <a:p>
                      <a:pPr algn="r" fontAlgn="b"/>
                      <a:r>
                        <a:rPr lang="en-US" sz="2000" u="none" strike="noStrike" dirty="0">
                          <a:effectLst/>
                          <a:latin typeface="Arial Narrow" panose="020B0606020202030204" pitchFamily="34" charset="0"/>
                        </a:rPr>
                        <a:t> </a:t>
                      </a:r>
                      <a:endParaRPr lang="en-US" sz="2000" b="0" i="0" u="none" strike="noStrike" dirty="0">
                        <a:effectLst/>
                        <a:latin typeface="Arial Narrow" panose="020B0606020202030204" pitchFamily="34" charset="0"/>
                      </a:endParaRPr>
                    </a:p>
                  </a:txBody>
                  <a:tcPr marL="0" marR="0" marT="0" marB="0" anchor="b"/>
                </a:tc>
                <a:tc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gridSpan="2" vMerge="1">
                  <a:txBody>
                    <a:bodyPr/>
                    <a:lstStyle/>
                    <a:p>
                      <a:pPr algn="ctr" fontAlgn="t"/>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hMerge="1" vMerge="1">
                  <a:txBody>
                    <a:bodyPr/>
                    <a:lstStyle/>
                    <a:p>
                      <a:endParaRPr lang="en-US"/>
                    </a:p>
                  </a:txBody>
                  <a:tcPr/>
                </a:tc>
                <a:extLst>
                  <a:ext uri="{0D108BD9-81ED-4DB2-BD59-A6C34878D82A}">
                    <a16:rowId xmlns:a16="http://schemas.microsoft.com/office/drawing/2014/main" val="2078905427"/>
                  </a:ext>
                </a:extLst>
              </a:tr>
              <a:tr h="253420">
                <a:tc grid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2000" u="none" strike="noStrike" dirty="0">
                        <a:effectLst/>
                        <a:latin typeface="Arial Narrow" panose="020B0606020202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US" sz="2000" u="none" strike="noStrike" dirty="0">
                          <a:effectLst/>
                          <a:latin typeface="Arial Narrow" panose="020B0606020202030204" pitchFamily="34" charset="0"/>
                        </a:rPr>
                        <a:t>Prepackaged</a:t>
                      </a:r>
                      <a:endParaRPr lang="en-US" sz="2000" b="0" i="0" u="none" strike="noStrike" dirty="0">
                        <a:effectLst/>
                        <a:latin typeface="Arial Narrow" panose="020B0606020202030204" pitchFamily="34" charset="0"/>
                      </a:endParaRPr>
                    </a:p>
                    <a:p>
                      <a:pPr algn="l" fontAlgn="b"/>
                      <a:endParaRPr lang="en-US" sz="2000" b="0" i="0" u="none" strike="noStrike" dirty="0">
                        <a:effectLst/>
                        <a:latin typeface="Arial Narrow" panose="020B0606020202030204" pitchFamily="34" charset="0"/>
                      </a:endParaRPr>
                    </a:p>
                  </a:txBody>
                  <a:tcPr marL="0" marR="0" marT="0" marB="0" anchor="b"/>
                </a:tc>
                <a:tc hMerge="1">
                  <a:txBody>
                    <a:bodyPr/>
                    <a:lstStyle/>
                    <a:p>
                      <a:pPr algn="l" fontAlgn="t"/>
                      <a:endParaRPr lang="en-US" sz="1400" b="0" i="0" u="none" strike="noStrike">
                        <a:effectLst/>
                        <a:latin typeface="Arial Narrow" panose="020B0606020202030204" pitchFamily="34" charset="0"/>
                      </a:endParaRPr>
                    </a:p>
                  </a:txBody>
                  <a:tcPr marL="0" marR="0" marT="0" marB="0"/>
                </a:tc>
                <a:tc>
                  <a:txBody>
                    <a:bodyPr/>
                    <a:lstStyle/>
                    <a:p>
                      <a:pPr algn="l" fontAlgn="t"/>
                      <a:endParaRPr lang="en-US" sz="2000" b="0" i="0" u="none" strike="noStrike" dirty="0">
                        <a:effectLst/>
                        <a:latin typeface="Arial Narrow" panose="020B0606020202030204" pitchFamily="34" charset="0"/>
                      </a:endParaRPr>
                    </a:p>
                  </a:txBody>
                  <a:tcPr marL="0" marR="0" marT="0" marB="0"/>
                </a:tc>
                <a:tc>
                  <a:txBody>
                    <a:bodyPr/>
                    <a:lstStyle/>
                    <a:p>
                      <a:pPr algn="ctr" fontAlgn="b"/>
                      <a:r>
                        <a:rPr lang="en-US" sz="2000" b="0" i="0" u="none" strike="noStrike" dirty="0">
                          <a:effectLst/>
                          <a:latin typeface="Arial Narrow" panose="020B0606020202030204" pitchFamily="34" charset="0"/>
                        </a:rPr>
                        <a:t>$147.6</a:t>
                      </a:r>
                    </a:p>
                    <a:p>
                      <a:pPr algn="ctr" fontAlgn="b"/>
                      <a:endParaRPr lang="en-US" sz="20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7">
                  <a:txBody>
                    <a:bodyPr/>
                    <a:lstStyle/>
                    <a:p>
                      <a:pPr algn="ctr" fontAlgn="b"/>
                      <a:r>
                        <a:rPr lang="en-US" sz="2000" b="0" i="0" u="none" strike="noStrike" dirty="0">
                          <a:effectLst/>
                          <a:latin typeface="Arial Narrow" panose="020B0606020202030204" pitchFamily="34" charset="0"/>
                        </a:rPr>
                        <a:t>State and Local </a:t>
                      </a:r>
                    </a:p>
                    <a:p>
                      <a:pPr algn="ctr" fontAlgn="b"/>
                      <a:r>
                        <a:rPr lang="en-US" sz="2000" b="0" i="0" u="none" strike="noStrike" dirty="0">
                          <a:effectLst/>
                          <a:latin typeface="Arial Narrow" panose="020B0606020202030204" pitchFamily="34" charset="0"/>
                        </a:rPr>
                        <a:t>$17.7</a:t>
                      </a:r>
                    </a:p>
                    <a:p>
                      <a:pPr algn="ctr" fontAlgn="b"/>
                      <a:endParaRPr lang="en-US" sz="2000" b="0" i="0" u="none" strike="noStrike" dirty="0">
                        <a:effectLst/>
                        <a:latin typeface="Arial Narrow" panose="020B0606020202030204" pitchFamily="34" charset="0"/>
                      </a:endParaRPr>
                    </a:p>
                    <a:p>
                      <a:pPr algn="ctr" fontAlgn="b"/>
                      <a:endParaRPr lang="en-US" sz="2000" b="0" i="0" u="none" strike="noStrike" dirty="0">
                        <a:effectLst/>
                        <a:latin typeface="Arial Narrow" panose="020B0606020202030204" pitchFamily="34" charset="0"/>
                      </a:endParaRPr>
                    </a:p>
                    <a:p>
                      <a:pPr algn="ct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7">
                  <a:txBody>
                    <a:bodyPr/>
                    <a:lstStyle/>
                    <a:p>
                      <a:pPr algn="ctr" fontAlgn="b"/>
                      <a:r>
                        <a:rPr lang="en-US" sz="2000" u="none" strike="noStrike" dirty="0">
                          <a:effectLst/>
                          <a:latin typeface="Arial Narrow" panose="020B0606020202030204" pitchFamily="34" charset="0"/>
                        </a:rPr>
                        <a:t>Federal </a:t>
                      </a:r>
                    </a:p>
                    <a:p>
                      <a:pPr algn="ctr" fontAlgn="b"/>
                      <a:r>
                        <a:rPr lang="en-US" sz="2000" u="none" strike="noStrike" dirty="0">
                          <a:effectLst/>
                          <a:latin typeface="Arial Narrow" panose="020B0606020202030204" pitchFamily="34" charset="0"/>
                        </a:rPr>
                        <a:t>$10.7</a:t>
                      </a:r>
                    </a:p>
                    <a:p>
                      <a:pPr algn="ctr" fontAlgn="b"/>
                      <a:endParaRPr lang="en-US" sz="2000" u="none" strike="noStrike" dirty="0">
                        <a:effectLst/>
                        <a:latin typeface="Arial Narrow" panose="020B0606020202030204" pitchFamily="34" charset="0"/>
                      </a:endParaRPr>
                    </a:p>
                    <a:p>
                      <a:pPr algn="ctr" fontAlgn="b"/>
                      <a:endParaRPr lang="en-US" sz="2000" u="none" strike="noStrike" dirty="0">
                        <a:effectLst/>
                        <a:latin typeface="Arial Narrow" panose="020B0606020202030204" pitchFamily="34" charset="0"/>
                      </a:endParaRPr>
                    </a:p>
                    <a:p>
                      <a:pPr algn="ctr" fontAlgn="b"/>
                      <a:r>
                        <a:rPr lang="en-US" sz="2000" u="none" strike="noStrike" dirty="0">
                          <a:effectLst/>
                          <a:latin typeface="Arial Narrow" panose="020B0606020202030204" pitchFamily="34" charset="0"/>
                        </a:rPr>
                        <a:t> </a:t>
                      </a:r>
                      <a:endParaRPr lang="en-US" sz="2000" b="0" i="0" u="none" strike="noStrike" dirty="0">
                        <a:solidFill>
                          <a:srgbClr val="70AD47"/>
                        </a:solidFill>
                        <a:effectLst/>
                        <a:latin typeface="Arial Narrow" panose="020B0606020202030204" pitchFamily="34" charset="0"/>
                      </a:endParaRPr>
                    </a:p>
                    <a:p>
                      <a:pPr algn="ctr" fontAlgn="b"/>
                      <a:r>
                        <a:rPr lang="en-US" sz="2000" u="none" strike="noStrike" dirty="0">
                          <a:effectLst/>
                          <a:latin typeface="Arial Narrow" panose="020B0606020202030204" pitchFamily="34" charset="0"/>
                        </a:rPr>
                        <a:t> </a:t>
                      </a:r>
                      <a:endParaRPr lang="en-US" sz="2000" b="0" i="0" u="none" strike="noStrike" dirty="0">
                        <a:solidFill>
                          <a:srgbClr val="70AD47"/>
                        </a:solidFill>
                        <a:effectLst/>
                        <a:latin typeface="Arial Narrow" panose="020B0606020202030204" pitchFamily="34" charset="0"/>
                      </a:endParaRPr>
                    </a:p>
                  </a:txBody>
                  <a:tcPr marL="0" marR="0" marT="0" marB="0" anchor="b">
                    <a:solidFill>
                      <a:schemeClr val="accent6">
                        <a:lumMod val="20000"/>
                        <a:lumOff val="80000"/>
                      </a:schemeClr>
                    </a:solidFill>
                  </a:tcPr>
                </a:tc>
                <a:extLst>
                  <a:ext uri="{0D108BD9-81ED-4DB2-BD59-A6C34878D82A}">
                    <a16:rowId xmlns:a16="http://schemas.microsoft.com/office/drawing/2014/main" val="206652310"/>
                  </a:ext>
                </a:extLst>
              </a:tr>
              <a:tr h="244973">
                <a:tc gridSpan="2">
                  <a:txBody>
                    <a:bodyPr/>
                    <a:lstStyle/>
                    <a:p>
                      <a:pPr algn="l" fontAlgn="b"/>
                      <a:endParaRPr lang="en-US" sz="2000" b="0" i="0" u="none" strike="noStrike" dirty="0">
                        <a:effectLst/>
                        <a:latin typeface="Arial Narrow" panose="020B0606020202030204" pitchFamily="34" charset="0"/>
                      </a:endParaRPr>
                    </a:p>
                  </a:txBody>
                  <a:tcPr marL="0" marR="0" marT="0" marB="0" anchor="b"/>
                </a:tc>
                <a:tc hMerge="1">
                  <a:txBody>
                    <a:bodyPr/>
                    <a:lstStyle/>
                    <a:p>
                      <a:pPr algn="l" fontAlgn="t"/>
                      <a:endParaRPr lang="en-US" sz="1400" b="0" i="0" u="none" strike="noStrike">
                        <a:effectLst/>
                        <a:latin typeface="Arial Narrow" panose="020B0606020202030204" pitchFamily="34" charset="0"/>
                      </a:endParaRPr>
                    </a:p>
                  </a:txBody>
                  <a:tcPr marL="0" marR="0" marT="0" marB="0"/>
                </a:tc>
                <a:tc>
                  <a:txBody>
                    <a:bodyPr/>
                    <a:lstStyle/>
                    <a:p>
                      <a:pPr algn="l" fontAlgn="t"/>
                      <a:endParaRPr lang="en-US" sz="2000" b="0" i="0" u="none" strike="noStrike" dirty="0">
                        <a:effectLst/>
                        <a:latin typeface="Arial Narrow" panose="020B0606020202030204" pitchFamily="34" charset="0"/>
                      </a:endParaRPr>
                    </a:p>
                  </a:txBody>
                  <a:tcPr marL="0" marR="0" marT="0" marB="0"/>
                </a:tc>
                <a:tc rowSpan="3">
                  <a:txBody>
                    <a:bodyPr/>
                    <a:lstStyle/>
                    <a:p>
                      <a:pPr algn="ctr" fontAlgn="b"/>
                      <a:r>
                        <a:rPr lang="en-US" sz="2000" b="0" i="0" u="none" strike="noStrike" dirty="0">
                          <a:effectLst/>
                          <a:latin typeface="Arial Narrow" panose="020B0606020202030204" pitchFamily="34" charset="0"/>
                        </a:rPr>
                        <a:t>$141.1</a:t>
                      </a:r>
                    </a:p>
                    <a:p>
                      <a:pPr algn="ctr" fontAlgn="b"/>
                      <a:endParaRPr lang="en-US" sz="2000" b="0" i="0" u="none" strike="noStrike" dirty="0">
                        <a:effectLst/>
                        <a:latin typeface="Arial Narrow" panose="020B0606020202030204" pitchFamily="34" charset="0"/>
                      </a:endParaRPr>
                    </a:p>
                  </a:txBody>
                  <a:tcPr marL="0" marR="0" marT="0" marB="0" anchor="b">
                    <a:solidFill>
                      <a:schemeClr val="accent5">
                        <a:lumMod val="75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extLst>
                  <a:ext uri="{0D108BD9-81ED-4DB2-BD59-A6C34878D82A}">
                    <a16:rowId xmlns:a16="http://schemas.microsoft.com/office/drawing/2014/main" val="4065955746"/>
                  </a:ext>
                </a:extLst>
              </a:tr>
              <a:tr h="287210">
                <a:tc gridSpan="2">
                  <a:txBody>
                    <a:bodyPr/>
                    <a:lstStyle/>
                    <a:p>
                      <a:pPr algn="l" fontAlgn="b"/>
                      <a:r>
                        <a:rPr lang="en-US" sz="2000" b="0" i="0" u="none" strike="noStrike" dirty="0">
                          <a:effectLst/>
                          <a:latin typeface="Arial Narrow" panose="020B0606020202030204" pitchFamily="34" charset="0"/>
                        </a:rPr>
                        <a:t>Custom</a:t>
                      </a:r>
                    </a:p>
                  </a:txBody>
                  <a:tcPr marL="178448" marR="0" marT="0" marB="0" anchor="b"/>
                </a:tc>
                <a:tc hMerge="1">
                  <a:txBody>
                    <a:bodyPr/>
                    <a:lstStyle/>
                    <a:p>
                      <a:pPr algn="l" fontAlgn="t"/>
                      <a:endParaRPr lang="en-US" sz="1400" b="0" i="0" u="none" strike="noStrike">
                        <a:effectLst/>
                        <a:latin typeface="Arial Narrow" panose="020B0606020202030204" pitchFamily="34" charset="0"/>
                      </a:endParaRPr>
                    </a:p>
                  </a:txBody>
                  <a:tcPr marL="0" marR="0" marT="0" marB="0"/>
                </a:tc>
                <a:tc>
                  <a:txBody>
                    <a:bodyPr/>
                    <a:lstStyle/>
                    <a:p>
                      <a:pPr algn="l" fontAlgn="t"/>
                      <a:endParaRPr lang="en-US" sz="2000" b="0" i="0" u="none" strike="noStrike" dirty="0">
                        <a:effectLst/>
                        <a:latin typeface="Arial Narrow" panose="020B0606020202030204" pitchFamily="34" charset="0"/>
                      </a:endParaRPr>
                    </a:p>
                  </a:txBody>
                  <a:tcPr marL="0" marR="0" marT="0" marB="0"/>
                </a:tc>
                <a:tc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extLst>
                  <a:ext uri="{0D108BD9-81ED-4DB2-BD59-A6C34878D82A}">
                    <a16:rowId xmlns:a16="http://schemas.microsoft.com/office/drawing/2014/main" val="390284762"/>
                  </a:ext>
                </a:extLst>
              </a:tr>
              <a:tr h="295656">
                <a:tc gridSpan="2">
                  <a:txBody>
                    <a:bodyPr/>
                    <a:lstStyle/>
                    <a:p>
                      <a:pPr algn="l" fontAlgn="b"/>
                      <a:endParaRPr lang="en-US" sz="2000" b="0" i="0" u="none" strike="noStrike" dirty="0">
                        <a:effectLst/>
                        <a:latin typeface="Arial Narrow" panose="020B0606020202030204" pitchFamily="34" charset="0"/>
                      </a:endParaRPr>
                    </a:p>
                  </a:txBody>
                  <a:tcPr marL="178448" marR="0" marT="0" marB="0" anchor="b"/>
                </a:tc>
                <a:tc hMerge="1">
                  <a:txBody>
                    <a:bodyPr/>
                    <a:lstStyle/>
                    <a:p>
                      <a:endParaRPr lang="en-US"/>
                    </a:p>
                  </a:txBody>
                  <a:tcPr/>
                </a:tc>
                <a:tc>
                  <a:txBody>
                    <a:bodyPr/>
                    <a:lstStyle/>
                    <a:p>
                      <a:pPr algn="l" fontAlgn="b"/>
                      <a:endParaRPr lang="en-US" sz="2000" b="0" i="0" u="none" strike="noStrike" dirty="0">
                        <a:effectLst/>
                        <a:latin typeface="Arial Narrow" panose="020B0606020202030204" pitchFamily="34" charset="0"/>
                      </a:endParaRPr>
                    </a:p>
                  </a:txBody>
                  <a:tcPr marL="178448" marR="0" marT="0" marB="0" anchor="b"/>
                </a:tc>
                <a:tc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vMerge="1">
                  <a:txBody>
                    <a:bodyPr/>
                    <a:lstStyle/>
                    <a:p>
                      <a:pPr algn="r" fontAlgn="b"/>
                      <a:endParaRPr lang="en-US" sz="2000" b="0" i="0" u="none" strike="noStrike" dirty="0">
                        <a:solidFill>
                          <a:srgbClr val="70AD47"/>
                        </a:solidFill>
                        <a:effectLst/>
                        <a:latin typeface="Arial Narrow" panose="020B0606020202030204" pitchFamily="34" charset="0"/>
                      </a:endParaRPr>
                    </a:p>
                  </a:txBody>
                  <a:tcPr marL="0" marR="0" marT="0" marB="0" anchor="b">
                    <a:solidFill>
                      <a:schemeClr val="accent6">
                        <a:lumMod val="20000"/>
                        <a:lumOff val="80000"/>
                      </a:schemeClr>
                    </a:solidFill>
                  </a:tcPr>
                </a:tc>
                <a:extLst>
                  <a:ext uri="{0D108BD9-81ED-4DB2-BD59-A6C34878D82A}">
                    <a16:rowId xmlns:a16="http://schemas.microsoft.com/office/drawing/2014/main" val="2571699388"/>
                  </a:ext>
                </a:extLst>
              </a:tr>
              <a:tr h="270313">
                <a:tc>
                  <a:txBody>
                    <a:bodyPr/>
                    <a:lstStyle/>
                    <a:p>
                      <a:pPr algn="l" fontAlgn="b"/>
                      <a:endParaRPr lang="en-US" sz="2000" u="none" strike="noStrike" dirty="0">
                        <a:effectLst/>
                        <a:latin typeface="Arial Narrow" panose="020B0606020202030204" pitchFamily="34" charset="0"/>
                      </a:endParaRPr>
                    </a:p>
                    <a:p>
                      <a:pPr algn="l" fontAlgn="b"/>
                      <a:r>
                        <a:rPr lang="en-US" sz="2000" u="none" strike="noStrike" dirty="0">
                          <a:effectLst/>
                          <a:latin typeface="Arial Narrow" panose="020B0606020202030204" pitchFamily="34" charset="0"/>
                        </a:rPr>
                        <a:t>Own-account</a:t>
                      </a:r>
                      <a:endParaRPr lang="en-US" sz="2000" b="0" i="0" u="none" strike="noStrike" dirty="0">
                        <a:effectLst/>
                        <a:latin typeface="Arial Narrow" panose="020B0606020202030204" pitchFamily="34" charset="0"/>
                      </a:endParaRPr>
                    </a:p>
                  </a:txBody>
                  <a:tcPr marL="0" marR="0" marT="0" marB="0" anchor="b"/>
                </a:tc>
                <a:tc gridSpan="2">
                  <a:txBody>
                    <a:bodyPr/>
                    <a:lstStyle/>
                    <a:p>
                      <a:pPr algn="l" fontAlgn="t"/>
                      <a:endParaRPr lang="en-US" sz="2000" b="0" i="0" u="none" strike="noStrike" dirty="0">
                        <a:effectLst/>
                        <a:latin typeface="Arial Narrow" panose="020B0606020202030204" pitchFamily="34" charset="0"/>
                      </a:endParaRPr>
                    </a:p>
                  </a:txBody>
                  <a:tcPr marL="0" marR="0" marT="0" marB="0"/>
                </a:tc>
                <a:tc hMerge="1">
                  <a:txBody>
                    <a:bodyPr/>
                    <a:lstStyle/>
                    <a:p>
                      <a:pPr algn="l" fontAlgn="t"/>
                      <a:endParaRPr lang="en-US" sz="600" b="0" i="0" u="none" strike="noStrike" dirty="0">
                        <a:effectLst/>
                        <a:latin typeface="Arial Narrow" panose="020B0606020202030204" pitchFamily="34" charset="0"/>
                      </a:endParaRPr>
                    </a:p>
                  </a:txBody>
                  <a:tcPr marL="0" marR="0" marT="0" marB="0"/>
                </a:tc>
                <a:tc rowSpan="3">
                  <a:txBody>
                    <a:bodyPr/>
                    <a:lstStyle/>
                    <a:p>
                      <a:pPr algn="ctr" fontAlgn="b"/>
                      <a:r>
                        <a:rPr lang="en-US" sz="2000" b="0" i="0" u="none" strike="noStrike" dirty="0">
                          <a:effectLst/>
                          <a:latin typeface="Arial Narrow" panose="020B0606020202030204" pitchFamily="34" charset="0"/>
                        </a:rPr>
                        <a:t>64.3</a:t>
                      </a:r>
                    </a:p>
                    <a:p>
                      <a:pPr algn="ctr" fontAlgn="b"/>
                      <a:endParaRPr lang="en-US" sz="2000" b="0" i="0" u="none" strike="noStrike" dirty="0">
                        <a:effectLst/>
                        <a:latin typeface="Arial Narrow" panose="020B0606020202030204" pitchFamily="34" charset="0"/>
                      </a:endParaRPr>
                    </a:p>
                  </a:txBody>
                  <a:tcPr marL="0" marR="0" marT="0" marB="0" anchor="b">
                    <a:solidFill>
                      <a:schemeClr val="accent5">
                        <a:lumMod val="75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extLst>
                  <a:ext uri="{0D108BD9-81ED-4DB2-BD59-A6C34878D82A}">
                    <a16:rowId xmlns:a16="http://schemas.microsoft.com/office/drawing/2014/main" val="3352665701"/>
                  </a:ext>
                </a:extLst>
              </a:tr>
              <a:tr h="244973">
                <a:tc>
                  <a:txBody>
                    <a:bodyPr/>
                    <a:lstStyle/>
                    <a:p>
                      <a:pPr algn="l" fontAlgn="b"/>
                      <a:endParaRPr lang="en-US" sz="2000" b="0" i="0" u="none" strike="noStrike" dirty="0">
                        <a:effectLst/>
                        <a:latin typeface="Arial Narrow" panose="020B0606020202030204" pitchFamily="34" charset="0"/>
                      </a:endParaRPr>
                    </a:p>
                  </a:txBody>
                  <a:tcPr marL="178448" marR="0" marT="0" marB="0" anchor="b"/>
                </a:tc>
                <a:tc gridSpan="2">
                  <a:txBody>
                    <a:bodyPr/>
                    <a:lstStyle/>
                    <a:p>
                      <a:pPr algn="l" fontAlgn="t"/>
                      <a:endParaRPr lang="en-US" sz="2000" b="0" i="0" u="none" strike="noStrike" dirty="0">
                        <a:effectLst/>
                        <a:latin typeface="Arial Narrow" panose="020B0606020202030204" pitchFamily="34" charset="0"/>
                      </a:endParaRPr>
                    </a:p>
                  </a:txBody>
                  <a:tcPr marL="0" marR="0" marT="0" marB="0"/>
                </a:tc>
                <a:tc hMerge="1">
                  <a:txBody>
                    <a:bodyPr/>
                    <a:lstStyle/>
                    <a:p>
                      <a:pPr algn="l" fontAlgn="t"/>
                      <a:endParaRPr lang="en-US" sz="600" b="0" i="0" u="none" strike="noStrike">
                        <a:effectLst/>
                        <a:latin typeface="Arial Narrow" panose="020B0606020202030204" pitchFamily="34" charset="0"/>
                      </a:endParaRPr>
                    </a:p>
                  </a:txBody>
                  <a:tcPr marL="0" marR="0" marT="0" marB="0"/>
                </a:tc>
                <a:tc vMerge="1">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accent5">
                        <a:lumMod val="75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extLst>
                  <a:ext uri="{0D108BD9-81ED-4DB2-BD59-A6C34878D82A}">
                    <a16:rowId xmlns:a16="http://schemas.microsoft.com/office/drawing/2014/main" val="3620527208"/>
                  </a:ext>
                </a:extLst>
              </a:tr>
              <a:tr h="238071">
                <a:tc gridSpan="3">
                  <a:txBody>
                    <a:bodyPr/>
                    <a:lstStyle/>
                    <a:p>
                      <a:pPr algn="l" fontAlgn="b"/>
                      <a:endParaRPr lang="en-US" sz="2000" b="0" i="0" u="none" strike="noStrike" dirty="0">
                        <a:effectLst/>
                        <a:latin typeface="Arial Narrow" panose="020B0606020202030204" pitchFamily="34" charset="0"/>
                      </a:endParaRPr>
                    </a:p>
                  </a:txBody>
                  <a:tcPr marL="178448" marR="0" marT="0" marB="0" anchor="b"/>
                </a:tc>
                <a:tc hMerge="1">
                  <a:txBody>
                    <a:bodyPr/>
                    <a:lstStyle/>
                    <a:p>
                      <a:pPr algn="l" fontAlgn="b"/>
                      <a:endParaRPr lang="en-US" sz="2000" b="0" i="0" u="none" strike="noStrike" dirty="0">
                        <a:effectLst/>
                        <a:latin typeface="Arial Narrow" panose="020B0606020202030204" pitchFamily="34" charset="0"/>
                      </a:endParaRPr>
                    </a:p>
                  </a:txBody>
                  <a:tcPr marL="178448" marR="0" marT="0" marB="0" anchor="b"/>
                </a:tc>
                <a:tc hMerge="1">
                  <a:txBody>
                    <a:bodyPr/>
                    <a:lstStyle/>
                    <a:p>
                      <a:pPr algn="l" fontAlgn="b"/>
                      <a:endParaRPr lang="en-US" sz="1100" b="0" i="0" u="none" strike="noStrike">
                        <a:effectLst/>
                        <a:latin typeface="Arial Narrow" panose="020B0606020202030204" pitchFamily="34" charset="0"/>
                      </a:endParaRPr>
                    </a:p>
                  </a:txBody>
                  <a:tcPr marL="178448" marR="0" marT="0" marB="0" anchor="b"/>
                </a:tc>
                <a:tc vMerge="1">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accent5">
                        <a:lumMod val="75000"/>
                      </a:schemeClr>
                    </a:solidFill>
                  </a:tcPr>
                </a:tc>
                <a:tc vMerge="1">
                  <a:txBody>
                    <a:bodyPr/>
                    <a:lstStyle/>
                    <a:p>
                      <a:pPr algn="r" fontAlgn="b"/>
                      <a:endParaRPr lang="en-US" sz="20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vMerge="1">
                  <a:txBody>
                    <a:bodyPr/>
                    <a:lstStyle/>
                    <a:p>
                      <a:pPr algn="r" fontAlgn="b"/>
                      <a:endParaRPr lang="en-US" sz="2000" b="0" i="0" u="none" strike="noStrike" dirty="0">
                        <a:solidFill>
                          <a:srgbClr val="70AD47"/>
                        </a:solidFill>
                        <a:effectLst/>
                        <a:latin typeface="Arial Narrow" panose="020B0606020202030204" pitchFamily="34" charset="0"/>
                      </a:endParaRPr>
                    </a:p>
                  </a:txBody>
                  <a:tcPr marL="0" marR="0" marT="0" marB="0" anchor="b">
                    <a:solidFill>
                      <a:schemeClr val="accent6">
                        <a:lumMod val="20000"/>
                        <a:lumOff val="80000"/>
                      </a:schemeClr>
                    </a:solidFill>
                  </a:tcPr>
                </a:tc>
                <a:extLst>
                  <a:ext uri="{0D108BD9-81ED-4DB2-BD59-A6C34878D82A}">
                    <a16:rowId xmlns:a16="http://schemas.microsoft.com/office/drawing/2014/main" val="4085841618"/>
                  </a:ext>
                </a:extLst>
              </a:tr>
            </a:tbl>
          </a:graphicData>
        </a:graphic>
      </p:graphicFrame>
      <p:cxnSp>
        <p:nvCxnSpPr>
          <p:cNvPr id="8" name="Straight Connector 7" descr="Span line" title="Span line">
            <a:extLst>
              <a:ext uri="{FF2B5EF4-FFF2-40B4-BE49-F238E27FC236}">
                <a16:creationId xmlns:a16="http://schemas.microsoft.com/office/drawing/2014/main" id="{A2EA9AA4-1BE9-4DC7-BC72-49AEB4C5BF40}"/>
              </a:ext>
            </a:extLst>
          </p:cNvPr>
          <p:cNvCxnSpPr/>
          <p:nvPr/>
        </p:nvCxnSpPr>
        <p:spPr>
          <a:xfrm>
            <a:off x="9913938" y="3433763"/>
            <a:ext cx="1533525" cy="0"/>
          </a:xfrm>
          <a:prstGeom prst="line">
            <a:avLst/>
          </a:prstGeom>
          <a:ln w="6350">
            <a:solidFill>
              <a:sysClr val="windowText" lastClr="000000"/>
            </a:solidFill>
          </a:ln>
        </p:spPr>
        <p:style>
          <a:lnRef idx="1">
            <a:schemeClr val="accent1"/>
          </a:lnRef>
          <a:fillRef idx="0">
            <a:schemeClr val="accent1"/>
          </a:fillRef>
          <a:effectRef idx="0">
            <a:schemeClr val="accent1"/>
          </a:effectRef>
          <a:fontRef idx="minor">
            <a:schemeClr val="tx1"/>
          </a:fontRef>
        </p:style>
      </p:cxnSp>
      <p:sp>
        <p:nvSpPr>
          <p:cNvPr id="9" name="Rectangle 4" title="divider">
            <a:extLst>
              <a:ext uri="{FF2B5EF4-FFF2-40B4-BE49-F238E27FC236}">
                <a16:creationId xmlns:a16="http://schemas.microsoft.com/office/drawing/2014/main" id="{02AF146D-44FF-47D5-A5BD-8C62212FF357}"/>
              </a:ext>
            </a:extLst>
          </p:cNvPr>
          <p:cNvSpPr>
            <a:spLocks noChangeArrowheads="1"/>
          </p:cNvSpPr>
          <p:nvPr/>
        </p:nvSpPr>
        <p:spPr bwMode="auto">
          <a:xfrm>
            <a:off x="-76200" y="599284"/>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0" name="Picture 10" descr="National Center for Science and Engineering Statistics logo">
            <a:extLst>
              <a:ext uri="{FF2B5EF4-FFF2-40B4-BE49-F238E27FC236}">
                <a16:creationId xmlns:a16="http://schemas.microsoft.com/office/drawing/2014/main" id="{C4920670-2339-46B9-9FBB-E8F36923E9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nsf2">
            <a:extLst>
              <a:ext uri="{FF2B5EF4-FFF2-40B4-BE49-F238E27FC236}">
                <a16:creationId xmlns:a16="http://schemas.microsoft.com/office/drawing/2014/main" id="{8A3CB75D-5651-4FE7-8E32-1D08EC8136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279CA79-DA05-4DB4-80D2-599CD7A23FFB}"/>
              </a:ext>
            </a:extLst>
          </p:cNvPr>
          <p:cNvSpPr>
            <a:spLocks noGrp="1"/>
          </p:cNvSpPr>
          <p:nvPr>
            <p:ph type="sldNum" sz="quarter" idx="12"/>
          </p:nvPr>
        </p:nvSpPr>
        <p:spPr/>
        <p:txBody>
          <a:bodyPr/>
          <a:lstStyle/>
          <a:p>
            <a:fld id="{1B835D90-6387-4175-8905-3408BA5A358B}" type="slidenum">
              <a:rPr lang="en-US" altLang="en-US" smtClean="0"/>
              <a:pPr/>
              <a:t>3</a:t>
            </a:fld>
            <a:endParaRPr lang="en-US" altLang="en-US" dirty="0"/>
          </a:p>
        </p:txBody>
      </p:sp>
      <p:sp>
        <p:nvSpPr>
          <p:cNvPr id="12" name="Title 1">
            <a:extLst>
              <a:ext uri="{FF2B5EF4-FFF2-40B4-BE49-F238E27FC236}">
                <a16:creationId xmlns:a16="http://schemas.microsoft.com/office/drawing/2014/main" id="{61EC7022-8081-4C35-92BF-72B5B6FDE1D5}"/>
              </a:ext>
            </a:extLst>
          </p:cNvPr>
          <p:cNvSpPr>
            <a:spLocks noGrp="1"/>
          </p:cNvSpPr>
          <p:nvPr>
            <p:ph type="title"/>
          </p:nvPr>
        </p:nvSpPr>
        <p:spPr>
          <a:xfrm>
            <a:off x="601766" y="533164"/>
            <a:ext cx="7772400" cy="1143000"/>
          </a:xfrm>
        </p:spPr>
        <p:txBody>
          <a:bodyPr/>
          <a:lstStyle/>
          <a:p>
            <a:r>
              <a:rPr lang="en-US" sz="3200" dirty="0"/>
              <a:t>U.S. Software Investment in 2017: $381 Billion</a:t>
            </a:r>
          </a:p>
        </p:txBody>
      </p:sp>
      <p:sp>
        <p:nvSpPr>
          <p:cNvPr id="14" name="TextBox 13">
            <a:extLst>
              <a:ext uri="{FF2B5EF4-FFF2-40B4-BE49-F238E27FC236}">
                <a16:creationId xmlns:a16="http://schemas.microsoft.com/office/drawing/2014/main" id="{799CC6CE-4AF8-40A3-B244-C099F6997385}"/>
              </a:ext>
            </a:extLst>
          </p:cNvPr>
          <p:cNvSpPr txBox="1"/>
          <p:nvPr/>
        </p:nvSpPr>
        <p:spPr>
          <a:xfrm>
            <a:off x="341439" y="5986790"/>
            <a:ext cx="7962900"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Source: BEA.  Intellectual Property Products Fixed Asset Tables (private) and Investment in Government Fixed Assets (Table 7.5B). </a:t>
            </a:r>
          </a:p>
          <a:p>
            <a:r>
              <a:rPr lang="en-US" sz="1400" dirty="0">
                <a:latin typeface="Arial" panose="020B0604020202020204" pitchFamily="34" charset="0"/>
                <a:cs typeface="Arial" panose="020B0604020202020204" pitchFamily="34" charset="0"/>
              </a:rPr>
              <a:t>* Difference between total and sum is a rounding error.</a:t>
            </a:r>
          </a:p>
        </p:txBody>
      </p:sp>
    </p:spTree>
    <p:extLst>
      <p:ext uri="{BB962C8B-B14F-4D97-AF65-F5344CB8AC3E}">
        <p14:creationId xmlns:p14="http://schemas.microsoft.com/office/powerpoint/2010/main" val="612965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108A0F7-A0C7-48D8-A655-0CAB8C987460}"/>
              </a:ext>
            </a:extLst>
          </p:cNvPr>
          <p:cNvGraphicFramePr>
            <a:graphicFrameLocks noGrp="1"/>
          </p:cNvGraphicFramePr>
          <p:nvPr>
            <p:extLst>
              <p:ext uri="{D42A27DB-BD31-4B8C-83A1-F6EECF244321}">
                <p14:modId xmlns:p14="http://schemas.microsoft.com/office/powerpoint/2010/main" val="2288895550"/>
              </p:ext>
            </p:extLst>
          </p:nvPr>
        </p:nvGraphicFramePr>
        <p:xfrm>
          <a:off x="190499" y="2209800"/>
          <a:ext cx="8628395" cy="3386295"/>
        </p:xfrm>
        <a:graphic>
          <a:graphicData uri="http://schemas.openxmlformats.org/drawingml/2006/table">
            <a:tbl>
              <a:tblPr>
                <a:tableStyleId>{5C22544A-7EE6-4342-B048-85BDC9FD1C3A}</a:tableStyleId>
              </a:tblPr>
              <a:tblGrid>
                <a:gridCol w="1398903">
                  <a:extLst>
                    <a:ext uri="{9D8B030D-6E8A-4147-A177-3AD203B41FA5}">
                      <a16:colId xmlns:a16="http://schemas.microsoft.com/office/drawing/2014/main" val="2146456226"/>
                    </a:ext>
                  </a:extLst>
                </a:gridCol>
                <a:gridCol w="201297">
                  <a:extLst>
                    <a:ext uri="{9D8B030D-6E8A-4147-A177-3AD203B41FA5}">
                      <a16:colId xmlns:a16="http://schemas.microsoft.com/office/drawing/2014/main" val="2894867395"/>
                    </a:ext>
                  </a:extLst>
                </a:gridCol>
                <a:gridCol w="163890">
                  <a:extLst>
                    <a:ext uri="{9D8B030D-6E8A-4147-A177-3AD203B41FA5}">
                      <a16:colId xmlns:a16="http://schemas.microsoft.com/office/drawing/2014/main" val="1217547430"/>
                    </a:ext>
                  </a:extLst>
                </a:gridCol>
                <a:gridCol w="750510">
                  <a:extLst>
                    <a:ext uri="{9D8B030D-6E8A-4147-A177-3AD203B41FA5}">
                      <a16:colId xmlns:a16="http://schemas.microsoft.com/office/drawing/2014/main" val="339398912"/>
                    </a:ext>
                  </a:extLst>
                </a:gridCol>
                <a:gridCol w="46042">
                  <a:extLst>
                    <a:ext uri="{9D8B030D-6E8A-4147-A177-3AD203B41FA5}">
                      <a16:colId xmlns:a16="http://schemas.microsoft.com/office/drawing/2014/main" val="1915988003"/>
                    </a:ext>
                  </a:extLst>
                </a:gridCol>
                <a:gridCol w="796553">
                  <a:extLst>
                    <a:ext uri="{9D8B030D-6E8A-4147-A177-3AD203B41FA5}">
                      <a16:colId xmlns:a16="http://schemas.microsoft.com/office/drawing/2014/main" val="196699629"/>
                    </a:ext>
                  </a:extLst>
                </a:gridCol>
                <a:gridCol w="25400">
                  <a:extLst>
                    <a:ext uri="{9D8B030D-6E8A-4147-A177-3AD203B41FA5}">
                      <a16:colId xmlns:a16="http://schemas.microsoft.com/office/drawing/2014/main" val="3641273558"/>
                    </a:ext>
                  </a:extLst>
                </a:gridCol>
                <a:gridCol w="788946">
                  <a:extLst>
                    <a:ext uri="{9D8B030D-6E8A-4147-A177-3AD203B41FA5}">
                      <a16:colId xmlns:a16="http://schemas.microsoft.com/office/drawing/2014/main" val="1307945971"/>
                    </a:ext>
                  </a:extLst>
                </a:gridCol>
                <a:gridCol w="807673">
                  <a:extLst>
                    <a:ext uri="{9D8B030D-6E8A-4147-A177-3AD203B41FA5}">
                      <a16:colId xmlns:a16="http://schemas.microsoft.com/office/drawing/2014/main" val="1951267710"/>
                    </a:ext>
                  </a:extLst>
                </a:gridCol>
                <a:gridCol w="1134580">
                  <a:extLst>
                    <a:ext uri="{9D8B030D-6E8A-4147-A177-3AD203B41FA5}">
                      <a16:colId xmlns:a16="http://schemas.microsoft.com/office/drawing/2014/main" val="437043100"/>
                    </a:ext>
                  </a:extLst>
                </a:gridCol>
                <a:gridCol w="990600">
                  <a:extLst>
                    <a:ext uri="{9D8B030D-6E8A-4147-A177-3AD203B41FA5}">
                      <a16:colId xmlns:a16="http://schemas.microsoft.com/office/drawing/2014/main" val="549318762"/>
                    </a:ext>
                  </a:extLst>
                </a:gridCol>
                <a:gridCol w="914400">
                  <a:extLst>
                    <a:ext uri="{9D8B030D-6E8A-4147-A177-3AD203B41FA5}">
                      <a16:colId xmlns:a16="http://schemas.microsoft.com/office/drawing/2014/main" val="3315878210"/>
                    </a:ext>
                  </a:extLst>
                </a:gridCol>
                <a:gridCol w="609601">
                  <a:extLst>
                    <a:ext uri="{9D8B030D-6E8A-4147-A177-3AD203B41FA5}">
                      <a16:colId xmlns:a16="http://schemas.microsoft.com/office/drawing/2014/main" val="1357572155"/>
                    </a:ext>
                  </a:extLst>
                </a:gridCol>
              </a:tblGrid>
              <a:tr h="407237">
                <a:tc rowSpan="2" gridSpan="2">
                  <a:txBody>
                    <a:bodyPr/>
                    <a:lstStyle/>
                    <a:p>
                      <a:pPr algn="l" fontAlgn="b"/>
                      <a:r>
                        <a:rPr lang="en-US" sz="1400" b="0" i="0" u="none" strike="noStrike" dirty="0">
                          <a:effectLst/>
                          <a:latin typeface="Arial Narrow" panose="020B0606020202030204" pitchFamily="34" charset="0"/>
                        </a:rPr>
                        <a:t>Components of Software Investment</a:t>
                      </a:r>
                    </a:p>
                  </a:txBody>
                  <a:tcPr marL="0" marR="0" marT="0" marB="0" anchor="b"/>
                </a:tc>
                <a:tc rowSpan="2" hMerge="1">
                  <a:txBody>
                    <a:bodyPr/>
                    <a:lstStyle/>
                    <a:p>
                      <a:pPr algn="l" fontAlgn="b"/>
                      <a:endParaRPr lang="en-US" sz="1400" b="0" i="0" u="none" strike="noStrike" dirty="0">
                        <a:effectLst/>
                        <a:latin typeface="Arial Narrow" panose="020B0606020202030204" pitchFamily="34" charset="0"/>
                      </a:endParaRPr>
                    </a:p>
                  </a:txBody>
                  <a:tcPr marL="0" marR="0" marT="0" marB="0" anchor="b"/>
                </a:tc>
                <a:tc>
                  <a:txBody>
                    <a:bodyPr/>
                    <a:lstStyle/>
                    <a:p>
                      <a:pPr algn="r" fontAlgn="b"/>
                      <a:endParaRPr lang="en-US" sz="1400" b="0" i="0" u="none" strike="noStrike" dirty="0">
                        <a:effectLst/>
                        <a:latin typeface="Arial Narrow" panose="020B0606020202030204" pitchFamily="34" charset="0"/>
                      </a:endParaRPr>
                    </a:p>
                  </a:txBody>
                  <a:tcPr marL="0" marR="0" marT="0" marB="0" anchor="b"/>
                </a:tc>
                <a:tc gridSpan="5">
                  <a:txBody>
                    <a:bodyPr/>
                    <a:lstStyle/>
                    <a:p>
                      <a:pPr algn="ctr" fontAlgn="b"/>
                      <a:r>
                        <a:rPr lang="en-US" sz="2400" u="none" strike="noStrike" dirty="0">
                          <a:effectLst/>
                          <a:latin typeface="Arial Narrow" panose="020B0606020202030204" pitchFamily="34" charset="0"/>
                        </a:rPr>
                        <a:t>Private Sector</a:t>
                      </a:r>
                      <a:endParaRPr lang="en-US" sz="2400" b="0" i="0" u="none" strike="noStrike" dirty="0">
                        <a:effectLst/>
                        <a:latin typeface="Arial Narrow" panose="020B0606020202030204" pitchFamily="34" charset="0"/>
                      </a:endParaRPr>
                    </a:p>
                  </a:txBody>
                  <a:tcPr marL="0" marR="0" marT="0" marB="0" anchor="b">
                    <a:solidFill>
                      <a:schemeClr val="accent5">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fontAlgn="b"/>
                      <a:r>
                        <a:rPr lang="en-US" sz="2400" u="none" strike="noStrike" dirty="0">
                          <a:effectLst/>
                          <a:latin typeface="Arial Narrow" panose="020B0606020202030204" pitchFamily="34" charset="0"/>
                        </a:rPr>
                        <a:t>Public Sector</a:t>
                      </a:r>
                      <a:endParaRPr lang="en-US" sz="2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hMerge="1">
                  <a:txBody>
                    <a:bodyPr/>
                    <a:lstStyle/>
                    <a:p>
                      <a:endParaRPr lang="en-US"/>
                    </a:p>
                  </a:txBody>
                  <a:tcPr/>
                </a:tc>
                <a:tc hMerge="1">
                  <a:txBody>
                    <a:bodyPr/>
                    <a:lstStyle/>
                    <a:p>
                      <a:endParaRPr lang="en-US"/>
                    </a:p>
                  </a:txBody>
                  <a:tcPr/>
                </a:tc>
                <a:tc rowSpan="2">
                  <a:txBody>
                    <a:bodyPr/>
                    <a:lstStyle/>
                    <a:p>
                      <a:pPr algn="ctr" fontAlgn="ctr"/>
                      <a:r>
                        <a:rPr lang="en-US" sz="1400" u="none" strike="noStrike" dirty="0">
                          <a:effectLst/>
                          <a:latin typeface="Arial Narrow" panose="020B0606020202030204" pitchFamily="34" charset="0"/>
                        </a:rPr>
                        <a:t>Household Sector</a:t>
                      </a:r>
                      <a:endParaRPr lang="en-US" sz="1400" b="0" i="0" u="none" strike="noStrike" dirty="0">
                        <a:effectLst/>
                        <a:latin typeface="Arial Narrow" panose="020B0606020202030204" pitchFamily="34" charset="0"/>
                      </a:endParaRPr>
                    </a:p>
                    <a:p>
                      <a:pPr algn="r" fontAlgn="b"/>
                      <a:r>
                        <a:rPr lang="en-US" sz="1400" u="none" strike="noStrike" dirty="0">
                          <a:effectLst/>
                          <a:latin typeface="Arial Narrow" panose="020B0606020202030204" pitchFamily="34" charset="0"/>
                        </a:rPr>
                        <a:t> </a:t>
                      </a:r>
                      <a:endParaRPr lang="en-US" sz="1400" b="0" i="0" u="none" strike="noStrike" dirty="0">
                        <a:effectLst/>
                        <a:latin typeface="Arial Narrow" panose="020B0606020202030204" pitchFamily="34" charset="0"/>
                      </a:endParaRPr>
                    </a:p>
                  </a:txBody>
                  <a:tcPr marL="0" marR="0" marT="0" marB="0" anchor="ctr">
                    <a:solidFill>
                      <a:schemeClr val="bg1">
                        <a:lumMod val="85000"/>
                      </a:schemeClr>
                    </a:solidFill>
                  </a:tcPr>
                </a:tc>
                <a:tc rowSpan="2">
                  <a:txBody>
                    <a:bodyPr/>
                    <a:lstStyle/>
                    <a:p>
                      <a:pPr algn="ctr" fontAlgn="b"/>
                      <a:r>
                        <a:rPr lang="en-US" sz="1400" u="none" strike="noStrike" dirty="0">
                          <a:effectLst/>
                          <a:latin typeface="Arial Narrow" panose="020B0606020202030204" pitchFamily="34" charset="0"/>
                        </a:rPr>
                        <a:t>Rest of World</a:t>
                      </a:r>
                    </a:p>
                    <a:p>
                      <a:pPr algn="r" fontAlgn="b"/>
                      <a:r>
                        <a:rPr lang="en-US" sz="1400" u="none" strike="noStrike" dirty="0">
                          <a:effectLst/>
                          <a:latin typeface="Arial Narrow" panose="020B0606020202030204" pitchFamily="34" charset="0"/>
                        </a:rPr>
                        <a:t> </a:t>
                      </a:r>
                      <a:endParaRPr lang="en-US" sz="1400" b="0" i="0" u="none" strike="noStrike" dirty="0">
                        <a:effectLst/>
                        <a:latin typeface="Arial Narrow" panose="020B0606020202030204" pitchFamily="34" charset="0"/>
                      </a:endParaRPr>
                    </a:p>
                  </a:txBody>
                  <a:tcPr marL="0" marR="0" marT="0" marB="0" anchor="ctr">
                    <a:solidFill>
                      <a:schemeClr val="bg1">
                        <a:lumMod val="85000"/>
                      </a:schemeClr>
                    </a:solidFill>
                  </a:tcPr>
                </a:tc>
                <a:extLst>
                  <a:ext uri="{0D108BD9-81ED-4DB2-BD59-A6C34878D82A}">
                    <a16:rowId xmlns:a16="http://schemas.microsoft.com/office/drawing/2014/main" val="3240761948"/>
                  </a:ext>
                </a:extLst>
              </a:tr>
              <a:tr h="1120194">
                <a:tc gridSpan="2" vMerge="1">
                  <a:txBody>
                    <a:bodyPr/>
                    <a:lstStyle/>
                    <a:p>
                      <a:endParaRPr lang="en-US"/>
                    </a:p>
                  </a:txBody>
                  <a:tcPr/>
                </a:tc>
                <a:tc hMerge="1" vMerge="1">
                  <a:txBody>
                    <a:bodyPr/>
                    <a:lstStyle/>
                    <a:p>
                      <a:endParaRPr lang="en-US"/>
                    </a:p>
                  </a:txBody>
                  <a:tcPr/>
                </a:tc>
                <a:tc>
                  <a:txBody>
                    <a:bodyPr/>
                    <a:lstStyle/>
                    <a:p>
                      <a:pPr algn="r" fontAlgn="b"/>
                      <a:r>
                        <a:rPr lang="en-US" sz="1400" u="none" strike="noStrike">
                          <a:effectLst/>
                          <a:latin typeface="Arial Narrow" panose="020B0606020202030204" pitchFamily="34" charset="0"/>
                        </a:rPr>
                        <a:t> </a:t>
                      </a:r>
                      <a:endParaRPr lang="en-US" sz="1400" b="0" i="0" u="none" strike="noStrike" dirty="0">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Business</a:t>
                      </a:r>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gridSpan="3">
                  <a:txBody>
                    <a:bodyPr/>
                    <a:lstStyle/>
                    <a:p>
                      <a:pPr algn="ctr" fontAlgn="b"/>
                      <a:r>
                        <a:rPr lang="en-US" sz="1400" u="none" strike="noStrike" dirty="0">
                          <a:effectLst/>
                          <a:latin typeface="Arial Narrow" panose="020B0606020202030204" pitchFamily="34" charset="0"/>
                        </a:rPr>
                        <a:t>Other private nonprofits</a:t>
                      </a:r>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hMerge="1">
                  <a:txBody>
                    <a:bodyPr/>
                    <a:lstStyle/>
                    <a:p>
                      <a:endParaRPr lang="en-US"/>
                    </a:p>
                  </a:txBody>
                  <a:tcPr/>
                </a:tc>
                <a:tc hMerge="1">
                  <a:txBody>
                    <a:bodyPr/>
                    <a:lstStyle/>
                    <a:p>
                      <a:endParaRPr lang="en-US"/>
                    </a:p>
                  </a:txBody>
                  <a:tcPr/>
                </a:tc>
                <a:tc>
                  <a:txBody>
                    <a:bodyPr/>
                    <a:lstStyle/>
                    <a:p>
                      <a:pPr algn="ctr" fontAlgn="b"/>
                      <a:r>
                        <a:rPr lang="en-US" sz="1400" u="none" strike="noStrike" dirty="0">
                          <a:effectLst/>
                          <a:latin typeface="Arial Narrow" panose="020B0606020202030204" pitchFamily="34" charset="0"/>
                        </a:rPr>
                        <a:t>Higher education</a:t>
                      </a:r>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a:txBody>
                    <a:bodyPr/>
                    <a:lstStyle/>
                    <a:p>
                      <a:pPr algn="ctr" fontAlgn="t"/>
                      <a:r>
                        <a:rPr lang="en-US" sz="1400" b="0" u="none" strike="noStrike" dirty="0">
                          <a:effectLst/>
                          <a:latin typeface="Arial Narrow" panose="020B0606020202030204" pitchFamily="34" charset="0"/>
                        </a:rPr>
                        <a:t>Higher education</a:t>
                      </a:r>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a:txBody>
                    <a:bodyPr/>
                    <a:lstStyle/>
                    <a:p>
                      <a:pPr algn="ctr" fontAlgn="b"/>
                      <a:r>
                        <a:rPr lang="en-US" sz="1400" u="none" strike="noStrike" dirty="0">
                          <a:effectLst/>
                          <a:latin typeface="Arial Narrow" panose="020B0606020202030204" pitchFamily="34" charset="0"/>
                        </a:rPr>
                        <a:t>Federal Government</a:t>
                      </a:r>
                    </a:p>
                    <a:p>
                      <a:pPr algn="ctr" fontAlgn="b"/>
                      <a:r>
                        <a:rPr lang="en-US" sz="1400" u="none" strike="noStrike" dirty="0">
                          <a:effectLst/>
                          <a:latin typeface="Arial Narrow" panose="020B0606020202030204" pitchFamily="34" charset="0"/>
                        </a:rPr>
                        <a:t> and FFRDCs</a:t>
                      </a:r>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a:txBody>
                    <a:bodyPr/>
                    <a:lstStyle/>
                    <a:p>
                      <a:pPr algn="ctr"/>
                      <a:r>
                        <a:rPr lang="en-US" sz="1400" u="none" strike="noStrike" dirty="0">
                          <a:effectLst/>
                          <a:latin typeface="Arial Narrow" panose="020B0606020202030204" pitchFamily="34" charset="0"/>
                        </a:rPr>
                        <a:t>Non-federal government, ex. Higher Ed.</a:t>
                      </a:r>
                      <a:endParaRPr lang="en-US" sz="1400" dirty="0">
                        <a:latin typeface="Arial Narrow" panose="020B0606020202030204" pitchFamily="34" charset="0"/>
                      </a:endParaRPr>
                    </a:p>
                  </a:txBody>
                  <a:tcPr marL="0" marR="0" marT="0" marB="0" anchor="b">
                    <a:solidFill>
                      <a:schemeClr val="accent6">
                        <a:lumMod val="20000"/>
                        <a:lumOff val="80000"/>
                      </a:schemeClr>
                    </a:solidFill>
                  </a:tcPr>
                </a:tc>
                <a:tc vMerge="1">
                  <a:txBody>
                    <a:bodyPr/>
                    <a:lstStyle/>
                    <a:p>
                      <a:endParaRPr lang="en-US"/>
                    </a:p>
                  </a:txBody>
                  <a:tcPr/>
                </a:tc>
                <a:tc vMerge="1">
                  <a:txBody>
                    <a:bodyPr/>
                    <a:lstStyle/>
                    <a:p>
                      <a:pPr algn="ctr" fontAlgn="t"/>
                      <a:endParaRPr lang="en-US" sz="1400" b="0" i="0" u="none" strike="noStrike" dirty="0">
                        <a:effectLst/>
                        <a:latin typeface="+mn-lt"/>
                      </a:endParaRPr>
                    </a:p>
                  </a:txBody>
                  <a:tcPr marL="0" marR="0" marT="0" marB="0" anchor="b">
                    <a:solidFill>
                      <a:schemeClr val="bg1">
                        <a:lumMod val="85000"/>
                      </a:schemeClr>
                    </a:solidFill>
                  </a:tcPr>
                </a:tc>
                <a:extLst>
                  <a:ext uri="{0D108BD9-81ED-4DB2-BD59-A6C34878D82A}">
                    <a16:rowId xmlns:a16="http://schemas.microsoft.com/office/drawing/2014/main" val="2078905427"/>
                  </a:ext>
                </a:extLst>
              </a:tr>
              <a:tr h="253420">
                <a:tc gridSpan="2">
                  <a:txBody>
                    <a:bodyPr/>
                    <a:lstStyle/>
                    <a:p>
                      <a:pPr algn="l" fontAlgn="b"/>
                      <a:r>
                        <a:rPr lang="en-US" sz="1400" u="none" strike="noStrike">
                          <a:effectLst/>
                          <a:latin typeface="Arial Narrow" panose="020B0606020202030204" pitchFamily="34" charset="0"/>
                        </a:rPr>
                        <a:t>Prepackaged</a:t>
                      </a:r>
                      <a:endParaRPr lang="en-US" sz="1400" b="0" i="0" u="none" strike="noStrike">
                        <a:effectLst/>
                        <a:latin typeface="Arial Narrow" panose="020B0606020202030204" pitchFamily="34" charset="0"/>
                      </a:endParaRPr>
                    </a:p>
                  </a:txBody>
                  <a:tcPr marL="0" marR="0" marT="0" marB="0" anchor="b"/>
                </a:tc>
                <a:tc hMerge="1">
                  <a:txBody>
                    <a:bodyPr/>
                    <a:lstStyle/>
                    <a:p>
                      <a:pPr algn="l" fontAlgn="t"/>
                      <a:endParaRPr lang="en-US" sz="1400" b="0" i="0" u="none" strike="noStrike">
                        <a:effectLst/>
                        <a:latin typeface="Arial Narrow" panose="020B0606020202030204" pitchFamily="34" charset="0"/>
                      </a:endParaRPr>
                    </a:p>
                  </a:txBody>
                  <a:tcPr marL="0" marR="0" marT="0" marB="0"/>
                </a:tc>
                <a:tc>
                  <a:txBody>
                    <a:bodyPr/>
                    <a:lstStyle/>
                    <a:p>
                      <a:pPr algn="l" fontAlgn="t"/>
                      <a:endParaRPr lang="en-US" sz="600" b="0" i="0" u="none" strike="noStrike">
                        <a:effectLst/>
                        <a:latin typeface="Arial Narrow" panose="020B0606020202030204" pitchFamily="34" charset="0"/>
                      </a:endParaRPr>
                    </a:p>
                  </a:txBody>
                  <a:tcPr marL="0" marR="0" marT="0" marB="0"/>
                </a:tc>
                <a:tc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h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h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a:txBody>
                    <a:bodyPr/>
                    <a:lstStyle/>
                    <a:p>
                      <a:pPr algn="r" fontAlgn="b"/>
                      <a:endParaRPr lang="en-US" sz="6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bg1">
                        <a:lumMod val="85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bg1">
                        <a:lumMod val="85000"/>
                      </a:schemeClr>
                    </a:solidFill>
                  </a:tcPr>
                </a:tc>
                <a:extLst>
                  <a:ext uri="{0D108BD9-81ED-4DB2-BD59-A6C34878D82A}">
                    <a16:rowId xmlns:a16="http://schemas.microsoft.com/office/drawing/2014/main" val="206652310"/>
                  </a:ext>
                </a:extLst>
              </a:tr>
              <a:tr h="244973">
                <a:tc gridSpan="2">
                  <a:txBody>
                    <a:bodyPr/>
                    <a:lstStyle/>
                    <a:p>
                      <a:pPr algn="l" fontAlgn="b"/>
                      <a:r>
                        <a:rPr lang="en-US" sz="1400" u="none" strike="noStrike">
                          <a:effectLst/>
                          <a:latin typeface="Arial Narrow" panose="020B0606020202030204" pitchFamily="34" charset="0"/>
                        </a:rPr>
                        <a:t>Custom</a:t>
                      </a:r>
                      <a:endParaRPr lang="en-US" sz="1400" b="0" i="0" u="none" strike="noStrike">
                        <a:effectLst/>
                        <a:latin typeface="Arial Narrow" panose="020B0606020202030204" pitchFamily="34" charset="0"/>
                      </a:endParaRPr>
                    </a:p>
                  </a:txBody>
                  <a:tcPr marL="0" marR="0" marT="0" marB="0" anchor="b"/>
                </a:tc>
                <a:tc hMerge="1">
                  <a:txBody>
                    <a:bodyPr/>
                    <a:lstStyle/>
                    <a:p>
                      <a:pPr algn="l" fontAlgn="t"/>
                      <a:endParaRPr lang="en-US" sz="1400" b="0" i="0" u="none" strike="noStrike">
                        <a:effectLst/>
                        <a:latin typeface="Arial Narrow" panose="020B0606020202030204" pitchFamily="34" charset="0"/>
                      </a:endParaRPr>
                    </a:p>
                  </a:txBody>
                  <a:tcPr marL="0" marR="0" marT="0" marB="0"/>
                </a:tc>
                <a:tc>
                  <a:txBody>
                    <a:bodyPr/>
                    <a:lstStyle/>
                    <a:p>
                      <a:pPr algn="l" fontAlgn="t"/>
                      <a:endParaRPr lang="en-US" sz="600" b="0" i="0" u="none" strike="noStrike" dirty="0">
                        <a:effectLst/>
                        <a:latin typeface="Arial Narrow" panose="020B0606020202030204" pitchFamily="34" charset="0"/>
                      </a:endParaRPr>
                    </a:p>
                  </a:txBody>
                  <a:tcPr marL="0" marR="0" marT="0" marB="0"/>
                </a:tc>
                <a:tc rowSpan="2"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h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h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a:txBody>
                    <a:bodyPr/>
                    <a:lstStyle/>
                    <a:p>
                      <a:pPr algn="r" fontAlgn="b"/>
                      <a:endParaRPr lang="en-US" sz="6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bg1">
                        <a:lumMod val="85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bg1">
                        <a:lumMod val="85000"/>
                      </a:schemeClr>
                    </a:solidFill>
                  </a:tcPr>
                </a:tc>
                <a:extLst>
                  <a:ext uri="{0D108BD9-81ED-4DB2-BD59-A6C34878D82A}">
                    <a16:rowId xmlns:a16="http://schemas.microsoft.com/office/drawing/2014/main" val="4065955746"/>
                  </a:ext>
                </a:extLst>
              </a:tr>
              <a:tr h="30973">
                <a:tc rowSpan="2" gridSpan="2">
                  <a:txBody>
                    <a:bodyPr/>
                    <a:lstStyle/>
                    <a:p>
                      <a:pPr algn="l" fontAlgn="b"/>
                      <a:r>
                        <a:rPr lang="en-US" sz="1400" u="none" strike="noStrike">
                          <a:effectLst/>
                          <a:latin typeface="Arial Narrow" panose="020B0606020202030204" pitchFamily="34" charset="0"/>
                        </a:rPr>
                        <a:t>Proprietary</a:t>
                      </a:r>
                      <a:endParaRPr lang="en-US" sz="1400" b="0" i="0" u="none" strike="noStrike">
                        <a:effectLst/>
                        <a:latin typeface="Arial Narrow" panose="020B0606020202030204" pitchFamily="34" charset="0"/>
                      </a:endParaRPr>
                    </a:p>
                  </a:txBody>
                  <a:tcPr marL="178448" marR="0" marT="0" marB="0" anchor="b"/>
                </a:tc>
                <a:tc rowSpan="2" hMerge="1">
                  <a:txBody>
                    <a:bodyPr/>
                    <a:lstStyle/>
                    <a:p>
                      <a:pPr algn="l" fontAlgn="t"/>
                      <a:endParaRPr lang="en-US" sz="1400" b="0" i="0" u="none" strike="noStrike">
                        <a:effectLst/>
                        <a:latin typeface="Arial Narrow" panose="020B0606020202030204" pitchFamily="34" charset="0"/>
                      </a:endParaRPr>
                    </a:p>
                  </a:txBody>
                  <a:tcPr marL="0" marR="0" marT="0" marB="0"/>
                </a:tc>
                <a:tc rowSpan="2">
                  <a:txBody>
                    <a:bodyPr/>
                    <a:lstStyle/>
                    <a:p>
                      <a:pPr algn="l" fontAlgn="t"/>
                      <a:endParaRPr lang="en-US" sz="600" b="0" i="0" u="none" strike="noStrike" dirty="0">
                        <a:effectLst/>
                        <a:latin typeface="Arial Narrow" panose="020B0606020202030204" pitchFamily="34" charset="0"/>
                      </a:endParaRPr>
                    </a:p>
                  </a:txBody>
                  <a:tcPr marL="0" marR="0" marT="0" marB="0"/>
                </a:tc>
                <a:tc gridSpan="2"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hMerge="1"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vMerge="1">
                  <a:txBody>
                    <a:bodyPr/>
                    <a:lstStyle/>
                    <a:p>
                      <a:endParaRPr lang="en-US"/>
                    </a:p>
                  </a:txBody>
                  <a:tcPr/>
                </a:tc>
                <a:tc gridSpan="2" vMerge="1">
                  <a:txBody>
                    <a:bodyPr/>
                    <a:lstStyle/>
                    <a:p>
                      <a:endParaRPr lang="en-US"/>
                    </a:p>
                  </a:txBody>
                  <a:tcPr/>
                </a:tc>
                <a:tc hMerge="1"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6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bg1">
                        <a:lumMod val="85000"/>
                      </a:schemeClr>
                    </a:solidFill>
                  </a:tcPr>
                </a:tc>
                <a:tc rowSpan="2">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bg1">
                        <a:lumMod val="85000"/>
                      </a:schemeClr>
                    </a:solidFill>
                  </a:tcPr>
                </a:tc>
                <a:extLst>
                  <a:ext uri="{0D108BD9-81ED-4DB2-BD59-A6C34878D82A}">
                    <a16:rowId xmlns:a16="http://schemas.microsoft.com/office/drawing/2014/main" val="390284762"/>
                  </a:ext>
                </a:extLst>
              </a:tr>
              <a:tr h="256237">
                <a:tc gridSpan="2" vMerge="1">
                  <a:txBody>
                    <a:bodyPr/>
                    <a:lstStyle/>
                    <a:p>
                      <a:endParaRPr lang="en-US"/>
                    </a:p>
                  </a:txBody>
                  <a:tcPr/>
                </a:tc>
                <a:tc hMerge="1" vMerge="1">
                  <a:txBody>
                    <a:bodyPr/>
                    <a:lstStyle/>
                    <a:p>
                      <a:endParaRPr lang="en-US"/>
                    </a:p>
                  </a:txBody>
                  <a:tcPr/>
                </a:tc>
                <a:tc vMerge="1">
                  <a:txBody>
                    <a:bodyPr/>
                    <a:lstStyle/>
                    <a:p>
                      <a:endParaRPr lang="en-US"/>
                    </a:p>
                  </a:txBody>
                  <a:tcPr/>
                </a:tc>
                <a:tc rowSpan="2"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hMerge="1">
                  <a:txBody>
                    <a:bodyPr/>
                    <a:lstStyle/>
                    <a:p>
                      <a:endParaRPr lang="en-US"/>
                    </a:p>
                  </a:txBody>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h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516152132"/>
                  </a:ext>
                </a:extLst>
              </a:tr>
              <a:tr h="0">
                <a:tc rowSpan="2" gridSpan="3">
                  <a:txBody>
                    <a:bodyPr/>
                    <a:lstStyle/>
                    <a:p>
                      <a:pPr algn="l" fontAlgn="b"/>
                      <a:r>
                        <a:rPr lang="en-US" sz="1400" u="none" strike="noStrike">
                          <a:effectLst/>
                          <a:latin typeface="Arial Narrow" panose="020B0606020202030204" pitchFamily="34" charset="0"/>
                        </a:rPr>
                        <a:t>Open Source (OSS)</a:t>
                      </a:r>
                      <a:endParaRPr lang="en-US" sz="1400" b="0" i="0" u="none" strike="noStrike">
                        <a:effectLst/>
                        <a:latin typeface="Arial Narrow" panose="020B0606020202030204" pitchFamily="34" charset="0"/>
                      </a:endParaRPr>
                    </a:p>
                  </a:txBody>
                  <a:tcPr marL="178448" marR="0" marT="0" marB="0" anchor="b"/>
                </a:tc>
                <a:tc rowSpan="2" hMerge="1">
                  <a:txBody>
                    <a:bodyPr/>
                    <a:lstStyle/>
                    <a:p>
                      <a:endParaRPr lang="en-US"/>
                    </a:p>
                  </a:txBody>
                  <a:tcPr/>
                </a:tc>
                <a:tc rowSpan="2" hMerge="1">
                  <a:txBody>
                    <a:bodyPr/>
                    <a:lstStyle/>
                    <a:p>
                      <a:pPr algn="l" fontAlgn="b"/>
                      <a:endParaRPr lang="en-US" sz="1100" b="0" i="0" u="none" strike="noStrike">
                        <a:effectLst/>
                        <a:latin typeface="Arial Narrow" panose="020B0606020202030204" pitchFamily="34" charset="0"/>
                      </a:endParaRPr>
                    </a:p>
                  </a:txBody>
                  <a:tcPr marL="178448" marR="0" marT="0" marB="0" anchor="b"/>
                </a:tc>
                <a:tc gridSpan="2"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hMerge="1"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vMerge="1">
                  <a:txBody>
                    <a:bodyPr/>
                    <a:lstStyle/>
                    <a:p>
                      <a:endParaRPr lang="en-US"/>
                    </a:p>
                  </a:txBody>
                  <a:tcPr/>
                </a:tc>
                <a:tc gridSpan="2" vMerge="1">
                  <a:txBody>
                    <a:bodyPr/>
                    <a:lstStyle/>
                    <a:p>
                      <a:endParaRPr lang="en-US"/>
                    </a:p>
                  </a:txBody>
                  <a:tcPr/>
                </a:tc>
                <a:tc hMerge="1"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rowSpan="2">
                  <a:txBody>
                    <a:bodyPr/>
                    <a:lstStyle/>
                    <a:p>
                      <a:pPr algn="r" fontAlgn="b"/>
                      <a:r>
                        <a:rPr lang="en-US" sz="1400" u="none" strike="noStrike" dirty="0">
                          <a:effectLst/>
                          <a:latin typeface="Arial Narrow" panose="020B0606020202030204" pitchFamily="34" charset="0"/>
                        </a:rPr>
                        <a:t> </a:t>
                      </a:r>
                      <a:endParaRPr lang="en-US" sz="1400" b="0" i="0" u="none" strike="noStrike" dirty="0">
                        <a:solidFill>
                          <a:srgbClr val="70AD47"/>
                        </a:solidFill>
                        <a:effectLst/>
                        <a:latin typeface="Arial Narrow" panose="020B0606020202030204" pitchFamily="34" charset="0"/>
                      </a:endParaRPr>
                    </a:p>
                  </a:txBody>
                  <a:tcPr marL="0" marR="0" marT="0" marB="0" anchor="b">
                    <a:solidFill>
                      <a:schemeClr val="accent2"/>
                    </a:solidFill>
                  </a:tcPr>
                </a:tc>
                <a:tc rowSpan="2">
                  <a:txBody>
                    <a:bodyPr/>
                    <a:lstStyle/>
                    <a:p>
                      <a:pPr algn="r" fontAlgn="b"/>
                      <a:endParaRPr lang="en-US" sz="600" b="0" i="0" u="none" strike="noStrike" dirty="0">
                        <a:effectLst/>
                        <a:latin typeface="Arial Narrow" panose="020B0606020202030204" pitchFamily="34" charset="0"/>
                      </a:endParaRPr>
                    </a:p>
                  </a:txBody>
                  <a:tcPr marL="0" marR="0" marT="0" marB="0" anchor="b">
                    <a:solidFill>
                      <a:schemeClr val="accent2"/>
                    </a:solidFill>
                  </a:tcPr>
                </a:tc>
                <a:tc rowSpan="2">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accent2"/>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extLst>
                  <a:ext uri="{0D108BD9-81ED-4DB2-BD59-A6C34878D82A}">
                    <a16:rowId xmlns:a16="http://schemas.microsoft.com/office/drawing/2014/main" val="2571699388"/>
                  </a:ext>
                </a:extLst>
              </a:tr>
              <a:tr h="275946">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hMerge="1">
                  <a:txBody>
                    <a:bodyPr/>
                    <a:lstStyle/>
                    <a:p>
                      <a:endParaRPr lang="en-US"/>
                    </a:p>
                  </a:txBody>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h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300148824"/>
                  </a:ext>
                </a:extLst>
              </a:tr>
              <a:tr h="251119">
                <a:tc rowSpan="2">
                  <a:txBody>
                    <a:bodyPr/>
                    <a:lstStyle/>
                    <a:p>
                      <a:pPr algn="l" fontAlgn="b"/>
                      <a:r>
                        <a:rPr lang="en-US" sz="1400" u="none" strike="noStrike">
                          <a:effectLst/>
                          <a:latin typeface="Arial Narrow" panose="020B0606020202030204" pitchFamily="34" charset="0"/>
                        </a:rPr>
                        <a:t>Own-account</a:t>
                      </a:r>
                      <a:endParaRPr lang="en-US" sz="1400" b="0" i="0" u="none" strike="noStrike">
                        <a:effectLst/>
                        <a:latin typeface="Arial Narrow" panose="020B0606020202030204" pitchFamily="34" charset="0"/>
                      </a:endParaRPr>
                    </a:p>
                  </a:txBody>
                  <a:tcPr marL="0" marR="0" marT="0" marB="0" anchor="b"/>
                </a:tc>
                <a:tc rowSpan="2" gridSpan="2">
                  <a:txBody>
                    <a:bodyPr/>
                    <a:lstStyle/>
                    <a:p>
                      <a:pPr algn="l" fontAlgn="t"/>
                      <a:endParaRPr lang="en-US" sz="1400" b="0" i="0" u="none" strike="noStrike">
                        <a:effectLst/>
                        <a:latin typeface="Arial Narrow" panose="020B0606020202030204" pitchFamily="34" charset="0"/>
                      </a:endParaRPr>
                    </a:p>
                  </a:txBody>
                  <a:tcPr marL="0" marR="0" marT="0" marB="0"/>
                </a:tc>
                <a:tc rowSpan="2" hMerge="1">
                  <a:txBody>
                    <a:bodyPr/>
                    <a:lstStyle/>
                    <a:p>
                      <a:pPr algn="l" fontAlgn="t"/>
                      <a:endParaRPr lang="en-US" sz="600" b="0" i="0" u="none" strike="noStrike">
                        <a:effectLst/>
                        <a:latin typeface="Arial Narrow" panose="020B0606020202030204" pitchFamily="34" charset="0"/>
                      </a:endParaRPr>
                    </a:p>
                  </a:txBody>
                  <a:tcPr marL="0" marR="0" marT="0" marB="0"/>
                </a:tc>
                <a:tc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h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h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6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bg1">
                        <a:lumMod val="85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bg1">
                        <a:lumMod val="85000"/>
                      </a:schemeClr>
                    </a:solidFill>
                  </a:tcPr>
                </a:tc>
                <a:extLst>
                  <a:ext uri="{0D108BD9-81ED-4DB2-BD59-A6C34878D82A}">
                    <a16:rowId xmlns:a16="http://schemas.microsoft.com/office/drawing/2014/main" val="3352665701"/>
                  </a:ext>
                </a:extLst>
              </a:tr>
              <a:tr h="0">
                <a:tc vMerge="1">
                  <a:txBody>
                    <a:bodyPr/>
                    <a:lstStyle/>
                    <a:p>
                      <a:endParaRPr lang="en-US"/>
                    </a:p>
                  </a:txBody>
                  <a:tcPr/>
                </a:tc>
                <a:tc gridSpan="2" vMerge="1">
                  <a:txBody>
                    <a:bodyPr/>
                    <a:lstStyle/>
                    <a:p>
                      <a:endParaRPr lang="en-US"/>
                    </a:p>
                  </a:txBody>
                  <a:tcPr/>
                </a:tc>
                <a:tc hMerge="1" vMerge="1">
                  <a:txBody>
                    <a:bodyPr/>
                    <a:lstStyle/>
                    <a:p>
                      <a:endParaRPr lang="en-US"/>
                    </a:p>
                  </a:txBody>
                  <a:tcPr/>
                </a:tc>
                <a:tc rowSpan="2"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hMerge="1">
                  <a:txBody>
                    <a:bodyPr/>
                    <a:lstStyle/>
                    <a:p>
                      <a:endParaRPr lang="en-US"/>
                    </a:p>
                  </a:txBody>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h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579882100"/>
                  </a:ext>
                </a:extLst>
              </a:tr>
              <a:tr h="231925">
                <a:tc rowSpan="2">
                  <a:txBody>
                    <a:bodyPr/>
                    <a:lstStyle/>
                    <a:p>
                      <a:pPr algn="l" fontAlgn="b"/>
                      <a:r>
                        <a:rPr lang="en-US" sz="1400" u="none" strike="noStrike">
                          <a:effectLst/>
                          <a:latin typeface="Arial Narrow" panose="020B0606020202030204" pitchFamily="34" charset="0"/>
                        </a:rPr>
                        <a:t>Proprietary</a:t>
                      </a:r>
                      <a:endParaRPr lang="en-US" sz="1400" b="0" i="0" u="none" strike="noStrike">
                        <a:effectLst/>
                        <a:latin typeface="Arial Narrow" panose="020B0606020202030204" pitchFamily="34" charset="0"/>
                      </a:endParaRPr>
                    </a:p>
                  </a:txBody>
                  <a:tcPr marL="178448" marR="0" marT="0" marB="0" anchor="b"/>
                </a:tc>
                <a:tc rowSpan="2" gridSpan="2">
                  <a:txBody>
                    <a:bodyPr/>
                    <a:lstStyle/>
                    <a:p>
                      <a:pPr algn="l" fontAlgn="t"/>
                      <a:endParaRPr lang="en-US" sz="1400" b="0" i="0" u="none" strike="noStrike">
                        <a:effectLst/>
                        <a:latin typeface="Arial Narrow" panose="020B0606020202030204" pitchFamily="34" charset="0"/>
                      </a:endParaRPr>
                    </a:p>
                  </a:txBody>
                  <a:tcPr marL="0" marR="0" marT="0" marB="0"/>
                </a:tc>
                <a:tc rowSpan="2" hMerge="1">
                  <a:txBody>
                    <a:bodyPr/>
                    <a:lstStyle/>
                    <a:p>
                      <a:pPr algn="l" fontAlgn="t"/>
                      <a:endParaRPr lang="en-US" sz="600" b="0" i="0" u="none" strike="noStrike">
                        <a:effectLst/>
                        <a:latin typeface="Arial Narrow" panose="020B0606020202030204" pitchFamily="34" charset="0"/>
                      </a:endParaRPr>
                    </a:p>
                  </a:txBody>
                  <a:tcPr marL="0" marR="0" marT="0" marB="0"/>
                </a:tc>
                <a:tc gridSpan="2" vMerge="1">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accent5">
                        <a:lumMod val="75000"/>
                      </a:schemeClr>
                    </a:solidFill>
                  </a:tcPr>
                </a:tc>
                <a:tc hMerge="1"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vMerge="1">
                  <a:txBody>
                    <a:bodyPr/>
                    <a:lstStyle/>
                    <a:p>
                      <a:endParaRPr lang="en-US"/>
                    </a:p>
                  </a:txBody>
                  <a:tcPr/>
                </a:tc>
                <a:tc gridSpan="2" vMerge="1">
                  <a:txBody>
                    <a:bodyPr/>
                    <a:lstStyle/>
                    <a:p>
                      <a:endParaRPr lang="en-US"/>
                    </a:p>
                  </a:txBody>
                  <a:tcPr/>
                </a:tc>
                <a:tc hMerge="1"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600" b="0" i="0" u="none" strike="noStrike" dirty="0">
                        <a:effectLst/>
                        <a:latin typeface="Arial Narrow" panose="020B0606020202030204" pitchFamily="34" charset="0"/>
                      </a:endParaRPr>
                    </a:p>
                  </a:txBody>
                  <a:tcPr marL="0" marR="0" marT="0" marB="0" anchor="b">
                    <a:solidFill>
                      <a:schemeClr val="accent6">
                        <a:lumMod val="20000"/>
                        <a:lumOff val="80000"/>
                      </a:schemeClr>
                    </a:solidFill>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bg1">
                        <a:lumMod val="85000"/>
                      </a:schemeClr>
                    </a:solidFill>
                  </a:tcPr>
                </a:tc>
                <a:tc rowSpan="2">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bg1">
                        <a:lumMod val="85000"/>
                      </a:schemeClr>
                    </a:solidFill>
                  </a:tcPr>
                </a:tc>
                <a:extLst>
                  <a:ext uri="{0D108BD9-81ED-4DB2-BD59-A6C34878D82A}">
                    <a16:rowId xmlns:a16="http://schemas.microsoft.com/office/drawing/2014/main" val="3620527208"/>
                  </a:ext>
                </a:extLst>
              </a:tr>
              <a:tr h="0">
                <a:tc vMerge="1">
                  <a:txBody>
                    <a:bodyPr/>
                    <a:lstStyle/>
                    <a:p>
                      <a:endParaRPr lang="en-US"/>
                    </a:p>
                  </a:txBody>
                  <a:tcPr/>
                </a:tc>
                <a:tc gridSpan="2" vMerge="1">
                  <a:txBody>
                    <a:bodyPr/>
                    <a:lstStyle/>
                    <a:p>
                      <a:endParaRPr lang="en-US"/>
                    </a:p>
                  </a:txBody>
                  <a:tcPr/>
                </a:tc>
                <a:tc hMerge="1" vMerge="1">
                  <a:txBody>
                    <a:bodyPr/>
                    <a:lstStyle/>
                    <a:p>
                      <a:endParaRPr lang="en-US"/>
                    </a:p>
                  </a:txBody>
                  <a:tcPr/>
                </a:tc>
                <a:tc rowSpan="2"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rowSpan="2" hMerge="1">
                  <a:txBody>
                    <a:bodyPr/>
                    <a:lstStyle/>
                    <a:p>
                      <a:endParaRPr lang="en-US"/>
                    </a:p>
                  </a:txBody>
                  <a:tcPr/>
                </a:tc>
                <a:tc row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rowSpan="2" gridSpan="2">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rowSpan="2" h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095217732"/>
                  </a:ext>
                </a:extLst>
              </a:tr>
              <a:tr h="238071">
                <a:tc gridSpan="3">
                  <a:txBody>
                    <a:bodyPr/>
                    <a:lstStyle/>
                    <a:p>
                      <a:pPr algn="l" fontAlgn="b"/>
                      <a:r>
                        <a:rPr lang="en-US" sz="1400" u="none" strike="noStrike" dirty="0">
                          <a:effectLst/>
                          <a:latin typeface="Arial Narrow" panose="020B0606020202030204" pitchFamily="34" charset="0"/>
                        </a:rPr>
                        <a:t>Open Source (OSS)</a:t>
                      </a:r>
                      <a:endParaRPr lang="en-US" sz="1400" b="0" i="0" u="none" strike="noStrike" dirty="0">
                        <a:effectLst/>
                        <a:latin typeface="Arial Narrow" panose="020B0606020202030204" pitchFamily="34" charset="0"/>
                      </a:endParaRPr>
                    </a:p>
                  </a:txBody>
                  <a:tcPr marL="178448" marR="0" marT="0" marB="0" anchor="b"/>
                </a:tc>
                <a:tc hMerge="1">
                  <a:txBody>
                    <a:bodyPr/>
                    <a:lstStyle/>
                    <a:p>
                      <a:pPr algn="l" fontAlgn="b"/>
                      <a:endParaRPr lang="en-US" sz="1400" b="0" i="0" u="none" strike="noStrike">
                        <a:effectLst/>
                        <a:latin typeface="Arial Narrow" panose="020B0606020202030204" pitchFamily="34" charset="0"/>
                      </a:endParaRPr>
                    </a:p>
                  </a:txBody>
                  <a:tcPr marL="178448" marR="0" marT="0" marB="0" anchor="b"/>
                </a:tc>
                <a:tc hMerge="1">
                  <a:txBody>
                    <a:bodyPr/>
                    <a:lstStyle/>
                    <a:p>
                      <a:pPr algn="l" fontAlgn="b"/>
                      <a:endParaRPr lang="en-US" sz="1100" b="0" i="0" u="none" strike="noStrike">
                        <a:effectLst/>
                        <a:latin typeface="Arial Narrow" panose="020B0606020202030204" pitchFamily="34" charset="0"/>
                      </a:endParaRPr>
                    </a:p>
                  </a:txBody>
                  <a:tcPr marL="178448" marR="0" marT="0" marB="0" anchor="b"/>
                </a:tc>
                <a:tc gridSpan="2" vMerge="1">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accent5">
                        <a:lumMod val="75000"/>
                      </a:schemeClr>
                    </a:solidFill>
                  </a:tcPr>
                </a:tc>
                <a:tc hMerge="1" vMerge="1">
                  <a:txBody>
                    <a:bodyPr/>
                    <a:lstStyle/>
                    <a:p>
                      <a:pPr algn="r" fontAlgn="b"/>
                      <a:endParaRPr lang="en-US" sz="1400" b="0" i="0" u="none" strike="noStrike">
                        <a:effectLst/>
                        <a:latin typeface="Arial Narrow" panose="020B0606020202030204" pitchFamily="34" charset="0"/>
                      </a:endParaRPr>
                    </a:p>
                  </a:txBody>
                  <a:tcPr marL="0" marR="0" marT="0" marB="0" anchor="b">
                    <a:solidFill>
                      <a:schemeClr val="accent5">
                        <a:lumMod val="75000"/>
                      </a:schemeClr>
                    </a:solidFill>
                  </a:tcPr>
                </a:tc>
                <a:tc vMerge="1">
                  <a:txBody>
                    <a:bodyPr/>
                    <a:lstStyle/>
                    <a:p>
                      <a:endParaRPr lang="en-US"/>
                    </a:p>
                  </a:txBody>
                  <a:tcPr/>
                </a:tc>
                <a:tc gridSpan="2" vMerge="1">
                  <a:txBody>
                    <a:bodyPr/>
                    <a:lstStyle/>
                    <a:p>
                      <a:endParaRPr lang="en-US"/>
                    </a:p>
                  </a:txBody>
                  <a:tcPr/>
                </a:tc>
                <a:tc hMerge="1" vMerge="1">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5">
                        <a:lumMod val="75000"/>
                      </a:schemeClr>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a:txBody>
                    <a:bodyPr/>
                    <a:lstStyle/>
                    <a:p>
                      <a:pPr algn="r" fontAlgn="b"/>
                      <a:r>
                        <a:rPr lang="en-US" sz="1400" u="none" strike="noStrike" dirty="0">
                          <a:effectLst/>
                          <a:latin typeface="Arial Narrow" panose="020B0606020202030204" pitchFamily="34" charset="0"/>
                        </a:rPr>
                        <a:t> </a:t>
                      </a:r>
                      <a:endParaRPr lang="en-US" sz="1400" b="0" i="0" u="none" strike="noStrike" dirty="0">
                        <a:solidFill>
                          <a:srgbClr val="70AD47"/>
                        </a:solidFill>
                        <a:effectLst/>
                        <a:latin typeface="Arial Narrow" panose="020B0606020202030204" pitchFamily="34" charset="0"/>
                      </a:endParaRPr>
                    </a:p>
                  </a:txBody>
                  <a:tcPr marL="0" marR="0" marT="0" marB="0" anchor="b">
                    <a:solidFill>
                      <a:schemeClr val="accent2"/>
                    </a:solidFill>
                  </a:tcPr>
                </a:tc>
                <a:tc>
                  <a:txBody>
                    <a:bodyPr/>
                    <a:lstStyle/>
                    <a:p>
                      <a:pPr algn="r" fontAlgn="b"/>
                      <a:endParaRPr lang="en-US" sz="600" b="0" i="0" u="none" strike="noStrike" dirty="0">
                        <a:effectLst/>
                        <a:latin typeface="Arial Narrow" panose="020B0606020202030204" pitchFamily="34" charset="0"/>
                      </a:endParaRPr>
                    </a:p>
                  </a:txBody>
                  <a:tcPr marL="0" marR="0" marT="0" marB="0" anchor="b">
                    <a:solidFill>
                      <a:schemeClr val="accent2"/>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tc>
                  <a:txBody>
                    <a:bodyPr/>
                    <a:lstStyle/>
                    <a:p>
                      <a:pPr algn="r" fontAlgn="b"/>
                      <a:endParaRPr lang="en-US" sz="1400" b="0" i="0" u="none" strike="noStrike" dirty="0">
                        <a:effectLst/>
                        <a:latin typeface="Arial Narrow" panose="020B0606020202030204" pitchFamily="34" charset="0"/>
                      </a:endParaRPr>
                    </a:p>
                  </a:txBody>
                  <a:tcPr marL="0" marR="0" marT="0" marB="0" anchor="b">
                    <a:solidFill>
                      <a:schemeClr val="accent2"/>
                    </a:solidFill>
                  </a:tcPr>
                </a:tc>
                <a:extLst>
                  <a:ext uri="{0D108BD9-81ED-4DB2-BD59-A6C34878D82A}">
                    <a16:rowId xmlns:a16="http://schemas.microsoft.com/office/drawing/2014/main" val="4085841618"/>
                  </a:ext>
                </a:extLst>
              </a:tr>
            </a:tbl>
          </a:graphicData>
        </a:graphic>
      </p:graphicFrame>
      <p:cxnSp>
        <p:nvCxnSpPr>
          <p:cNvPr id="8" name="Straight Connector 7" descr="Span line" title="Span line">
            <a:extLst>
              <a:ext uri="{FF2B5EF4-FFF2-40B4-BE49-F238E27FC236}">
                <a16:creationId xmlns:a16="http://schemas.microsoft.com/office/drawing/2014/main" id="{A2EA9AA4-1BE9-4DC7-BC72-49AEB4C5BF40}"/>
              </a:ext>
            </a:extLst>
          </p:cNvPr>
          <p:cNvCxnSpPr/>
          <p:nvPr/>
        </p:nvCxnSpPr>
        <p:spPr>
          <a:xfrm>
            <a:off x="9913938" y="3433763"/>
            <a:ext cx="1533525" cy="0"/>
          </a:xfrm>
          <a:prstGeom prst="line">
            <a:avLst/>
          </a:prstGeom>
          <a:ln w="6350">
            <a:solidFill>
              <a:sysClr val="windowText" lastClr="000000"/>
            </a:solidFill>
          </a:ln>
        </p:spPr>
        <p:style>
          <a:lnRef idx="1">
            <a:schemeClr val="accent1"/>
          </a:lnRef>
          <a:fillRef idx="0">
            <a:schemeClr val="accent1"/>
          </a:fillRef>
          <a:effectRef idx="0">
            <a:schemeClr val="accent1"/>
          </a:effectRef>
          <a:fontRef idx="minor">
            <a:schemeClr val="tx1"/>
          </a:fontRef>
        </p:style>
      </p:cxnSp>
      <p:sp>
        <p:nvSpPr>
          <p:cNvPr id="9" name="Rectangle 4" title="divider">
            <a:extLst>
              <a:ext uri="{FF2B5EF4-FFF2-40B4-BE49-F238E27FC236}">
                <a16:creationId xmlns:a16="http://schemas.microsoft.com/office/drawing/2014/main" id="{02AF146D-44FF-47D5-A5BD-8C62212FF357}"/>
              </a:ext>
            </a:extLst>
          </p:cNvPr>
          <p:cNvSpPr>
            <a:spLocks noChangeArrowheads="1"/>
          </p:cNvSpPr>
          <p:nvPr/>
        </p:nvSpPr>
        <p:spPr bwMode="auto">
          <a:xfrm>
            <a:off x="-76200" y="599284"/>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0" name="Picture 10" descr="National Center for Science and Engineering Statistics logo">
            <a:extLst>
              <a:ext uri="{FF2B5EF4-FFF2-40B4-BE49-F238E27FC236}">
                <a16:creationId xmlns:a16="http://schemas.microsoft.com/office/drawing/2014/main" id="{C4920670-2339-46B9-9FBB-E8F36923E9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nsf2">
            <a:extLst>
              <a:ext uri="{FF2B5EF4-FFF2-40B4-BE49-F238E27FC236}">
                <a16:creationId xmlns:a16="http://schemas.microsoft.com/office/drawing/2014/main" id="{8A3CB75D-5651-4FE7-8E32-1D08EC8136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279CA79-DA05-4DB4-80D2-599CD7A23FFB}"/>
              </a:ext>
            </a:extLst>
          </p:cNvPr>
          <p:cNvSpPr>
            <a:spLocks noGrp="1"/>
          </p:cNvSpPr>
          <p:nvPr>
            <p:ph type="sldNum" sz="quarter" idx="12"/>
          </p:nvPr>
        </p:nvSpPr>
        <p:spPr/>
        <p:txBody>
          <a:bodyPr/>
          <a:lstStyle/>
          <a:p>
            <a:fld id="{1B835D90-6387-4175-8905-3408BA5A358B}" type="slidenum">
              <a:rPr lang="en-US" altLang="en-US" smtClean="0"/>
              <a:pPr/>
              <a:t>4</a:t>
            </a:fld>
            <a:endParaRPr lang="en-US" altLang="en-US" dirty="0"/>
          </a:p>
        </p:txBody>
      </p:sp>
      <p:sp>
        <p:nvSpPr>
          <p:cNvPr id="12" name="Title 1">
            <a:extLst>
              <a:ext uri="{FF2B5EF4-FFF2-40B4-BE49-F238E27FC236}">
                <a16:creationId xmlns:a16="http://schemas.microsoft.com/office/drawing/2014/main" id="{61EC7022-8081-4C35-92BF-72B5B6FDE1D5}"/>
              </a:ext>
            </a:extLst>
          </p:cNvPr>
          <p:cNvSpPr>
            <a:spLocks noGrp="1"/>
          </p:cNvSpPr>
          <p:nvPr>
            <p:ph type="title"/>
          </p:nvPr>
        </p:nvSpPr>
        <p:spPr>
          <a:xfrm>
            <a:off x="685800" y="805258"/>
            <a:ext cx="7772400" cy="1143000"/>
          </a:xfrm>
        </p:spPr>
        <p:txBody>
          <a:bodyPr/>
          <a:lstStyle/>
          <a:p>
            <a:r>
              <a:rPr lang="en-US" sz="3600" dirty="0"/>
              <a:t>A Small Tweak to Standard Software Investment Categories can highlight OSS</a:t>
            </a:r>
          </a:p>
        </p:txBody>
      </p:sp>
    </p:spTree>
    <p:extLst>
      <p:ext uri="{BB962C8B-B14F-4D97-AF65-F5344CB8AC3E}">
        <p14:creationId xmlns:p14="http://schemas.microsoft.com/office/powerpoint/2010/main" val="3027568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descr="Span line" title="Span line">
            <a:extLst>
              <a:ext uri="{FF2B5EF4-FFF2-40B4-BE49-F238E27FC236}">
                <a16:creationId xmlns:a16="http://schemas.microsoft.com/office/drawing/2014/main" id="{A2EA9AA4-1BE9-4DC7-BC72-49AEB4C5BF40}"/>
              </a:ext>
            </a:extLst>
          </p:cNvPr>
          <p:cNvCxnSpPr/>
          <p:nvPr/>
        </p:nvCxnSpPr>
        <p:spPr>
          <a:xfrm>
            <a:off x="9913938" y="3433763"/>
            <a:ext cx="1533525" cy="0"/>
          </a:xfrm>
          <a:prstGeom prst="line">
            <a:avLst/>
          </a:prstGeom>
          <a:ln w="6350">
            <a:solidFill>
              <a:sysClr val="windowText" lastClr="000000"/>
            </a:solidFill>
          </a:ln>
        </p:spPr>
        <p:style>
          <a:lnRef idx="1">
            <a:schemeClr val="accent1"/>
          </a:lnRef>
          <a:fillRef idx="0">
            <a:schemeClr val="accent1"/>
          </a:fillRef>
          <a:effectRef idx="0">
            <a:schemeClr val="accent1"/>
          </a:effectRef>
          <a:fontRef idx="minor">
            <a:schemeClr val="tx1"/>
          </a:fontRef>
        </p:style>
      </p:cxnSp>
      <p:sp>
        <p:nvSpPr>
          <p:cNvPr id="9" name="Rectangle 4" title="divider">
            <a:extLst>
              <a:ext uri="{FF2B5EF4-FFF2-40B4-BE49-F238E27FC236}">
                <a16:creationId xmlns:a16="http://schemas.microsoft.com/office/drawing/2014/main" id="{02AF146D-44FF-47D5-A5BD-8C62212FF357}"/>
              </a:ext>
            </a:extLst>
          </p:cNvPr>
          <p:cNvSpPr>
            <a:spLocks noChangeArrowheads="1"/>
          </p:cNvSpPr>
          <p:nvPr/>
        </p:nvSpPr>
        <p:spPr bwMode="auto">
          <a:xfrm>
            <a:off x="-76200" y="599284"/>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0" name="Picture 10" descr="National Center for Science and Engineering Statistics logo">
            <a:extLst>
              <a:ext uri="{FF2B5EF4-FFF2-40B4-BE49-F238E27FC236}">
                <a16:creationId xmlns:a16="http://schemas.microsoft.com/office/drawing/2014/main" id="{C4920670-2339-46B9-9FBB-E8F36923E9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nsf2">
            <a:extLst>
              <a:ext uri="{FF2B5EF4-FFF2-40B4-BE49-F238E27FC236}">
                <a16:creationId xmlns:a16="http://schemas.microsoft.com/office/drawing/2014/main" id="{8A3CB75D-5651-4FE7-8E32-1D08EC8136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279CA79-DA05-4DB4-80D2-599CD7A23FFB}"/>
              </a:ext>
            </a:extLst>
          </p:cNvPr>
          <p:cNvSpPr>
            <a:spLocks noGrp="1"/>
          </p:cNvSpPr>
          <p:nvPr>
            <p:ph type="sldNum" sz="quarter" idx="12"/>
          </p:nvPr>
        </p:nvSpPr>
        <p:spPr/>
        <p:txBody>
          <a:bodyPr/>
          <a:lstStyle/>
          <a:p>
            <a:fld id="{1B835D90-6387-4175-8905-3408BA5A358B}" type="slidenum">
              <a:rPr lang="en-US" altLang="en-US" smtClean="0"/>
              <a:pPr/>
              <a:t>5</a:t>
            </a:fld>
            <a:endParaRPr lang="en-US" altLang="en-US" dirty="0"/>
          </a:p>
        </p:txBody>
      </p:sp>
      <p:sp>
        <p:nvSpPr>
          <p:cNvPr id="12" name="Title 1">
            <a:extLst>
              <a:ext uri="{FF2B5EF4-FFF2-40B4-BE49-F238E27FC236}">
                <a16:creationId xmlns:a16="http://schemas.microsoft.com/office/drawing/2014/main" id="{61EC7022-8081-4C35-92BF-72B5B6FDE1D5}"/>
              </a:ext>
            </a:extLst>
          </p:cNvPr>
          <p:cNvSpPr>
            <a:spLocks noGrp="1"/>
          </p:cNvSpPr>
          <p:nvPr>
            <p:ph type="title"/>
          </p:nvPr>
        </p:nvSpPr>
        <p:spPr>
          <a:xfrm>
            <a:off x="685800" y="805258"/>
            <a:ext cx="7772400" cy="1143000"/>
          </a:xfrm>
        </p:spPr>
        <p:txBody>
          <a:bodyPr/>
          <a:lstStyle/>
          <a:p>
            <a:r>
              <a:rPr lang="en-US" sz="3600" dirty="0"/>
              <a:t>“Big Data” sources for OSS measurement</a:t>
            </a:r>
          </a:p>
        </p:txBody>
      </p:sp>
      <p:sp>
        <p:nvSpPr>
          <p:cNvPr id="13" name="Content Placeholder 2">
            <a:extLst>
              <a:ext uri="{FF2B5EF4-FFF2-40B4-BE49-F238E27FC236}">
                <a16:creationId xmlns:a16="http://schemas.microsoft.com/office/drawing/2014/main" id="{F815ED31-5CE8-42F1-ABB2-4737DB0E9064}"/>
              </a:ext>
            </a:extLst>
          </p:cNvPr>
          <p:cNvSpPr txBox="1">
            <a:spLocks/>
          </p:cNvSpPr>
          <p:nvPr/>
        </p:nvSpPr>
        <p:spPr>
          <a:xfrm>
            <a:off x="685800" y="1981200"/>
            <a:ext cx="4038600" cy="4114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Registry contains:</a:t>
            </a:r>
          </a:p>
          <a:p>
            <a:pPr lvl="1"/>
            <a:r>
              <a:rPr lang="en-US" kern="0" dirty="0"/>
              <a:t>Basic package information</a:t>
            </a:r>
          </a:p>
          <a:p>
            <a:pPr lvl="1"/>
            <a:r>
              <a:rPr lang="en-US" kern="0" dirty="0"/>
              <a:t>Package manifest file</a:t>
            </a:r>
          </a:p>
          <a:p>
            <a:r>
              <a:rPr lang="en-US" kern="0" dirty="0"/>
              <a:t>CRAN</a:t>
            </a:r>
          </a:p>
          <a:p>
            <a:r>
              <a:rPr lang="en-US" kern="0" dirty="0" err="1"/>
              <a:t>PyPI</a:t>
            </a:r>
            <a:endParaRPr lang="en-US" kern="0" dirty="0"/>
          </a:p>
          <a:p>
            <a:r>
              <a:rPr lang="en-US" kern="0" dirty="0"/>
              <a:t>Code.gov</a:t>
            </a:r>
          </a:p>
          <a:p>
            <a:pPr lvl="1"/>
            <a:endParaRPr lang="en-US" kern="0" dirty="0"/>
          </a:p>
        </p:txBody>
      </p:sp>
      <p:sp>
        <p:nvSpPr>
          <p:cNvPr id="14" name="Content Placeholder 3">
            <a:extLst>
              <a:ext uri="{FF2B5EF4-FFF2-40B4-BE49-F238E27FC236}">
                <a16:creationId xmlns:a16="http://schemas.microsoft.com/office/drawing/2014/main" id="{9CD72EFA-3F82-46A8-8827-49779A789F5B}"/>
              </a:ext>
            </a:extLst>
          </p:cNvPr>
          <p:cNvSpPr txBox="1">
            <a:spLocks/>
          </p:cNvSpPr>
          <p:nvPr/>
        </p:nvSpPr>
        <p:spPr>
          <a:xfrm>
            <a:off x="4648200" y="1981200"/>
            <a:ext cx="4114800" cy="4114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a:t>Source Code Hosting Platform contains:</a:t>
            </a:r>
          </a:p>
          <a:p>
            <a:pPr lvl="1"/>
            <a:r>
              <a:rPr lang="en-US" kern="0"/>
              <a:t>Author(s), Maintainers</a:t>
            </a:r>
          </a:p>
          <a:p>
            <a:pPr lvl="1"/>
            <a:r>
              <a:rPr lang="en-US" kern="0"/>
              <a:t>Version</a:t>
            </a:r>
          </a:p>
          <a:p>
            <a:pPr lvl="1"/>
            <a:r>
              <a:rPr lang="en-US" kern="0"/>
              <a:t>License</a:t>
            </a:r>
          </a:p>
          <a:p>
            <a:r>
              <a:rPr lang="en-US" kern="0"/>
              <a:t>GitHub</a:t>
            </a:r>
            <a:endParaRPr lang="en-US" kern="0" dirty="0"/>
          </a:p>
        </p:txBody>
      </p:sp>
      <p:pic>
        <p:nvPicPr>
          <p:cNvPr id="15" name="Picture 14">
            <a:extLst>
              <a:ext uri="{FF2B5EF4-FFF2-40B4-BE49-F238E27FC236}">
                <a16:creationId xmlns:a16="http://schemas.microsoft.com/office/drawing/2014/main" id="{9802A5F9-950D-4253-889F-71DC09A123A4}"/>
              </a:ext>
            </a:extLst>
          </p:cNvPr>
          <p:cNvPicPr>
            <a:picLocks noChangeAspect="1"/>
          </p:cNvPicPr>
          <p:nvPr/>
        </p:nvPicPr>
        <p:blipFill>
          <a:blip r:embed="rId5"/>
          <a:stretch>
            <a:fillRect/>
          </a:stretch>
        </p:blipFill>
        <p:spPr>
          <a:xfrm>
            <a:off x="6298828" y="5105400"/>
            <a:ext cx="508743" cy="740633"/>
          </a:xfrm>
          <a:prstGeom prst="rect">
            <a:avLst/>
          </a:prstGeom>
        </p:spPr>
      </p:pic>
      <p:pic>
        <p:nvPicPr>
          <p:cNvPr id="16" name="Picture 15">
            <a:extLst>
              <a:ext uri="{FF2B5EF4-FFF2-40B4-BE49-F238E27FC236}">
                <a16:creationId xmlns:a16="http://schemas.microsoft.com/office/drawing/2014/main" id="{3803790D-5E87-4D8C-9FC1-40A335FFEB45}"/>
              </a:ext>
            </a:extLst>
          </p:cNvPr>
          <p:cNvPicPr>
            <a:picLocks noChangeAspect="1"/>
          </p:cNvPicPr>
          <p:nvPr/>
        </p:nvPicPr>
        <p:blipFill>
          <a:blip r:embed="rId6"/>
          <a:stretch>
            <a:fillRect/>
          </a:stretch>
        </p:blipFill>
        <p:spPr>
          <a:xfrm>
            <a:off x="2871021" y="5360440"/>
            <a:ext cx="702560" cy="306509"/>
          </a:xfrm>
          <a:prstGeom prst="rect">
            <a:avLst/>
          </a:prstGeom>
        </p:spPr>
      </p:pic>
      <p:pic>
        <p:nvPicPr>
          <p:cNvPr id="17" name="Picture 16">
            <a:extLst>
              <a:ext uri="{FF2B5EF4-FFF2-40B4-BE49-F238E27FC236}">
                <a16:creationId xmlns:a16="http://schemas.microsoft.com/office/drawing/2014/main" id="{CBF9F3A8-C675-459F-B247-096FBC9D145C}"/>
              </a:ext>
            </a:extLst>
          </p:cNvPr>
          <p:cNvPicPr>
            <a:picLocks noChangeAspect="1"/>
          </p:cNvPicPr>
          <p:nvPr/>
        </p:nvPicPr>
        <p:blipFill>
          <a:blip r:embed="rId7"/>
          <a:stretch>
            <a:fillRect/>
          </a:stretch>
        </p:blipFill>
        <p:spPr>
          <a:xfrm>
            <a:off x="2133599" y="4238196"/>
            <a:ext cx="3290933" cy="306509"/>
          </a:xfrm>
          <a:prstGeom prst="rect">
            <a:avLst/>
          </a:prstGeom>
        </p:spPr>
      </p:pic>
      <p:pic>
        <p:nvPicPr>
          <p:cNvPr id="18" name="Picture 17">
            <a:extLst>
              <a:ext uri="{FF2B5EF4-FFF2-40B4-BE49-F238E27FC236}">
                <a16:creationId xmlns:a16="http://schemas.microsoft.com/office/drawing/2014/main" id="{707BDAE4-4433-412D-A694-FF83009CA961}"/>
              </a:ext>
            </a:extLst>
          </p:cNvPr>
          <p:cNvPicPr>
            <a:picLocks noChangeAspect="1"/>
          </p:cNvPicPr>
          <p:nvPr/>
        </p:nvPicPr>
        <p:blipFill>
          <a:blip r:embed="rId8"/>
          <a:stretch>
            <a:fillRect/>
          </a:stretch>
        </p:blipFill>
        <p:spPr>
          <a:xfrm>
            <a:off x="2083171" y="4604203"/>
            <a:ext cx="990601" cy="762000"/>
          </a:xfrm>
          <a:prstGeom prst="rect">
            <a:avLst/>
          </a:prstGeom>
        </p:spPr>
      </p:pic>
    </p:spTree>
    <p:extLst>
      <p:ext uri="{BB962C8B-B14F-4D97-AF65-F5344CB8AC3E}">
        <p14:creationId xmlns:p14="http://schemas.microsoft.com/office/powerpoint/2010/main" val="1272176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4ABAD5-7776-4E03-A59F-DCE2C4583EC8}"/>
              </a:ext>
            </a:extLst>
          </p:cNvPr>
          <p:cNvSpPr>
            <a:spLocks noGrp="1"/>
          </p:cNvSpPr>
          <p:nvPr>
            <p:ph type="title"/>
          </p:nvPr>
        </p:nvSpPr>
        <p:spPr>
          <a:xfrm>
            <a:off x="-229035" y="525506"/>
            <a:ext cx="9144000" cy="1143000"/>
          </a:xfrm>
        </p:spPr>
        <p:txBody>
          <a:bodyPr/>
          <a:lstStyle/>
          <a:p>
            <a:r>
              <a:rPr lang="en-US" dirty="0"/>
              <a:t>GitHub Platform</a:t>
            </a:r>
          </a:p>
        </p:txBody>
      </p:sp>
      <p:graphicFrame>
        <p:nvGraphicFramePr>
          <p:cNvPr id="9" name="Content Placeholder 8">
            <a:extLst>
              <a:ext uri="{FF2B5EF4-FFF2-40B4-BE49-F238E27FC236}">
                <a16:creationId xmlns:a16="http://schemas.microsoft.com/office/drawing/2014/main" id="{204E63B9-438D-460C-98DE-C7D169300682}"/>
              </a:ext>
            </a:extLst>
          </p:cNvPr>
          <p:cNvGraphicFramePr>
            <a:graphicFrameLocks noGrp="1"/>
          </p:cNvGraphicFramePr>
          <p:nvPr>
            <p:ph sz="half" idx="1"/>
            <p:extLst>
              <p:ext uri="{D42A27DB-BD31-4B8C-83A1-F6EECF244321}">
                <p14:modId xmlns:p14="http://schemas.microsoft.com/office/powerpoint/2010/main" val="915600238"/>
              </p:ext>
            </p:extLst>
          </p:nvPr>
        </p:nvGraphicFramePr>
        <p:xfrm>
          <a:off x="457200" y="1468669"/>
          <a:ext cx="4038600" cy="52933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ontent Placeholder 14">
            <a:extLst>
              <a:ext uri="{FF2B5EF4-FFF2-40B4-BE49-F238E27FC236}">
                <a16:creationId xmlns:a16="http://schemas.microsoft.com/office/drawing/2014/main" id="{06FA3DEC-8E7B-4D89-ADC4-0359D2788548}"/>
              </a:ext>
            </a:extLst>
          </p:cNvPr>
          <p:cNvGraphicFramePr>
            <a:graphicFrameLocks noGrp="1"/>
          </p:cNvGraphicFramePr>
          <p:nvPr>
            <p:ph sz="half" idx="2"/>
            <p:extLst>
              <p:ext uri="{D42A27DB-BD31-4B8C-83A1-F6EECF244321}">
                <p14:modId xmlns:p14="http://schemas.microsoft.com/office/powerpoint/2010/main" val="2409558204"/>
              </p:ext>
            </p:extLst>
          </p:nvPr>
        </p:nvGraphicFramePr>
        <p:xfrm>
          <a:off x="4801036" y="1457960"/>
          <a:ext cx="3810000" cy="529336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3196370172"/>
                    </a:ext>
                  </a:extLst>
                </a:gridCol>
                <a:gridCol w="1270000">
                  <a:extLst>
                    <a:ext uri="{9D8B030D-6E8A-4147-A177-3AD203B41FA5}">
                      <a16:colId xmlns:a16="http://schemas.microsoft.com/office/drawing/2014/main" val="1650772643"/>
                    </a:ext>
                  </a:extLst>
                </a:gridCol>
                <a:gridCol w="1270000">
                  <a:extLst>
                    <a:ext uri="{9D8B030D-6E8A-4147-A177-3AD203B41FA5}">
                      <a16:colId xmlns:a16="http://schemas.microsoft.com/office/drawing/2014/main" val="3214597164"/>
                    </a:ext>
                  </a:extLst>
                </a:gridCol>
              </a:tblGrid>
              <a:tr h="370840">
                <a:tc>
                  <a:txBody>
                    <a:bodyPr/>
                    <a:lstStyle/>
                    <a:p>
                      <a:pPr algn="ctr" fontAlgn="ctr"/>
                      <a:r>
                        <a:rPr lang="en-US" sz="1600" b="0" i="0" u="none" strike="noStrike" dirty="0">
                          <a:solidFill>
                            <a:srgbClr val="000000"/>
                          </a:solidFill>
                          <a:effectLst/>
                          <a:latin typeface="Arial" panose="020B0604020202020204" pitchFamily="34" charset="0"/>
                        </a:rPr>
                        <a:t>Language</a:t>
                      </a:r>
                    </a:p>
                  </a:txBody>
                  <a:tcPr marL="7620" marR="7620" marT="7620" marB="0" anchor="ctr"/>
                </a:tc>
                <a:tc>
                  <a:txBody>
                    <a:bodyPr/>
                    <a:lstStyle/>
                    <a:p>
                      <a:pPr algn="ctr" fontAlgn="ctr"/>
                      <a:r>
                        <a:rPr lang="en-US" sz="1600" b="0" i="0" u="none" strike="noStrike">
                          <a:solidFill>
                            <a:srgbClr val="000000"/>
                          </a:solidFill>
                          <a:effectLst/>
                          <a:latin typeface="Arial" panose="020B0604020202020204" pitchFamily="34" charset="0"/>
                        </a:rPr>
                        <a:t>R</a:t>
                      </a:r>
                    </a:p>
                  </a:txBody>
                  <a:tcPr marL="7620" marR="7620" marT="7620" marB="0" anchor="ctr"/>
                </a:tc>
                <a:tc>
                  <a:txBody>
                    <a:bodyPr/>
                    <a:lstStyle/>
                    <a:p>
                      <a:pPr algn="ctr" fontAlgn="ctr"/>
                      <a:r>
                        <a:rPr lang="en-US" sz="1600" b="0" i="0" u="none" strike="noStrike" dirty="0">
                          <a:solidFill>
                            <a:srgbClr val="000000"/>
                          </a:solidFill>
                          <a:effectLst/>
                          <a:latin typeface="Arial" panose="020B0604020202020204" pitchFamily="34" charset="0"/>
                        </a:rPr>
                        <a:t>Python</a:t>
                      </a:r>
                    </a:p>
                  </a:txBody>
                  <a:tcPr marL="7620" marR="7620" marT="7620" marB="0" anchor="ctr"/>
                </a:tc>
                <a:extLst>
                  <a:ext uri="{0D108BD9-81ED-4DB2-BD59-A6C34878D82A}">
                    <a16:rowId xmlns:a16="http://schemas.microsoft.com/office/drawing/2014/main" val="3463114851"/>
                  </a:ext>
                </a:extLst>
              </a:tr>
              <a:tr h="370840">
                <a:tc>
                  <a:txBody>
                    <a:bodyPr/>
                    <a:lstStyle/>
                    <a:p>
                      <a:pPr algn="ctr" fontAlgn="ctr"/>
                      <a:r>
                        <a:rPr lang="en-US" sz="1600" b="0" i="0" u="none" strike="noStrike" dirty="0">
                          <a:solidFill>
                            <a:srgbClr val="000000"/>
                          </a:solidFill>
                          <a:effectLst/>
                          <a:latin typeface="Arial" panose="020B0604020202020204" pitchFamily="34" charset="0"/>
                        </a:rPr>
                        <a:t>Package manager</a:t>
                      </a:r>
                    </a:p>
                    <a:p>
                      <a:pPr algn="ctr" fontAlgn="ctr"/>
                      <a:endParaRPr lang="en-US" sz="1600" b="0"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ctr"/>
                      <a:r>
                        <a:rPr lang="en-US" sz="1600" b="0" i="0" u="none" strike="noStrike" dirty="0">
                          <a:solidFill>
                            <a:srgbClr val="000000"/>
                          </a:solidFill>
                          <a:effectLst/>
                          <a:latin typeface="Arial" panose="020B0604020202020204" pitchFamily="34" charset="0"/>
                        </a:rPr>
                        <a:t>CRAN</a:t>
                      </a:r>
                    </a:p>
                  </a:txBody>
                  <a:tcPr marL="7620" marR="7620" marT="7620" marB="0" anchor="ctr"/>
                </a:tc>
                <a:tc>
                  <a:txBody>
                    <a:bodyPr/>
                    <a:lstStyle/>
                    <a:p>
                      <a:pPr algn="ctr" fontAlgn="ctr"/>
                      <a:r>
                        <a:rPr lang="en-US" sz="1600" b="0" i="0" u="none" strike="noStrike">
                          <a:solidFill>
                            <a:srgbClr val="000000"/>
                          </a:solidFill>
                          <a:effectLst/>
                          <a:latin typeface="Arial" panose="020B0604020202020204" pitchFamily="34" charset="0"/>
                        </a:rPr>
                        <a:t>PyPI</a:t>
                      </a:r>
                    </a:p>
                  </a:txBody>
                  <a:tcPr marL="7620" marR="7620" marT="7620" marB="0" anchor="ctr"/>
                </a:tc>
                <a:extLst>
                  <a:ext uri="{0D108BD9-81ED-4DB2-BD59-A6C34878D82A}">
                    <a16:rowId xmlns:a16="http://schemas.microsoft.com/office/drawing/2014/main" val="2019554926"/>
                  </a:ext>
                </a:extLst>
              </a:tr>
              <a:tr h="370840">
                <a:tc>
                  <a:txBody>
                    <a:bodyPr/>
                    <a:lstStyle/>
                    <a:p>
                      <a:pPr algn="ctr" fontAlgn="ctr"/>
                      <a:r>
                        <a:rPr lang="en-US" sz="1600" b="0" i="0" u="none" strike="noStrike" dirty="0">
                          <a:solidFill>
                            <a:srgbClr val="000000"/>
                          </a:solidFill>
                          <a:effectLst/>
                          <a:latin typeface="Arial" panose="020B0604020202020204" pitchFamily="34" charset="0"/>
                        </a:rPr>
                        <a:t>Number of packages</a:t>
                      </a:r>
                    </a:p>
                    <a:p>
                      <a:pPr algn="ctr" fontAlgn="ctr"/>
                      <a:endParaRPr lang="en-US" sz="1600" b="0"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ctr"/>
                      <a:r>
                        <a:rPr lang="en-US" sz="1600" b="0" i="0" u="none" strike="noStrike" dirty="0">
                          <a:solidFill>
                            <a:srgbClr val="000000"/>
                          </a:solidFill>
                          <a:effectLst/>
                          <a:latin typeface="Arial" panose="020B0604020202020204" pitchFamily="34" charset="0"/>
                        </a:rPr>
                        <a:t> 13,719</a:t>
                      </a:r>
                    </a:p>
                  </a:txBody>
                  <a:tcPr marL="7620" marR="7620" marT="7620" marB="0" anchor="ctr"/>
                </a:tc>
                <a:tc>
                  <a:txBody>
                    <a:bodyPr/>
                    <a:lstStyle/>
                    <a:p>
                      <a:pPr algn="ctr" fontAlgn="ctr"/>
                      <a:r>
                        <a:rPr lang="en-US" sz="1600" b="0" i="0" u="none" strike="noStrike" dirty="0">
                          <a:solidFill>
                            <a:srgbClr val="000000"/>
                          </a:solidFill>
                          <a:effectLst/>
                          <a:latin typeface="Arial" panose="020B0604020202020204" pitchFamily="34" charset="0"/>
                        </a:rPr>
                        <a:t>164,836</a:t>
                      </a:r>
                    </a:p>
                  </a:txBody>
                  <a:tcPr marL="7620" marR="7620" marT="7620" marB="0" anchor="ctr"/>
                </a:tc>
                <a:extLst>
                  <a:ext uri="{0D108BD9-81ED-4DB2-BD59-A6C34878D82A}">
                    <a16:rowId xmlns:a16="http://schemas.microsoft.com/office/drawing/2014/main" val="1844080258"/>
                  </a:ext>
                </a:extLst>
              </a:tr>
              <a:tr h="370840">
                <a:tc>
                  <a:txBody>
                    <a:bodyPr/>
                    <a:lstStyle/>
                    <a:p>
                      <a:pPr algn="ctr" fontAlgn="ctr"/>
                      <a:r>
                        <a:rPr lang="en-US" sz="1600" b="0" i="0" u="none" strike="noStrike" dirty="0">
                          <a:solidFill>
                            <a:srgbClr val="000000"/>
                          </a:solidFill>
                          <a:effectLst/>
                          <a:latin typeface="Arial" panose="020B0604020202020204" pitchFamily="34" charset="0"/>
                        </a:rPr>
                        <a:t>Production ready</a:t>
                      </a:r>
                    </a:p>
                    <a:p>
                      <a:pPr algn="ctr" fontAlgn="ctr"/>
                      <a:endParaRPr lang="en-US" sz="1600" b="0"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ctr"/>
                      <a:r>
                        <a:rPr lang="en-US" sz="1600" b="0" i="0" u="none" strike="noStrike">
                          <a:solidFill>
                            <a:srgbClr val="000000"/>
                          </a:solidFill>
                          <a:effectLst/>
                          <a:latin typeface="Arial" panose="020B0604020202020204" pitchFamily="34" charset="0"/>
                        </a:rPr>
                        <a:t>13,350</a:t>
                      </a:r>
                    </a:p>
                  </a:txBody>
                  <a:tcPr marL="7620" marR="7620" marT="7620" marB="0" anchor="ctr"/>
                </a:tc>
                <a:tc>
                  <a:txBody>
                    <a:bodyPr/>
                    <a:lstStyle/>
                    <a:p>
                      <a:pPr algn="ctr" fontAlgn="ctr"/>
                      <a:r>
                        <a:rPr lang="en-US" sz="1600" b="0" i="0" u="none" strike="noStrike" dirty="0">
                          <a:solidFill>
                            <a:srgbClr val="000000"/>
                          </a:solidFill>
                          <a:effectLst/>
                          <a:latin typeface="Arial" panose="020B0604020202020204" pitchFamily="34" charset="0"/>
                        </a:rPr>
                        <a:t>17,482</a:t>
                      </a:r>
                    </a:p>
                  </a:txBody>
                  <a:tcPr marL="7620" marR="7620" marT="7620" marB="0" anchor="ctr"/>
                </a:tc>
                <a:extLst>
                  <a:ext uri="{0D108BD9-81ED-4DB2-BD59-A6C34878D82A}">
                    <a16:rowId xmlns:a16="http://schemas.microsoft.com/office/drawing/2014/main" val="2034259656"/>
                  </a:ext>
                </a:extLst>
              </a:tr>
              <a:tr h="370840">
                <a:tc>
                  <a:txBody>
                    <a:bodyPr/>
                    <a:lstStyle/>
                    <a:p>
                      <a:pPr algn="ctr" fontAlgn="ctr"/>
                      <a:r>
                        <a:rPr lang="en-US" sz="1600" b="0" i="0" u="none" strike="noStrike" dirty="0">
                          <a:solidFill>
                            <a:srgbClr val="000000"/>
                          </a:solidFill>
                          <a:effectLst/>
                          <a:latin typeface="Arial" panose="020B0604020202020204" pitchFamily="34" charset="0"/>
                        </a:rPr>
                        <a:t>OSI-approved &amp; production ready</a:t>
                      </a:r>
                    </a:p>
                    <a:p>
                      <a:pPr algn="ctr" fontAlgn="ctr"/>
                      <a:endParaRPr lang="en-US" sz="1600" b="0"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ctr"/>
                      <a:r>
                        <a:rPr lang="en-US" sz="1600" b="0" i="0" u="none" strike="noStrike">
                          <a:solidFill>
                            <a:srgbClr val="000000"/>
                          </a:solidFill>
                          <a:effectLst/>
                          <a:latin typeface="Arial" panose="020B0604020202020204" pitchFamily="34" charset="0"/>
                        </a:rPr>
                        <a:t> 13,143</a:t>
                      </a:r>
                    </a:p>
                  </a:txBody>
                  <a:tcPr marL="7620" marR="7620" marT="7620" marB="0" anchor="ctr"/>
                </a:tc>
                <a:tc>
                  <a:txBody>
                    <a:bodyPr/>
                    <a:lstStyle/>
                    <a:p>
                      <a:pPr algn="ctr" fontAlgn="ctr"/>
                      <a:r>
                        <a:rPr lang="en-US" sz="1600" b="0" i="0" u="none" strike="noStrike" dirty="0">
                          <a:solidFill>
                            <a:srgbClr val="000000"/>
                          </a:solidFill>
                          <a:effectLst/>
                          <a:latin typeface="Arial" panose="020B0604020202020204" pitchFamily="34" charset="0"/>
                        </a:rPr>
                        <a:t> 15,043</a:t>
                      </a:r>
                    </a:p>
                  </a:txBody>
                  <a:tcPr marL="7620" marR="7620" marT="7620" marB="0" anchor="ctr"/>
                </a:tc>
                <a:extLst>
                  <a:ext uri="{0D108BD9-81ED-4DB2-BD59-A6C34878D82A}">
                    <a16:rowId xmlns:a16="http://schemas.microsoft.com/office/drawing/2014/main" val="2920959995"/>
                  </a:ext>
                </a:extLst>
              </a:tr>
              <a:tr h="370840">
                <a:tc>
                  <a:txBody>
                    <a:bodyPr/>
                    <a:lstStyle/>
                    <a:p>
                      <a:pPr algn="ctr" fontAlgn="ctr"/>
                      <a:r>
                        <a:rPr lang="en-US" sz="1600" b="0" i="0" u="none" strike="noStrike" dirty="0">
                          <a:solidFill>
                            <a:srgbClr val="000000"/>
                          </a:solidFill>
                          <a:effectLst/>
                          <a:latin typeface="Arial" panose="020B0604020202020204" pitchFamily="34" charset="0"/>
                        </a:rPr>
                        <a:t>Packages on GitHub</a:t>
                      </a:r>
                    </a:p>
                    <a:p>
                      <a:pPr algn="ctr" fontAlgn="ctr"/>
                      <a:endParaRPr lang="en-US" sz="1600" b="0"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ctr"/>
                      <a:r>
                        <a:rPr lang="en-US" sz="1600" b="0" i="0" u="none" strike="noStrike">
                          <a:solidFill>
                            <a:srgbClr val="000000"/>
                          </a:solidFill>
                          <a:effectLst/>
                          <a:latin typeface="Arial" panose="020B0604020202020204" pitchFamily="34" charset="0"/>
                        </a:rPr>
                        <a:t> 4,407</a:t>
                      </a:r>
                    </a:p>
                  </a:txBody>
                  <a:tcPr marL="7620" marR="7620" marT="7620" marB="0" anchor="ctr"/>
                </a:tc>
                <a:tc>
                  <a:txBody>
                    <a:bodyPr/>
                    <a:lstStyle/>
                    <a:p>
                      <a:pPr algn="ctr" fontAlgn="ctr"/>
                      <a:r>
                        <a:rPr lang="en-US" sz="1600" b="0" i="0" u="none" strike="noStrike" dirty="0">
                          <a:solidFill>
                            <a:srgbClr val="000000"/>
                          </a:solidFill>
                          <a:effectLst/>
                          <a:latin typeface="Arial" panose="020B0604020202020204" pitchFamily="34" charset="0"/>
                        </a:rPr>
                        <a:t> 11,016</a:t>
                      </a:r>
                    </a:p>
                  </a:txBody>
                  <a:tcPr marL="7620" marR="7620" marT="7620" marB="0" anchor="ctr"/>
                </a:tc>
                <a:extLst>
                  <a:ext uri="{0D108BD9-81ED-4DB2-BD59-A6C34878D82A}">
                    <a16:rowId xmlns:a16="http://schemas.microsoft.com/office/drawing/2014/main" val="2331140623"/>
                  </a:ext>
                </a:extLst>
              </a:tr>
              <a:tr h="370840">
                <a:tc>
                  <a:txBody>
                    <a:bodyPr/>
                    <a:lstStyle/>
                    <a:p>
                      <a:pPr algn="ctr" fontAlgn="ctr"/>
                      <a:r>
                        <a:rPr lang="en-US" sz="1600" b="0" i="0" u="none" strike="noStrike">
                          <a:solidFill>
                            <a:srgbClr val="000000"/>
                          </a:solidFill>
                          <a:effectLst/>
                          <a:latin typeface="Arial" panose="020B0604020202020204" pitchFamily="34" charset="0"/>
                        </a:rPr>
                        <a:t>Packages on GitHub (analysis)</a:t>
                      </a:r>
                    </a:p>
                  </a:txBody>
                  <a:tcPr marL="7620" marR="7620" marT="7620" marB="0" anchor="ctr"/>
                </a:tc>
                <a:tc>
                  <a:txBody>
                    <a:bodyPr/>
                    <a:lstStyle/>
                    <a:p>
                      <a:pPr algn="ctr" fontAlgn="ctr"/>
                      <a:r>
                        <a:rPr lang="en-US" sz="1600" b="0" i="0" u="none" strike="noStrike">
                          <a:solidFill>
                            <a:srgbClr val="000000"/>
                          </a:solidFill>
                          <a:effectLst/>
                          <a:latin typeface="Arial" panose="020B0604020202020204" pitchFamily="34" charset="0"/>
                        </a:rPr>
                        <a:t>4,358</a:t>
                      </a:r>
                    </a:p>
                  </a:txBody>
                  <a:tcPr marL="7620" marR="7620" marT="7620" marB="0" anchor="ctr"/>
                </a:tc>
                <a:tc>
                  <a:txBody>
                    <a:bodyPr/>
                    <a:lstStyle/>
                    <a:p>
                      <a:pPr algn="ctr" fontAlgn="ctr"/>
                      <a:r>
                        <a:rPr lang="en-US" sz="1600" b="0" i="0" u="none" strike="noStrike" dirty="0">
                          <a:solidFill>
                            <a:srgbClr val="000000"/>
                          </a:solidFill>
                          <a:effectLst/>
                          <a:latin typeface="Arial" panose="020B0604020202020204" pitchFamily="34" charset="0"/>
                        </a:rPr>
                        <a:t>9,773</a:t>
                      </a:r>
                    </a:p>
                  </a:txBody>
                  <a:tcPr marL="7620" marR="7620" marT="7620" marB="0" anchor="ctr"/>
                </a:tc>
                <a:extLst>
                  <a:ext uri="{0D108BD9-81ED-4DB2-BD59-A6C34878D82A}">
                    <a16:rowId xmlns:a16="http://schemas.microsoft.com/office/drawing/2014/main" val="3377045398"/>
                  </a:ext>
                </a:extLst>
              </a:tr>
            </a:tbl>
          </a:graphicData>
        </a:graphic>
      </p:graphicFrame>
      <p:sp>
        <p:nvSpPr>
          <p:cNvPr id="3" name="Slide Number Placeholder 2">
            <a:extLst>
              <a:ext uri="{FF2B5EF4-FFF2-40B4-BE49-F238E27FC236}">
                <a16:creationId xmlns:a16="http://schemas.microsoft.com/office/drawing/2014/main" id="{09D71B05-81AE-4FEE-BE65-D022F5246621}"/>
              </a:ext>
            </a:extLst>
          </p:cNvPr>
          <p:cNvSpPr>
            <a:spLocks noGrp="1"/>
          </p:cNvSpPr>
          <p:nvPr>
            <p:ph type="sldNum" sz="quarter" idx="12"/>
          </p:nvPr>
        </p:nvSpPr>
        <p:spPr/>
        <p:txBody>
          <a:bodyPr/>
          <a:lstStyle/>
          <a:p>
            <a:fld id="{1B835D90-6387-4175-8905-3408BA5A358B}" type="slidenum">
              <a:rPr lang="en-US" altLang="en-US" smtClean="0"/>
              <a:pPr/>
              <a:t>6</a:t>
            </a:fld>
            <a:endParaRPr lang="en-US" altLang="en-US" dirty="0"/>
          </a:p>
        </p:txBody>
      </p:sp>
      <p:sp>
        <p:nvSpPr>
          <p:cNvPr id="11" name="Rectangle 4" title="divider">
            <a:extLst>
              <a:ext uri="{FF2B5EF4-FFF2-40B4-BE49-F238E27FC236}">
                <a16:creationId xmlns:a16="http://schemas.microsoft.com/office/drawing/2014/main" id="{582BC38C-8CE2-418C-94CE-3D871CA1A94F}"/>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2" name="Picture 11">
            <a:extLst>
              <a:ext uri="{FF2B5EF4-FFF2-40B4-BE49-F238E27FC236}">
                <a16:creationId xmlns:a16="http://schemas.microsoft.com/office/drawing/2014/main" id="{12B96180-B9DD-47E5-A89D-E20E6300B652}"/>
              </a:ext>
            </a:extLst>
          </p:cNvPr>
          <p:cNvPicPr>
            <a:picLocks noChangeAspect="1"/>
          </p:cNvPicPr>
          <p:nvPr/>
        </p:nvPicPr>
        <p:blipFill>
          <a:blip r:embed="rId3"/>
          <a:stretch>
            <a:fillRect/>
          </a:stretch>
        </p:blipFill>
        <p:spPr>
          <a:xfrm>
            <a:off x="155402" y="115801"/>
            <a:ext cx="530398" cy="530398"/>
          </a:xfrm>
          <a:prstGeom prst="rect">
            <a:avLst/>
          </a:prstGeom>
        </p:spPr>
      </p:pic>
      <p:pic>
        <p:nvPicPr>
          <p:cNvPr id="13" name="Picture 12">
            <a:extLst>
              <a:ext uri="{FF2B5EF4-FFF2-40B4-BE49-F238E27FC236}">
                <a16:creationId xmlns:a16="http://schemas.microsoft.com/office/drawing/2014/main" id="{92F28BBE-E2F2-496B-9936-72B9929552C0}"/>
              </a:ext>
            </a:extLst>
          </p:cNvPr>
          <p:cNvPicPr>
            <a:picLocks noChangeAspect="1"/>
          </p:cNvPicPr>
          <p:nvPr/>
        </p:nvPicPr>
        <p:blipFill>
          <a:blip r:embed="rId4"/>
          <a:stretch>
            <a:fillRect/>
          </a:stretch>
        </p:blipFill>
        <p:spPr>
          <a:xfrm>
            <a:off x="3581400" y="95971"/>
            <a:ext cx="5029636" cy="475529"/>
          </a:xfrm>
          <a:prstGeom prst="rect">
            <a:avLst/>
          </a:prstGeom>
        </p:spPr>
      </p:pic>
    </p:spTree>
    <p:extLst>
      <p:ext uri="{BB962C8B-B14F-4D97-AF65-F5344CB8AC3E}">
        <p14:creationId xmlns:p14="http://schemas.microsoft.com/office/powerpoint/2010/main" val="2430013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47A4F5-0A5D-4216-B205-9F18A940A3F7}"/>
              </a:ext>
            </a:extLst>
          </p:cNvPr>
          <p:cNvPicPr>
            <a:picLocks noChangeAspect="1"/>
          </p:cNvPicPr>
          <p:nvPr/>
        </p:nvPicPr>
        <p:blipFill>
          <a:blip r:embed="rId3"/>
          <a:stretch>
            <a:fillRect/>
          </a:stretch>
        </p:blipFill>
        <p:spPr>
          <a:xfrm>
            <a:off x="228600" y="3710883"/>
            <a:ext cx="8766808" cy="2780017"/>
          </a:xfrm>
          <a:prstGeom prst="rect">
            <a:avLst/>
          </a:prstGeom>
        </p:spPr>
      </p:pic>
      <p:graphicFrame>
        <p:nvGraphicFramePr>
          <p:cNvPr id="3" name="Table 2">
            <a:extLst>
              <a:ext uri="{FF2B5EF4-FFF2-40B4-BE49-F238E27FC236}">
                <a16:creationId xmlns:a16="http://schemas.microsoft.com/office/drawing/2014/main" id="{71351C84-3C46-413B-A2D2-4C78580AE575}"/>
              </a:ext>
            </a:extLst>
          </p:cNvPr>
          <p:cNvGraphicFramePr>
            <a:graphicFrameLocks noGrp="1"/>
          </p:cNvGraphicFramePr>
          <p:nvPr>
            <p:extLst>
              <p:ext uri="{D42A27DB-BD31-4B8C-83A1-F6EECF244321}">
                <p14:modId xmlns:p14="http://schemas.microsoft.com/office/powerpoint/2010/main" val="4044441018"/>
              </p:ext>
            </p:extLst>
          </p:nvPr>
        </p:nvGraphicFramePr>
        <p:xfrm>
          <a:off x="228600" y="882062"/>
          <a:ext cx="8592500" cy="3232738"/>
        </p:xfrm>
        <a:graphic>
          <a:graphicData uri="http://schemas.openxmlformats.org/drawingml/2006/table">
            <a:tbl>
              <a:tblPr>
                <a:tableStyleId>{5C22544A-7EE6-4342-B048-85BDC9FD1C3A}</a:tableStyleId>
              </a:tblPr>
              <a:tblGrid>
                <a:gridCol w="3735870">
                  <a:extLst>
                    <a:ext uri="{9D8B030D-6E8A-4147-A177-3AD203B41FA5}">
                      <a16:colId xmlns:a16="http://schemas.microsoft.com/office/drawing/2014/main" val="912604546"/>
                    </a:ext>
                  </a:extLst>
                </a:gridCol>
                <a:gridCol w="771277">
                  <a:extLst>
                    <a:ext uri="{9D8B030D-6E8A-4147-A177-3AD203B41FA5}">
                      <a16:colId xmlns:a16="http://schemas.microsoft.com/office/drawing/2014/main" val="2708294307"/>
                    </a:ext>
                  </a:extLst>
                </a:gridCol>
                <a:gridCol w="1096658">
                  <a:extLst>
                    <a:ext uri="{9D8B030D-6E8A-4147-A177-3AD203B41FA5}">
                      <a16:colId xmlns:a16="http://schemas.microsoft.com/office/drawing/2014/main" val="702026968"/>
                    </a:ext>
                  </a:extLst>
                </a:gridCol>
                <a:gridCol w="952045">
                  <a:extLst>
                    <a:ext uri="{9D8B030D-6E8A-4147-A177-3AD203B41FA5}">
                      <a16:colId xmlns:a16="http://schemas.microsoft.com/office/drawing/2014/main" val="2843351184"/>
                    </a:ext>
                  </a:extLst>
                </a:gridCol>
                <a:gridCol w="879737">
                  <a:extLst>
                    <a:ext uri="{9D8B030D-6E8A-4147-A177-3AD203B41FA5}">
                      <a16:colId xmlns:a16="http://schemas.microsoft.com/office/drawing/2014/main" val="1756274992"/>
                    </a:ext>
                  </a:extLst>
                </a:gridCol>
                <a:gridCol w="1156913">
                  <a:extLst>
                    <a:ext uri="{9D8B030D-6E8A-4147-A177-3AD203B41FA5}">
                      <a16:colId xmlns:a16="http://schemas.microsoft.com/office/drawing/2014/main" val="973649444"/>
                    </a:ext>
                  </a:extLst>
                </a:gridCol>
              </a:tblGrid>
              <a:tr h="992227">
                <a:tc gridSpan="6">
                  <a:txBody>
                    <a:bodyPr/>
                    <a:lstStyle/>
                    <a:p>
                      <a:pPr algn="ctr" fontAlgn="b"/>
                      <a:r>
                        <a:rPr lang="en-US" sz="2400" u="none" strike="noStrike" dirty="0">
                          <a:effectLst/>
                          <a:latin typeface="Arial Narrow" panose="020B0606020202030204" pitchFamily="34" charset="0"/>
                        </a:rPr>
                        <a:t>Open Source Projects by Federal Government Organization</a:t>
                      </a:r>
                    </a:p>
                    <a:p>
                      <a:pPr algn="ctr" fontAlgn="b"/>
                      <a:r>
                        <a:rPr lang="en-US" sz="2400" u="none" strike="noStrike" dirty="0">
                          <a:effectLst/>
                          <a:latin typeface="Arial Narrow" panose="020B0606020202030204" pitchFamily="34" charset="0"/>
                        </a:rPr>
                        <a:t>Top 5 by number of projects</a:t>
                      </a:r>
                      <a:br>
                        <a:rPr lang="en-US" sz="1400" u="none" strike="noStrike" dirty="0">
                          <a:effectLst/>
                          <a:latin typeface="Arial Narrow" panose="020B0606020202030204" pitchFamily="34" charset="0"/>
                        </a:rPr>
                      </a:br>
                      <a:r>
                        <a:rPr lang="en-US" sz="1400" u="none" strike="noStrike" dirty="0">
                          <a:effectLst/>
                          <a:latin typeface="Arial Narrow" panose="020B0606020202030204" pitchFamily="34" charset="0"/>
                        </a:rPr>
                        <a:t>  for projects started before January 1, 2018</a:t>
                      </a:r>
                      <a:endParaRPr lang="en-US" sz="1400" b="1" i="0" u="none" strike="noStrike" dirty="0">
                        <a:solidFill>
                          <a:srgbClr val="000000"/>
                        </a:solidFill>
                        <a:effectLst/>
                        <a:latin typeface="Arial Narrow" panose="020B0606020202030204" pitchFamily="34" charset="0"/>
                      </a:endParaRPr>
                    </a:p>
                  </a:txBody>
                  <a:tcPr marL="0" marR="0"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5036107"/>
                  </a:ext>
                </a:extLst>
              </a:tr>
              <a:tr h="896205">
                <a:tc>
                  <a:txBody>
                    <a:bodyPr/>
                    <a:lstStyle/>
                    <a:p>
                      <a:pPr algn="ctr" fontAlgn="b"/>
                      <a:r>
                        <a:rPr lang="en-US" sz="1400" u="none" strike="noStrike" dirty="0">
                          <a:effectLst/>
                          <a:latin typeface="Arial Narrow" panose="020B0606020202030204" pitchFamily="34" charset="0"/>
                        </a:rPr>
                        <a:t>Organization Name</a:t>
                      </a:r>
                      <a:endParaRPr lang="en-US" sz="1400" b="1" i="0" u="none" strike="noStrike" dirty="0">
                        <a:solidFill>
                          <a:srgbClr val="000000"/>
                        </a:solidFill>
                        <a:effectLst/>
                        <a:latin typeface="Arial Narrow" panose="020B0606020202030204" pitchFamily="34" charset="0"/>
                      </a:endParaRPr>
                    </a:p>
                  </a:txBody>
                  <a:tcPr marL="0" marR="0" marT="0" marB="0" anchor="b"/>
                </a:tc>
                <a:tc>
                  <a:txBody>
                    <a:bodyPr/>
                    <a:lstStyle/>
                    <a:p>
                      <a:pPr algn="ctr" fontAlgn="b"/>
                      <a:r>
                        <a:rPr lang="en-US" sz="1400" u="none" strike="noStrike" dirty="0">
                          <a:effectLst/>
                          <a:latin typeface="Arial Narrow" panose="020B0606020202030204" pitchFamily="34" charset="0"/>
                        </a:rPr>
                        <a:t>Total Projects on Code.gov</a:t>
                      </a:r>
                      <a:endParaRPr lang="en-US" sz="1400" b="1" i="0" u="none" strike="noStrike" dirty="0">
                        <a:solidFill>
                          <a:srgbClr val="000000"/>
                        </a:solidFill>
                        <a:effectLst/>
                        <a:latin typeface="Arial Narrow" panose="020B0606020202030204" pitchFamily="34" charset="0"/>
                      </a:endParaRPr>
                    </a:p>
                  </a:txBody>
                  <a:tcPr marL="0" marR="0" marT="0" marB="0" anchor="b"/>
                </a:tc>
                <a:tc>
                  <a:txBody>
                    <a:bodyPr/>
                    <a:lstStyle/>
                    <a:p>
                      <a:pPr algn="ctr" fontAlgn="b"/>
                      <a:r>
                        <a:rPr lang="en-US" sz="1400" u="none" strike="noStrike">
                          <a:effectLst/>
                          <a:latin typeface="Arial Narrow" panose="020B0606020202030204" pitchFamily="34" charset="0"/>
                        </a:rPr>
                        <a:t>Number of Projects Linked to Github collection</a:t>
                      </a:r>
                      <a:endParaRPr lang="en-US" sz="1400" b="1" i="0" u="none" strike="noStrike">
                        <a:solidFill>
                          <a:srgbClr val="000000"/>
                        </a:solidFill>
                        <a:effectLst/>
                        <a:latin typeface="Arial Narrow" panose="020B0606020202030204" pitchFamily="34" charset="0"/>
                      </a:endParaRPr>
                    </a:p>
                  </a:txBody>
                  <a:tcPr marL="0" marR="0" marT="0" marB="0" anchor="b"/>
                </a:tc>
                <a:tc>
                  <a:txBody>
                    <a:bodyPr/>
                    <a:lstStyle/>
                    <a:p>
                      <a:pPr algn="ctr" fontAlgn="b"/>
                      <a:r>
                        <a:rPr lang="en-US" sz="1400" u="none" strike="noStrike">
                          <a:effectLst/>
                          <a:latin typeface="Arial Narrow" panose="020B0606020202030204" pitchFamily="34" charset="0"/>
                        </a:rPr>
                        <a:t>Kilo-lines of code (kloc)</a:t>
                      </a:r>
                      <a:endParaRPr lang="en-US" sz="1400" b="1" i="0" u="none" strike="noStrike">
                        <a:solidFill>
                          <a:srgbClr val="000000"/>
                        </a:solidFill>
                        <a:effectLst/>
                        <a:latin typeface="Arial Narrow" panose="020B0606020202030204" pitchFamily="34" charset="0"/>
                      </a:endParaRPr>
                    </a:p>
                  </a:txBody>
                  <a:tcPr marL="0" marR="0" marT="0" marB="0" anchor="b"/>
                </a:tc>
                <a:tc>
                  <a:txBody>
                    <a:bodyPr/>
                    <a:lstStyle/>
                    <a:p>
                      <a:pPr algn="ctr" fontAlgn="b"/>
                      <a:r>
                        <a:rPr lang="en-US" sz="1400" u="none" strike="noStrike">
                          <a:effectLst/>
                          <a:latin typeface="Arial Narrow" panose="020B0606020202030204" pitchFamily="34" charset="0"/>
                        </a:rPr>
                        <a:t>Commits</a:t>
                      </a:r>
                      <a:endParaRPr lang="en-US" sz="1400" b="1" i="0" u="none" strike="noStrike">
                        <a:solidFill>
                          <a:srgbClr val="000000"/>
                        </a:solidFill>
                        <a:effectLst/>
                        <a:latin typeface="Arial Narrow" panose="020B0606020202030204" pitchFamily="34" charset="0"/>
                      </a:endParaRPr>
                    </a:p>
                  </a:txBody>
                  <a:tcPr marL="0" marR="0" marT="0" marB="0" anchor="b"/>
                </a:tc>
                <a:tc>
                  <a:txBody>
                    <a:bodyPr/>
                    <a:lstStyle/>
                    <a:p>
                      <a:pPr algn="ctr" fontAlgn="b"/>
                      <a:r>
                        <a:rPr lang="en-US" sz="1400" u="none" strike="noStrike">
                          <a:effectLst/>
                          <a:latin typeface="Arial Narrow" panose="020B0606020202030204" pitchFamily="34" charset="0"/>
                        </a:rPr>
                        <a:t>Number of contributors </a:t>
                      </a:r>
                      <a:endParaRPr lang="en-US" sz="1400" b="1"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430093757"/>
                  </a:ext>
                </a:extLst>
              </a:tr>
              <a:tr h="224051">
                <a:tc>
                  <a:txBody>
                    <a:bodyPr/>
                    <a:lstStyle/>
                    <a:p>
                      <a:pPr algn="l" fontAlgn="b"/>
                      <a:r>
                        <a:rPr lang="en-US" sz="1400" u="none" strike="noStrike" dirty="0">
                          <a:effectLst/>
                          <a:latin typeface="Arial Narrow" panose="020B0606020202030204" pitchFamily="34" charset="0"/>
                        </a:rPr>
                        <a:t>Total</a:t>
                      </a:r>
                      <a:endParaRPr lang="en-US" sz="1400" b="1"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4,457</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2,688</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2,486,210</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950,625</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8,292</a:t>
                      </a:r>
                      <a:endParaRPr lang="en-US" sz="1400" b="0" i="0" u="none" strike="noStrike" dirty="0">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3532968487"/>
                  </a:ext>
                </a:extLst>
              </a:tr>
              <a:tr h="224051">
                <a:tc>
                  <a:txBody>
                    <a:bodyPr/>
                    <a:lstStyle/>
                    <a:p>
                      <a:pPr algn="l" fontAlgn="b"/>
                      <a:r>
                        <a:rPr lang="en-US" sz="1400" u="none" strike="noStrike" dirty="0">
                          <a:effectLst/>
                          <a:latin typeface="Arial Narrow" panose="020B0606020202030204" pitchFamily="34" charset="0"/>
                        </a:rPr>
                        <a:t>General Services Administration</a:t>
                      </a:r>
                      <a:endParaRPr lang="en-US" sz="1400" b="0" i="0" u="none" strike="noStrike" dirty="0">
                        <a:solidFill>
                          <a:srgbClr val="000000"/>
                        </a:solidFill>
                        <a:effectLst/>
                        <a:latin typeface="Arial Narrow" panose="020B0606020202030204" pitchFamily="34" charset="0"/>
                      </a:endParaRPr>
                    </a:p>
                  </a:txBody>
                  <a:tcPr marL="78487" marR="0" marT="0" marB="0" anchor="b"/>
                </a:tc>
                <a:tc>
                  <a:txBody>
                    <a:bodyPr/>
                    <a:lstStyle/>
                    <a:p>
                      <a:pPr algn="r" fontAlgn="b"/>
                      <a:r>
                        <a:rPr lang="en-US" sz="1400" u="none" strike="noStrike">
                          <a:effectLst/>
                          <a:latin typeface="Arial Narrow" panose="020B0606020202030204" pitchFamily="34" charset="0"/>
                        </a:rPr>
                        <a:t>1,501</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1,368</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266,860</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318,676</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4,631</a:t>
                      </a:r>
                      <a:endParaRPr lang="en-US" sz="1400" b="0"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1490298427"/>
                  </a:ext>
                </a:extLst>
              </a:tr>
              <a:tr h="224051">
                <a:tc>
                  <a:txBody>
                    <a:bodyPr/>
                    <a:lstStyle/>
                    <a:p>
                      <a:pPr algn="l" fontAlgn="b"/>
                      <a:r>
                        <a:rPr lang="en-US" sz="1400" u="none" strike="noStrike" dirty="0">
                          <a:effectLst/>
                          <a:latin typeface="Arial Narrow" panose="020B0606020202030204" pitchFamily="34" charset="0"/>
                        </a:rPr>
                        <a:t>Department of Energy</a:t>
                      </a:r>
                      <a:endParaRPr lang="en-US" sz="1400" b="0" i="0" u="none" strike="noStrike" dirty="0">
                        <a:solidFill>
                          <a:srgbClr val="000000"/>
                        </a:solidFill>
                        <a:effectLst/>
                        <a:latin typeface="Arial Narrow" panose="020B0606020202030204" pitchFamily="34" charset="0"/>
                      </a:endParaRPr>
                    </a:p>
                  </a:txBody>
                  <a:tcPr marL="78487" marR="0" marT="0" marB="0" anchor="b"/>
                </a:tc>
                <a:tc>
                  <a:txBody>
                    <a:bodyPr/>
                    <a:lstStyle/>
                    <a:p>
                      <a:pPr algn="r" fontAlgn="b"/>
                      <a:r>
                        <a:rPr lang="en-US" sz="1400" u="none" strike="noStrike" dirty="0">
                          <a:effectLst/>
                          <a:latin typeface="Arial Narrow" panose="020B0606020202030204" pitchFamily="34" charset="0"/>
                        </a:rPr>
                        <a:t>899</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704</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1,219,835</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485,726</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2,433</a:t>
                      </a:r>
                      <a:endParaRPr lang="en-US" sz="1400" b="0" i="0" u="none" strike="noStrike">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2913478865"/>
                  </a:ext>
                </a:extLst>
              </a:tr>
              <a:tr h="224051">
                <a:tc>
                  <a:txBody>
                    <a:bodyPr/>
                    <a:lstStyle/>
                    <a:p>
                      <a:pPr algn="l" fontAlgn="b"/>
                      <a:r>
                        <a:rPr lang="en-US" sz="1400" u="none" strike="noStrike" dirty="0">
                          <a:effectLst/>
                          <a:latin typeface="Arial Narrow" panose="020B0606020202030204" pitchFamily="34" charset="0"/>
                        </a:rPr>
                        <a:t>Consumer Financial Protection Bureau</a:t>
                      </a:r>
                      <a:endParaRPr lang="en-US" sz="1400" b="0" i="0" u="none" strike="noStrike" dirty="0">
                        <a:solidFill>
                          <a:srgbClr val="000000"/>
                        </a:solidFill>
                        <a:effectLst/>
                        <a:latin typeface="Arial Narrow" panose="020B0606020202030204" pitchFamily="34" charset="0"/>
                      </a:endParaRPr>
                    </a:p>
                  </a:txBody>
                  <a:tcPr marL="78487" marR="0" marT="0" marB="0" anchor="b"/>
                </a:tc>
                <a:tc>
                  <a:txBody>
                    <a:bodyPr/>
                    <a:lstStyle/>
                    <a:p>
                      <a:pPr algn="r" fontAlgn="b"/>
                      <a:r>
                        <a:rPr lang="en-US" sz="1400" u="none" strike="noStrike" dirty="0">
                          <a:effectLst/>
                          <a:latin typeface="Arial Narrow" panose="020B0606020202030204" pitchFamily="34" charset="0"/>
                        </a:rPr>
                        <a:t>261</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243</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753,447</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49,781</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334</a:t>
                      </a:r>
                      <a:endParaRPr lang="en-US" sz="1400" b="0" i="0" u="none" strike="noStrike" dirty="0">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3915820922"/>
                  </a:ext>
                </a:extLst>
              </a:tr>
              <a:tr h="224051">
                <a:tc>
                  <a:txBody>
                    <a:bodyPr/>
                    <a:lstStyle/>
                    <a:p>
                      <a:pPr algn="l" fontAlgn="b"/>
                      <a:r>
                        <a:rPr lang="en-US" sz="1400" u="none" strike="noStrike">
                          <a:effectLst/>
                          <a:latin typeface="Arial Narrow" panose="020B0606020202030204" pitchFamily="34" charset="0"/>
                        </a:rPr>
                        <a:t>National Aeronautics and Space Administration</a:t>
                      </a:r>
                      <a:endParaRPr lang="en-US" sz="1400" b="0" i="0" u="none" strike="noStrike">
                        <a:solidFill>
                          <a:srgbClr val="000000"/>
                        </a:solidFill>
                        <a:effectLst/>
                        <a:latin typeface="Arial Narrow" panose="020B0606020202030204" pitchFamily="34" charset="0"/>
                      </a:endParaRPr>
                    </a:p>
                  </a:txBody>
                  <a:tcPr marL="78487" marR="0" marT="0" marB="0" anchor="b"/>
                </a:tc>
                <a:tc>
                  <a:txBody>
                    <a:bodyPr/>
                    <a:lstStyle/>
                    <a:p>
                      <a:pPr algn="r" fontAlgn="b"/>
                      <a:r>
                        <a:rPr lang="en-US" sz="1400" u="none" strike="noStrike">
                          <a:effectLst/>
                          <a:latin typeface="Arial Narrow" panose="020B0606020202030204" pitchFamily="34" charset="0"/>
                        </a:rPr>
                        <a:t>998</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141</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179,917</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51,936</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358</a:t>
                      </a:r>
                      <a:endParaRPr lang="en-US" sz="1400" b="0" i="0" u="none" strike="noStrike" dirty="0">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980652010"/>
                  </a:ext>
                </a:extLst>
              </a:tr>
              <a:tr h="224051">
                <a:tc>
                  <a:txBody>
                    <a:bodyPr/>
                    <a:lstStyle/>
                    <a:p>
                      <a:pPr algn="l" fontAlgn="b"/>
                      <a:r>
                        <a:rPr lang="en-US" sz="1400" u="none" strike="noStrike">
                          <a:effectLst/>
                          <a:latin typeface="Arial Narrow" panose="020B0606020202030204" pitchFamily="34" charset="0"/>
                        </a:rPr>
                        <a:t>Environmental Protection Agency</a:t>
                      </a:r>
                      <a:endParaRPr lang="en-US" sz="1400" b="0" i="0" u="none" strike="noStrike">
                        <a:solidFill>
                          <a:srgbClr val="000000"/>
                        </a:solidFill>
                        <a:effectLst/>
                        <a:latin typeface="Arial Narrow" panose="020B0606020202030204" pitchFamily="34" charset="0"/>
                      </a:endParaRPr>
                    </a:p>
                  </a:txBody>
                  <a:tcPr marL="78487" marR="0" marT="0" marB="0" anchor="b"/>
                </a:tc>
                <a:tc>
                  <a:txBody>
                    <a:bodyPr/>
                    <a:lstStyle/>
                    <a:p>
                      <a:pPr algn="r" fontAlgn="b"/>
                      <a:r>
                        <a:rPr lang="en-US" sz="1400" u="none" strike="noStrike">
                          <a:effectLst/>
                          <a:latin typeface="Arial Narrow" panose="020B0606020202030204" pitchFamily="34" charset="0"/>
                        </a:rPr>
                        <a:t>156</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a:effectLst/>
                          <a:latin typeface="Arial Narrow" panose="020B0606020202030204" pitchFamily="34" charset="0"/>
                        </a:rPr>
                        <a:t>61</a:t>
                      </a:r>
                      <a:endParaRPr lang="en-US" sz="1400" b="0" i="0" u="none" strike="noStrike">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14,327</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4,711</a:t>
                      </a:r>
                      <a:endParaRPr lang="en-US" sz="1400" b="0" i="0" u="none" strike="noStrike" dirty="0">
                        <a:solidFill>
                          <a:srgbClr val="000000"/>
                        </a:solidFill>
                        <a:effectLst/>
                        <a:latin typeface="Arial Narrow" panose="020B0606020202030204" pitchFamily="34" charset="0"/>
                      </a:endParaRPr>
                    </a:p>
                  </a:txBody>
                  <a:tcPr marL="0" marR="0" marT="0" marB="0" anchor="b"/>
                </a:tc>
                <a:tc>
                  <a:txBody>
                    <a:bodyPr/>
                    <a:lstStyle/>
                    <a:p>
                      <a:pPr algn="r" fontAlgn="b"/>
                      <a:r>
                        <a:rPr lang="en-US" sz="1400" u="none" strike="noStrike" dirty="0">
                          <a:effectLst/>
                          <a:latin typeface="Arial Narrow" panose="020B0606020202030204" pitchFamily="34" charset="0"/>
                        </a:rPr>
                        <a:t>78</a:t>
                      </a:r>
                      <a:endParaRPr lang="en-US" sz="1400" b="0" i="0" u="none" strike="noStrike" dirty="0">
                        <a:solidFill>
                          <a:srgbClr val="000000"/>
                        </a:solidFill>
                        <a:effectLst/>
                        <a:latin typeface="Arial Narrow" panose="020B0606020202030204" pitchFamily="34" charset="0"/>
                      </a:endParaRPr>
                    </a:p>
                  </a:txBody>
                  <a:tcPr marL="0" marR="0" marT="0" marB="0" anchor="b"/>
                </a:tc>
                <a:extLst>
                  <a:ext uri="{0D108BD9-81ED-4DB2-BD59-A6C34878D82A}">
                    <a16:rowId xmlns:a16="http://schemas.microsoft.com/office/drawing/2014/main" val="4182715052"/>
                  </a:ext>
                </a:extLst>
              </a:tr>
            </a:tbl>
          </a:graphicData>
        </a:graphic>
      </p:graphicFrame>
      <p:sp>
        <p:nvSpPr>
          <p:cNvPr id="5" name="TextBox 4">
            <a:extLst>
              <a:ext uri="{FF2B5EF4-FFF2-40B4-BE49-F238E27FC236}">
                <a16:creationId xmlns:a16="http://schemas.microsoft.com/office/drawing/2014/main" id="{03405191-B8C7-4808-87F6-F3F13669237D}"/>
              </a:ext>
            </a:extLst>
          </p:cNvPr>
          <p:cNvSpPr txBox="1"/>
          <p:nvPr/>
        </p:nvSpPr>
        <p:spPr>
          <a:xfrm>
            <a:off x="381000" y="6490900"/>
            <a:ext cx="5638800"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Note: for projects started before January 1, 2018</a:t>
            </a:r>
          </a:p>
        </p:txBody>
      </p:sp>
      <p:sp>
        <p:nvSpPr>
          <p:cNvPr id="6" name="Rectangle 4" title="divider">
            <a:extLst>
              <a:ext uri="{FF2B5EF4-FFF2-40B4-BE49-F238E27FC236}">
                <a16:creationId xmlns:a16="http://schemas.microsoft.com/office/drawing/2014/main" id="{A1251946-8679-40CF-9828-6BA253205D55}"/>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7" name="Picture 10" descr="National Center for Science and Engineering Statistics logo">
            <a:extLst>
              <a:ext uri="{FF2B5EF4-FFF2-40B4-BE49-F238E27FC236}">
                <a16:creationId xmlns:a16="http://schemas.microsoft.com/office/drawing/2014/main" id="{37B1B371-ABBD-45BB-A597-8CE14343B12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descr="nsf2">
            <a:extLst>
              <a:ext uri="{FF2B5EF4-FFF2-40B4-BE49-F238E27FC236}">
                <a16:creationId xmlns:a16="http://schemas.microsoft.com/office/drawing/2014/main" id="{79EEEAE1-F479-4BF6-B75A-E4B6C71E9B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4F807BC-81CB-4A25-8661-BFD7982B9307}"/>
              </a:ext>
            </a:extLst>
          </p:cNvPr>
          <p:cNvSpPr>
            <a:spLocks noGrp="1"/>
          </p:cNvSpPr>
          <p:nvPr>
            <p:ph type="sldNum" sz="quarter" idx="12"/>
          </p:nvPr>
        </p:nvSpPr>
        <p:spPr/>
        <p:txBody>
          <a:bodyPr/>
          <a:lstStyle/>
          <a:p>
            <a:fld id="{1B835D90-6387-4175-8905-3408BA5A358B}" type="slidenum">
              <a:rPr lang="en-US" altLang="en-US" smtClean="0"/>
              <a:pPr/>
              <a:t>7</a:t>
            </a:fld>
            <a:endParaRPr lang="en-US" altLang="en-US"/>
          </a:p>
        </p:txBody>
      </p:sp>
    </p:spTree>
    <p:extLst>
      <p:ext uri="{BB962C8B-B14F-4D97-AF65-F5344CB8AC3E}">
        <p14:creationId xmlns:p14="http://schemas.microsoft.com/office/powerpoint/2010/main" val="1198340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92B8A92-0D3D-49BE-B21B-1A79255BDA50}"/>
              </a:ext>
            </a:extLst>
          </p:cNvPr>
          <p:cNvSpPr>
            <a:spLocks noGrp="1" noChangeArrowheads="1"/>
          </p:cNvSpPr>
          <p:nvPr>
            <p:ph type="title"/>
          </p:nvPr>
        </p:nvSpPr>
        <p:spPr>
          <a:xfrm>
            <a:off x="609600" y="952500"/>
            <a:ext cx="7772400" cy="1143000"/>
          </a:xfrm>
        </p:spPr>
        <p:txBody>
          <a:bodyPr/>
          <a:lstStyle/>
          <a:p>
            <a:pPr eaLnBrk="1" hangingPunct="1"/>
            <a:r>
              <a:rPr lang="en-US" altLang="en-US" sz="3200" dirty="0">
                <a:latin typeface="Arial" panose="020B0604020202020204" pitchFamily="34" charset="0"/>
              </a:rPr>
              <a:t>Cost of OSS Software Package Creation</a:t>
            </a:r>
            <a:br>
              <a:rPr lang="en-US" altLang="en-US" sz="3200" dirty="0">
                <a:latin typeface="Arial" panose="020B0604020202020204" pitchFamily="34" charset="0"/>
              </a:rPr>
            </a:br>
            <a:br>
              <a:rPr lang="en-US" altLang="en-US" sz="3200" dirty="0">
                <a:latin typeface="Arial" panose="020B0604020202020204" pitchFamily="34" charset="0"/>
              </a:rPr>
            </a:br>
            <a:endParaRPr lang="en-US" altLang="en-US" sz="3200" dirty="0">
              <a:latin typeface="Arial" panose="020B0604020202020204" pitchFamily="34" charset="0"/>
            </a:endParaRPr>
          </a:p>
        </p:txBody>
      </p:sp>
      <p:sp>
        <p:nvSpPr>
          <p:cNvPr id="3" name="Slide Number Placeholder 2">
            <a:extLst>
              <a:ext uri="{FF2B5EF4-FFF2-40B4-BE49-F238E27FC236}">
                <a16:creationId xmlns:a16="http://schemas.microsoft.com/office/drawing/2014/main" id="{CB897E8B-F0DA-4AAD-BB03-13F1B16406DD}"/>
              </a:ext>
            </a:extLst>
          </p:cNvPr>
          <p:cNvSpPr>
            <a:spLocks noGrp="1"/>
          </p:cNvSpPr>
          <p:nvPr>
            <p:ph type="sldNum" sz="quarter" idx="12"/>
          </p:nvPr>
        </p:nvSpPr>
        <p:spPr/>
        <p:txBody>
          <a:bodyPr/>
          <a:lstStyle/>
          <a:p>
            <a:fld id="{1B835D90-6387-4175-8905-3408BA5A358B}" type="slidenum">
              <a:rPr lang="en-US" altLang="en-US" smtClean="0"/>
              <a:pPr/>
              <a:t>8</a:t>
            </a:fld>
            <a:endParaRPr lang="en-US" altLang="en-US"/>
          </a:p>
        </p:txBody>
      </p:sp>
      <p:sp>
        <p:nvSpPr>
          <p:cNvPr id="11267" name="Rectangle 4" title="divider">
            <a:extLst>
              <a:ext uri="{FF2B5EF4-FFF2-40B4-BE49-F238E27FC236}">
                <a16:creationId xmlns:a16="http://schemas.microsoft.com/office/drawing/2014/main" id="{B073A3D2-CE6A-45C8-979C-3C0475BF29B0}"/>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1271" name="Picture 10" descr="National Center for Science and Engineering Statistics logo">
            <a:extLst>
              <a:ext uri="{FF2B5EF4-FFF2-40B4-BE49-F238E27FC236}">
                <a16:creationId xmlns:a16="http://schemas.microsoft.com/office/drawing/2014/main" id="{9F518016-3345-42FF-8112-28C5E15D93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10" descr="nsf2">
            <a:extLst>
              <a:ext uri="{FF2B5EF4-FFF2-40B4-BE49-F238E27FC236}">
                <a16:creationId xmlns:a16="http://schemas.microsoft.com/office/drawing/2014/main" id="{517165A0-5900-4AF3-A173-D94C920ACC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2">
            <a:extLst>
              <a:ext uri="{FF2B5EF4-FFF2-40B4-BE49-F238E27FC236}">
                <a16:creationId xmlns:a16="http://schemas.microsoft.com/office/drawing/2014/main" id="{F65C3DCE-643D-415A-ACF4-9AF42E1F1092}"/>
              </a:ext>
            </a:extLst>
          </p:cNvPr>
          <p:cNvSpPr txBox="1">
            <a:spLocks/>
          </p:cNvSpPr>
          <p:nvPr/>
        </p:nvSpPr>
        <p:spPr>
          <a:xfrm>
            <a:off x="228600" y="1524000"/>
            <a:ext cx="10972800" cy="4766755"/>
          </a:xfrm>
          <a:prstGeom prst="rect">
            <a:avLst/>
          </a:prstGeom>
        </p:spPr>
        <p:txBody>
          <a:bodyPr>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914400" lvl="1" indent="-457200">
              <a:buFont typeface="+mj-lt"/>
              <a:buAutoNum type="arabicParenR"/>
            </a:pPr>
            <a:r>
              <a:rPr lang="en-US" sz="2000" kern="0" dirty="0">
                <a:latin typeface="Arial" panose="020B0604020202020204" pitchFamily="34" charset="0"/>
                <a:cs typeface="Arial" panose="020B0604020202020204" pitchFamily="34" charset="0"/>
              </a:rPr>
              <a:t>Kilo-lines represent effort</a:t>
            </a:r>
          </a:p>
          <a:p>
            <a:pPr lvl="2">
              <a:buFont typeface="Arial" panose="020B0604020202020204" pitchFamily="34" charset="0"/>
              <a:buChar char="•"/>
            </a:pPr>
            <a:r>
              <a:rPr lang="en-US" sz="1600" kern="0" dirty="0">
                <a:latin typeface="Arial" panose="020B0604020202020204" pitchFamily="34" charset="0"/>
                <a:cs typeface="Arial" panose="020B0604020202020204" pitchFamily="34" charset="0"/>
              </a:rPr>
              <a:t>Effort is a nonlinear function of complexity and lines of code</a:t>
            </a:r>
          </a:p>
          <a:p>
            <a:pPr lvl="2">
              <a:buFont typeface="Arial" panose="020B0604020202020204" pitchFamily="34" charset="0"/>
              <a:buChar char="•"/>
            </a:pPr>
            <a:r>
              <a:rPr lang="en-US" sz="1600" kern="0" dirty="0">
                <a:latin typeface="Arial" panose="020B0604020202020204" pitchFamily="34" charset="0"/>
                <a:cs typeface="Arial" panose="020B0604020202020204" pitchFamily="34" charset="0"/>
              </a:rPr>
              <a:t>historical software project factors</a:t>
            </a:r>
          </a:p>
          <a:p>
            <a:pPr lvl="2">
              <a:buFont typeface="Arial" panose="020B0604020202020204" pitchFamily="34" charset="0"/>
              <a:buChar char="•"/>
            </a:pPr>
            <a:endParaRPr lang="en-US" sz="1600" kern="0" dirty="0">
              <a:latin typeface="Arial" panose="020B0604020202020204" pitchFamily="34" charset="0"/>
              <a:cs typeface="Arial" panose="020B0604020202020204" pitchFamily="34" charset="0"/>
            </a:endParaRPr>
          </a:p>
          <a:p>
            <a:pPr lvl="2">
              <a:buFont typeface="Arial" panose="020B0604020202020204" pitchFamily="34" charset="0"/>
              <a:buChar char="•"/>
            </a:pPr>
            <a:endParaRPr lang="en-US" sz="1600" kern="0" dirty="0">
              <a:latin typeface="Arial" panose="020B0604020202020204" pitchFamily="34" charset="0"/>
              <a:cs typeface="Arial" panose="020B0604020202020204" pitchFamily="34" charset="0"/>
            </a:endParaRPr>
          </a:p>
          <a:p>
            <a:pPr lvl="2">
              <a:buFont typeface="Arial" panose="020B0604020202020204" pitchFamily="34" charset="0"/>
              <a:buChar char="•"/>
            </a:pPr>
            <a:endParaRPr lang="en-US" sz="1600" kern="0" dirty="0">
              <a:latin typeface="Arial" panose="020B0604020202020204" pitchFamily="34" charset="0"/>
              <a:cs typeface="Arial" panose="020B0604020202020204" pitchFamily="34" charset="0"/>
            </a:endParaRPr>
          </a:p>
          <a:p>
            <a:pPr marL="914400" lvl="1" indent="-457200">
              <a:buFont typeface="+mj-lt"/>
              <a:buAutoNum type="arabicParenR"/>
            </a:pPr>
            <a:endParaRPr lang="en-US" sz="2000" kern="0" dirty="0">
              <a:latin typeface="Arial" panose="020B0604020202020204" pitchFamily="34" charset="0"/>
              <a:cs typeface="Arial" panose="020B0604020202020204" pitchFamily="34" charset="0"/>
            </a:endParaRPr>
          </a:p>
          <a:p>
            <a:pPr marL="914400" lvl="1" indent="-457200">
              <a:buFont typeface="+mj-lt"/>
              <a:buAutoNum type="arabicParenR"/>
            </a:pPr>
            <a:r>
              <a:rPr lang="en-US" sz="2000" kern="0" dirty="0">
                <a:latin typeface="Arial" panose="020B0604020202020204" pitchFamily="34" charset="0"/>
                <a:cs typeface="Arial" panose="020B0604020202020204" pitchFamily="34" charset="0"/>
              </a:rPr>
              <a:t>Estimate resource cost with wage equivalent for 2017</a:t>
            </a:r>
          </a:p>
          <a:p>
            <a:pPr lvl="2">
              <a:buFont typeface="Arial" panose="020B0604020202020204" pitchFamily="34" charset="0"/>
              <a:buChar char="•"/>
            </a:pPr>
            <a:r>
              <a:rPr lang="en-US" sz="1600" kern="0" dirty="0">
                <a:latin typeface="Arial" panose="020B0604020202020204" pitchFamily="34" charset="0"/>
                <a:cs typeface="Arial" panose="020B0604020202020204" pitchFamily="34" charset="0"/>
              </a:rPr>
              <a:t>Computer programmers, software developers</a:t>
            </a:r>
          </a:p>
          <a:p>
            <a:pPr lvl="2">
              <a:buFont typeface="Arial" panose="020B0604020202020204" pitchFamily="34" charset="0"/>
              <a:buChar char="•"/>
            </a:pPr>
            <a:r>
              <a:rPr lang="en-US" sz="1600" kern="0" dirty="0">
                <a:latin typeface="Arial" panose="020B0604020202020204" pitchFamily="34" charset="0"/>
                <a:cs typeface="Arial" panose="020B0604020202020204" pitchFamily="34" charset="0"/>
              </a:rPr>
              <a:t>Occupation Employment Survey, Bureau of Labor Statistics</a:t>
            </a:r>
          </a:p>
          <a:p>
            <a:pPr marL="914400" lvl="1" indent="-457200">
              <a:buFont typeface="+mj-lt"/>
              <a:buAutoNum type="arabicParenR"/>
            </a:pPr>
            <a:r>
              <a:rPr lang="en-US" sz="2000" kern="0" dirty="0">
                <a:latin typeface="Arial" panose="020B0604020202020204" pitchFamily="34" charset="0"/>
                <a:cs typeface="Arial" panose="020B0604020202020204" pitchFamily="34" charset="0"/>
              </a:rPr>
              <a:t>Estimate non-wage costs adapting OECD and BEA methods</a:t>
            </a:r>
            <a:endParaRPr lang="en-US" sz="2400" kern="0" dirty="0">
              <a:latin typeface="Arial" panose="020B0604020202020204" pitchFamily="34" charset="0"/>
              <a:cs typeface="Arial" panose="020B0604020202020204" pitchFamily="34" charset="0"/>
            </a:endParaRPr>
          </a:p>
          <a:p>
            <a:pPr marL="1257300" lvl="2" indent="-342900">
              <a:buFont typeface="+mj-lt"/>
              <a:buAutoNum type="arabicParenR"/>
            </a:pPr>
            <a:endParaRPr lang="en-US" sz="1600" kern="0" dirty="0">
              <a:latin typeface="Arial" panose="020B0604020202020204" pitchFamily="34" charset="0"/>
              <a:cs typeface="Arial" panose="020B0604020202020204" pitchFamily="34" charset="0"/>
            </a:endParaRPr>
          </a:p>
          <a:p>
            <a:pPr lvl="2"/>
            <a:endParaRPr lang="en-US" sz="1600" kern="0"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10406CBA-1BE8-46FD-BFC2-ED885DBEED9D}"/>
              </a:ext>
            </a:extLst>
          </p:cNvPr>
          <p:cNvPicPr>
            <a:picLocks noChangeAspect="1"/>
          </p:cNvPicPr>
          <p:nvPr/>
        </p:nvPicPr>
        <p:blipFill>
          <a:blip r:embed="rId5"/>
          <a:stretch>
            <a:fillRect/>
          </a:stretch>
        </p:blipFill>
        <p:spPr>
          <a:xfrm>
            <a:off x="0" y="2133600"/>
            <a:ext cx="7979115" cy="1530403"/>
          </a:xfrm>
          <a:prstGeom prst="rect">
            <a:avLst/>
          </a:prstGeom>
        </p:spPr>
      </p:pic>
    </p:spTree>
    <p:extLst>
      <p:ext uri="{BB962C8B-B14F-4D97-AF65-F5344CB8AC3E}">
        <p14:creationId xmlns:p14="http://schemas.microsoft.com/office/powerpoint/2010/main" val="1127331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B897E8B-F0DA-4AAD-BB03-13F1B16406DD}"/>
              </a:ext>
            </a:extLst>
          </p:cNvPr>
          <p:cNvSpPr>
            <a:spLocks noGrp="1"/>
          </p:cNvSpPr>
          <p:nvPr>
            <p:ph type="sldNum" sz="quarter" idx="12"/>
          </p:nvPr>
        </p:nvSpPr>
        <p:spPr/>
        <p:txBody>
          <a:bodyPr/>
          <a:lstStyle/>
          <a:p>
            <a:fld id="{1B835D90-6387-4175-8905-3408BA5A358B}" type="slidenum">
              <a:rPr lang="en-US" altLang="en-US" smtClean="0"/>
              <a:pPr/>
              <a:t>9</a:t>
            </a:fld>
            <a:endParaRPr lang="en-US" altLang="en-US"/>
          </a:p>
        </p:txBody>
      </p:sp>
      <p:sp>
        <p:nvSpPr>
          <p:cNvPr id="11267" name="Rectangle 4" title="divider">
            <a:extLst>
              <a:ext uri="{FF2B5EF4-FFF2-40B4-BE49-F238E27FC236}">
                <a16:creationId xmlns:a16="http://schemas.microsoft.com/office/drawing/2014/main" id="{B073A3D2-CE6A-45C8-979C-3C0475BF29B0}"/>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1271" name="Picture 10" descr="National Center for Science and Engineering Statistics logo">
            <a:extLst>
              <a:ext uri="{FF2B5EF4-FFF2-40B4-BE49-F238E27FC236}">
                <a16:creationId xmlns:a16="http://schemas.microsoft.com/office/drawing/2014/main" id="{9F518016-3345-42FF-8112-28C5E15D93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10" descr="nsf2">
            <a:extLst>
              <a:ext uri="{FF2B5EF4-FFF2-40B4-BE49-F238E27FC236}">
                <a16:creationId xmlns:a16="http://schemas.microsoft.com/office/drawing/2014/main" id="{517165A0-5900-4AF3-A173-D94C920ACC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a:extLst>
              <a:ext uri="{FF2B5EF4-FFF2-40B4-BE49-F238E27FC236}">
                <a16:creationId xmlns:a16="http://schemas.microsoft.com/office/drawing/2014/main" id="{DDA7891B-3584-4D74-9DA3-5C90AD2B6964}"/>
              </a:ext>
            </a:extLst>
          </p:cNvPr>
          <p:cNvGraphicFramePr>
            <a:graphicFrameLocks noGrp="1"/>
          </p:cNvGraphicFramePr>
          <p:nvPr>
            <p:extLst>
              <p:ext uri="{D42A27DB-BD31-4B8C-83A1-F6EECF244321}">
                <p14:modId xmlns:p14="http://schemas.microsoft.com/office/powerpoint/2010/main" val="335245416"/>
              </p:ext>
            </p:extLst>
          </p:nvPr>
        </p:nvGraphicFramePr>
        <p:xfrm>
          <a:off x="1066800" y="2286000"/>
          <a:ext cx="5867399" cy="2895185"/>
        </p:xfrm>
        <a:graphic>
          <a:graphicData uri="http://schemas.openxmlformats.org/drawingml/2006/table">
            <a:tbl>
              <a:tblPr firstRow="1" firstCol="1" bandRow="1">
                <a:tableStyleId>{5C22544A-7EE6-4342-B048-85BDC9FD1C3A}</a:tableStyleId>
              </a:tblPr>
              <a:tblGrid>
                <a:gridCol w="1903686">
                  <a:extLst>
                    <a:ext uri="{9D8B030D-6E8A-4147-A177-3AD203B41FA5}">
                      <a16:colId xmlns:a16="http://schemas.microsoft.com/office/drawing/2014/main" val="461758476"/>
                    </a:ext>
                  </a:extLst>
                </a:gridCol>
                <a:gridCol w="1449114">
                  <a:extLst>
                    <a:ext uri="{9D8B030D-6E8A-4147-A177-3AD203B41FA5}">
                      <a16:colId xmlns:a16="http://schemas.microsoft.com/office/drawing/2014/main" val="3532473195"/>
                    </a:ext>
                  </a:extLst>
                </a:gridCol>
                <a:gridCol w="2514599">
                  <a:extLst>
                    <a:ext uri="{9D8B030D-6E8A-4147-A177-3AD203B41FA5}">
                      <a16:colId xmlns:a16="http://schemas.microsoft.com/office/drawing/2014/main" val="837686072"/>
                    </a:ext>
                  </a:extLst>
                </a:gridCol>
              </a:tblGrid>
              <a:tr h="711568">
                <a:tc>
                  <a:txBody>
                    <a:bodyPr/>
                    <a:lstStyle/>
                    <a:p>
                      <a:pPr marL="0" marR="0" algn="ctr">
                        <a:lnSpc>
                          <a:spcPct val="107000"/>
                        </a:lnSpc>
                        <a:spcBef>
                          <a:spcPts val="0"/>
                        </a:spcBef>
                        <a:spcAft>
                          <a:spcPts val="0"/>
                        </a:spcAft>
                      </a:pPr>
                      <a:r>
                        <a:rPr lang="en-US" sz="1800" dirty="0">
                          <a:effectLst/>
                        </a:rPr>
                        <a:t>Name</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a:effectLst/>
                        </a:rPr>
                        <a:t>Klines</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effectLst/>
                        </a:rPr>
                        <a:t>Estimated Cost in Thousands of 2017$</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86350805"/>
                  </a:ext>
                </a:extLst>
              </a:tr>
              <a:tr h="635367">
                <a:tc>
                  <a:txBody>
                    <a:bodyPr/>
                    <a:lstStyle/>
                    <a:p>
                      <a:pPr marL="0" marR="0">
                        <a:lnSpc>
                          <a:spcPct val="107000"/>
                        </a:lnSpc>
                        <a:spcBef>
                          <a:spcPts val="0"/>
                        </a:spcBef>
                        <a:spcAft>
                          <a:spcPts val="0"/>
                        </a:spcAft>
                      </a:pPr>
                      <a:r>
                        <a:rPr lang="en-US" sz="1800" dirty="0">
                          <a:effectLst/>
                        </a:rPr>
                        <a:t>All packages</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effectLst/>
                        </a:rPr>
                        <a:t>100,216.787</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effectLst/>
                        </a:rPr>
                        <a:t>1,579,689</a:t>
                      </a:r>
                      <a:endParaRPr lang="en-US" sz="18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2996708216"/>
                  </a:ext>
                </a:extLst>
              </a:tr>
              <a:tr h="309650">
                <a:tc>
                  <a:txBody>
                    <a:bodyPr/>
                    <a:lstStyle/>
                    <a:p>
                      <a:pPr marL="0" marR="0">
                        <a:lnSpc>
                          <a:spcPct val="107000"/>
                        </a:lnSpc>
                        <a:spcBef>
                          <a:spcPts val="0"/>
                        </a:spcBef>
                        <a:spcAft>
                          <a:spcPts val="0"/>
                        </a:spcAft>
                      </a:pPr>
                      <a:r>
                        <a:rPr lang="en-US" sz="1800" dirty="0" err="1">
                          <a:effectLst/>
                        </a:rPr>
                        <a:t>mapdata</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effectLst/>
                        </a:rPr>
                        <a:t>2,257.20</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effectLst/>
                        </a:rPr>
                        <a:t>1,516 </a:t>
                      </a:r>
                      <a:endParaRPr lang="en-US" sz="18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20535709"/>
                  </a:ext>
                </a:extLst>
              </a:tr>
              <a:tr h="309650">
                <a:tc>
                  <a:txBody>
                    <a:bodyPr/>
                    <a:lstStyle/>
                    <a:p>
                      <a:pPr marL="0" marR="0">
                        <a:lnSpc>
                          <a:spcPct val="107000"/>
                        </a:lnSpc>
                        <a:spcBef>
                          <a:spcPts val="0"/>
                        </a:spcBef>
                        <a:spcAft>
                          <a:spcPts val="0"/>
                        </a:spcAft>
                      </a:pPr>
                      <a:r>
                        <a:rPr lang="en-US" sz="1800">
                          <a:effectLst/>
                        </a:rPr>
                        <a:t>hunspell</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effectLst/>
                        </a:rPr>
                        <a:t>756.9</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effectLst/>
                        </a:rPr>
                        <a:t>980 </a:t>
                      </a:r>
                      <a:endParaRPr lang="en-US" sz="18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700895017"/>
                  </a:ext>
                </a:extLst>
              </a:tr>
              <a:tr h="309650">
                <a:tc>
                  <a:txBody>
                    <a:bodyPr/>
                    <a:lstStyle/>
                    <a:p>
                      <a:pPr marL="0" marR="0">
                        <a:lnSpc>
                          <a:spcPct val="107000"/>
                        </a:lnSpc>
                        <a:spcBef>
                          <a:spcPts val="0"/>
                        </a:spcBef>
                        <a:spcAft>
                          <a:spcPts val="0"/>
                        </a:spcAft>
                      </a:pPr>
                      <a:r>
                        <a:rPr lang="en-US" sz="1800">
                          <a:effectLst/>
                        </a:rPr>
                        <a:t>edgarWebR</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effectLst/>
                        </a:rPr>
                        <a:t>456.8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effectLst/>
                        </a:rPr>
                        <a:t>801 </a:t>
                      </a:r>
                      <a:endParaRPr lang="en-US" sz="18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490967133"/>
                  </a:ext>
                </a:extLst>
              </a:tr>
              <a:tr h="309650">
                <a:tc>
                  <a:txBody>
                    <a:bodyPr/>
                    <a:lstStyle/>
                    <a:p>
                      <a:pPr marL="0" marR="0">
                        <a:lnSpc>
                          <a:spcPct val="107000"/>
                        </a:lnSpc>
                        <a:spcBef>
                          <a:spcPts val="0"/>
                        </a:spcBef>
                        <a:spcAft>
                          <a:spcPts val="0"/>
                        </a:spcAft>
                      </a:pPr>
                      <a:r>
                        <a:rPr lang="en-US" sz="1800">
                          <a:effectLst/>
                        </a:rPr>
                        <a:t>TCGA2STAT</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effectLst/>
                        </a:rPr>
                        <a:t>376.9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effectLst/>
                        </a:rPr>
                        <a:t>742 </a:t>
                      </a:r>
                      <a:endParaRPr lang="en-US" sz="18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108176547"/>
                  </a:ext>
                </a:extLst>
              </a:tr>
              <a:tr h="309650">
                <a:tc>
                  <a:txBody>
                    <a:bodyPr/>
                    <a:lstStyle/>
                    <a:p>
                      <a:pPr marL="0" marR="0">
                        <a:lnSpc>
                          <a:spcPct val="107000"/>
                        </a:lnSpc>
                        <a:spcBef>
                          <a:spcPts val="0"/>
                        </a:spcBef>
                        <a:spcAft>
                          <a:spcPts val="0"/>
                        </a:spcAft>
                      </a:pPr>
                      <a:r>
                        <a:rPr lang="en-US" sz="1800">
                          <a:effectLst/>
                        </a:rPr>
                        <a:t>igraph</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effectLst/>
                        </a:rPr>
                        <a:t>364</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effectLst/>
                        </a:rPr>
                        <a:t>732 </a:t>
                      </a:r>
                      <a:endParaRPr lang="en-US" sz="18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643521161"/>
                  </a:ext>
                </a:extLst>
              </a:tr>
            </a:tbl>
          </a:graphicData>
        </a:graphic>
      </p:graphicFrame>
      <p:sp>
        <p:nvSpPr>
          <p:cNvPr id="11" name="Title 5">
            <a:extLst>
              <a:ext uri="{FF2B5EF4-FFF2-40B4-BE49-F238E27FC236}">
                <a16:creationId xmlns:a16="http://schemas.microsoft.com/office/drawing/2014/main" id="{E03F262F-968E-4308-BFB0-E26025A9AE4A}"/>
              </a:ext>
            </a:extLst>
          </p:cNvPr>
          <p:cNvSpPr>
            <a:spLocks noGrp="1"/>
          </p:cNvSpPr>
          <p:nvPr>
            <p:ph type="title"/>
          </p:nvPr>
        </p:nvSpPr>
        <p:spPr>
          <a:xfrm>
            <a:off x="457200" y="838200"/>
            <a:ext cx="8229600" cy="1143000"/>
          </a:xfrm>
        </p:spPr>
        <p:txBody>
          <a:bodyPr/>
          <a:lstStyle/>
          <a:p>
            <a:r>
              <a:rPr lang="en-US" dirty="0"/>
              <a:t>KLOC and Resource Cost Based on Projects in CRAN</a:t>
            </a:r>
          </a:p>
        </p:txBody>
      </p:sp>
    </p:spTree>
    <p:extLst>
      <p:ext uri="{BB962C8B-B14F-4D97-AF65-F5344CB8AC3E}">
        <p14:creationId xmlns:p14="http://schemas.microsoft.com/office/powerpoint/2010/main" val="3788888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658F283C-9F4F-454F-BD9D-1C89BDECAF10}"/>
              </a:ext>
            </a:extLst>
          </p:cNvPr>
          <p:cNvGraphicFramePr>
            <a:graphicFrameLocks noGrp="1"/>
          </p:cNvGraphicFramePr>
          <p:nvPr>
            <p:ph sz="half" idx="2"/>
            <p:extLst>
              <p:ext uri="{D42A27DB-BD31-4B8C-83A1-F6EECF244321}">
                <p14:modId xmlns:p14="http://schemas.microsoft.com/office/powerpoint/2010/main" val="568694334"/>
              </p:ext>
            </p:extLst>
          </p:nvPr>
        </p:nvGraphicFramePr>
        <p:xfrm>
          <a:off x="143793" y="2387440"/>
          <a:ext cx="4343400" cy="3787646"/>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3715455566"/>
                    </a:ext>
                  </a:extLst>
                </a:gridCol>
                <a:gridCol w="1420283">
                  <a:extLst>
                    <a:ext uri="{9D8B030D-6E8A-4147-A177-3AD203B41FA5}">
                      <a16:colId xmlns:a16="http://schemas.microsoft.com/office/drawing/2014/main" val="2500316030"/>
                    </a:ext>
                  </a:extLst>
                </a:gridCol>
                <a:gridCol w="1475317">
                  <a:extLst>
                    <a:ext uri="{9D8B030D-6E8A-4147-A177-3AD203B41FA5}">
                      <a16:colId xmlns:a16="http://schemas.microsoft.com/office/drawing/2014/main" val="4094342354"/>
                    </a:ext>
                  </a:extLst>
                </a:gridCol>
              </a:tblGrid>
              <a:tr h="1245878">
                <a:tc>
                  <a:txBody>
                    <a:bodyPr/>
                    <a:lstStyle/>
                    <a:p>
                      <a:pPr marL="0" marR="0" algn="ct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Package Name</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KLOC</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Estimated Cost in Thousands of 2017$</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19613743"/>
                  </a:ext>
                </a:extLst>
              </a:tr>
              <a:tr h="423628">
                <a:tc>
                  <a:txBody>
                    <a:bodyPr/>
                    <a:lstStyle/>
                    <a:p>
                      <a:pPr marL="0" marR="0">
                        <a:lnSpc>
                          <a:spcPct val="107000"/>
                        </a:lnSpc>
                        <a:spcBef>
                          <a:spcPts val="0"/>
                        </a:spcBef>
                        <a:spcAft>
                          <a:spcPts val="0"/>
                        </a:spcAft>
                      </a:pPr>
                      <a:r>
                        <a:rPr lang="en-US" sz="1800" b="0" dirty="0">
                          <a:solidFill>
                            <a:srgbClr val="000000"/>
                          </a:solidFill>
                          <a:effectLst/>
                          <a:latin typeface="Arial" panose="020B0604020202020204" pitchFamily="34" charset="0"/>
                          <a:ea typeface="Times New Roman" panose="02020603050405020304" pitchFamily="18" charset="0"/>
                        </a:rPr>
                        <a:t>All packages</a:t>
                      </a:r>
                      <a:endParaRPr lang="en-US" sz="1800" b="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282,167.871</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883,209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92873741"/>
                  </a:ext>
                </a:extLst>
              </a:tr>
              <a:tr h="423628">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archivist</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28488.639</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4,169</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23783958"/>
                  </a:ext>
                </a:extLst>
              </a:tr>
              <a:tr h="423628">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CollessLike</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15844.721</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3,299</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917490403"/>
                  </a:ext>
                </a:extLst>
              </a:tr>
              <a:tr h="423628">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readtext</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13888.309</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3,130</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3027618"/>
                  </a:ext>
                </a:extLst>
              </a:tr>
              <a:tr h="423628">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ptwikiwords</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11452.965</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2,898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365036125"/>
                  </a:ext>
                </a:extLst>
              </a:tr>
              <a:tr h="423628">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nasapower</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10613.638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2,812</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56838370"/>
                  </a:ext>
                </a:extLst>
              </a:tr>
            </a:tbl>
          </a:graphicData>
        </a:graphic>
      </p:graphicFrame>
      <p:sp>
        <p:nvSpPr>
          <p:cNvPr id="4" name="Slide Number Placeholder 3">
            <a:extLst>
              <a:ext uri="{FF2B5EF4-FFF2-40B4-BE49-F238E27FC236}">
                <a16:creationId xmlns:a16="http://schemas.microsoft.com/office/drawing/2014/main" id="{16317E61-67C7-482D-9B2B-B5B509DF4608}"/>
              </a:ext>
            </a:extLst>
          </p:cNvPr>
          <p:cNvSpPr>
            <a:spLocks noGrp="1"/>
          </p:cNvSpPr>
          <p:nvPr>
            <p:ph type="sldNum" sz="quarter" idx="12"/>
          </p:nvPr>
        </p:nvSpPr>
        <p:spPr/>
        <p:txBody>
          <a:bodyPr/>
          <a:lstStyle/>
          <a:p>
            <a:fld id="{1B835D90-6387-4175-8905-3408BA5A358B}" type="slidenum">
              <a:rPr lang="en-US" altLang="en-US" smtClean="0"/>
              <a:pPr/>
              <a:t>10</a:t>
            </a:fld>
            <a:endParaRPr lang="en-US" altLang="en-US"/>
          </a:p>
        </p:txBody>
      </p:sp>
      <p:sp>
        <p:nvSpPr>
          <p:cNvPr id="29" name="Rectangle 4" title="divider">
            <a:extLst>
              <a:ext uri="{FF2B5EF4-FFF2-40B4-BE49-F238E27FC236}">
                <a16:creationId xmlns:a16="http://schemas.microsoft.com/office/drawing/2014/main" id="{6226980A-0CC8-4C14-9ADD-EA5B8F5DD5E1}"/>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 name="Picture 10" descr="National Center for Science and Engineering Statistics logo">
            <a:extLst>
              <a:ext uri="{FF2B5EF4-FFF2-40B4-BE49-F238E27FC236}">
                <a16:creationId xmlns:a16="http://schemas.microsoft.com/office/drawing/2014/main" id="{FA8E3581-808B-4294-BC16-A2C48C908E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0" descr="nsf2">
            <a:extLst>
              <a:ext uri="{FF2B5EF4-FFF2-40B4-BE49-F238E27FC236}">
                <a16:creationId xmlns:a16="http://schemas.microsoft.com/office/drawing/2014/main" id="{2A19CEF0-9E14-4023-B3C9-EC85C1607A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TextBox 60">
            <a:extLst>
              <a:ext uri="{FF2B5EF4-FFF2-40B4-BE49-F238E27FC236}">
                <a16:creationId xmlns:a16="http://schemas.microsoft.com/office/drawing/2014/main" id="{E6083E6C-B878-4C21-8F73-FB4BA1C32D52}"/>
              </a:ext>
            </a:extLst>
          </p:cNvPr>
          <p:cNvSpPr txBox="1"/>
          <p:nvPr/>
        </p:nvSpPr>
        <p:spPr>
          <a:xfrm>
            <a:off x="7033450" y="4942251"/>
            <a:ext cx="961912" cy="461665"/>
          </a:xfrm>
          <a:prstGeom prst="rect">
            <a:avLst/>
          </a:prstGeom>
          <a:noFill/>
        </p:spPr>
        <p:txBody>
          <a:bodyPr wrap="square" rtlCol="0">
            <a:spAutoFit/>
          </a:bodyPr>
          <a:lstStyle/>
          <a:p>
            <a:r>
              <a:rPr lang="en-US" dirty="0">
                <a:solidFill>
                  <a:schemeClr val="accent3"/>
                </a:solidFill>
                <a:latin typeface="Arial" panose="020B0604020202020204" pitchFamily="34" charset="0"/>
                <a:ea typeface="Tahoma" panose="020B0604030504040204" pitchFamily="34" charset="0"/>
                <a:cs typeface="Arial" panose="020B0604020202020204" pitchFamily="34" charset="0"/>
              </a:rPr>
              <a:t>out</a:t>
            </a:r>
          </a:p>
        </p:txBody>
      </p:sp>
      <p:sp>
        <p:nvSpPr>
          <p:cNvPr id="6" name="Title 5">
            <a:extLst>
              <a:ext uri="{FF2B5EF4-FFF2-40B4-BE49-F238E27FC236}">
                <a16:creationId xmlns:a16="http://schemas.microsoft.com/office/drawing/2014/main" id="{1A1B6B80-3F23-4F7F-BB77-606E8A080EE1}"/>
              </a:ext>
            </a:extLst>
          </p:cNvPr>
          <p:cNvSpPr>
            <a:spLocks noGrp="1"/>
          </p:cNvSpPr>
          <p:nvPr>
            <p:ph type="title"/>
          </p:nvPr>
        </p:nvSpPr>
        <p:spPr>
          <a:xfrm>
            <a:off x="342900" y="762000"/>
            <a:ext cx="8229600" cy="1143000"/>
          </a:xfrm>
        </p:spPr>
        <p:txBody>
          <a:bodyPr/>
          <a:lstStyle/>
          <a:p>
            <a:r>
              <a:rPr lang="en-US" dirty="0"/>
              <a:t>KLOC and Resource Cost Based on GitHub KLOC</a:t>
            </a:r>
          </a:p>
        </p:txBody>
      </p:sp>
      <p:graphicFrame>
        <p:nvGraphicFramePr>
          <p:cNvPr id="12" name="Content Placeholder 1">
            <a:extLst>
              <a:ext uri="{FF2B5EF4-FFF2-40B4-BE49-F238E27FC236}">
                <a16:creationId xmlns:a16="http://schemas.microsoft.com/office/drawing/2014/main" id="{B0AE18DA-939F-4A46-BE8F-2E9AF3828105}"/>
              </a:ext>
            </a:extLst>
          </p:cNvPr>
          <p:cNvGraphicFramePr>
            <a:graphicFrameLocks/>
          </p:cNvGraphicFramePr>
          <p:nvPr>
            <p:extLst>
              <p:ext uri="{D42A27DB-BD31-4B8C-83A1-F6EECF244321}">
                <p14:modId xmlns:p14="http://schemas.microsoft.com/office/powerpoint/2010/main" val="2262314195"/>
              </p:ext>
            </p:extLst>
          </p:nvPr>
        </p:nvGraphicFramePr>
        <p:xfrm>
          <a:off x="4656809" y="2374580"/>
          <a:ext cx="4306095" cy="3843688"/>
        </p:xfrm>
        <a:graphic>
          <a:graphicData uri="http://schemas.openxmlformats.org/drawingml/2006/table">
            <a:tbl>
              <a:tblPr firstRow="1" bandRow="1">
                <a:tableStyleId>{5C22544A-7EE6-4342-B048-85BDC9FD1C3A}</a:tableStyleId>
              </a:tblPr>
              <a:tblGrid>
                <a:gridCol w="1435365">
                  <a:extLst>
                    <a:ext uri="{9D8B030D-6E8A-4147-A177-3AD203B41FA5}">
                      <a16:colId xmlns:a16="http://schemas.microsoft.com/office/drawing/2014/main" val="3715455566"/>
                    </a:ext>
                  </a:extLst>
                </a:gridCol>
                <a:gridCol w="1435365">
                  <a:extLst>
                    <a:ext uri="{9D8B030D-6E8A-4147-A177-3AD203B41FA5}">
                      <a16:colId xmlns:a16="http://schemas.microsoft.com/office/drawing/2014/main" val="2500316030"/>
                    </a:ext>
                  </a:extLst>
                </a:gridCol>
                <a:gridCol w="1435365">
                  <a:extLst>
                    <a:ext uri="{9D8B030D-6E8A-4147-A177-3AD203B41FA5}">
                      <a16:colId xmlns:a16="http://schemas.microsoft.com/office/drawing/2014/main" val="4094342354"/>
                    </a:ext>
                  </a:extLst>
                </a:gridCol>
              </a:tblGrid>
              <a:tr h="1422560">
                <a:tc>
                  <a:txBody>
                    <a:bodyPr/>
                    <a:lstStyle/>
                    <a:p>
                      <a:pPr marL="0" marR="0" algn="ct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Package Name</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KLOC</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Estimated Cost in Thousands of 2017$</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19613743"/>
                  </a:ext>
                </a:extLst>
              </a:tr>
              <a:tr h="370840">
                <a:tc>
                  <a:txBody>
                    <a:bodyPr/>
                    <a:lstStyle/>
                    <a:p>
                      <a:pPr marL="0" marR="0">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All packages</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611,601.568</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1,560,374</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92873741"/>
                  </a:ext>
                </a:extLst>
              </a:tr>
              <a:tr h="370840">
                <a:tc>
                  <a:txBody>
                    <a:bodyPr/>
                    <a:lstStyle/>
                    <a:p>
                      <a:pPr marL="0" marR="0">
                        <a:lnSpc>
                          <a:spcPct val="107000"/>
                        </a:lnSpc>
                        <a:spcBef>
                          <a:spcPts val="0"/>
                        </a:spcBef>
                        <a:spcAft>
                          <a:spcPts val="0"/>
                        </a:spcAft>
                      </a:pPr>
                      <a:r>
                        <a:rPr lang="en-US" sz="1800" dirty="0" err="1">
                          <a:solidFill>
                            <a:srgbClr val="000000"/>
                          </a:solidFill>
                          <a:effectLst/>
                          <a:latin typeface="Arial" panose="020B0604020202020204" pitchFamily="34" charset="0"/>
                          <a:ea typeface="Times New Roman" panose="02020603050405020304" pitchFamily="18" charset="0"/>
                        </a:rPr>
                        <a:t>libsass</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50340.53</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5,233</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23783958"/>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py3-ortools</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37412.424</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4,648</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917490403"/>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LSD-Bubble</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15270.398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3,251</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73027618"/>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IotPy</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14899.252</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3,219</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365036125"/>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openquake.engine</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13841.578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3,126</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56838370"/>
                  </a:ext>
                </a:extLst>
              </a:tr>
            </a:tbl>
          </a:graphicData>
        </a:graphic>
      </p:graphicFrame>
    </p:spTree>
    <p:extLst>
      <p:ext uri="{BB962C8B-B14F-4D97-AF65-F5344CB8AC3E}">
        <p14:creationId xmlns:p14="http://schemas.microsoft.com/office/powerpoint/2010/main" val="3594606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317E61-67C7-482D-9B2B-B5B509DF4608}"/>
              </a:ext>
            </a:extLst>
          </p:cNvPr>
          <p:cNvSpPr>
            <a:spLocks noGrp="1"/>
          </p:cNvSpPr>
          <p:nvPr>
            <p:ph type="sldNum" sz="quarter" idx="12"/>
          </p:nvPr>
        </p:nvSpPr>
        <p:spPr/>
        <p:txBody>
          <a:bodyPr/>
          <a:lstStyle/>
          <a:p>
            <a:fld id="{1B835D90-6387-4175-8905-3408BA5A358B}" type="slidenum">
              <a:rPr lang="en-US" altLang="en-US" smtClean="0"/>
              <a:pPr/>
              <a:t>11</a:t>
            </a:fld>
            <a:endParaRPr lang="en-US" altLang="en-US"/>
          </a:p>
        </p:txBody>
      </p:sp>
      <p:sp>
        <p:nvSpPr>
          <p:cNvPr id="29" name="Rectangle 4" title="divider">
            <a:extLst>
              <a:ext uri="{FF2B5EF4-FFF2-40B4-BE49-F238E27FC236}">
                <a16:creationId xmlns:a16="http://schemas.microsoft.com/office/drawing/2014/main" id="{6226980A-0CC8-4C14-9ADD-EA5B8F5DD5E1}"/>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 name="Picture 10" descr="National Center for Science and Engineering Statistics logo">
            <a:extLst>
              <a:ext uri="{FF2B5EF4-FFF2-40B4-BE49-F238E27FC236}">
                <a16:creationId xmlns:a16="http://schemas.microsoft.com/office/drawing/2014/main" id="{FA8E3581-808B-4294-BC16-A2C48C908E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0" descr="nsf2">
            <a:extLst>
              <a:ext uri="{FF2B5EF4-FFF2-40B4-BE49-F238E27FC236}">
                <a16:creationId xmlns:a16="http://schemas.microsoft.com/office/drawing/2014/main" id="{2A19CEF0-9E14-4023-B3C9-EC85C1607A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Arrow: Right 48">
            <a:extLst>
              <a:ext uri="{FF2B5EF4-FFF2-40B4-BE49-F238E27FC236}">
                <a16:creationId xmlns:a16="http://schemas.microsoft.com/office/drawing/2014/main" id="{BE9B540B-5CF2-4B4B-B613-91C62111B237}"/>
              </a:ext>
            </a:extLst>
          </p:cNvPr>
          <p:cNvSpPr/>
          <p:nvPr/>
        </p:nvSpPr>
        <p:spPr>
          <a:xfrm rot="5090450">
            <a:off x="2380166" y="3864812"/>
            <a:ext cx="1119990" cy="368738"/>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E1331D2D-16EA-4F80-B29C-32439C779E13}"/>
              </a:ext>
            </a:extLst>
          </p:cNvPr>
          <p:cNvSpPr/>
          <p:nvPr/>
        </p:nvSpPr>
        <p:spPr>
          <a:xfrm>
            <a:off x="2548194" y="2928605"/>
            <a:ext cx="605871" cy="5913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E6083E6C-B878-4C21-8F73-FB4BA1C32D52}"/>
              </a:ext>
            </a:extLst>
          </p:cNvPr>
          <p:cNvSpPr txBox="1"/>
          <p:nvPr/>
        </p:nvSpPr>
        <p:spPr>
          <a:xfrm>
            <a:off x="7033450" y="4942251"/>
            <a:ext cx="961912" cy="461665"/>
          </a:xfrm>
          <a:prstGeom prst="rect">
            <a:avLst/>
          </a:prstGeom>
          <a:noFill/>
        </p:spPr>
        <p:txBody>
          <a:bodyPr wrap="square" rtlCol="0">
            <a:spAutoFit/>
          </a:bodyPr>
          <a:lstStyle/>
          <a:p>
            <a:r>
              <a:rPr lang="en-US" dirty="0">
                <a:solidFill>
                  <a:schemeClr val="accent3"/>
                </a:solidFill>
                <a:latin typeface="Arial" panose="020B0604020202020204" pitchFamily="34" charset="0"/>
                <a:ea typeface="Tahoma" panose="020B0604030504040204" pitchFamily="34" charset="0"/>
                <a:cs typeface="Arial" panose="020B0604020202020204" pitchFamily="34" charset="0"/>
              </a:rPr>
              <a:t>out</a:t>
            </a:r>
          </a:p>
        </p:txBody>
      </p:sp>
      <p:sp>
        <p:nvSpPr>
          <p:cNvPr id="6" name="Title 5">
            <a:extLst>
              <a:ext uri="{FF2B5EF4-FFF2-40B4-BE49-F238E27FC236}">
                <a16:creationId xmlns:a16="http://schemas.microsoft.com/office/drawing/2014/main" id="{1A1B6B80-3F23-4F7F-BB77-606E8A080EE1}"/>
              </a:ext>
            </a:extLst>
          </p:cNvPr>
          <p:cNvSpPr>
            <a:spLocks noGrp="1"/>
          </p:cNvSpPr>
          <p:nvPr>
            <p:ph type="title"/>
          </p:nvPr>
        </p:nvSpPr>
        <p:spPr>
          <a:xfrm>
            <a:off x="384584" y="609600"/>
            <a:ext cx="8229600" cy="1143000"/>
          </a:xfrm>
        </p:spPr>
        <p:txBody>
          <a:bodyPr/>
          <a:lstStyle/>
          <a:p>
            <a:r>
              <a:rPr lang="en-US" dirty="0"/>
              <a:t>Downloads of Base R</a:t>
            </a:r>
          </a:p>
        </p:txBody>
      </p:sp>
      <p:graphicFrame>
        <p:nvGraphicFramePr>
          <p:cNvPr id="11" name="Chart 10">
            <a:extLst>
              <a:ext uri="{FF2B5EF4-FFF2-40B4-BE49-F238E27FC236}">
                <a16:creationId xmlns:a16="http://schemas.microsoft.com/office/drawing/2014/main" id="{CC086993-B2DA-4A79-9568-1641BA94D16C}"/>
              </a:ext>
            </a:extLst>
          </p:cNvPr>
          <p:cNvGraphicFramePr/>
          <p:nvPr>
            <p:extLst>
              <p:ext uri="{D42A27DB-BD31-4B8C-83A1-F6EECF244321}">
                <p14:modId xmlns:p14="http://schemas.microsoft.com/office/powerpoint/2010/main" val="4211594087"/>
              </p:ext>
            </p:extLst>
          </p:nvPr>
        </p:nvGraphicFramePr>
        <p:xfrm>
          <a:off x="1066800" y="1606484"/>
          <a:ext cx="6928562" cy="441331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26150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8E3F74D0-17B3-43DA-A6E7-30615540EA2E}"/>
              </a:ext>
            </a:extLst>
          </p:cNvPr>
          <p:cNvGraphicFramePr>
            <a:graphicFrameLocks noGrp="1"/>
          </p:cNvGraphicFramePr>
          <p:nvPr>
            <p:ph sz="half" idx="2"/>
            <p:extLst>
              <p:ext uri="{D42A27DB-BD31-4B8C-83A1-F6EECF244321}">
                <p14:modId xmlns:p14="http://schemas.microsoft.com/office/powerpoint/2010/main" val="3744262352"/>
              </p:ext>
            </p:extLst>
          </p:nvPr>
        </p:nvGraphicFramePr>
        <p:xfrm>
          <a:off x="1295400" y="1991360"/>
          <a:ext cx="3049588" cy="4351528"/>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637964350"/>
                    </a:ext>
                  </a:extLst>
                </a:gridCol>
                <a:gridCol w="1601788">
                  <a:extLst>
                    <a:ext uri="{9D8B030D-6E8A-4147-A177-3AD203B41FA5}">
                      <a16:colId xmlns:a16="http://schemas.microsoft.com/office/drawing/2014/main" val="3542021929"/>
                    </a:ext>
                  </a:extLst>
                </a:gridCol>
              </a:tblGrid>
              <a:tr h="447040">
                <a:tc>
                  <a:txBody>
                    <a:bodyPr/>
                    <a:lstStyle/>
                    <a:p>
                      <a:pPr marL="0" marR="0">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Package</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 Reuse</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06262037"/>
                  </a:ext>
                </a:extLst>
              </a:tr>
              <a:tr h="370840">
                <a:tc>
                  <a:txBody>
                    <a:bodyPr/>
                    <a:lstStyle/>
                    <a:p>
                      <a:pPr marL="0" marR="0">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ggplot2</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105,774</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961342807"/>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plyr</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101,596</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931800626"/>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digest</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99,774</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92967189"/>
                  </a:ext>
                </a:extLst>
              </a:tr>
              <a:tr h="370840">
                <a:tc>
                  <a:txBody>
                    <a:bodyPr/>
                    <a:lstStyle/>
                    <a:p>
                      <a:pPr marL="0" marR="0">
                        <a:lnSpc>
                          <a:spcPct val="107000"/>
                        </a:lnSpc>
                        <a:spcBef>
                          <a:spcPts val="0"/>
                        </a:spcBef>
                        <a:spcAft>
                          <a:spcPts val="0"/>
                        </a:spcAft>
                      </a:pPr>
                      <a:r>
                        <a:rPr lang="en-US" sz="1800" dirty="0" err="1">
                          <a:solidFill>
                            <a:srgbClr val="000000"/>
                          </a:solidFill>
                          <a:effectLst/>
                          <a:latin typeface="Arial" panose="020B0604020202020204" pitchFamily="34" charset="0"/>
                          <a:ea typeface="Times New Roman" panose="02020603050405020304" pitchFamily="18" charset="0"/>
                        </a:rPr>
                        <a:t>stringr</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98,086</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50795836"/>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colorspace</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93,590</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04985690"/>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RColorBrewer</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81,448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75231683"/>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reshape2</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81,350</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59763304"/>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scales</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73,385</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01004376"/>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proto</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71,698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99214890"/>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munsell</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71,483</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338428057"/>
                  </a:ext>
                </a:extLst>
              </a:tr>
            </a:tbl>
          </a:graphicData>
        </a:graphic>
      </p:graphicFrame>
      <p:sp>
        <p:nvSpPr>
          <p:cNvPr id="4" name="Slide Number Placeholder 3">
            <a:extLst>
              <a:ext uri="{FF2B5EF4-FFF2-40B4-BE49-F238E27FC236}">
                <a16:creationId xmlns:a16="http://schemas.microsoft.com/office/drawing/2014/main" id="{16317E61-67C7-482D-9B2B-B5B509DF4608}"/>
              </a:ext>
            </a:extLst>
          </p:cNvPr>
          <p:cNvSpPr>
            <a:spLocks noGrp="1"/>
          </p:cNvSpPr>
          <p:nvPr>
            <p:ph type="sldNum" sz="quarter" idx="12"/>
          </p:nvPr>
        </p:nvSpPr>
        <p:spPr/>
        <p:txBody>
          <a:bodyPr/>
          <a:lstStyle/>
          <a:p>
            <a:fld id="{1B835D90-6387-4175-8905-3408BA5A358B}" type="slidenum">
              <a:rPr lang="en-US" altLang="en-US" smtClean="0"/>
              <a:pPr/>
              <a:t>12</a:t>
            </a:fld>
            <a:endParaRPr lang="en-US" altLang="en-US"/>
          </a:p>
        </p:txBody>
      </p:sp>
      <p:sp>
        <p:nvSpPr>
          <p:cNvPr id="29" name="Rectangle 4" title="divider">
            <a:extLst>
              <a:ext uri="{FF2B5EF4-FFF2-40B4-BE49-F238E27FC236}">
                <a16:creationId xmlns:a16="http://schemas.microsoft.com/office/drawing/2014/main" id="{6226980A-0CC8-4C14-9ADD-EA5B8F5DD5E1}"/>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0" name="Picture 10" descr="National Center for Science and Engineering Statistics logo">
            <a:extLst>
              <a:ext uri="{FF2B5EF4-FFF2-40B4-BE49-F238E27FC236}">
                <a16:creationId xmlns:a16="http://schemas.microsoft.com/office/drawing/2014/main" id="{FA8E3581-808B-4294-BC16-A2C48C908E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0" descr="nsf2">
            <a:extLst>
              <a:ext uri="{FF2B5EF4-FFF2-40B4-BE49-F238E27FC236}">
                <a16:creationId xmlns:a16="http://schemas.microsoft.com/office/drawing/2014/main" id="{2A19CEF0-9E14-4023-B3C9-EC85C1607A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TextBox 60">
            <a:extLst>
              <a:ext uri="{FF2B5EF4-FFF2-40B4-BE49-F238E27FC236}">
                <a16:creationId xmlns:a16="http://schemas.microsoft.com/office/drawing/2014/main" id="{E6083E6C-B878-4C21-8F73-FB4BA1C32D52}"/>
              </a:ext>
            </a:extLst>
          </p:cNvPr>
          <p:cNvSpPr txBox="1"/>
          <p:nvPr/>
        </p:nvSpPr>
        <p:spPr>
          <a:xfrm>
            <a:off x="7033450" y="4942251"/>
            <a:ext cx="961912" cy="461665"/>
          </a:xfrm>
          <a:prstGeom prst="rect">
            <a:avLst/>
          </a:prstGeom>
          <a:noFill/>
        </p:spPr>
        <p:txBody>
          <a:bodyPr wrap="square" rtlCol="0">
            <a:spAutoFit/>
          </a:bodyPr>
          <a:lstStyle/>
          <a:p>
            <a:r>
              <a:rPr lang="en-US" dirty="0">
                <a:solidFill>
                  <a:schemeClr val="accent3"/>
                </a:solidFill>
                <a:latin typeface="Arial" panose="020B0604020202020204" pitchFamily="34" charset="0"/>
                <a:ea typeface="Tahoma" panose="020B0604030504040204" pitchFamily="34" charset="0"/>
                <a:cs typeface="Arial" panose="020B0604020202020204" pitchFamily="34" charset="0"/>
              </a:rPr>
              <a:t>out</a:t>
            </a:r>
          </a:p>
        </p:txBody>
      </p:sp>
      <p:sp>
        <p:nvSpPr>
          <p:cNvPr id="6" name="Title 5">
            <a:extLst>
              <a:ext uri="{FF2B5EF4-FFF2-40B4-BE49-F238E27FC236}">
                <a16:creationId xmlns:a16="http://schemas.microsoft.com/office/drawing/2014/main" id="{1A1B6B80-3F23-4F7F-BB77-606E8A080EE1}"/>
              </a:ext>
            </a:extLst>
          </p:cNvPr>
          <p:cNvSpPr>
            <a:spLocks noGrp="1"/>
          </p:cNvSpPr>
          <p:nvPr>
            <p:ph type="title"/>
          </p:nvPr>
        </p:nvSpPr>
        <p:spPr>
          <a:xfrm>
            <a:off x="384584" y="609600"/>
            <a:ext cx="8229600" cy="1143000"/>
          </a:xfrm>
        </p:spPr>
        <p:txBody>
          <a:bodyPr/>
          <a:lstStyle/>
          <a:p>
            <a:r>
              <a:rPr lang="en-US" dirty="0"/>
              <a:t>R Downloads and Reuses as Impact</a:t>
            </a:r>
          </a:p>
        </p:txBody>
      </p:sp>
      <p:graphicFrame>
        <p:nvGraphicFramePr>
          <p:cNvPr id="25" name="Content Placeholder 7">
            <a:extLst>
              <a:ext uri="{FF2B5EF4-FFF2-40B4-BE49-F238E27FC236}">
                <a16:creationId xmlns:a16="http://schemas.microsoft.com/office/drawing/2014/main" id="{113D8F96-709C-4BEE-9A17-2DE0C8488B29}"/>
              </a:ext>
            </a:extLst>
          </p:cNvPr>
          <p:cNvGraphicFramePr>
            <a:graphicFrameLocks/>
          </p:cNvGraphicFramePr>
          <p:nvPr>
            <p:extLst>
              <p:ext uri="{D42A27DB-BD31-4B8C-83A1-F6EECF244321}">
                <p14:modId xmlns:p14="http://schemas.microsoft.com/office/powerpoint/2010/main" val="2799789616"/>
              </p:ext>
            </p:extLst>
          </p:nvPr>
        </p:nvGraphicFramePr>
        <p:xfrm>
          <a:off x="4499384" y="1981200"/>
          <a:ext cx="3120616" cy="4395216"/>
        </p:xfrm>
        <a:graphic>
          <a:graphicData uri="http://schemas.openxmlformats.org/drawingml/2006/table">
            <a:tbl>
              <a:tblPr firstRow="1" bandRow="1">
                <a:tableStyleId>{5C22544A-7EE6-4342-B048-85BDC9FD1C3A}</a:tableStyleId>
              </a:tblPr>
              <a:tblGrid>
                <a:gridCol w="1346729">
                  <a:extLst>
                    <a:ext uri="{9D8B030D-6E8A-4147-A177-3AD203B41FA5}">
                      <a16:colId xmlns:a16="http://schemas.microsoft.com/office/drawing/2014/main" val="637964350"/>
                    </a:ext>
                  </a:extLst>
                </a:gridCol>
                <a:gridCol w="1773887">
                  <a:extLst>
                    <a:ext uri="{9D8B030D-6E8A-4147-A177-3AD203B41FA5}">
                      <a16:colId xmlns:a16="http://schemas.microsoft.com/office/drawing/2014/main" val="3542021929"/>
                    </a:ext>
                  </a:extLst>
                </a:gridCol>
              </a:tblGrid>
              <a:tr h="686816">
                <a:tc>
                  <a:txBody>
                    <a:bodyPr/>
                    <a:lstStyle/>
                    <a:p>
                      <a:pPr marL="0" marR="0">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Package</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rPr>
                        <a:t>2018 Downloads</a:t>
                      </a:r>
                      <a:endParaRPr lang="en-US" sz="18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706262037"/>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Rcpp</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3,519,510</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961342807"/>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rlang</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2,893,889</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931800626"/>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stringi</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2,610,184</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392967189"/>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stringr</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2,511,011</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50795836"/>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ggplot2</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2,495,315</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04985690"/>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digest</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2,453,958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75231683"/>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glue</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2,296,688</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859763304"/>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tibble</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2,242,376</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701004376"/>
                  </a:ext>
                </a:extLst>
              </a:tr>
              <a:tr h="370840">
                <a:tc>
                  <a:txBody>
                    <a:bodyPr/>
                    <a:lstStyle/>
                    <a:p>
                      <a:pPr marL="0" marR="0">
                        <a:lnSpc>
                          <a:spcPct val="107000"/>
                        </a:lnSpc>
                        <a:spcBef>
                          <a:spcPts val="0"/>
                        </a:spcBef>
                        <a:spcAft>
                          <a:spcPts val="0"/>
                        </a:spcAft>
                      </a:pPr>
                      <a:r>
                        <a:rPr lang="en-US" sz="1800">
                          <a:solidFill>
                            <a:srgbClr val="000000"/>
                          </a:solidFill>
                          <a:effectLst/>
                          <a:latin typeface="Arial" panose="020B0604020202020204" pitchFamily="34" charset="0"/>
                          <a:ea typeface="Times New Roman" panose="02020603050405020304" pitchFamily="18" charset="0"/>
                        </a:rPr>
                        <a:t>pillar</a:t>
                      </a:r>
                      <a:endParaRPr lang="en-US" sz="18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2,222,364</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99214890"/>
                  </a:ext>
                </a:extLst>
              </a:tr>
              <a:tr h="370840">
                <a:tc>
                  <a:txBody>
                    <a:bodyPr/>
                    <a:lstStyle/>
                    <a:p>
                      <a:pPr marL="0" marR="0">
                        <a:lnSpc>
                          <a:spcPct val="107000"/>
                        </a:lnSpc>
                        <a:spcBef>
                          <a:spcPts val="0"/>
                        </a:spcBef>
                        <a:spcAft>
                          <a:spcPts val="0"/>
                        </a:spcAft>
                      </a:pPr>
                      <a:r>
                        <a:rPr lang="en-US" sz="1800" dirty="0" err="1">
                          <a:solidFill>
                            <a:srgbClr val="000000"/>
                          </a:solidFill>
                          <a:effectLst/>
                          <a:latin typeface="Arial" panose="020B0604020202020204" pitchFamily="34" charset="0"/>
                          <a:ea typeface="Times New Roman" panose="02020603050405020304" pitchFamily="18" charset="0"/>
                        </a:rPr>
                        <a:t>yaml</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1800" dirty="0">
                          <a:solidFill>
                            <a:srgbClr val="000000"/>
                          </a:solidFill>
                          <a:effectLst/>
                          <a:latin typeface="Arial" panose="020B0604020202020204" pitchFamily="34" charset="0"/>
                          <a:ea typeface="Times New Roman" panose="02020603050405020304" pitchFamily="18" charset="0"/>
                        </a:rPr>
                        <a:t>2,207,621</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338428057"/>
                  </a:ext>
                </a:extLst>
              </a:tr>
            </a:tbl>
          </a:graphicData>
        </a:graphic>
      </p:graphicFrame>
    </p:spTree>
    <p:extLst>
      <p:ext uri="{BB962C8B-B14F-4D97-AF65-F5344CB8AC3E}">
        <p14:creationId xmlns:p14="http://schemas.microsoft.com/office/powerpoint/2010/main" val="2273262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title="divider">
            <a:extLst>
              <a:ext uri="{FF2B5EF4-FFF2-40B4-BE49-F238E27FC236}">
                <a16:creationId xmlns:a16="http://schemas.microsoft.com/office/drawing/2014/main" id="{816794C2-01EA-46E7-956A-69E41DCA20DE}"/>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6" name="Picture 10" descr="National Center for Science and Engineering Statistics logo">
            <a:extLst>
              <a:ext uri="{FF2B5EF4-FFF2-40B4-BE49-F238E27FC236}">
                <a16:creationId xmlns:a16="http://schemas.microsoft.com/office/drawing/2014/main" id="{3B4D8F34-A261-4ED0-A8D7-CA3261DA15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descr="nsf2">
            <a:extLst>
              <a:ext uri="{FF2B5EF4-FFF2-40B4-BE49-F238E27FC236}">
                <a16:creationId xmlns:a16="http://schemas.microsoft.com/office/drawing/2014/main" id="{D0D282C9-4B62-424A-82CB-848F1F14A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9">
            <a:extLst>
              <a:ext uri="{FF2B5EF4-FFF2-40B4-BE49-F238E27FC236}">
                <a16:creationId xmlns:a16="http://schemas.microsoft.com/office/drawing/2014/main" id="{98FCA0CD-6725-4954-8F14-214991FDFFA3}"/>
              </a:ext>
            </a:extLst>
          </p:cNvPr>
          <p:cNvSpPr>
            <a:spLocks noGrp="1"/>
          </p:cNvSpPr>
          <p:nvPr>
            <p:ph type="title"/>
          </p:nvPr>
        </p:nvSpPr>
        <p:spPr>
          <a:xfrm>
            <a:off x="152400" y="609600"/>
            <a:ext cx="8686800" cy="1143000"/>
          </a:xfrm>
        </p:spPr>
        <p:txBody>
          <a:bodyPr/>
          <a:lstStyle/>
          <a:p>
            <a:r>
              <a:rPr lang="en-US" dirty="0"/>
              <a:t>Sectors of R Contributors from CRAN</a:t>
            </a:r>
          </a:p>
        </p:txBody>
      </p:sp>
      <p:graphicFrame>
        <p:nvGraphicFramePr>
          <p:cNvPr id="13" name="Content Placeholder 12">
            <a:extLst>
              <a:ext uri="{FF2B5EF4-FFF2-40B4-BE49-F238E27FC236}">
                <a16:creationId xmlns:a16="http://schemas.microsoft.com/office/drawing/2014/main" id="{08FC4ADB-AA5E-4F63-BF79-D074CFC768BA}"/>
              </a:ext>
            </a:extLst>
          </p:cNvPr>
          <p:cNvGraphicFramePr>
            <a:graphicFrameLocks noGrp="1"/>
          </p:cNvGraphicFramePr>
          <p:nvPr>
            <p:ph sz="half" idx="1"/>
            <p:extLst>
              <p:ext uri="{D42A27DB-BD31-4B8C-83A1-F6EECF244321}">
                <p14:modId xmlns:p14="http://schemas.microsoft.com/office/powerpoint/2010/main" val="1255850045"/>
              </p:ext>
            </p:extLst>
          </p:nvPr>
        </p:nvGraphicFramePr>
        <p:xfrm>
          <a:off x="655320" y="1798320"/>
          <a:ext cx="7086599" cy="4079240"/>
        </p:xfrm>
        <a:graphic>
          <a:graphicData uri="http://schemas.openxmlformats.org/drawingml/2006/table">
            <a:tbl>
              <a:tblPr firstRow="1" bandRow="1">
                <a:tableStyleId>{5C22544A-7EE6-4342-B048-85BDC9FD1C3A}</a:tableStyleId>
              </a:tblPr>
              <a:tblGrid>
                <a:gridCol w="2024743">
                  <a:extLst>
                    <a:ext uri="{9D8B030D-6E8A-4147-A177-3AD203B41FA5}">
                      <a16:colId xmlns:a16="http://schemas.microsoft.com/office/drawing/2014/main" val="1867227308"/>
                    </a:ext>
                  </a:extLst>
                </a:gridCol>
                <a:gridCol w="1265464">
                  <a:extLst>
                    <a:ext uri="{9D8B030D-6E8A-4147-A177-3AD203B41FA5}">
                      <a16:colId xmlns:a16="http://schemas.microsoft.com/office/drawing/2014/main" val="3672931515"/>
                    </a:ext>
                  </a:extLst>
                </a:gridCol>
                <a:gridCol w="1265464">
                  <a:extLst>
                    <a:ext uri="{9D8B030D-6E8A-4147-A177-3AD203B41FA5}">
                      <a16:colId xmlns:a16="http://schemas.microsoft.com/office/drawing/2014/main" val="1712616656"/>
                    </a:ext>
                  </a:extLst>
                </a:gridCol>
                <a:gridCol w="1418409">
                  <a:extLst>
                    <a:ext uri="{9D8B030D-6E8A-4147-A177-3AD203B41FA5}">
                      <a16:colId xmlns:a16="http://schemas.microsoft.com/office/drawing/2014/main" val="2995091432"/>
                    </a:ext>
                  </a:extLst>
                </a:gridCol>
                <a:gridCol w="1112519">
                  <a:extLst>
                    <a:ext uri="{9D8B030D-6E8A-4147-A177-3AD203B41FA5}">
                      <a16:colId xmlns:a16="http://schemas.microsoft.com/office/drawing/2014/main" val="2318688655"/>
                    </a:ext>
                  </a:extLst>
                </a:gridCol>
              </a:tblGrid>
              <a:tr h="370840">
                <a:tc>
                  <a:txBody>
                    <a:bodyPr/>
                    <a:lstStyle/>
                    <a:p>
                      <a:pPr marL="0" marR="0">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Domain</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Packages</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Percent</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Maintainers</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Percent</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942093541"/>
                  </a:ext>
                </a:extLst>
              </a:tr>
              <a:tr h="370840">
                <a:tc>
                  <a:txBody>
                    <a:bodyPr/>
                    <a:lstStyle/>
                    <a:p>
                      <a:pPr marL="0" marR="0">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Total</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11,886.0</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6,697</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2739422452"/>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.com</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4,964</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42%</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2,770</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40%</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837734246"/>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.edu</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1,981</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17%</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1,202</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17%</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999114538"/>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.org</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481</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4%</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184</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968913932"/>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.net</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168</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89</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710661298"/>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.gov</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69</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43</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4245901992"/>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.name</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33</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0%</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0%</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4031937198"/>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.info</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8</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0%</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6</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0%</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912074302"/>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.biz</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6</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0%</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3</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0%</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2014472275"/>
                  </a:ext>
                </a:extLst>
              </a:tr>
              <a:tr h="370840">
                <a:tc>
                  <a:txBody>
                    <a:bodyPr/>
                    <a:lstStyle/>
                    <a:p>
                      <a:pPr marL="0" marR="0" indent="1016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.(country)</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4,124</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35%</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2,495</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36%</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66540537"/>
                  </a:ext>
                </a:extLst>
              </a:tr>
            </a:tbl>
          </a:graphicData>
        </a:graphic>
      </p:graphicFrame>
      <p:sp>
        <p:nvSpPr>
          <p:cNvPr id="3" name="Slide Number Placeholder 2">
            <a:extLst>
              <a:ext uri="{FF2B5EF4-FFF2-40B4-BE49-F238E27FC236}">
                <a16:creationId xmlns:a16="http://schemas.microsoft.com/office/drawing/2014/main" id="{21DC5469-FB28-4D47-95F9-62A4F7F8E372}"/>
              </a:ext>
            </a:extLst>
          </p:cNvPr>
          <p:cNvSpPr>
            <a:spLocks noGrp="1"/>
          </p:cNvSpPr>
          <p:nvPr>
            <p:ph type="sldNum" sz="quarter" idx="12"/>
          </p:nvPr>
        </p:nvSpPr>
        <p:spPr/>
        <p:txBody>
          <a:bodyPr/>
          <a:lstStyle/>
          <a:p>
            <a:fld id="{1B835D90-6387-4175-8905-3408BA5A358B}" type="slidenum">
              <a:rPr lang="en-US" altLang="en-US" smtClean="0"/>
              <a:pPr/>
              <a:t>13</a:t>
            </a:fld>
            <a:endParaRPr lang="en-US" altLang="en-US"/>
          </a:p>
        </p:txBody>
      </p:sp>
    </p:spTree>
    <p:extLst>
      <p:ext uri="{BB962C8B-B14F-4D97-AF65-F5344CB8AC3E}">
        <p14:creationId xmlns:p14="http://schemas.microsoft.com/office/powerpoint/2010/main" val="1692177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title="divider">
            <a:extLst>
              <a:ext uri="{FF2B5EF4-FFF2-40B4-BE49-F238E27FC236}">
                <a16:creationId xmlns:a16="http://schemas.microsoft.com/office/drawing/2014/main" id="{816794C2-01EA-46E7-956A-69E41DCA20DE}"/>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6" name="Picture 10" descr="National Center for Science and Engineering Statistics logo">
            <a:extLst>
              <a:ext uri="{FF2B5EF4-FFF2-40B4-BE49-F238E27FC236}">
                <a16:creationId xmlns:a16="http://schemas.microsoft.com/office/drawing/2014/main" id="{3B4D8F34-A261-4ED0-A8D7-CA3261DA15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descr="nsf2">
            <a:extLst>
              <a:ext uri="{FF2B5EF4-FFF2-40B4-BE49-F238E27FC236}">
                <a16:creationId xmlns:a16="http://schemas.microsoft.com/office/drawing/2014/main" id="{D0D282C9-4B62-424A-82CB-848F1F14A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9">
            <a:extLst>
              <a:ext uri="{FF2B5EF4-FFF2-40B4-BE49-F238E27FC236}">
                <a16:creationId xmlns:a16="http://schemas.microsoft.com/office/drawing/2014/main" id="{98FCA0CD-6725-4954-8F14-214991FDFFA3}"/>
              </a:ext>
            </a:extLst>
          </p:cNvPr>
          <p:cNvSpPr>
            <a:spLocks noGrp="1"/>
          </p:cNvSpPr>
          <p:nvPr>
            <p:ph type="title"/>
          </p:nvPr>
        </p:nvSpPr>
        <p:spPr>
          <a:xfrm>
            <a:off x="152400" y="609600"/>
            <a:ext cx="8991600" cy="1143000"/>
          </a:xfrm>
        </p:spPr>
        <p:txBody>
          <a:bodyPr/>
          <a:lstStyle/>
          <a:p>
            <a:r>
              <a:rPr lang="en-US" dirty="0"/>
              <a:t>Countries of R Contributors from CRAN</a:t>
            </a:r>
          </a:p>
        </p:txBody>
      </p:sp>
      <p:graphicFrame>
        <p:nvGraphicFramePr>
          <p:cNvPr id="14" name="Content Placeholder 13">
            <a:extLst>
              <a:ext uri="{FF2B5EF4-FFF2-40B4-BE49-F238E27FC236}">
                <a16:creationId xmlns:a16="http://schemas.microsoft.com/office/drawing/2014/main" id="{FA1807C8-0893-4642-8418-C40D802953CA}"/>
              </a:ext>
            </a:extLst>
          </p:cNvPr>
          <p:cNvGraphicFramePr>
            <a:graphicFrameLocks noGrp="1"/>
          </p:cNvGraphicFramePr>
          <p:nvPr>
            <p:ph sz="half" idx="2"/>
            <p:extLst>
              <p:ext uri="{D42A27DB-BD31-4B8C-83A1-F6EECF244321}">
                <p14:modId xmlns:p14="http://schemas.microsoft.com/office/powerpoint/2010/main" val="3457677867"/>
              </p:ext>
            </p:extLst>
          </p:nvPr>
        </p:nvGraphicFramePr>
        <p:xfrm>
          <a:off x="342900" y="1676400"/>
          <a:ext cx="8001001" cy="4043680"/>
        </p:xfrm>
        <a:graphic>
          <a:graphicData uri="http://schemas.openxmlformats.org/drawingml/2006/table">
            <a:tbl>
              <a:tblPr firstRow="1" bandRow="1">
                <a:tableStyleId>{5C22544A-7EE6-4342-B048-85BDC9FD1C3A}</a:tableStyleId>
              </a:tblPr>
              <a:tblGrid>
                <a:gridCol w="2324100">
                  <a:extLst>
                    <a:ext uri="{9D8B030D-6E8A-4147-A177-3AD203B41FA5}">
                      <a16:colId xmlns:a16="http://schemas.microsoft.com/office/drawing/2014/main" val="1610740387"/>
                    </a:ext>
                  </a:extLst>
                </a:gridCol>
                <a:gridCol w="1219200">
                  <a:extLst>
                    <a:ext uri="{9D8B030D-6E8A-4147-A177-3AD203B41FA5}">
                      <a16:colId xmlns:a16="http://schemas.microsoft.com/office/drawing/2014/main" val="2210458822"/>
                    </a:ext>
                  </a:extLst>
                </a:gridCol>
                <a:gridCol w="1219200">
                  <a:extLst>
                    <a:ext uri="{9D8B030D-6E8A-4147-A177-3AD203B41FA5}">
                      <a16:colId xmlns:a16="http://schemas.microsoft.com/office/drawing/2014/main" val="3225403629"/>
                    </a:ext>
                  </a:extLst>
                </a:gridCol>
                <a:gridCol w="1752600">
                  <a:extLst>
                    <a:ext uri="{9D8B030D-6E8A-4147-A177-3AD203B41FA5}">
                      <a16:colId xmlns:a16="http://schemas.microsoft.com/office/drawing/2014/main" val="1316768389"/>
                    </a:ext>
                  </a:extLst>
                </a:gridCol>
                <a:gridCol w="1485901">
                  <a:extLst>
                    <a:ext uri="{9D8B030D-6E8A-4147-A177-3AD203B41FA5}">
                      <a16:colId xmlns:a16="http://schemas.microsoft.com/office/drawing/2014/main" val="3709776972"/>
                    </a:ext>
                  </a:extLst>
                </a:gridCol>
              </a:tblGrid>
              <a:tr h="274320">
                <a:tc>
                  <a:txBody>
                    <a:bodyPr/>
                    <a:lstStyle/>
                    <a:p>
                      <a:pPr marL="0" marR="0" algn="ct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Domain</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Packages</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Percent</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Maintainers</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effectLst/>
                          <a:latin typeface="Arial" panose="020B0604020202020204" pitchFamily="34" charset="0"/>
                          <a:ea typeface="Times New Roman" panose="02020603050405020304" pitchFamily="18" charset="0"/>
                        </a:rPr>
                        <a:t>Percent</a:t>
                      </a:r>
                      <a:endParaRPr lang="en-US" sz="1600" dirty="0"/>
                    </a:p>
                  </a:txBody>
                  <a:tcPr/>
                </a:tc>
                <a:extLst>
                  <a:ext uri="{0D108BD9-81ED-4DB2-BD59-A6C34878D82A}">
                    <a16:rowId xmlns:a16="http://schemas.microsoft.com/office/drawing/2014/main" val="3107219576"/>
                  </a:ext>
                </a:extLst>
              </a:tr>
              <a:tr h="370840">
                <a:tc>
                  <a:txBody>
                    <a:bodyPr/>
                    <a:lstStyle/>
                    <a:p>
                      <a:pPr marL="0" marR="0" indent="203200">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Germany (.de)</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687</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6%</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427</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6%</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4155755979"/>
                  </a:ext>
                </a:extLst>
              </a:tr>
              <a:tr h="370840">
                <a:tc>
                  <a:txBody>
                    <a:bodyPr/>
                    <a:lstStyle/>
                    <a:p>
                      <a:pPr marL="0" marR="0" indent="2032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United Kingdom (.uk)</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434</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4%</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267</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4%</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944140963"/>
                  </a:ext>
                </a:extLst>
              </a:tr>
              <a:tr h="370840">
                <a:tc>
                  <a:txBody>
                    <a:bodyPr/>
                    <a:lstStyle/>
                    <a:p>
                      <a:pPr marL="0" marR="0" indent="2032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France (.fr)</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398</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3%</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235</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116699789"/>
                  </a:ext>
                </a:extLst>
              </a:tr>
              <a:tr h="370840">
                <a:tc>
                  <a:txBody>
                    <a:bodyPr/>
                    <a:lstStyle/>
                    <a:p>
                      <a:pPr marL="0" marR="0" indent="2032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Canada (.ca)</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335</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3%</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160</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517236238"/>
                  </a:ext>
                </a:extLst>
              </a:tr>
              <a:tr h="370840">
                <a:tc>
                  <a:txBody>
                    <a:bodyPr/>
                    <a:lstStyle/>
                    <a:p>
                      <a:pPr marL="0" marR="0" indent="2032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Australia (.au)</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198</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2%</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109</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235476232"/>
                  </a:ext>
                </a:extLst>
              </a:tr>
              <a:tr h="370840">
                <a:tc>
                  <a:txBody>
                    <a:bodyPr/>
                    <a:lstStyle/>
                    <a:p>
                      <a:pPr marL="0" marR="0" indent="203200">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Italy (.it)</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198</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2%</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129</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678222208"/>
                  </a:ext>
                </a:extLst>
              </a:tr>
              <a:tr h="370840">
                <a:tc>
                  <a:txBody>
                    <a:bodyPr/>
                    <a:lstStyle/>
                    <a:p>
                      <a:pPr marL="0" marR="0" indent="2032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Switzerland (.ch)</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172</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102</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4034791519"/>
                  </a:ext>
                </a:extLst>
              </a:tr>
              <a:tr h="370840">
                <a:tc>
                  <a:txBody>
                    <a:bodyPr/>
                    <a:lstStyle/>
                    <a:p>
                      <a:pPr marL="0" marR="0" indent="2032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Spain (.es)</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166</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102</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283216383"/>
                  </a:ext>
                </a:extLst>
              </a:tr>
              <a:tr h="370840">
                <a:tc>
                  <a:txBody>
                    <a:bodyPr/>
                    <a:lstStyle/>
                    <a:p>
                      <a:pPr marL="0" marR="0" indent="2032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Netherlands (.nl)</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151</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1%</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89</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518066099"/>
                  </a:ext>
                </a:extLst>
              </a:tr>
              <a:tr h="370840">
                <a:tc>
                  <a:txBody>
                    <a:bodyPr/>
                    <a:lstStyle/>
                    <a:p>
                      <a:pPr marL="0" marR="0" indent="203200">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Austria (.at)</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123</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0.0</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rPr>
                        <a:t>56.0</a:t>
                      </a:r>
                      <a:endParaRPr lang="en-US"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462607126"/>
                  </a:ext>
                </a:extLst>
              </a:tr>
            </a:tbl>
          </a:graphicData>
        </a:graphic>
      </p:graphicFrame>
      <p:sp>
        <p:nvSpPr>
          <p:cNvPr id="3" name="Slide Number Placeholder 2">
            <a:extLst>
              <a:ext uri="{FF2B5EF4-FFF2-40B4-BE49-F238E27FC236}">
                <a16:creationId xmlns:a16="http://schemas.microsoft.com/office/drawing/2014/main" id="{21DC5469-FB28-4D47-95F9-62A4F7F8E372}"/>
              </a:ext>
            </a:extLst>
          </p:cNvPr>
          <p:cNvSpPr>
            <a:spLocks noGrp="1"/>
          </p:cNvSpPr>
          <p:nvPr>
            <p:ph type="sldNum" sz="quarter" idx="12"/>
          </p:nvPr>
        </p:nvSpPr>
        <p:spPr/>
        <p:txBody>
          <a:bodyPr/>
          <a:lstStyle/>
          <a:p>
            <a:fld id="{1B835D90-6387-4175-8905-3408BA5A358B}" type="slidenum">
              <a:rPr lang="en-US" altLang="en-US" smtClean="0"/>
              <a:pPr/>
              <a:t>14</a:t>
            </a:fld>
            <a:endParaRPr lang="en-US" altLang="en-US"/>
          </a:p>
        </p:txBody>
      </p:sp>
    </p:spTree>
    <p:extLst>
      <p:ext uri="{BB962C8B-B14F-4D97-AF65-F5344CB8AC3E}">
        <p14:creationId xmlns:p14="http://schemas.microsoft.com/office/powerpoint/2010/main" val="509811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92B8A92-0D3D-49BE-B21B-1A79255BDA50}"/>
              </a:ext>
            </a:extLst>
          </p:cNvPr>
          <p:cNvSpPr>
            <a:spLocks noGrp="1" noChangeArrowheads="1"/>
          </p:cNvSpPr>
          <p:nvPr>
            <p:ph type="title"/>
          </p:nvPr>
        </p:nvSpPr>
        <p:spPr>
          <a:xfrm>
            <a:off x="-15240" y="1181074"/>
            <a:ext cx="9144000" cy="1143000"/>
          </a:xfrm>
        </p:spPr>
        <p:txBody>
          <a:bodyPr/>
          <a:lstStyle/>
          <a:p>
            <a:pPr eaLnBrk="1" hangingPunct="1"/>
            <a:r>
              <a:rPr lang="en-US" altLang="en-US" sz="3200" dirty="0">
                <a:latin typeface="Arial" panose="020B0604020202020204" pitchFamily="34" charset="0"/>
              </a:rPr>
              <a:t>Questions?</a:t>
            </a:r>
            <a:br>
              <a:rPr lang="en-US" altLang="en-US" sz="3200" dirty="0">
                <a:latin typeface="Arial" panose="020B0604020202020204" pitchFamily="34" charset="0"/>
              </a:rPr>
            </a:br>
            <a:r>
              <a:rPr lang="en-US" altLang="en-US" sz="3200" dirty="0">
                <a:latin typeface="Arial" panose="020B0604020202020204" pitchFamily="34" charset="0"/>
              </a:rPr>
              <a:t>crobbins@nsf.gov</a:t>
            </a:r>
            <a:br>
              <a:rPr lang="en-US" altLang="en-US" sz="3200" dirty="0">
                <a:latin typeface="Arial" panose="020B0604020202020204" pitchFamily="34" charset="0"/>
              </a:rPr>
            </a:br>
            <a:endParaRPr lang="en-US" altLang="en-US" sz="3200" dirty="0">
              <a:latin typeface="Arial" panose="020B0604020202020204" pitchFamily="34" charset="0"/>
            </a:endParaRPr>
          </a:p>
        </p:txBody>
      </p:sp>
      <p:sp>
        <p:nvSpPr>
          <p:cNvPr id="11267" name="Rectangle 4" title="divider">
            <a:extLst>
              <a:ext uri="{FF2B5EF4-FFF2-40B4-BE49-F238E27FC236}">
                <a16:creationId xmlns:a16="http://schemas.microsoft.com/office/drawing/2014/main" id="{B073A3D2-CE6A-45C8-979C-3C0475BF29B0}"/>
              </a:ext>
            </a:extLst>
          </p:cNvPr>
          <p:cNvSpPr>
            <a:spLocks noChangeArrowheads="1"/>
          </p:cNvSpPr>
          <p:nvPr/>
        </p:nvSpPr>
        <p:spPr bwMode="auto">
          <a:xfrm>
            <a:off x="0" y="685800"/>
            <a:ext cx="9144000" cy="76200"/>
          </a:xfrm>
          <a:prstGeom prst="rect">
            <a:avLst/>
          </a:prstGeom>
          <a:gradFill rotWithShape="0">
            <a:gsLst>
              <a:gs pos="0">
                <a:srgbClr val="00001F"/>
              </a:gs>
              <a:gs pos="100000">
                <a:srgbClr val="000099"/>
              </a:gs>
            </a:gsLst>
            <a:lin ang="0" scaled="1"/>
          </a:gradFill>
          <a:ln w="317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11271" name="Picture 10" descr="National Center for Science and Engineering Statistics logo">
            <a:extLst>
              <a:ext uri="{FF2B5EF4-FFF2-40B4-BE49-F238E27FC236}">
                <a16:creationId xmlns:a16="http://schemas.microsoft.com/office/drawing/2014/main" id="{9F518016-3345-42FF-8112-28C5E15D93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34938"/>
            <a:ext cx="502920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10" descr="nsf2">
            <a:extLst>
              <a:ext uri="{FF2B5EF4-FFF2-40B4-BE49-F238E27FC236}">
                <a16:creationId xmlns:a16="http://schemas.microsoft.com/office/drawing/2014/main" id="{517165A0-5900-4AF3-A173-D94C920ACC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9375"/>
            <a:ext cx="5334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52C07883-DC43-49C2-AD6A-61A241F70DED}"/>
              </a:ext>
            </a:extLst>
          </p:cNvPr>
          <p:cNvPicPr>
            <a:picLocks noChangeAspect="1"/>
          </p:cNvPicPr>
          <p:nvPr/>
        </p:nvPicPr>
        <p:blipFill>
          <a:blip r:embed="rId5"/>
          <a:stretch>
            <a:fillRect/>
          </a:stretch>
        </p:blipFill>
        <p:spPr>
          <a:xfrm>
            <a:off x="1829148" y="3322904"/>
            <a:ext cx="5409851" cy="2796359"/>
          </a:xfrm>
          <a:prstGeom prst="rect">
            <a:avLst/>
          </a:prstGeom>
          <a:ln>
            <a:solidFill>
              <a:schemeClr val="tx1"/>
            </a:solidFill>
          </a:ln>
        </p:spPr>
      </p:pic>
      <p:sp>
        <p:nvSpPr>
          <p:cNvPr id="11" name="Rectangle 2">
            <a:extLst>
              <a:ext uri="{FF2B5EF4-FFF2-40B4-BE49-F238E27FC236}">
                <a16:creationId xmlns:a16="http://schemas.microsoft.com/office/drawing/2014/main" id="{8727E63D-9966-4CC6-BCEC-5DAF87076F09}"/>
              </a:ext>
            </a:extLst>
          </p:cNvPr>
          <p:cNvSpPr txBox="1">
            <a:spLocks noChangeArrowheads="1"/>
          </p:cNvSpPr>
          <p:nvPr/>
        </p:nvSpPr>
        <p:spPr bwMode="auto">
          <a:xfrm>
            <a:off x="-38100" y="2659355"/>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eaLnBrk="1" hangingPunct="1"/>
            <a:r>
              <a:rPr lang="en-US" altLang="en-US" sz="2000" kern="0" dirty="0">
                <a:latin typeface="Arial" panose="020B0604020202020204" pitchFamily="34" charset="0"/>
              </a:rPr>
              <a:t>Grateful Acknowledgement to </a:t>
            </a:r>
          </a:p>
          <a:p>
            <a:pPr eaLnBrk="1" hangingPunct="1"/>
            <a:r>
              <a:rPr lang="en-US" altLang="en-US" sz="2000" kern="0" dirty="0">
                <a:latin typeface="Arial" panose="020B0604020202020204" pitchFamily="34" charset="0"/>
              </a:rPr>
              <a:t>Team Open Source Surfers (TOSS)</a:t>
            </a:r>
          </a:p>
          <a:p>
            <a:pPr eaLnBrk="1" hangingPunct="1"/>
            <a:br>
              <a:rPr lang="en-US" altLang="en-US" sz="3200" kern="0" dirty="0">
                <a:latin typeface="Arial" panose="020B0604020202020204" pitchFamily="34" charset="0"/>
              </a:rPr>
            </a:br>
            <a:endParaRPr lang="en-US" altLang="en-US" sz="3200" kern="0" dirty="0">
              <a:latin typeface="Arial" panose="020B0604020202020204" pitchFamily="34" charset="0"/>
            </a:endParaRPr>
          </a:p>
        </p:txBody>
      </p:sp>
      <p:sp>
        <p:nvSpPr>
          <p:cNvPr id="5" name="TextBox 4">
            <a:extLst>
              <a:ext uri="{FF2B5EF4-FFF2-40B4-BE49-F238E27FC236}">
                <a16:creationId xmlns:a16="http://schemas.microsoft.com/office/drawing/2014/main" id="{DC0BEE8E-520F-446A-8183-56BFDF81318E}"/>
              </a:ext>
            </a:extLst>
          </p:cNvPr>
          <p:cNvSpPr txBox="1"/>
          <p:nvPr/>
        </p:nvSpPr>
        <p:spPr>
          <a:xfrm>
            <a:off x="609600" y="6211312"/>
            <a:ext cx="784860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Hannah Brinkley, Daniel Chen, José </a:t>
            </a:r>
            <a:r>
              <a:rPr lang="en-US" sz="1600" dirty="0" err="1">
                <a:latin typeface="Arial" panose="020B0604020202020204" pitchFamily="34" charset="0"/>
                <a:cs typeface="Arial" panose="020B0604020202020204" pitchFamily="34" charset="0"/>
              </a:rPr>
              <a:t>Bayoán</a:t>
            </a:r>
            <a:r>
              <a:rPr lang="en-US" sz="1600" dirty="0">
                <a:latin typeface="Arial" panose="020B0604020202020204" pitchFamily="34" charset="0"/>
                <a:cs typeface="Arial" panose="020B0604020202020204" pitchFamily="34" charset="0"/>
              </a:rPr>
              <a:t> Santiago Calderón, Eirik Iversen, Keren Chen, and Gizem Korkmaz</a:t>
            </a:r>
          </a:p>
        </p:txBody>
      </p:sp>
      <p:sp>
        <p:nvSpPr>
          <p:cNvPr id="2" name="Slide Number Placeholder 1">
            <a:extLst>
              <a:ext uri="{FF2B5EF4-FFF2-40B4-BE49-F238E27FC236}">
                <a16:creationId xmlns:a16="http://schemas.microsoft.com/office/drawing/2014/main" id="{814012F7-11BD-4D45-BC0F-FF4D2139D72A}"/>
              </a:ext>
            </a:extLst>
          </p:cNvPr>
          <p:cNvSpPr>
            <a:spLocks noGrp="1"/>
          </p:cNvSpPr>
          <p:nvPr>
            <p:ph type="sldNum" sz="quarter" idx="12"/>
          </p:nvPr>
        </p:nvSpPr>
        <p:spPr/>
        <p:txBody>
          <a:bodyPr/>
          <a:lstStyle/>
          <a:p>
            <a:fld id="{1B835D90-6387-4175-8905-3408BA5A358B}" type="slidenum">
              <a:rPr lang="en-US" altLang="en-US" smtClean="0"/>
              <a:pPr/>
              <a:t>15</a:t>
            </a:fld>
            <a:endParaRPr lang="en-US" altLang="en-US"/>
          </a:p>
        </p:txBody>
      </p:sp>
    </p:spTree>
    <p:extLst>
      <p:ext uri="{BB962C8B-B14F-4D97-AF65-F5344CB8AC3E}">
        <p14:creationId xmlns:p14="http://schemas.microsoft.com/office/powerpoint/2010/main" val="1820400437"/>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LongProperties xmlns="http://schemas.microsoft.com/office/2006/metadata/long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EADF57-0523-4F38-AF1D-6C30B92BB75F}">
  <ds:schemaRefs>
    <ds:schemaRef ds:uri="http://schemas.microsoft.com/office/2006/metadata/properties"/>
    <ds:schemaRef ds:uri="http://purl.org/dc/term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elements/1.1/"/>
  </ds:schemaRefs>
</ds:datastoreItem>
</file>

<file path=customXml/itemProps2.xml><?xml version="1.0" encoding="utf-8"?>
<ds:datastoreItem xmlns:ds="http://schemas.openxmlformats.org/officeDocument/2006/customXml" ds:itemID="{F86D97FB-7F9A-4D84-BEC1-A6189C81F85A}"/>
</file>

<file path=customXml/itemProps3.xml><?xml version="1.0" encoding="utf-8"?>
<ds:datastoreItem xmlns:ds="http://schemas.openxmlformats.org/officeDocument/2006/customXml" ds:itemID="{CAFF0F44-FC1F-42A6-833A-BB9D225E3AA6}">
  <ds:schemaRefs>
    <ds:schemaRef ds:uri="http://schemas.microsoft.com/office/2006/metadata/longProperties"/>
  </ds:schemaRefs>
</ds:datastoreItem>
</file>

<file path=customXml/itemProps4.xml><?xml version="1.0" encoding="utf-8"?>
<ds:datastoreItem xmlns:ds="http://schemas.openxmlformats.org/officeDocument/2006/customXml" ds:itemID="{5D401D0D-1032-45DA-B6C0-8C6331812B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11393</TotalTime>
  <Words>4329</Words>
  <Application>Microsoft Office PowerPoint</Application>
  <PresentationFormat>On-screen Show (4:3)</PresentationFormat>
  <Paragraphs>589</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Narrow</vt:lpstr>
      <vt:lpstr>Calibri</vt:lpstr>
      <vt:lpstr>Calibri Light</vt:lpstr>
      <vt:lpstr>Tahoma</vt:lpstr>
      <vt:lpstr>Times New Roman</vt:lpstr>
      <vt:lpstr>Default Design</vt:lpstr>
      <vt:lpstr>The Scope and Impact of Open Source Software as Intangible Capital:  A Framework for Measurement with an Application Based on the use of R Packages   Carol A. Robbins*(1), Gizem Korkmaz (2), José Bayoán Santiago Calderón (3),  Daniel Chen (2), Aaron Schroeder (2), Claire Kelling (4), Stephanie Shipp (2), Sallie Keller (2)   CRIW Conference: Big Data for 21st Century Economic Statistics Bethesda, MD Washington, D.C. March 15-16, 2019</vt:lpstr>
      <vt:lpstr>Measuring Open Source Software  </vt:lpstr>
      <vt:lpstr>Measuring Open Source Software  </vt:lpstr>
      <vt:lpstr>U.S. Software Investment in 2017: $381 Billion</vt:lpstr>
      <vt:lpstr>A Small Tweak to Standard Software Investment Categories can highlight OSS</vt:lpstr>
      <vt:lpstr>“Big Data” sources for OSS measurement</vt:lpstr>
      <vt:lpstr>GitHub Platform</vt:lpstr>
      <vt:lpstr>PowerPoint Presentation</vt:lpstr>
      <vt:lpstr>Cost of OSS Software Package Creation  </vt:lpstr>
      <vt:lpstr>KLOC and Resource Cost Based on Projects in CRAN</vt:lpstr>
      <vt:lpstr>KLOC and Resource Cost Based on GitHub KLOC</vt:lpstr>
      <vt:lpstr>Downloads of Base R</vt:lpstr>
      <vt:lpstr>R Downloads and Reuses as Impact</vt:lpstr>
      <vt:lpstr>Sectors of R Contributors from CRAN</vt:lpstr>
      <vt:lpstr>Countries of R Contributors from CRAN</vt:lpstr>
      <vt:lpstr>Questions? crobbins@nsf.gov </vt:lpstr>
    </vt:vector>
  </TitlesOfParts>
  <Company>National Science Foundation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NCSES Template for Creating PowerPoint Presentations</dc:title>
  <dc:creator>Newman, Joseph</dc:creator>
  <cp:lastModifiedBy>Robbins, Carol A.</cp:lastModifiedBy>
  <cp:revision>337</cp:revision>
  <cp:lastPrinted>2018-11-16T12:57:03Z</cp:lastPrinted>
  <dcterms:created xsi:type="dcterms:W3CDTF">2003-01-02T15:22:50Z</dcterms:created>
  <dcterms:modified xsi:type="dcterms:W3CDTF">2019-03-15T13:10:01Z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Year">
    <vt:lpwstr/>
  </property>
  <property fmtid="{D5CDD505-2E9C-101B-9397-08002B2CF9AE}" pid="3" name="Document Name">
    <vt:lpwstr>https://collaboration.inside.nsf.gov/sbe/srs/staff/Policies%20and%20Guidelines/ncses_template.ppt, NCSES Template for Creating PowerPoint Presentations</vt:lpwstr>
  </property>
  <property fmtid="{D5CDD505-2E9C-101B-9397-08002B2CF9AE}" pid="4" name="ContentTypeId">
    <vt:lpwstr>0x010100D45AE3D1135F4E41AB498540A40487BD</vt:lpwstr>
  </property>
</Properties>
</file>
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CFD7C0-7FEC-AE18-E673-63AB1A539477}" v="1" dt="2019-08-01T15:05:28.747"/>
    <p1510:client id="{11CF70B3-BFE2-91A0-969B-B65CF90ACD93}" v="2" dt="2019-07-31T16:44:53.397"/>
    <p1510:client id="{B1485021-7460-4782-11CC-CAD23167803D}" v="16" dt="2019-07-31T02:31:44.720"/>
    <p1510:client id="{C3D69334-0C67-5C42-A2FB-48D4B4EEDB2E}" v="1" dt="2019-07-31T17:38:08.45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6912"/>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2.xml"/><Relationship Id="rId5" Type="http://schemas.openxmlformats.org/officeDocument/2006/relationships/viewProps" Target="viewProps.xml"/><Relationship Id="rId10" Type="http://schemas.openxmlformats.org/officeDocument/2006/relationships/customXml" Target="../customXml/item1.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g, Cong (cc2cm)" userId="S::cc2cm@virginia.edu::f07c910d-2f81-4213-8697-fa8eb7446fa4" providerId="AD" clId="Web-{6309CF28-DADC-CF45-86A2-BA3A4D277E61}"/>
    <pc:docChg chg="modSld">
      <pc:chgData name="Cong, Cong (cc2cm)" userId="S::cc2cm@virginia.edu::f07c910d-2f81-4213-8697-fa8eb7446fa4" providerId="AD" clId="Web-{6309CF28-DADC-CF45-86A2-BA3A4D277E61}" dt="2019-07-31T18:32:40.100" v="256" actId="1076"/>
      <pc:docMkLst>
        <pc:docMk/>
      </pc:docMkLst>
      <pc:sldChg chg="addSp delSp modSp">
        <pc:chgData name="Cong, Cong (cc2cm)" userId="S::cc2cm@virginia.edu::f07c910d-2f81-4213-8697-fa8eb7446fa4" providerId="AD" clId="Web-{6309CF28-DADC-CF45-86A2-BA3A4D277E61}" dt="2019-07-31T18:32:40.100" v="256" actId="1076"/>
        <pc:sldMkLst>
          <pc:docMk/>
          <pc:sldMk cId="0" sldId="257"/>
        </pc:sldMkLst>
        <pc:spChg chg="mod">
          <ac:chgData name="Cong, Cong (cc2cm)" userId="S::cc2cm@virginia.edu::f07c910d-2f81-4213-8697-fa8eb7446fa4" providerId="AD" clId="Web-{6309CF28-DADC-CF45-86A2-BA3A4D277E61}" dt="2019-07-31T18:25:14.052" v="249" actId="1076"/>
          <ac:spMkLst>
            <pc:docMk/>
            <pc:sldMk cId="0" sldId="257"/>
            <ac:spMk id="70" creationId="{2DC2196B-64DA-4588-94E8-AFC493929C83}"/>
          </ac:spMkLst>
        </pc:spChg>
        <pc:picChg chg="add del mod">
          <ac:chgData name="Cong, Cong (cc2cm)" userId="S::cc2cm@virginia.edu::f07c910d-2f81-4213-8697-fa8eb7446fa4" providerId="AD" clId="Web-{6309CF28-DADC-CF45-86A2-BA3A4D277E61}" dt="2019-07-31T18:31:41.975" v="250"/>
          <ac:picMkLst>
            <pc:docMk/>
            <pc:sldMk cId="0" sldId="257"/>
            <ac:picMk id="12" creationId="{77F8F447-9623-4E0D-B2B0-6F151D6A1784}"/>
          </ac:picMkLst>
        </pc:picChg>
        <pc:picChg chg="add del mod">
          <ac:chgData name="Cong, Cong (cc2cm)" userId="S::cc2cm@virginia.edu::f07c910d-2f81-4213-8697-fa8eb7446fa4" providerId="AD" clId="Web-{6309CF28-DADC-CF45-86A2-BA3A4D277E61}" dt="2019-07-31T18:31:56.476" v="252"/>
          <ac:picMkLst>
            <pc:docMk/>
            <pc:sldMk cId="0" sldId="257"/>
            <ac:picMk id="24" creationId="{47322C26-57EF-4DEC-8F74-2CAD97B1A87E}"/>
          </ac:picMkLst>
        </pc:picChg>
        <pc:picChg chg="add mod">
          <ac:chgData name="Cong, Cong (cc2cm)" userId="S::cc2cm@virginia.edu::f07c910d-2f81-4213-8697-fa8eb7446fa4" providerId="AD" clId="Web-{6309CF28-DADC-CF45-86A2-BA3A4D277E61}" dt="2019-07-31T18:32:40.100" v="256" actId="1076"/>
          <ac:picMkLst>
            <pc:docMk/>
            <pc:sldMk cId="0" sldId="257"/>
            <ac:picMk id="29" creationId="{8543BFBA-C5BE-4850-976C-4CC702D52613}"/>
          </ac:picMkLst>
        </pc:picChg>
      </pc:sldChg>
    </pc:docChg>
  </pc:docChgLst>
  <pc:docChgLst>
    <pc:chgData name="Cong, Cong (cc2cm)" userId="S::cc2cm@virginia.edu::f07c910d-2f81-4213-8697-fa8eb7446fa4" providerId="AD" clId="Web-{4BE23933-34C3-4A29-2E2D-C98C0D342286}"/>
    <pc:docChg chg="modSld">
      <pc:chgData name="Cong, Cong (cc2cm)" userId="S::cc2cm@virginia.edu::f07c910d-2f81-4213-8697-fa8eb7446fa4" providerId="AD" clId="Web-{4BE23933-34C3-4A29-2E2D-C98C0D342286}" dt="2019-07-31T18:17:46.651" v="7" actId="14100"/>
      <pc:docMkLst>
        <pc:docMk/>
      </pc:docMkLst>
      <pc:sldChg chg="addSp delSp modSp">
        <pc:chgData name="Cong, Cong (cc2cm)" userId="S::cc2cm@virginia.edu::f07c910d-2f81-4213-8697-fa8eb7446fa4" providerId="AD" clId="Web-{4BE23933-34C3-4A29-2E2D-C98C0D342286}" dt="2019-07-31T18:17:46.651" v="7" actId="14100"/>
        <pc:sldMkLst>
          <pc:docMk/>
          <pc:sldMk cId="0" sldId="257"/>
        </pc:sldMkLst>
        <pc:spChg chg="mod">
          <ac:chgData name="Cong, Cong (cc2cm)" userId="S::cc2cm@virginia.edu::f07c910d-2f81-4213-8697-fa8eb7446fa4" providerId="AD" clId="Web-{4BE23933-34C3-4A29-2E2D-C98C0D342286}" dt="2019-07-31T18:17:02.853" v="3" actId="14100"/>
          <ac:spMkLst>
            <pc:docMk/>
            <pc:sldMk cId="0" sldId="257"/>
            <ac:spMk id="19" creationId="{EF92843B-2EE8-47F5-AEB7-48368945B0FB}"/>
          </ac:spMkLst>
        </pc:spChg>
        <pc:spChg chg="mod">
          <ac:chgData name="Cong, Cong (cc2cm)" userId="S::cc2cm@virginia.edu::f07c910d-2f81-4213-8697-fa8eb7446fa4" providerId="AD" clId="Web-{4BE23933-34C3-4A29-2E2D-C98C0D342286}" dt="2019-07-31T18:17:46.651" v="7" actId="14100"/>
          <ac:spMkLst>
            <pc:docMk/>
            <pc:sldMk cId="0" sldId="257"/>
            <ac:spMk id="38" creationId="{22D1334F-2177-422B-AE9C-58DE247488CE}"/>
          </ac:spMkLst>
        </pc:spChg>
        <pc:spChg chg="mod">
          <ac:chgData name="Cong, Cong (cc2cm)" userId="S::cc2cm@virginia.edu::f07c910d-2f81-4213-8697-fa8eb7446fa4" providerId="AD" clId="Web-{4BE23933-34C3-4A29-2E2D-C98C0D342286}" dt="2019-07-31T18:17:15.119" v="4" actId="1076"/>
          <ac:spMkLst>
            <pc:docMk/>
            <pc:sldMk cId="0" sldId="257"/>
            <ac:spMk id="55" creationId="{06D85868-0F03-4AB5-8361-46BECFF1C2B4}"/>
          </ac:spMkLst>
        </pc:spChg>
        <pc:spChg chg="mod">
          <ac:chgData name="Cong, Cong (cc2cm)" userId="S::cc2cm@virginia.edu::f07c910d-2f81-4213-8697-fa8eb7446fa4" providerId="AD" clId="Web-{4BE23933-34C3-4A29-2E2D-C98C0D342286}" dt="2019-07-31T18:17:15.197" v="5" actId="1076"/>
          <ac:spMkLst>
            <pc:docMk/>
            <pc:sldMk cId="0" sldId="257"/>
            <ac:spMk id="58" creationId="{84633A96-28E5-445B-A839-6CA4370E5595}"/>
          </ac:spMkLst>
        </pc:spChg>
        <pc:picChg chg="add del mod">
          <ac:chgData name="Cong, Cong (cc2cm)" userId="S::cc2cm@virginia.edu::f07c910d-2f81-4213-8697-fa8eb7446fa4" providerId="AD" clId="Web-{4BE23933-34C3-4A29-2E2D-C98C0D342286}" dt="2019-07-31T18:15:53.962" v="2"/>
          <ac:picMkLst>
            <pc:docMk/>
            <pc:sldMk cId="0" sldId="257"/>
            <ac:picMk id="12" creationId="{60CE056D-6063-4384-80E1-204A54495E4D}"/>
          </ac:picMkLst>
        </pc:picChg>
      </pc:sldChg>
    </pc:docChg>
  </pc:docChgLst>
  <pc:docChgLst>
    <pc:chgData name="Cong, Cong (cc2cm)" userId="S::cc2cm@virginia.edu::f07c910d-2f81-4213-8697-fa8eb7446fa4" providerId="AD" clId="Web-{6FE94C81-BB55-512B-29E5-0CAE891B5954}"/>
    <pc:docChg chg="addSld delSld">
      <pc:chgData name="Cong, Cong (cc2cm)" userId="S::cc2cm@virginia.edu::f07c910d-2f81-4213-8697-fa8eb7446fa4" providerId="AD" clId="Web-{6FE94C81-BB55-512B-29E5-0CAE891B5954}" dt="2019-07-31T01:15:29.994" v="1"/>
      <pc:docMkLst>
        <pc:docMk/>
      </pc:docMkLst>
      <pc:sldChg chg="new del">
        <pc:chgData name="Cong, Cong (cc2cm)" userId="S::cc2cm@virginia.edu::f07c910d-2f81-4213-8697-fa8eb7446fa4" providerId="AD" clId="Web-{6FE94C81-BB55-512B-29E5-0CAE891B5954}" dt="2019-07-31T01:15:29.994" v="1"/>
        <pc:sldMkLst>
          <pc:docMk/>
          <pc:sldMk cId="1788685189" sldId="258"/>
        </pc:sldMkLst>
      </pc:sldChg>
    </pc:docChg>
  </pc:docChgLst>
  <pc:docChgLst>
    <pc:chgData name="Tobin, Eliza Nicole (ent4pn)" userId="S::ent4pn@virginia.edu::c6f0735e-188b-4a35-9a6a-2de662ec8b5c" providerId="AD" clId="Web-{2C2CFD39-55B3-8E97-691A-5AE6ADEDF6A9}"/>
    <pc:docChg chg="modSld">
      <pc:chgData name="Tobin, Eliza Nicole (ent4pn)" userId="S::ent4pn@virginia.edu::c6f0735e-188b-4a35-9a6a-2de662ec8b5c" providerId="AD" clId="Web-{2C2CFD39-55B3-8E97-691A-5AE6ADEDF6A9}" dt="2019-07-29T19:23:52.771" v="4" actId="20577"/>
      <pc:docMkLst>
        <pc:docMk/>
      </pc:docMkLst>
      <pc:sldChg chg="modSp">
        <pc:chgData name="Tobin, Eliza Nicole (ent4pn)" userId="S::ent4pn@virginia.edu::c6f0735e-188b-4a35-9a6a-2de662ec8b5c" providerId="AD" clId="Web-{2C2CFD39-55B3-8E97-691A-5AE6ADEDF6A9}" dt="2019-07-29T19:23:52.771" v="4" actId="20577"/>
        <pc:sldMkLst>
          <pc:docMk/>
          <pc:sldMk cId="0" sldId="257"/>
        </pc:sldMkLst>
        <pc:spChg chg="mod">
          <ac:chgData name="Tobin, Eliza Nicole (ent4pn)" userId="S::ent4pn@virginia.edu::c6f0735e-188b-4a35-9a6a-2de662ec8b5c" providerId="AD" clId="Web-{2C2CFD39-55B3-8E97-691A-5AE6ADEDF6A9}" dt="2019-07-29T19:23:52.771" v="4" actId="20577"/>
          <ac:spMkLst>
            <pc:docMk/>
            <pc:sldMk cId="0" sldId="257"/>
            <ac:spMk id="18" creationId="{27C2C96C-71F8-4CF5-8E18-4ABAA520FA63}"/>
          </ac:spMkLst>
        </pc:spChg>
      </pc:sldChg>
    </pc:docChg>
  </pc:docChgLst>
  <pc:docChgLst>
    <pc:chgData name="Isch, Calvin (ci3uz)" userId="S::ci3uz@virginia.edu::d1b8b1a6-b223-4c78-a3de-e3d4ac8ab098" providerId="AD" clId="Web-{02CFD7C0-7FEC-AE18-E673-63AB1A539477}"/>
    <pc:docChg chg="modSld">
      <pc:chgData name="Isch, Calvin (ci3uz)" userId="S::ci3uz@virginia.edu::d1b8b1a6-b223-4c78-a3de-e3d4ac8ab098" providerId="AD" clId="Web-{02CFD7C0-7FEC-AE18-E673-63AB1A539477}" dt="2019-08-01T15:14:43.687" v="168" actId="1076"/>
      <pc:docMkLst>
        <pc:docMk/>
      </pc:docMkLst>
      <pc:sldChg chg="addSp modSp">
        <pc:chgData name="Isch, Calvin (ci3uz)" userId="S::ci3uz@virginia.edu::d1b8b1a6-b223-4c78-a3de-e3d4ac8ab098" providerId="AD" clId="Web-{02CFD7C0-7FEC-AE18-E673-63AB1A539477}" dt="2019-08-01T15:14:43.687" v="168" actId="1076"/>
        <pc:sldMkLst>
          <pc:docMk/>
          <pc:sldMk cId="0" sldId="257"/>
        </pc:sldMkLst>
        <pc:spChg chg="mod">
          <ac:chgData name="Isch, Calvin (ci3uz)" userId="S::ci3uz@virginia.edu::d1b8b1a6-b223-4c78-a3de-e3d4ac8ab098" providerId="AD" clId="Web-{02CFD7C0-7FEC-AE18-E673-63AB1A539477}" dt="2019-08-01T15:08:32.341" v="24" actId="14100"/>
          <ac:spMkLst>
            <pc:docMk/>
            <pc:sldMk cId="0" sldId="257"/>
            <ac:spMk id="11" creationId="{63E3BA55-BA16-4266-9874-5024C91A0146}"/>
          </ac:spMkLst>
        </pc:spChg>
        <pc:spChg chg="add mod">
          <ac:chgData name="Isch, Calvin (ci3uz)" userId="S::ci3uz@virginia.edu::d1b8b1a6-b223-4c78-a3de-e3d4ac8ab098" providerId="AD" clId="Web-{02CFD7C0-7FEC-AE18-E673-63AB1A539477}" dt="2019-08-01T15:08:59.810" v="29" actId="14100"/>
          <ac:spMkLst>
            <pc:docMk/>
            <pc:sldMk cId="0" sldId="257"/>
            <ac:spMk id="34" creationId="{8DFDE04C-136A-41DF-BC24-FDC1C3A80900}"/>
          </ac:spMkLst>
        </pc:spChg>
        <pc:spChg chg="add mod">
          <ac:chgData name="Isch, Calvin (ci3uz)" userId="S::ci3uz@virginia.edu::d1b8b1a6-b223-4c78-a3de-e3d4ac8ab098" providerId="AD" clId="Web-{02CFD7C0-7FEC-AE18-E673-63AB1A539477}" dt="2019-08-01T15:12:33.249" v="147" actId="1076"/>
          <ac:spMkLst>
            <pc:docMk/>
            <pc:sldMk cId="0" sldId="257"/>
            <ac:spMk id="35" creationId="{3D975519-2E05-4C60-9796-DEBF2CEE96DB}"/>
          </ac:spMkLst>
        </pc:spChg>
        <pc:spChg chg="mod">
          <ac:chgData name="Isch, Calvin (ci3uz)" userId="S::ci3uz@virginia.edu::d1b8b1a6-b223-4c78-a3de-e3d4ac8ab098" providerId="AD" clId="Web-{02CFD7C0-7FEC-AE18-E673-63AB1A539477}" dt="2019-08-01T15:13:29.577" v="164" actId="20577"/>
          <ac:spMkLst>
            <pc:docMk/>
            <pc:sldMk cId="0" sldId="257"/>
            <ac:spMk id="72" creationId="{2E9F3B82-5FE6-4348-91A2-FAA89187A985}"/>
          </ac:spMkLst>
        </pc:spChg>
        <pc:spChg chg="add mod">
          <ac:chgData name="Isch, Calvin (ci3uz)" userId="S::ci3uz@virginia.edu::d1b8b1a6-b223-4c78-a3de-e3d4ac8ab098" providerId="AD" clId="Web-{02CFD7C0-7FEC-AE18-E673-63AB1A539477}" dt="2019-08-01T15:08:39.216" v="27" actId="14100"/>
          <ac:spMkLst>
            <pc:docMk/>
            <pc:sldMk cId="0" sldId="257"/>
            <ac:spMk id="78" creationId="{DD9813C9-9A4D-4E2C-B38E-2A83DD55AFE0}"/>
          </ac:spMkLst>
        </pc:spChg>
        <pc:picChg chg="add mod">
          <ac:chgData name="Isch, Calvin (ci3uz)" userId="S::ci3uz@virginia.edu::d1b8b1a6-b223-4c78-a3de-e3d4ac8ab098" providerId="AD" clId="Web-{02CFD7C0-7FEC-AE18-E673-63AB1A539477}" dt="2019-08-01T15:04:41.652" v="1" actId="1076"/>
          <ac:picMkLst>
            <pc:docMk/>
            <pc:sldMk cId="0" sldId="257"/>
            <ac:picMk id="23" creationId="{758956A7-5B40-4994-A91E-8BF4E9FC5740}"/>
          </ac:picMkLst>
        </pc:picChg>
        <pc:picChg chg="add mod">
          <ac:chgData name="Isch, Calvin (ci3uz)" userId="S::ci3uz@virginia.edu::d1b8b1a6-b223-4c78-a3de-e3d4ac8ab098" providerId="AD" clId="Web-{02CFD7C0-7FEC-AE18-E673-63AB1A539477}" dt="2019-08-01T15:04:58.669" v="3" actId="1076"/>
          <ac:picMkLst>
            <pc:docMk/>
            <pc:sldMk cId="0" sldId="257"/>
            <ac:picMk id="30" creationId="{7774BE46-2599-410B-8CF9-EB519E7D3574}"/>
          </ac:picMkLst>
        </pc:picChg>
        <pc:picChg chg="add mod">
          <ac:chgData name="Isch, Calvin (ci3uz)" userId="S::ci3uz@virginia.edu::d1b8b1a6-b223-4c78-a3de-e3d4ac8ab098" providerId="AD" clId="Web-{02CFD7C0-7FEC-AE18-E673-63AB1A539477}" dt="2019-08-01T15:05:33.996" v="9" actId="1076"/>
          <ac:picMkLst>
            <pc:docMk/>
            <pc:sldMk cId="0" sldId="257"/>
            <ac:picMk id="32" creationId="{0602D5CA-0411-4AD1-AE86-B23F6FAC98B5}"/>
          </ac:picMkLst>
        </pc:picChg>
        <pc:picChg chg="add mod">
          <ac:chgData name="Isch, Calvin (ci3uz)" userId="S::ci3uz@virginia.edu::d1b8b1a6-b223-4c78-a3de-e3d4ac8ab098" providerId="AD" clId="Web-{02CFD7C0-7FEC-AE18-E673-63AB1A539477}" dt="2019-08-01T15:12:42.202" v="151" actId="1076"/>
          <ac:picMkLst>
            <pc:docMk/>
            <pc:sldMk cId="0" sldId="257"/>
            <ac:picMk id="36" creationId="{5F92F697-CE73-4D17-9DF2-5D089477F343}"/>
          </ac:picMkLst>
        </pc:picChg>
        <pc:picChg chg="add mod">
          <ac:chgData name="Isch, Calvin (ci3uz)" userId="S::ci3uz@virginia.edu::d1b8b1a6-b223-4c78-a3de-e3d4ac8ab098" providerId="AD" clId="Web-{02CFD7C0-7FEC-AE18-E673-63AB1A539477}" dt="2019-08-01T15:14:43.687" v="168" actId="1076"/>
          <ac:picMkLst>
            <pc:docMk/>
            <pc:sldMk cId="0" sldId="257"/>
            <ac:picMk id="43" creationId="{137492D8-D523-4444-80CB-24BDDDC8CCAF}"/>
          </ac:picMkLst>
        </pc:picChg>
      </pc:sldChg>
    </pc:docChg>
  </pc:docChgLst>
  <pc:docChgLst>
    <pc:chgData name="Isch, Calvin (ci3uz)" userId="S::ci3uz@virginia.edu::d1b8b1a6-b223-4c78-a3de-e3d4ac8ab098" providerId="AD" clId="Web-{32FC52AF-F8EC-06D6-FB4F-26744F3878FB}"/>
    <pc:docChg chg="modSld">
      <pc:chgData name="Isch, Calvin (ci3uz)" userId="S::ci3uz@virginia.edu::d1b8b1a6-b223-4c78-a3de-e3d4ac8ab098" providerId="AD" clId="Web-{32FC52AF-F8EC-06D6-FB4F-26744F3878FB}" dt="2019-07-31T18:03:46.420" v="6" actId="1076"/>
      <pc:docMkLst>
        <pc:docMk/>
      </pc:docMkLst>
      <pc:sldChg chg="modSp">
        <pc:chgData name="Isch, Calvin (ci3uz)" userId="S::ci3uz@virginia.edu::d1b8b1a6-b223-4c78-a3de-e3d4ac8ab098" providerId="AD" clId="Web-{32FC52AF-F8EC-06D6-FB4F-26744F3878FB}" dt="2019-07-31T18:03:46.420" v="6" actId="1076"/>
        <pc:sldMkLst>
          <pc:docMk/>
          <pc:sldMk cId="0" sldId="257"/>
        </pc:sldMkLst>
        <pc:spChg chg="mod">
          <ac:chgData name="Isch, Calvin (ci3uz)" userId="S::ci3uz@virginia.edu::d1b8b1a6-b223-4c78-a3de-e3d4ac8ab098" providerId="AD" clId="Web-{32FC52AF-F8EC-06D6-FB4F-26744F3878FB}" dt="2019-07-31T18:03:46.420" v="6" actId="1076"/>
          <ac:spMkLst>
            <pc:docMk/>
            <pc:sldMk cId="0" sldId="257"/>
            <ac:spMk id="7" creationId="{A5CB296C-B0BD-4241-B6F3-E039B7B923E0}"/>
          </ac:spMkLst>
        </pc:spChg>
        <pc:spChg chg="mod">
          <ac:chgData name="Isch, Calvin (ci3uz)" userId="S::ci3uz@virginia.edu::d1b8b1a6-b223-4c78-a3de-e3d4ac8ab098" providerId="AD" clId="Web-{32FC52AF-F8EC-06D6-FB4F-26744F3878FB}" dt="2019-07-31T18:03:45.420" v="0" actId="1076"/>
          <ac:spMkLst>
            <pc:docMk/>
            <pc:sldMk cId="0" sldId="257"/>
            <ac:spMk id="10" creationId="{A89B8006-C87B-4BBF-812C-BE873FFB4C6F}"/>
          </ac:spMkLst>
        </pc:spChg>
        <pc:spChg chg="mod">
          <ac:chgData name="Isch, Calvin (ci3uz)" userId="S::ci3uz@virginia.edu::d1b8b1a6-b223-4c78-a3de-e3d4ac8ab098" providerId="AD" clId="Web-{32FC52AF-F8EC-06D6-FB4F-26744F3878FB}" dt="2019-07-31T18:03:45.482" v="1" actId="1076"/>
          <ac:spMkLst>
            <pc:docMk/>
            <pc:sldMk cId="0" sldId="257"/>
            <ac:spMk id="16" creationId="{8F7D7395-10C2-4533-84F9-E9E4EE83DB9D}"/>
          </ac:spMkLst>
        </pc:spChg>
        <pc:spChg chg="mod">
          <ac:chgData name="Isch, Calvin (ci3uz)" userId="S::ci3uz@virginia.edu::d1b8b1a6-b223-4c78-a3de-e3d4ac8ab098" providerId="AD" clId="Web-{32FC52AF-F8EC-06D6-FB4F-26744F3878FB}" dt="2019-07-31T18:03:45.545" v="2" actId="1076"/>
          <ac:spMkLst>
            <pc:docMk/>
            <pc:sldMk cId="0" sldId="257"/>
            <ac:spMk id="18" creationId="{27C2C96C-71F8-4CF5-8E18-4ABAA520FA63}"/>
          </ac:spMkLst>
        </pc:spChg>
        <pc:spChg chg="mod">
          <ac:chgData name="Isch, Calvin (ci3uz)" userId="S::ci3uz@virginia.edu::d1b8b1a6-b223-4c78-a3de-e3d4ac8ab098" providerId="AD" clId="Web-{32FC52AF-F8EC-06D6-FB4F-26744F3878FB}" dt="2019-07-31T18:03:45.732" v="4" actId="1076"/>
          <ac:spMkLst>
            <pc:docMk/>
            <pc:sldMk cId="0" sldId="257"/>
            <ac:spMk id="21" creationId="{552E1A2E-AAC2-41CD-ABD1-D32659ED214C}"/>
          </ac:spMkLst>
        </pc:spChg>
        <pc:spChg chg="mod">
          <ac:chgData name="Isch, Calvin (ci3uz)" userId="S::ci3uz@virginia.edu::d1b8b1a6-b223-4c78-a3de-e3d4ac8ab098" providerId="AD" clId="Web-{32FC52AF-F8EC-06D6-FB4F-26744F3878FB}" dt="2019-07-31T18:03:45.826" v="5" actId="1076"/>
          <ac:spMkLst>
            <pc:docMk/>
            <pc:sldMk cId="0" sldId="257"/>
            <ac:spMk id="22" creationId="{0926BF33-332F-428A-BCC9-9ECA4C664EED}"/>
          </ac:spMkLst>
        </pc:spChg>
        <pc:picChg chg="mod">
          <ac:chgData name="Isch, Calvin (ci3uz)" userId="S::ci3uz@virginia.edu::d1b8b1a6-b223-4c78-a3de-e3d4ac8ab098" providerId="AD" clId="Web-{32FC52AF-F8EC-06D6-FB4F-26744F3878FB}" dt="2019-07-31T18:03:45.639" v="3" actId="1076"/>
          <ac:picMkLst>
            <pc:docMk/>
            <pc:sldMk cId="0" sldId="257"/>
            <ac:picMk id="2" creationId="{D297FD73-4F87-45D2-B530-CE7EF024307A}"/>
          </ac:picMkLst>
        </pc:picChg>
      </pc:sldChg>
    </pc:docChg>
  </pc:docChgLst>
  <pc:docChgLst>
    <pc:chgData name="Isch, Calvin (ci3uz)" userId="S::ci3uz@virginia.edu::d1b8b1a6-b223-4c78-a3de-e3d4ac8ab098" providerId="AD" clId="Web-{578762D5-3D04-2BC0-1618-485B648B776D}"/>
    <pc:docChg chg="modSld">
      <pc:chgData name="Isch, Calvin (ci3uz)" userId="S::ci3uz@virginia.edu::d1b8b1a6-b223-4c78-a3de-e3d4ac8ab098" providerId="AD" clId="Web-{578762D5-3D04-2BC0-1618-485B648B776D}" dt="2019-08-01T14:37:13.328" v="341" actId="1076"/>
      <pc:docMkLst>
        <pc:docMk/>
      </pc:docMkLst>
      <pc:sldChg chg="addSp delSp modSp">
        <pc:chgData name="Isch, Calvin (ci3uz)" userId="S::ci3uz@virginia.edu::d1b8b1a6-b223-4c78-a3de-e3d4ac8ab098" providerId="AD" clId="Web-{578762D5-3D04-2BC0-1618-485B648B776D}" dt="2019-08-01T14:37:13.328" v="341" actId="1076"/>
        <pc:sldMkLst>
          <pc:docMk/>
          <pc:sldMk cId="0" sldId="257"/>
        </pc:sldMkLst>
        <pc:spChg chg="mod">
          <ac:chgData name="Isch, Calvin (ci3uz)" userId="S::ci3uz@virginia.edu::d1b8b1a6-b223-4c78-a3de-e3d4ac8ab098" providerId="AD" clId="Web-{578762D5-3D04-2BC0-1618-485B648B776D}" dt="2019-08-01T14:27:31.948" v="324" actId="20577"/>
          <ac:spMkLst>
            <pc:docMk/>
            <pc:sldMk cId="0" sldId="257"/>
            <ac:spMk id="14" creationId="{61CF3285-0ED7-4ADA-81E7-FD8A79F8D50D}"/>
          </ac:spMkLst>
        </pc:spChg>
        <pc:spChg chg="del">
          <ac:chgData name="Isch, Calvin (ci3uz)" userId="S::ci3uz@virginia.edu::d1b8b1a6-b223-4c78-a3de-e3d4ac8ab098" providerId="AD" clId="Web-{578762D5-3D04-2BC0-1618-485B648B776D}" dt="2019-08-01T14:23:39.627" v="254"/>
          <ac:spMkLst>
            <pc:docMk/>
            <pc:sldMk cId="0" sldId="257"/>
            <ac:spMk id="47" creationId="{00000000-0000-0000-0000-000000000000}"/>
          </ac:spMkLst>
        </pc:spChg>
        <pc:spChg chg="mod">
          <ac:chgData name="Isch, Calvin (ci3uz)" userId="S::ci3uz@virginia.edu::d1b8b1a6-b223-4c78-a3de-e3d4ac8ab098" providerId="AD" clId="Web-{578762D5-3D04-2BC0-1618-485B648B776D}" dt="2019-08-01T14:25:20.693" v="316" actId="20577"/>
          <ac:spMkLst>
            <pc:docMk/>
            <pc:sldMk cId="0" sldId="257"/>
            <ac:spMk id="58" creationId="{84633A96-28E5-445B-A839-6CA4370E5595}"/>
          </ac:spMkLst>
        </pc:spChg>
        <pc:spChg chg="mod">
          <ac:chgData name="Isch, Calvin (ci3uz)" userId="S::ci3uz@virginia.edu::d1b8b1a6-b223-4c78-a3de-e3d4ac8ab098" providerId="AD" clId="Web-{578762D5-3D04-2BC0-1618-485B648B776D}" dt="2019-08-01T14:23:38.409" v="252" actId="20577"/>
          <ac:spMkLst>
            <pc:docMk/>
            <pc:sldMk cId="0" sldId="257"/>
            <ac:spMk id="62" creationId="{C1BA910D-5894-4454-92C9-4C41733E6567}"/>
          </ac:spMkLst>
        </pc:spChg>
        <pc:spChg chg="mod">
          <ac:chgData name="Isch, Calvin (ci3uz)" userId="S::ci3uz@virginia.edu::d1b8b1a6-b223-4c78-a3de-e3d4ac8ab098" providerId="AD" clId="Web-{578762D5-3D04-2BC0-1618-485B648B776D}" dt="2019-08-01T14:27:15.108" v="320" actId="20577"/>
          <ac:spMkLst>
            <pc:docMk/>
            <pc:sldMk cId="0" sldId="257"/>
            <ac:spMk id="64" creationId="{4D88AECB-FEF6-4C63-8C3C-2D8F4BC98A9B}"/>
          </ac:spMkLst>
        </pc:spChg>
        <pc:spChg chg="mod">
          <ac:chgData name="Isch, Calvin (ci3uz)" userId="S::ci3uz@virginia.edu::d1b8b1a6-b223-4c78-a3de-e3d4ac8ab098" providerId="AD" clId="Web-{578762D5-3D04-2BC0-1618-485B648B776D}" dt="2019-08-01T14:29:32.530" v="331" actId="1076"/>
          <ac:spMkLst>
            <pc:docMk/>
            <pc:sldMk cId="0" sldId="257"/>
            <ac:spMk id="72" creationId="{2E9F3B82-5FE6-4348-91A2-FAA89187A985}"/>
          </ac:spMkLst>
        </pc:spChg>
        <pc:picChg chg="add mod">
          <ac:chgData name="Isch, Calvin (ci3uz)" userId="S::ci3uz@virginia.edu::d1b8b1a6-b223-4c78-a3de-e3d4ac8ab098" providerId="AD" clId="Web-{578762D5-3D04-2BC0-1618-485B648B776D}" dt="2019-08-01T14:29:30.171" v="330" actId="1076"/>
          <ac:picMkLst>
            <pc:docMk/>
            <pc:sldMk cId="0" sldId="257"/>
            <ac:picMk id="12" creationId="{AE1D2C85-11DD-4134-B972-E320D24A157C}"/>
          </ac:picMkLst>
        </pc:picChg>
        <pc:picChg chg="add mod modCrop">
          <ac:chgData name="Isch, Calvin (ci3uz)" userId="S::ci3uz@virginia.edu::d1b8b1a6-b223-4c78-a3de-e3d4ac8ab098" providerId="AD" clId="Web-{578762D5-3D04-2BC0-1618-485B648B776D}" dt="2019-08-01T14:37:13.328" v="341" actId="1076"/>
          <ac:picMkLst>
            <pc:docMk/>
            <pc:sldMk cId="0" sldId="257"/>
            <ac:picMk id="24" creationId="{F4776803-9505-44B5-914A-81B816452CE3}"/>
          </ac:picMkLst>
        </pc:picChg>
      </pc:sldChg>
    </pc:docChg>
  </pc:docChgLst>
  <pc:docChgLst>
    <pc:chgData name="Calvin Isch" userId="d1b8b1a6-b223-4c78-a3de-e3d4ac8ab098" providerId="ADAL" clId="{C3D69334-0C67-5C42-A2FB-48D4B4EEDB2E}"/>
    <pc:docChg chg="custSel modSld">
      <pc:chgData name="Calvin Isch" userId="d1b8b1a6-b223-4c78-a3de-e3d4ac8ab098" providerId="ADAL" clId="{C3D69334-0C67-5C42-A2FB-48D4B4EEDB2E}" dt="2019-07-31T17:39:11.365" v="1686" actId="1076"/>
      <pc:docMkLst>
        <pc:docMk/>
      </pc:docMkLst>
      <pc:sldChg chg="delSp modSp">
        <pc:chgData name="Calvin Isch" userId="d1b8b1a6-b223-4c78-a3de-e3d4ac8ab098" providerId="ADAL" clId="{C3D69334-0C67-5C42-A2FB-48D4B4EEDB2E}" dt="2019-07-31T17:39:11.365" v="1686" actId="1076"/>
        <pc:sldMkLst>
          <pc:docMk/>
          <pc:sldMk cId="0" sldId="257"/>
        </pc:sldMkLst>
        <pc:spChg chg="mod">
          <ac:chgData name="Calvin Isch" userId="d1b8b1a6-b223-4c78-a3de-e3d4ac8ab098" providerId="ADAL" clId="{C3D69334-0C67-5C42-A2FB-48D4B4EEDB2E}" dt="2019-07-31T17:38:59.059" v="1685" actId="20577"/>
          <ac:spMkLst>
            <pc:docMk/>
            <pc:sldMk cId="0" sldId="257"/>
            <ac:spMk id="26" creationId="{007B39E5-D9AF-4AA5-A950-5D93B599A54A}"/>
          </ac:spMkLst>
        </pc:spChg>
        <pc:spChg chg="mod">
          <ac:chgData name="Calvin Isch" userId="d1b8b1a6-b223-4c78-a3de-e3d4ac8ab098" providerId="ADAL" clId="{C3D69334-0C67-5C42-A2FB-48D4B4EEDB2E}" dt="2019-07-31T17:39:11.365" v="1686" actId="1076"/>
          <ac:spMkLst>
            <pc:docMk/>
            <pc:sldMk cId="0" sldId="257"/>
            <ac:spMk id="58" creationId="{84633A96-28E5-445B-A839-6CA4370E5595}"/>
          </ac:spMkLst>
        </pc:spChg>
        <pc:spChg chg="mod">
          <ac:chgData name="Calvin Isch" userId="d1b8b1a6-b223-4c78-a3de-e3d4ac8ab098" providerId="ADAL" clId="{C3D69334-0C67-5C42-A2FB-48D4B4EEDB2E}" dt="2019-07-31T17:30:52.052" v="985" actId="1036"/>
          <ac:spMkLst>
            <pc:docMk/>
            <pc:sldMk cId="0" sldId="257"/>
            <ac:spMk id="64" creationId="{4D88AECB-FEF6-4C63-8C3C-2D8F4BC98A9B}"/>
          </ac:spMkLst>
        </pc:spChg>
        <pc:spChg chg="del">
          <ac:chgData name="Calvin Isch" userId="d1b8b1a6-b223-4c78-a3de-e3d4ac8ab098" providerId="ADAL" clId="{C3D69334-0C67-5C42-A2FB-48D4B4EEDB2E}" dt="2019-07-31T17:18:33.760" v="0" actId="478"/>
          <ac:spMkLst>
            <pc:docMk/>
            <pc:sldMk cId="0" sldId="257"/>
            <ac:spMk id="66" creationId="{12F2339E-7589-4577-AD28-5DE1615BFEF7}"/>
          </ac:spMkLst>
        </pc:spChg>
        <pc:spChg chg="mod">
          <ac:chgData name="Calvin Isch" userId="d1b8b1a6-b223-4c78-a3de-e3d4ac8ab098" providerId="ADAL" clId="{C3D69334-0C67-5C42-A2FB-48D4B4EEDB2E}" dt="2019-07-31T17:38:49.709" v="1683" actId="20577"/>
          <ac:spMkLst>
            <pc:docMk/>
            <pc:sldMk cId="0" sldId="257"/>
            <ac:spMk id="73" creationId="{44E568E0-08FB-44C6-A061-794D4FAC1D40}"/>
          </ac:spMkLst>
        </pc:spChg>
        <pc:spChg chg="mod">
          <ac:chgData name="Calvin Isch" userId="d1b8b1a6-b223-4c78-a3de-e3d4ac8ab098" providerId="ADAL" clId="{C3D69334-0C67-5C42-A2FB-48D4B4EEDB2E}" dt="2019-07-31T17:28:44.733" v="679" actId="20577"/>
          <ac:spMkLst>
            <pc:docMk/>
            <pc:sldMk cId="0" sldId="257"/>
            <ac:spMk id="76" creationId="{30587C8A-FBD2-48F8-8BCD-7B78368685D0}"/>
          </ac:spMkLst>
        </pc:spChg>
        <pc:picChg chg="mod modCrop">
          <ac:chgData name="Calvin Isch" userId="d1b8b1a6-b223-4c78-a3de-e3d4ac8ab098" providerId="ADAL" clId="{C3D69334-0C67-5C42-A2FB-48D4B4EEDB2E}" dt="2019-07-31T17:19:10.650" v="7" actId="14100"/>
          <ac:picMkLst>
            <pc:docMk/>
            <pc:sldMk cId="0" sldId="257"/>
            <ac:picMk id="9" creationId="{D5E49DDD-8EC2-4B0A-9E3B-BEE10E49DE79}"/>
          </ac:picMkLst>
        </pc:picChg>
      </pc:sldChg>
    </pc:docChg>
  </pc:docChgLst>
  <pc:docChgLst>
    <pc:chgData name="Isch, Calvin (ci3uz)" userId="S::ci3uz@virginia.edu::d1b8b1a6-b223-4c78-a3de-e3d4ac8ab098" providerId="AD" clId="Web-{11CF70B3-BFE2-91A0-969B-B65CF90ACD93}"/>
    <pc:docChg chg="modSld">
      <pc:chgData name="Isch, Calvin (ci3uz)" userId="S::ci3uz@virginia.edu::d1b8b1a6-b223-4c78-a3de-e3d4ac8ab098" providerId="AD" clId="Web-{11CF70B3-BFE2-91A0-969B-B65CF90ACD93}" dt="2019-07-31T17:18:04.098" v="1826" actId="20577"/>
      <pc:docMkLst>
        <pc:docMk/>
      </pc:docMkLst>
      <pc:sldChg chg="addSp modSp">
        <pc:chgData name="Isch, Calvin (ci3uz)" userId="S::ci3uz@virginia.edu::d1b8b1a6-b223-4c78-a3de-e3d4ac8ab098" providerId="AD" clId="Web-{11CF70B3-BFE2-91A0-969B-B65CF90ACD93}" dt="2019-07-31T17:18:04.098" v="1825" actId="20577"/>
        <pc:sldMkLst>
          <pc:docMk/>
          <pc:sldMk cId="0" sldId="257"/>
        </pc:sldMkLst>
        <pc:spChg chg="mod">
          <ac:chgData name="Isch, Calvin (ci3uz)" userId="S::ci3uz@virginia.edu::d1b8b1a6-b223-4c78-a3de-e3d4ac8ab098" providerId="AD" clId="Web-{11CF70B3-BFE2-91A0-969B-B65CF90ACD93}" dt="2019-07-31T16:34:31.947" v="159" actId="20577"/>
          <ac:spMkLst>
            <pc:docMk/>
            <pc:sldMk cId="0" sldId="257"/>
            <ac:spMk id="14" creationId="{61CF3285-0ED7-4ADA-81E7-FD8A79F8D50D}"/>
          </ac:spMkLst>
        </pc:spChg>
        <pc:spChg chg="mod">
          <ac:chgData name="Isch, Calvin (ci3uz)" userId="S::ci3uz@virginia.edu::d1b8b1a6-b223-4c78-a3de-e3d4ac8ab098" providerId="AD" clId="Web-{11CF70B3-BFE2-91A0-969B-B65CF90ACD93}" dt="2019-07-31T16:54:09.657" v="1093" actId="14100"/>
          <ac:spMkLst>
            <pc:docMk/>
            <pc:sldMk cId="0" sldId="257"/>
            <ac:spMk id="38" creationId="{22D1334F-2177-422B-AE9C-58DE247488CE}"/>
          </ac:spMkLst>
        </pc:spChg>
        <pc:spChg chg="mod">
          <ac:chgData name="Isch, Calvin (ci3uz)" userId="S::ci3uz@virginia.edu::d1b8b1a6-b223-4c78-a3de-e3d4ac8ab098" providerId="AD" clId="Web-{11CF70B3-BFE2-91A0-969B-B65CF90ACD93}" dt="2019-07-31T16:45:36.462" v="836" actId="20577"/>
          <ac:spMkLst>
            <pc:docMk/>
            <pc:sldMk cId="0" sldId="257"/>
            <ac:spMk id="41" creationId="{83A1FAE6-6D11-4F94-8568-0BBE0780CFCB}"/>
          </ac:spMkLst>
        </pc:spChg>
        <pc:spChg chg="add mod">
          <ac:chgData name="Isch, Calvin (ci3uz)" userId="S::ci3uz@virginia.edu::d1b8b1a6-b223-4c78-a3de-e3d4ac8ab098" providerId="AD" clId="Web-{11CF70B3-BFE2-91A0-969B-B65CF90ACD93}" dt="2019-07-31T17:10:47.688" v="1454" actId="20577"/>
          <ac:spMkLst>
            <pc:docMk/>
            <pc:sldMk cId="0" sldId="257"/>
            <ac:spMk id="58" creationId="{84633A96-28E5-445B-A839-6CA4370E5595}"/>
          </ac:spMkLst>
        </pc:spChg>
        <pc:spChg chg="mod">
          <ac:chgData name="Isch, Calvin (ci3uz)" userId="S::ci3uz@virginia.edu::d1b8b1a6-b223-4c78-a3de-e3d4ac8ab098" providerId="AD" clId="Web-{11CF70B3-BFE2-91A0-969B-B65CF90ACD93}" dt="2019-07-31T17:18:04.098" v="1825" actId="20577"/>
          <ac:spMkLst>
            <pc:docMk/>
            <pc:sldMk cId="0" sldId="257"/>
            <ac:spMk id="64" creationId="{4D88AECB-FEF6-4C63-8C3C-2D8F4BC98A9B}"/>
          </ac:spMkLst>
        </pc:spChg>
        <pc:spChg chg="mod">
          <ac:chgData name="Isch, Calvin (ci3uz)" userId="S::ci3uz@virginia.edu::d1b8b1a6-b223-4c78-a3de-e3d4ac8ab098" providerId="AD" clId="Web-{11CF70B3-BFE2-91A0-969B-B65CF90ACD93}" dt="2019-07-31T16:36:22.405" v="193" actId="1076"/>
          <ac:spMkLst>
            <pc:docMk/>
            <pc:sldMk cId="0" sldId="257"/>
            <ac:spMk id="66" creationId="{12F2339E-7589-4577-AD28-5DE1615BFEF7}"/>
          </ac:spMkLst>
        </pc:spChg>
        <pc:spChg chg="mod">
          <ac:chgData name="Isch, Calvin (ci3uz)" userId="S::ci3uz@virginia.edu::d1b8b1a6-b223-4c78-a3de-e3d4ac8ab098" providerId="AD" clId="Web-{11CF70B3-BFE2-91A0-969B-B65CF90ACD93}" dt="2019-07-31T16:35:24.481" v="181" actId="20577"/>
          <ac:spMkLst>
            <pc:docMk/>
            <pc:sldMk cId="0" sldId="257"/>
            <ac:spMk id="67" creationId="{52E1441A-F94C-4E5F-8EA0-F46D57B1AE9B}"/>
          </ac:spMkLst>
        </pc:spChg>
        <pc:spChg chg="add mod">
          <ac:chgData name="Isch, Calvin (ci3uz)" userId="S::ci3uz@virginia.edu::d1b8b1a6-b223-4c78-a3de-e3d4ac8ab098" providerId="AD" clId="Web-{11CF70B3-BFE2-91A0-969B-B65CF90ACD93}" dt="2019-07-31T16:49:33.926" v="962" actId="1076"/>
          <ac:spMkLst>
            <pc:docMk/>
            <pc:sldMk cId="0" sldId="257"/>
            <ac:spMk id="73" creationId="{44E568E0-08FB-44C6-A061-794D4FAC1D40}"/>
          </ac:spMkLst>
        </pc:spChg>
        <pc:spChg chg="add mod">
          <ac:chgData name="Isch, Calvin (ci3uz)" userId="S::ci3uz@virginia.edu::d1b8b1a6-b223-4c78-a3de-e3d4ac8ab098" providerId="AD" clId="Web-{11CF70B3-BFE2-91A0-969B-B65CF90ACD93}" dt="2019-07-31T16:49:39.520" v="963" actId="1076"/>
          <ac:spMkLst>
            <pc:docMk/>
            <pc:sldMk cId="0" sldId="257"/>
            <ac:spMk id="74" creationId="{D6D7C1F9-037E-4C1A-9C8A-0E3C5C38FFB9}"/>
          </ac:spMkLst>
        </pc:spChg>
        <pc:spChg chg="add mod">
          <ac:chgData name="Isch, Calvin (ci3uz)" userId="S::ci3uz@virginia.edu::d1b8b1a6-b223-4c78-a3de-e3d4ac8ab098" providerId="AD" clId="Web-{11CF70B3-BFE2-91A0-969B-B65CF90ACD93}" dt="2019-07-31T16:53:42.141" v="1089" actId="1076"/>
          <ac:spMkLst>
            <pc:docMk/>
            <pc:sldMk cId="0" sldId="257"/>
            <ac:spMk id="76" creationId="{30587C8A-FBD2-48F8-8BCD-7B78368685D0}"/>
          </ac:spMkLst>
        </pc:spChg>
        <pc:picChg chg="add mod">
          <ac:chgData name="Isch, Calvin (ci3uz)" userId="S::ci3uz@virginia.edu::d1b8b1a6-b223-4c78-a3de-e3d4ac8ab098" providerId="AD" clId="Web-{11CF70B3-BFE2-91A0-969B-B65CF90ACD93}" dt="2019-07-31T16:36:23.983" v="194" actId="1076"/>
          <ac:picMkLst>
            <pc:docMk/>
            <pc:sldMk cId="0" sldId="257"/>
            <ac:picMk id="9" creationId="{D5E49DDD-8EC2-4B0A-9E3B-BEE10E49DE79}"/>
          </ac:picMkLst>
        </pc:picChg>
        <pc:cxnChg chg="add mod">
          <ac:chgData name="Isch, Calvin (ci3uz)" userId="S::ci3uz@virginia.edu::d1b8b1a6-b223-4c78-a3de-e3d4ac8ab098" providerId="AD" clId="Web-{11CF70B3-BFE2-91A0-969B-B65CF90ACD93}" dt="2019-07-31T16:54:01.266" v="1092" actId="14100"/>
          <ac:cxnSpMkLst>
            <pc:docMk/>
            <pc:sldMk cId="0" sldId="257"/>
            <ac:cxnSpMk id="77" creationId="{0CE108B4-7E2E-403A-BFD1-408D61A0AF64}"/>
          </ac:cxnSpMkLst>
        </pc:cxnChg>
      </pc:sldChg>
    </pc:docChg>
  </pc:docChgLst>
  <pc:docChgLst>
    <pc:chgData name="Tobin, Eliza Nicole (ent4pn)" userId="S::ent4pn@virginia.edu::c6f0735e-188b-4a35-9a6a-2de662ec8b5c" providerId="AD" clId="Web-{F2940FB1-6E2D-DC33-F7F8-136B6356AE88}"/>
    <pc:docChg chg="modSld">
      <pc:chgData name="Tobin, Eliza Nicole (ent4pn)" userId="S::ent4pn@virginia.edu::c6f0735e-188b-4a35-9a6a-2de662ec8b5c" providerId="AD" clId="Web-{F2940FB1-6E2D-DC33-F7F8-136B6356AE88}" dt="2019-07-31T14:42:07.510" v="900" actId="1076"/>
      <pc:docMkLst>
        <pc:docMk/>
      </pc:docMkLst>
      <pc:sldChg chg="addSp delSp modSp">
        <pc:chgData name="Tobin, Eliza Nicole (ent4pn)" userId="S::ent4pn@virginia.edu::c6f0735e-188b-4a35-9a6a-2de662ec8b5c" providerId="AD" clId="Web-{F2940FB1-6E2D-DC33-F7F8-136B6356AE88}" dt="2019-07-31T14:42:07.510" v="900" actId="1076"/>
        <pc:sldMkLst>
          <pc:docMk/>
          <pc:sldMk cId="0" sldId="257"/>
        </pc:sldMkLst>
        <pc:spChg chg="mod">
          <ac:chgData name="Tobin, Eliza Nicole (ent4pn)" userId="S::ent4pn@virginia.edu::c6f0735e-188b-4a35-9a6a-2de662ec8b5c" providerId="AD" clId="Web-{F2940FB1-6E2D-DC33-F7F8-136B6356AE88}" dt="2019-07-31T14:04:17.622" v="271" actId="14100"/>
          <ac:spMkLst>
            <pc:docMk/>
            <pc:sldMk cId="0" sldId="257"/>
            <ac:spMk id="3" creationId="{7133F3CF-AFEE-46B0-A6C6-C15DB50D066D}"/>
          </ac:spMkLst>
        </pc:spChg>
        <pc:spChg chg="del">
          <ac:chgData name="Tobin, Eliza Nicole (ent4pn)" userId="S::ent4pn@virginia.edu::c6f0735e-188b-4a35-9a6a-2de662ec8b5c" providerId="AD" clId="Web-{F2940FB1-6E2D-DC33-F7F8-136B6356AE88}" dt="2019-07-31T14:12:55.565" v="578"/>
          <ac:spMkLst>
            <pc:docMk/>
            <pc:sldMk cId="0" sldId="257"/>
            <ac:spMk id="9" creationId="{EEE76048-70BC-49D7-B145-692F5ABF2813}"/>
          </ac:spMkLst>
        </pc:spChg>
        <pc:spChg chg="add del mod">
          <ac:chgData name="Tobin, Eliza Nicole (ent4pn)" userId="S::ent4pn@virginia.edu::c6f0735e-188b-4a35-9a6a-2de662ec8b5c" providerId="AD" clId="Web-{F2940FB1-6E2D-DC33-F7F8-136B6356AE88}" dt="2019-07-31T14:07:44.765" v="336"/>
          <ac:spMkLst>
            <pc:docMk/>
            <pc:sldMk cId="0" sldId="257"/>
            <ac:spMk id="12" creationId="{CB714B98-C873-4960-B1BD-9AB861927426}"/>
          </ac:spMkLst>
        </pc:spChg>
        <pc:spChg chg="mod">
          <ac:chgData name="Tobin, Eliza Nicole (ent4pn)" userId="S::ent4pn@virginia.edu::c6f0735e-188b-4a35-9a6a-2de662ec8b5c" providerId="AD" clId="Web-{F2940FB1-6E2D-DC33-F7F8-136B6356AE88}" dt="2019-07-31T14:04:26.778" v="272" actId="1076"/>
          <ac:spMkLst>
            <pc:docMk/>
            <pc:sldMk cId="0" sldId="257"/>
            <ac:spMk id="14" creationId="{61CF3285-0ED7-4ADA-81E7-FD8A79F8D50D}"/>
          </ac:spMkLst>
        </pc:spChg>
        <pc:spChg chg="mod">
          <ac:chgData name="Tobin, Eliza Nicole (ent4pn)" userId="S::ent4pn@virginia.edu::c6f0735e-188b-4a35-9a6a-2de662ec8b5c" providerId="AD" clId="Web-{F2940FB1-6E2D-DC33-F7F8-136B6356AE88}" dt="2019-07-31T14:04:34.701" v="273" actId="1076"/>
          <ac:spMkLst>
            <pc:docMk/>
            <pc:sldMk cId="0" sldId="257"/>
            <ac:spMk id="15" creationId="{8F7D7395-10C2-4533-84F9-E9E4EE83DB9D}"/>
          </ac:spMkLst>
        </pc:spChg>
        <pc:spChg chg="del mod">
          <ac:chgData name="Tobin, Eliza Nicole (ent4pn)" userId="S::ent4pn@virginia.edu::c6f0735e-188b-4a35-9a6a-2de662ec8b5c" providerId="AD" clId="Web-{F2940FB1-6E2D-DC33-F7F8-136B6356AE88}" dt="2019-07-31T14:12:53.378" v="576"/>
          <ac:spMkLst>
            <pc:docMk/>
            <pc:sldMk cId="0" sldId="257"/>
            <ac:spMk id="23" creationId="{7518B0D9-9635-4E14-806D-E6EEDF0BE0F9}"/>
          </ac:spMkLst>
        </pc:spChg>
        <pc:spChg chg="del">
          <ac:chgData name="Tobin, Eliza Nicole (ent4pn)" userId="S::ent4pn@virginia.edu::c6f0735e-188b-4a35-9a6a-2de662ec8b5c" providerId="AD" clId="Web-{F2940FB1-6E2D-DC33-F7F8-136B6356AE88}" dt="2019-07-31T14:12:50.784" v="573"/>
          <ac:spMkLst>
            <pc:docMk/>
            <pc:sldMk cId="0" sldId="257"/>
            <ac:spMk id="24" creationId="{044A8BBD-54B1-4BF0-9C2F-0A2E0EE26266}"/>
          </ac:spMkLst>
        </pc:spChg>
        <pc:spChg chg="mod">
          <ac:chgData name="Tobin, Eliza Nicole (ent4pn)" userId="S::ent4pn@virginia.edu::c6f0735e-188b-4a35-9a6a-2de662ec8b5c" providerId="AD" clId="Web-{F2940FB1-6E2D-DC33-F7F8-136B6356AE88}" dt="2019-07-31T14:27:26.544" v="685" actId="14100"/>
          <ac:spMkLst>
            <pc:docMk/>
            <pc:sldMk cId="0" sldId="257"/>
            <ac:spMk id="26" creationId="{007B39E5-D9AF-4AA5-A950-5D93B599A54A}"/>
          </ac:spMkLst>
        </pc:spChg>
        <pc:spChg chg="add del mod">
          <ac:chgData name="Tobin, Eliza Nicole (ent4pn)" userId="S::ent4pn@virginia.edu::c6f0735e-188b-4a35-9a6a-2de662ec8b5c" providerId="AD" clId="Web-{F2940FB1-6E2D-DC33-F7F8-136B6356AE88}" dt="2019-07-31T14:09:31.141" v="388"/>
          <ac:spMkLst>
            <pc:docMk/>
            <pc:sldMk cId="0" sldId="257"/>
            <ac:spMk id="27" creationId="{3424C20F-8F78-4569-BF52-F94DEF1A5C5F}"/>
          </ac:spMkLst>
        </pc:spChg>
        <pc:spChg chg="del">
          <ac:chgData name="Tobin, Eliza Nicole (ent4pn)" userId="S::ent4pn@virginia.edu::c6f0735e-188b-4a35-9a6a-2de662ec8b5c" providerId="AD" clId="Web-{F2940FB1-6E2D-DC33-F7F8-136B6356AE88}" dt="2019-07-31T14:12:54.893" v="577"/>
          <ac:spMkLst>
            <pc:docMk/>
            <pc:sldMk cId="0" sldId="257"/>
            <ac:spMk id="36" creationId="{B1A742D0-0606-4C37-9477-85850C45C090}"/>
          </ac:spMkLst>
        </pc:spChg>
        <pc:spChg chg="mod">
          <ac:chgData name="Tobin, Eliza Nicole (ent4pn)" userId="S::ent4pn@virginia.edu::c6f0735e-188b-4a35-9a6a-2de662ec8b5c" providerId="AD" clId="Web-{F2940FB1-6E2D-DC33-F7F8-136B6356AE88}" dt="2019-07-31T14:26:23.856" v="674" actId="14100"/>
          <ac:spMkLst>
            <pc:docMk/>
            <pc:sldMk cId="0" sldId="257"/>
            <ac:spMk id="37" creationId="{B72E7B24-BF02-4BE1-A644-EA1B657784B8}"/>
          </ac:spMkLst>
        </pc:spChg>
        <pc:spChg chg="mod">
          <ac:chgData name="Tobin, Eliza Nicole (ent4pn)" userId="S::ent4pn@virginia.edu::c6f0735e-188b-4a35-9a6a-2de662ec8b5c" providerId="AD" clId="Web-{F2940FB1-6E2D-DC33-F7F8-136B6356AE88}" dt="2019-07-31T14:13:11.988" v="590" actId="1076"/>
          <ac:spMkLst>
            <pc:docMk/>
            <pc:sldMk cId="0" sldId="257"/>
            <ac:spMk id="40" creationId="{FE29F7A6-0DC7-41C8-BB12-41AD2C5FAF34}"/>
          </ac:spMkLst>
        </pc:spChg>
        <pc:spChg chg="del">
          <ac:chgData name="Tobin, Eliza Nicole (ent4pn)" userId="S::ent4pn@virginia.edu::c6f0735e-188b-4a35-9a6a-2de662ec8b5c" providerId="AD" clId="Web-{F2940FB1-6E2D-DC33-F7F8-136B6356AE88}" dt="2019-07-31T14:03:46.668" v="263"/>
          <ac:spMkLst>
            <pc:docMk/>
            <pc:sldMk cId="0" sldId="257"/>
            <ac:spMk id="52" creationId="{00000000-0000-0000-0000-000000000000}"/>
          </ac:spMkLst>
        </pc:spChg>
        <pc:spChg chg="add mod">
          <ac:chgData name="Tobin, Eliza Nicole (ent4pn)" userId="S::ent4pn@virginia.edu::c6f0735e-188b-4a35-9a6a-2de662ec8b5c" providerId="AD" clId="Web-{F2940FB1-6E2D-DC33-F7F8-136B6356AE88}" dt="2019-07-31T14:27:32.810" v="686" actId="1076"/>
          <ac:spMkLst>
            <pc:docMk/>
            <pc:sldMk cId="0" sldId="257"/>
            <ac:spMk id="54" creationId="{8E8E194D-002A-474C-86EA-8E154ED1CAC0}"/>
          </ac:spMkLst>
        </pc:spChg>
        <pc:spChg chg="add mod">
          <ac:chgData name="Tobin, Eliza Nicole (ent4pn)" userId="S::ent4pn@virginia.edu::c6f0735e-188b-4a35-9a6a-2de662ec8b5c" providerId="AD" clId="Web-{F2940FB1-6E2D-DC33-F7F8-136B6356AE88}" dt="2019-07-31T14:26:28.684" v="675" actId="14100"/>
          <ac:spMkLst>
            <pc:docMk/>
            <pc:sldMk cId="0" sldId="257"/>
            <ac:spMk id="56" creationId="{68C9761E-7302-470D-9961-30E12E66A04D}"/>
          </ac:spMkLst>
        </pc:spChg>
        <pc:spChg chg="add mod">
          <ac:chgData name="Tobin, Eliza Nicole (ent4pn)" userId="S::ent4pn@virginia.edu::c6f0735e-188b-4a35-9a6a-2de662ec8b5c" providerId="AD" clId="Web-{F2940FB1-6E2D-DC33-F7F8-136B6356AE88}" dt="2019-07-31T14:27:10.669" v="679" actId="14100"/>
          <ac:spMkLst>
            <pc:docMk/>
            <pc:sldMk cId="0" sldId="257"/>
            <ac:spMk id="61" creationId="{DC6DD6D6-A069-43F4-99B8-5228C7B333B6}"/>
          </ac:spMkLst>
        </pc:spChg>
        <pc:spChg chg="add mod">
          <ac:chgData name="Tobin, Eliza Nicole (ent4pn)" userId="S::ent4pn@virginia.edu::c6f0735e-188b-4a35-9a6a-2de662ec8b5c" providerId="AD" clId="Web-{F2940FB1-6E2D-DC33-F7F8-136B6356AE88}" dt="2019-07-31T14:42:07.510" v="900" actId="1076"/>
          <ac:spMkLst>
            <pc:docMk/>
            <pc:sldMk cId="0" sldId="257"/>
            <ac:spMk id="67" creationId="{52E1441A-F94C-4E5F-8EA0-F46D57B1AE9B}"/>
          </ac:spMkLst>
        </pc:spChg>
        <pc:cxnChg chg="add mod">
          <ac:chgData name="Tobin, Eliza Nicole (ent4pn)" userId="S::ent4pn@virginia.edu::c6f0735e-188b-4a35-9a6a-2de662ec8b5c" providerId="AD" clId="Web-{F2940FB1-6E2D-DC33-F7F8-136B6356AE88}" dt="2019-07-31T14:27:01.185" v="678" actId="14100"/>
          <ac:cxnSpMkLst>
            <pc:docMk/>
            <pc:sldMk cId="0" sldId="257"/>
            <ac:cxnSpMk id="6" creationId="{16367F74-37F0-4B0E-AF33-2FA06689CEAB}"/>
          </ac:cxnSpMkLst>
        </pc:cxnChg>
        <pc:cxnChg chg="add mod">
          <ac:chgData name="Tobin, Eliza Nicole (ent4pn)" userId="S::ent4pn@virginia.edu::c6f0735e-188b-4a35-9a6a-2de662ec8b5c" providerId="AD" clId="Web-{F2940FB1-6E2D-DC33-F7F8-136B6356AE88}" dt="2019-07-31T14:27:35.904" v="687" actId="1076"/>
          <ac:cxnSpMkLst>
            <pc:docMk/>
            <pc:sldMk cId="0" sldId="257"/>
            <ac:cxnSpMk id="28" creationId="{ABF1AB8A-C0AD-464B-96F8-C7010703224E}"/>
          </ac:cxnSpMkLst>
        </pc:cxnChg>
      </pc:sldChg>
    </pc:docChg>
  </pc:docChgLst>
  <pc:docChgLst>
    <pc:chgData name="Tobin, Eliza Nicole (ent4pn)" userId="S::ent4pn@virginia.edu::c6f0735e-188b-4a35-9a6a-2de662ec8b5c" providerId="AD" clId="Web-{33602700-619C-C031-ADBE-3205A1C5C1BA}"/>
    <pc:docChg chg="modSld">
      <pc:chgData name="Tobin, Eliza Nicole (ent4pn)" userId="S::ent4pn@virginia.edu::c6f0735e-188b-4a35-9a6a-2de662ec8b5c" providerId="AD" clId="Web-{33602700-619C-C031-ADBE-3205A1C5C1BA}" dt="2019-07-24T13:42:32.626" v="407" actId="14100"/>
      <pc:docMkLst>
        <pc:docMk/>
      </pc:docMkLst>
      <pc:sldChg chg="addSp delSp modSp">
        <pc:chgData name="Tobin, Eliza Nicole (ent4pn)" userId="S::ent4pn@virginia.edu::c6f0735e-188b-4a35-9a6a-2de662ec8b5c" providerId="AD" clId="Web-{33602700-619C-C031-ADBE-3205A1C5C1BA}" dt="2019-07-24T13:42:32.626" v="407" actId="14100"/>
        <pc:sldMkLst>
          <pc:docMk/>
          <pc:sldMk cId="0" sldId="257"/>
        </pc:sldMkLst>
        <pc:spChg chg="add mod">
          <ac:chgData name="Tobin, Eliza Nicole (ent4pn)" userId="S::ent4pn@virginia.edu::c6f0735e-188b-4a35-9a6a-2de662ec8b5c" providerId="AD" clId="Web-{33602700-619C-C031-ADBE-3205A1C5C1BA}" dt="2019-07-24T13:25:30.713" v="184" actId="14100"/>
          <ac:spMkLst>
            <pc:docMk/>
            <pc:sldMk cId="0" sldId="257"/>
            <ac:spMk id="4" creationId="{6B308447-EB8C-416C-B159-3927D44FD8D4}"/>
          </ac:spMkLst>
        </pc:spChg>
        <pc:spChg chg="add mod">
          <ac:chgData name="Tobin, Eliza Nicole (ent4pn)" userId="S::ent4pn@virginia.edu::c6f0735e-188b-4a35-9a6a-2de662ec8b5c" providerId="AD" clId="Web-{33602700-619C-C031-ADBE-3205A1C5C1BA}" dt="2019-07-24T13:25:53.947" v="194" actId="20577"/>
          <ac:spMkLst>
            <pc:docMk/>
            <pc:sldMk cId="0" sldId="257"/>
            <ac:spMk id="5" creationId="{E692AA48-D5E6-4751-A682-B5CB69E07B94}"/>
          </ac:spMkLst>
        </pc:spChg>
        <pc:spChg chg="add mod">
          <ac:chgData name="Tobin, Eliza Nicole (ent4pn)" userId="S::ent4pn@virginia.edu::c6f0735e-188b-4a35-9a6a-2de662ec8b5c" providerId="AD" clId="Web-{33602700-619C-C031-ADBE-3205A1C5C1BA}" dt="2019-07-24T13:27:14.088" v="218" actId="1076"/>
          <ac:spMkLst>
            <pc:docMk/>
            <pc:sldMk cId="0" sldId="257"/>
            <ac:spMk id="6" creationId="{EF485625-3470-4E30-9D1C-C3B3349C2B3B}"/>
          </ac:spMkLst>
        </pc:spChg>
        <pc:spChg chg="add mod ord">
          <ac:chgData name="Tobin, Eliza Nicole (ent4pn)" userId="S::ent4pn@virginia.edu::c6f0735e-188b-4a35-9a6a-2de662ec8b5c" providerId="AD" clId="Web-{33602700-619C-C031-ADBE-3205A1C5C1BA}" dt="2019-07-24T13:29:02.777" v="235"/>
          <ac:spMkLst>
            <pc:docMk/>
            <pc:sldMk cId="0" sldId="257"/>
            <ac:spMk id="7" creationId="{A5CB296C-B0BD-4241-B6F3-E039B7B923E0}"/>
          </ac:spMkLst>
        </pc:spChg>
        <pc:spChg chg="add mod ord">
          <ac:chgData name="Tobin, Eliza Nicole (ent4pn)" userId="S::ent4pn@virginia.edu::c6f0735e-188b-4a35-9a6a-2de662ec8b5c" providerId="AD" clId="Web-{33602700-619C-C031-ADBE-3205A1C5C1BA}" dt="2019-07-24T13:34:23.248" v="308"/>
          <ac:spMkLst>
            <pc:docMk/>
            <pc:sldMk cId="0" sldId="257"/>
            <ac:spMk id="8" creationId="{E4F01079-A8B0-454E-9A81-13B96B2CFF43}"/>
          </ac:spMkLst>
        </pc:spChg>
        <pc:spChg chg="add mod ord">
          <ac:chgData name="Tobin, Eliza Nicole (ent4pn)" userId="S::ent4pn@virginia.edu::c6f0735e-188b-4a35-9a6a-2de662ec8b5c" providerId="AD" clId="Web-{33602700-619C-C031-ADBE-3205A1C5C1BA}" dt="2019-07-24T13:42:32.626" v="407" actId="14100"/>
          <ac:spMkLst>
            <pc:docMk/>
            <pc:sldMk cId="0" sldId="257"/>
            <ac:spMk id="9" creationId="{EEE76048-70BC-49D7-B145-692F5ABF2813}"/>
          </ac:spMkLst>
        </pc:spChg>
        <pc:spChg chg="add mod ord">
          <ac:chgData name="Tobin, Eliza Nicole (ent4pn)" userId="S::ent4pn@virginia.edu::c6f0735e-188b-4a35-9a6a-2de662ec8b5c" providerId="AD" clId="Web-{33602700-619C-C031-ADBE-3205A1C5C1BA}" dt="2019-07-24T13:40:57.844" v="406"/>
          <ac:spMkLst>
            <pc:docMk/>
            <pc:sldMk cId="0" sldId="257"/>
            <ac:spMk id="10" creationId="{A89B8006-C87B-4BBF-812C-BE873FFB4C6F}"/>
          </ac:spMkLst>
        </pc:spChg>
        <pc:spChg chg="add mod">
          <ac:chgData name="Tobin, Eliza Nicole (ent4pn)" userId="S::ent4pn@virginia.edu::c6f0735e-188b-4a35-9a6a-2de662ec8b5c" providerId="AD" clId="Web-{33602700-619C-C031-ADBE-3205A1C5C1BA}" dt="2019-07-24T13:28:24.011" v="228" actId="1076"/>
          <ac:spMkLst>
            <pc:docMk/>
            <pc:sldMk cId="0" sldId="257"/>
            <ac:spMk id="14" creationId="{61CF3285-0ED7-4ADA-81E7-FD8A79F8D50D}"/>
          </ac:spMkLst>
        </pc:spChg>
        <pc:spChg chg="add mod">
          <ac:chgData name="Tobin, Eliza Nicole (ent4pn)" userId="S::ent4pn@virginia.edu::c6f0735e-188b-4a35-9a6a-2de662ec8b5c" providerId="AD" clId="Web-{33602700-619C-C031-ADBE-3205A1C5C1BA}" dt="2019-07-24T13:28:01.870" v="224" actId="1076"/>
          <ac:spMkLst>
            <pc:docMk/>
            <pc:sldMk cId="0" sldId="257"/>
            <ac:spMk id="15" creationId="{8F7D7395-10C2-4533-84F9-E9E4EE83DB9D}"/>
          </ac:spMkLst>
        </pc:spChg>
        <pc:spChg chg="add mod">
          <ac:chgData name="Tobin, Eliza Nicole (ent4pn)" userId="S::ent4pn@virginia.edu::c6f0735e-188b-4a35-9a6a-2de662ec8b5c" providerId="AD" clId="Web-{33602700-619C-C031-ADBE-3205A1C5C1BA}" dt="2019-07-24T13:32:40.278" v="288" actId="1076"/>
          <ac:spMkLst>
            <pc:docMk/>
            <pc:sldMk cId="0" sldId="257"/>
            <ac:spMk id="16" creationId="{8F7D7395-10C2-4533-84F9-E9E4EE83DB9D}"/>
          </ac:spMkLst>
        </pc:spChg>
        <pc:spChg chg="add mod">
          <ac:chgData name="Tobin, Eliza Nicole (ent4pn)" userId="S::ent4pn@virginia.edu::c6f0735e-188b-4a35-9a6a-2de662ec8b5c" providerId="AD" clId="Web-{33602700-619C-C031-ADBE-3205A1C5C1BA}" dt="2019-07-24T13:33:05.622" v="295" actId="20577"/>
          <ac:spMkLst>
            <pc:docMk/>
            <pc:sldMk cId="0" sldId="257"/>
            <ac:spMk id="17" creationId="{D7F55C03-D508-416C-8F95-552ABB1556EB}"/>
          </ac:spMkLst>
        </pc:spChg>
        <pc:spChg chg="add mod">
          <ac:chgData name="Tobin, Eliza Nicole (ent4pn)" userId="S::ent4pn@virginia.edu::c6f0735e-188b-4a35-9a6a-2de662ec8b5c" providerId="AD" clId="Web-{33602700-619C-C031-ADBE-3205A1C5C1BA}" dt="2019-07-24T13:40:09.422" v="400" actId="1076"/>
          <ac:spMkLst>
            <pc:docMk/>
            <pc:sldMk cId="0" sldId="257"/>
            <ac:spMk id="18" creationId="{27C2C96C-71F8-4CF5-8E18-4ABAA520FA63}"/>
          </ac:spMkLst>
        </pc:spChg>
        <pc:spChg chg="add mod">
          <ac:chgData name="Tobin, Eliza Nicole (ent4pn)" userId="S::ent4pn@virginia.edu::c6f0735e-188b-4a35-9a6a-2de662ec8b5c" providerId="AD" clId="Web-{33602700-619C-C031-ADBE-3205A1C5C1BA}" dt="2019-07-24T13:40:28.672" v="403" actId="1076"/>
          <ac:spMkLst>
            <pc:docMk/>
            <pc:sldMk cId="0" sldId="257"/>
            <ac:spMk id="21" creationId="{552E1A2E-AAC2-41CD-ABD1-D32659ED214C}"/>
          </ac:spMkLst>
        </pc:spChg>
        <pc:spChg chg="add mod">
          <ac:chgData name="Tobin, Eliza Nicole (ent4pn)" userId="S::ent4pn@virginia.edu::c6f0735e-188b-4a35-9a6a-2de662ec8b5c" providerId="AD" clId="Web-{33602700-619C-C031-ADBE-3205A1C5C1BA}" dt="2019-07-24T13:40:16.344" v="402" actId="1076"/>
          <ac:spMkLst>
            <pc:docMk/>
            <pc:sldMk cId="0" sldId="257"/>
            <ac:spMk id="22" creationId="{0926BF33-332F-428A-BCC9-9ECA4C664EED}"/>
          </ac:spMkLst>
        </pc:spChg>
        <pc:spChg chg="add mod">
          <ac:chgData name="Tobin, Eliza Nicole (ent4pn)" userId="S::ent4pn@virginia.edu::c6f0735e-188b-4a35-9a6a-2de662ec8b5c" providerId="AD" clId="Web-{33602700-619C-C031-ADBE-3205A1C5C1BA}" dt="2019-07-24T13:36:33.702" v="331" actId="1076"/>
          <ac:spMkLst>
            <pc:docMk/>
            <pc:sldMk cId="0" sldId="257"/>
            <ac:spMk id="23" creationId="{7518B0D9-9635-4E14-806D-E6EEDF0BE0F9}"/>
          </ac:spMkLst>
        </pc:spChg>
        <pc:spChg chg="add mod">
          <ac:chgData name="Tobin, Eliza Nicole (ent4pn)" userId="S::ent4pn@virginia.edu::c6f0735e-188b-4a35-9a6a-2de662ec8b5c" providerId="AD" clId="Web-{33602700-619C-C031-ADBE-3205A1C5C1BA}" dt="2019-07-24T13:38:15.358" v="375" actId="14100"/>
          <ac:spMkLst>
            <pc:docMk/>
            <pc:sldMk cId="0" sldId="257"/>
            <ac:spMk id="24" creationId="{044A8BBD-54B1-4BF0-9C2F-0A2E0EE26266}"/>
          </ac:spMkLst>
        </pc:spChg>
        <pc:spChg chg="add del mod">
          <ac:chgData name="Tobin, Eliza Nicole (ent4pn)" userId="S::ent4pn@virginia.edu::c6f0735e-188b-4a35-9a6a-2de662ec8b5c" providerId="AD" clId="Web-{33602700-619C-C031-ADBE-3205A1C5C1BA}" dt="2019-07-24T13:37:10.249" v="342"/>
          <ac:spMkLst>
            <pc:docMk/>
            <pc:sldMk cId="0" sldId="257"/>
            <ac:spMk id="25" creationId="{6CD45213-1C8F-4881-9A16-4C0421B148AB}"/>
          </ac:spMkLst>
        </pc:spChg>
        <pc:spChg chg="add mod">
          <ac:chgData name="Tobin, Eliza Nicole (ent4pn)" userId="S::ent4pn@virginia.edu::c6f0735e-188b-4a35-9a6a-2de662ec8b5c" providerId="AD" clId="Web-{33602700-619C-C031-ADBE-3205A1C5C1BA}" dt="2019-07-24T13:38:19.468" v="377" actId="20577"/>
          <ac:spMkLst>
            <pc:docMk/>
            <pc:sldMk cId="0" sldId="257"/>
            <ac:spMk id="26" creationId="{007B39E5-D9AF-4AA5-A950-5D93B599A54A}"/>
          </ac:spMkLst>
        </pc:spChg>
        <pc:spChg chg="add mod">
          <ac:chgData name="Tobin, Eliza Nicole (ent4pn)" userId="S::ent4pn@virginia.edu::c6f0735e-188b-4a35-9a6a-2de662ec8b5c" providerId="AD" clId="Web-{33602700-619C-C031-ADBE-3205A1C5C1BA}" dt="2019-07-24T13:26:15.510" v="201" actId="20577"/>
          <ac:spMkLst>
            <pc:docMk/>
            <pc:sldMk cId="0" sldId="257"/>
            <ac:spMk id="29" creationId="{0B0E7570-04BF-4E7F-9E21-BAB5E280D478}"/>
          </ac:spMkLst>
        </pc:spChg>
        <pc:spChg chg="add mod">
          <ac:chgData name="Tobin, Eliza Nicole (ent4pn)" userId="S::ent4pn@virginia.edu::c6f0735e-188b-4a35-9a6a-2de662ec8b5c" providerId="AD" clId="Web-{33602700-619C-C031-ADBE-3205A1C5C1BA}" dt="2019-07-24T13:26:32.729" v="205" actId="1076"/>
          <ac:spMkLst>
            <pc:docMk/>
            <pc:sldMk cId="0" sldId="257"/>
            <ac:spMk id="30" creationId="{244C9033-975A-4B91-9C4B-3A8C77BCFFE0}"/>
          </ac:spMkLst>
        </pc:spChg>
        <pc:spChg chg="add mod">
          <ac:chgData name="Tobin, Eliza Nicole (ent4pn)" userId="S::ent4pn@virginia.edu::c6f0735e-188b-4a35-9a6a-2de662ec8b5c" providerId="AD" clId="Web-{33602700-619C-C031-ADBE-3205A1C5C1BA}" dt="2019-07-24T13:26:52.651" v="208" actId="20577"/>
          <ac:spMkLst>
            <pc:docMk/>
            <pc:sldMk cId="0" sldId="257"/>
            <ac:spMk id="31" creationId="{B7706321-1198-44C9-B00C-FAC7A7A245AA}"/>
          </ac:spMkLst>
        </pc:spChg>
        <pc:spChg chg="add mod">
          <ac:chgData name="Tobin, Eliza Nicole (ent4pn)" userId="S::ent4pn@virginia.edu::c6f0735e-188b-4a35-9a6a-2de662ec8b5c" providerId="AD" clId="Web-{33602700-619C-C031-ADBE-3205A1C5C1BA}" dt="2019-07-24T13:38:24.140" v="379" actId="1076"/>
          <ac:spMkLst>
            <pc:docMk/>
            <pc:sldMk cId="0" sldId="257"/>
            <ac:spMk id="36" creationId="{B1A742D0-0606-4C37-9477-85850C45C090}"/>
          </ac:spMkLst>
        </pc:spChg>
        <pc:spChg chg="mod">
          <ac:chgData name="Tobin, Eliza Nicole (ent4pn)" userId="S::ent4pn@virginia.edu::c6f0735e-188b-4a35-9a6a-2de662ec8b5c" providerId="AD" clId="Web-{33602700-619C-C031-ADBE-3205A1C5C1BA}" dt="2019-07-24T13:19:04.866" v="101" actId="20577"/>
          <ac:spMkLst>
            <pc:docMk/>
            <pc:sldMk cId="0" sldId="257"/>
            <ac:spMk id="42" creationId="{00000000-0000-0000-0000-000000000000}"/>
          </ac:spMkLst>
        </pc:spChg>
        <pc:spChg chg="mod">
          <ac:chgData name="Tobin, Eliza Nicole (ent4pn)" userId="S::ent4pn@virginia.edu::c6f0735e-188b-4a35-9a6a-2de662ec8b5c" providerId="AD" clId="Web-{33602700-619C-C031-ADBE-3205A1C5C1BA}" dt="2019-07-24T13:21:25.117" v="119" actId="1076"/>
          <ac:spMkLst>
            <pc:docMk/>
            <pc:sldMk cId="0" sldId="257"/>
            <ac:spMk id="43" creationId="{00000000-0000-0000-0000-000000000000}"/>
          </ac:spMkLst>
        </pc:spChg>
        <pc:spChg chg="mod">
          <ac:chgData name="Tobin, Eliza Nicole (ent4pn)" userId="S::ent4pn@virginia.edu::c6f0735e-188b-4a35-9a6a-2de662ec8b5c" providerId="AD" clId="Web-{33602700-619C-C031-ADBE-3205A1C5C1BA}" dt="2019-07-24T13:21:19.945" v="117" actId="1076"/>
          <ac:spMkLst>
            <pc:docMk/>
            <pc:sldMk cId="0" sldId="257"/>
            <ac:spMk id="44" creationId="{00000000-0000-0000-0000-000000000000}"/>
          </ac:spMkLst>
        </pc:spChg>
        <pc:spChg chg="mod">
          <ac:chgData name="Tobin, Eliza Nicole (ent4pn)" userId="S::ent4pn@virginia.edu::c6f0735e-188b-4a35-9a6a-2de662ec8b5c" providerId="AD" clId="Web-{33602700-619C-C031-ADBE-3205A1C5C1BA}" dt="2019-07-24T13:21:30.805" v="121" actId="1076"/>
          <ac:spMkLst>
            <pc:docMk/>
            <pc:sldMk cId="0" sldId="257"/>
            <ac:spMk id="45" creationId="{00000000-0000-0000-0000-000000000000}"/>
          </ac:spMkLst>
        </pc:spChg>
        <pc:spChg chg="mod">
          <ac:chgData name="Tobin, Eliza Nicole (ent4pn)" userId="S::ent4pn@virginia.edu::c6f0735e-188b-4a35-9a6a-2de662ec8b5c" providerId="AD" clId="Web-{33602700-619C-C031-ADBE-3205A1C5C1BA}" dt="2019-07-24T13:21:27.727" v="120" actId="1076"/>
          <ac:spMkLst>
            <pc:docMk/>
            <pc:sldMk cId="0" sldId="257"/>
            <ac:spMk id="46" creationId="{00000000-0000-0000-0000-000000000000}"/>
          </ac:spMkLst>
        </pc:spChg>
        <pc:spChg chg="mod">
          <ac:chgData name="Tobin, Eliza Nicole (ent4pn)" userId="S::ent4pn@virginia.edu::c6f0735e-188b-4a35-9a6a-2de662ec8b5c" providerId="AD" clId="Web-{33602700-619C-C031-ADBE-3205A1C5C1BA}" dt="2019-07-24T13:28:14.933" v="227" actId="1076"/>
          <ac:spMkLst>
            <pc:docMk/>
            <pc:sldMk cId="0" sldId="257"/>
            <ac:spMk id="52" creationId="{00000000-0000-0000-0000-000000000000}"/>
          </ac:spMkLst>
        </pc:spChg>
        <pc:picChg chg="add mod">
          <ac:chgData name="Tobin, Eliza Nicole (ent4pn)" userId="S::ent4pn@virginia.edu::c6f0735e-188b-4a35-9a6a-2de662ec8b5c" providerId="AD" clId="Web-{33602700-619C-C031-ADBE-3205A1C5C1BA}" dt="2019-07-24T13:40:11.687" v="401" actId="1076"/>
          <ac:picMkLst>
            <pc:docMk/>
            <pc:sldMk cId="0" sldId="257"/>
            <ac:picMk id="2" creationId="{D297FD73-4F87-45D2-B530-CE7EF024307A}"/>
          </ac:picMkLst>
        </pc:picChg>
      </pc:sldChg>
    </pc:docChg>
  </pc:docChgLst>
  <pc:docChgLst>
    <pc:chgData name="Cong, Cong (cc2cm)" userId="S::cc2cm@virginia.edu::f07c910d-2f81-4213-8697-fa8eb7446fa4" providerId="AD" clId="Web-{B1485021-7460-4782-11CC-CAD23167803D}"/>
    <pc:docChg chg="addSld delSld modSld sldOrd">
      <pc:chgData name="Cong, Cong (cc2cm)" userId="S::cc2cm@virginia.edu::f07c910d-2f81-4213-8697-fa8eb7446fa4" providerId="AD" clId="Web-{B1485021-7460-4782-11CC-CAD23167803D}" dt="2019-07-31T02:39:12.925" v="1293" actId="20577"/>
      <pc:docMkLst>
        <pc:docMk/>
      </pc:docMkLst>
      <pc:sldChg chg="addSp delSp modSp">
        <pc:chgData name="Cong, Cong (cc2cm)" userId="S::cc2cm@virginia.edu::f07c910d-2f81-4213-8697-fa8eb7446fa4" providerId="AD" clId="Web-{B1485021-7460-4782-11CC-CAD23167803D}" dt="2019-07-31T02:39:12.925" v="1292" actId="20577"/>
        <pc:sldMkLst>
          <pc:docMk/>
          <pc:sldMk cId="0" sldId="257"/>
        </pc:sldMkLst>
        <pc:spChg chg="add mod">
          <ac:chgData name="Cong, Cong (cc2cm)" userId="S::cc2cm@virginia.edu::f07c910d-2f81-4213-8697-fa8eb7446fa4" providerId="AD" clId="Web-{B1485021-7460-4782-11CC-CAD23167803D}" dt="2019-07-31T02:35:26.877" v="1162" actId="14100"/>
          <ac:spMkLst>
            <pc:docMk/>
            <pc:sldMk cId="0" sldId="257"/>
            <ac:spMk id="3" creationId="{7133F3CF-AFEE-46B0-A6C6-C15DB50D066D}"/>
          </ac:spMkLst>
        </pc:spChg>
        <pc:spChg chg="mod">
          <ac:chgData name="Cong, Cong (cc2cm)" userId="S::cc2cm@virginia.edu::f07c910d-2f81-4213-8697-fa8eb7446fa4" providerId="AD" clId="Web-{B1485021-7460-4782-11CC-CAD23167803D}" dt="2019-07-31T01:53:00.582" v="23" actId="1076"/>
          <ac:spMkLst>
            <pc:docMk/>
            <pc:sldMk cId="0" sldId="257"/>
            <ac:spMk id="4" creationId="{6B308447-EB8C-416C-B159-3927D44FD8D4}"/>
          </ac:spMkLst>
        </pc:spChg>
        <pc:spChg chg="mod">
          <ac:chgData name="Cong, Cong (cc2cm)" userId="S::cc2cm@virginia.edu::f07c910d-2f81-4213-8697-fa8eb7446fa4" providerId="AD" clId="Web-{B1485021-7460-4782-11CC-CAD23167803D}" dt="2019-07-31T01:53:03.129" v="25" actId="1076"/>
          <ac:spMkLst>
            <pc:docMk/>
            <pc:sldMk cId="0" sldId="257"/>
            <ac:spMk id="5" creationId="{E692AA48-D5E6-4751-A682-B5CB69E07B94}"/>
          </ac:spMkLst>
        </pc:spChg>
        <pc:spChg chg="del">
          <ac:chgData name="Cong, Cong (cc2cm)" userId="S::cc2cm@virginia.edu::f07c910d-2f81-4213-8697-fa8eb7446fa4" providerId="AD" clId="Web-{B1485021-7460-4782-11CC-CAD23167803D}" dt="2019-07-31T01:53:15.269" v="28"/>
          <ac:spMkLst>
            <pc:docMk/>
            <pc:sldMk cId="0" sldId="257"/>
            <ac:spMk id="6" creationId="{EF485625-3470-4E30-9D1C-C3B3349C2B3B}"/>
          </ac:spMkLst>
        </pc:spChg>
        <pc:spChg chg="mod">
          <ac:chgData name="Cong, Cong (cc2cm)" userId="S::cc2cm@virginia.edu::f07c910d-2f81-4213-8697-fa8eb7446fa4" providerId="AD" clId="Web-{B1485021-7460-4782-11CC-CAD23167803D}" dt="2019-07-31T01:52:21.269" v="7" actId="1076"/>
          <ac:spMkLst>
            <pc:docMk/>
            <pc:sldMk cId="0" sldId="257"/>
            <ac:spMk id="7" creationId="{A5CB296C-B0BD-4241-B6F3-E039B7B923E0}"/>
          </ac:spMkLst>
        </pc:spChg>
        <pc:spChg chg="mod">
          <ac:chgData name="Cong, Cong (cc2cm)" userId="S::cc2cm@virginia.edu::f07c910d-2f81-4213-8697-fa8eb7446fa4" providerId="AD" clId="Web-{B1485021-7460-4782-11CC-CAD23167803D}" dt="2019-07-31T01:52:45.941" v="15" actId="1076"/>
          <ac:spMkLst>
            <pc:docMk/>
            <pc:sldMk cId="0" sldId="257"/>
            <ac:spMk id="8" creationId="{E4F01079-A8B0-454E-9A81-13B96B2CFF43}"/>
          </ac:spMkLst>
        </pc:spChg>
        <pc:spChg chg="mod">
          <ac:chgData name="Cong, Cong (cc2cm)" userId="S::cc2cm@virginia.edu::f07c910d-2f81-4213-8697-fa8eb7446fa4" providerId="AD" clId="Web-{B1485021-7460-4782-11CC-CAD23167803D}" dt="2019-07-31T01:52:52.957" v="18" actId="1076"/>
          <ac:spMkLst>
            <pc:docMk/>
            <pc:sldMk cId="0" sldId="257"/>
            <ac:spMk id="9" creationId="{EEE76048-70BC-49D7-B145-692F5ABF2813}"/>
          </ac:spMkLst>
        </pc:spChg>
        <pc:spChg chg="mod">
          <ac:chgData name="Cong, Cong (cc2cm)" userId="S::cc2cm@virginia.edu::f07c910d-2f81-4213-8697-fa8eb7446fa4" providerId="AD" clId="Web-{B1485021-7460-4782-11CC-CAD23167803D}" dt="2019-07-31T01:52:36.301" v="10" actId="1076"/>
          <ac:spMkLst>
            <pc:docMk/>
            <pc:sldMk cId="0" sldId="257"/>
            <ac:spMk id="10" creationId="{A89B8006-C87B-4BBF-812C-BE873FFB4C6F}"/>
          </ac:spMkLst>
        </pc:spChg>
        <pc:spChg chg="add mod">
          <ac:chgData name="Cong, Cong (cc2cm)" userId="S::cc2cm@virginia.edu::f07c910d-2f81-4213-8697-fa8eb7446fa4" providerId="AD" clId="Web-{B1485021-7460-4782-11CC-CAD23167803D}" dt="2019-07-31T02:31:11.891" v="1066"/>
          <ac:spMkLst>
            <pc:docMk/>
            <pc:sldMk cId="0" sldId="257"/>
            <ac:spMk id="11" creationId="{63E3BA55-BA16-4266-9874-5024C91A0146}"/>
          </ac:spMkLst>
        </pc:spChg>
        <pc:spChg chg="add del mod">
          <ac:chgData name="Cong, Cong (cc2cm)" userId="S::cc2cm@virginia.edu::f07c910d-2f81-4213-8697-fa8eb7446fa4" providerId="AD" clId="Web-{B1485021-7460-4782-11CC-CAD23167803D}" dt="2019-07-31T02:38:35.316" v="1220"/>
          <ac:spMkLst>
            <pc:docMk/>
            <pc:sldMk cId="0" sldId="257"/>
            <ac:spMk id="12" creationId="{6F58483E-07BD-414E-A266-99298CF70BEA}"/>
          </ac:spMkLst>
        </pc:spChg>
        <pc:spChg chg="add mod">
          <ac:chgData name="Cong, Cong (cc2cm)" userId="S::cc2cm@virginia.edu::f07c910d-2f81-4213-8697-fa8eb7446fa4" providerId="AD" clId="Web-{B1485021-7460-4782-11CC-CAD23167803D}" dt="2019-07-31T02:35:45.315" v="1169" actId="14100"/>
          <ac:spMkLst>
            <pc:docMk/>
            <pc:sldMk cId="0" sldId="257"/>
            <ac:spMk id="13" creationId="{3D09828F-9375-435A-989F-8C6A287CE28A}"/>
          </ac:spMkLst>
        </pc:spChg>
        <pc:spChg chg="mod">
          <ac:chgData name="Cong, Cong (cc2cm)" userId="S::cc2cm@virginia.edu::f07c910d-2f81-4213-8697-fa8eb7446fa4" providerId="AD" clId="Web-{B1485021-7460-4782-11CC-CAD23167803D}" dt="2019-07-31T01:52:21.337" v="8" actId="1076"/>
          <ac:spMkLst>
            <pc:docMk/>
            <pc:sldMk cId="0" sldId="257"/>
            <ac:spMk id="14" creationId="{61CF3285-0ED7-4ADA-81E7-FD8A79F8D50D}"/>
          </ac:spMkLst>
        </pc:spChg>
        <pc:spChg chg="mod">
          <ac:chgData name="Cong, Cong (cc2cm)" userId="S::cc2cm@virginia.edu::f07c910d-2f81-4213-8697-fa8eb7446fa4" providerId="AD" clId="Web-{B1485021-7460-4782-11CC-CAD23167803D}" dt="2019-07-31T02:20:27.560" v="763" actId="1076"/>
          <ac:spMkLst>
            <pc:docMk/>
            <pc:sldMk cId="0" sldId="257"/>
            <ac:spMk id="15" creationId="{8F7D7395-10C2-4533-84F9-E9E4EE83DB9D}"/>
          </ac:spMkLst>
        </pc:spChg>
        <pc:spChg chg="mod">
          <ac:chgData name="Cong, Cong (cc2cm)" userId="S::cc2cm@virginia.edu::f07c910d-2f81-4213-8697-fa8eb7446fa4" providerId="AD" clId="Web-{B1485021-7460-4782-11CC-CAD23167803D}" dt="2019-07-31T01:52:45.972" v="16" actId="1076"/>
          <ac:spMkLst>
            <pc:docMk/>
            <pc:sldMk cId="0" sldId="257"/>
            <ac:spMk id="16" creationId="{8F7D7395-10C2-4533-84F9-E9E4EE83DB9D}"/>
          </ac:spMkLst>
        </pc:spChg>
        <pc:spChg chg="mod">
          <ac:chgData name="Cong, Cong (cc2cm)" userId="S::cc2cm@virginia.edu::f07c910d-2f81-4213-8697-fa8eb7446fa4" providerId="AD" clId="Web-{B1485021-7460-4782-11CC-CAD23167803D}" dt="2019-07-31T01:52:46.035" v="17" actId="1076"/>
          <ac:spMkLst>
            <pc:docMk/>
            <pc:sldMk cId="0" sldId="257"/>
            <ac:spMk id="17" creationId="{D7F55C03-D508-416C-8F95-552ABB1556EB}"/>
          </ac:spMkLst>
        </pc:spChg>
        <pc:spChg chg="mod">
          <ac:chgData name="Cong, Cong (cc2cm)" userId="S::cc2cm@virginia.edu::f07c910d-2f81-4213-8697-fa8eb7446fa4" providerId="AD" clId="Web-{B1485021-7460-4782-11CC-CAD23167803D}" dt="2019-07-31T01:52:39.504" v="14" actId="1076"/>
          <ac:spMkLst>
            <pc:docMk/>
            <pc:sldMk cId="0" sldId="257"/>
            <ac:spMk id="18" creationId="{27C2C96C-71F8-4CF5-8E18-4ABAA520FA63}"/>
          </ac:spMkLst>
        </pc:spChg>
        <pc:spChg chg="add mod">
          <ac:chgData name="Cong, Cong (cc2cm)" userId="S::cc2cm@virginia.edu::f07c910d-2f81-4213-8697-fa8eb7446fa4" providerId="AD" clId="Web-{B1485021-7460-4782-11CC-CAD23167803D}" dt="2019-07-31T02:35:40.861" v="1168" actId="1076"/>
          <ac:spMkLst>
            <pc:docMk/>
            <pc:sldMk cId="0" sldId="257"/>
            <ac:spMk id="19" creationId="{EF92843B-2EE8-47F5-AEB7-48368945B0FB}"/>
          </ac:spMkLst>
        </pc:spChg>
        <pc:spChg chg="add mod">
          <ac:chgData name="Cong, Cong (cc2cm)" userId="S::cc2cm@virginia.edu::f07c910d-2f81-4213-8697-fa8eb7446fa4" providerId="AD" clId="Web-{B1485021-7460-4782-11CC-CAD23167803D}" dt="2019-07-31T02:37:18.815" v="1196"/>
          <ac:spMkLst>
            <pc:docMk/>
            <pc:sldMk cId="0" sldId="257"/>
            <ac:spMk id="20" creationId="{4526CDCA-4580-4BC0-A0DC-466B4802DAAA}"/>
          </ac:spMkLst>
        </pc:spChg>
        <pc:spChg chg="mod">
          <ac:chgData name="Cong, Cong (cc2cm)" userId="S::cc2cm@virginia.edu::f07c910d-2f81-4213-8697-fa8eb7446fa4" providerId="AD" clId="Web-{B1485021-7460-4782-11CC-CAD23167803D}" dt="2019-07-31T01:52:36.410" v="12" actId="1076"/>
          <ac:spMkLst>
            <pc:docMk/>
            <pc:sldMk cId="0" sldId="257"/>
            <ac:spMk id="21" creationId="{552E1A2E-AAC2-41CD-ABD1-D32659ED214C}"/>
          </ac:spMkLst>
        </pc:spChg>
        <pc:spChg chg="mod">
          <ac:chgData name="Cong, Cong (cc2cm)" userId="S::cc2cm@virginia.edu::f07c910d-2f81-4213-8697-fa8eb7446fa4" providerId="AD" clId="Web-{B1485021-7460-4782-11CC-CAD23167803D}" dt="2019-07-31T01:52:36.457" v="13" actId="1076"/>
          <ac:spMkLst>
            <pc:docMk/>
            <pc:sldMk cId="0" sldId="257"/>
            <ac:spMk id="22" creationId="{0926BF33-332F-428A-BCC9-9ECA4C664EED}"/>
          </ac:spMkLst>
        </pc:spChg>
        <pc:spChg chg="mod">
          <ac:chgData name="Cong, Cong (cc2cm)" userId="S::cc2cm@virginia.edu::f07c910d-2f81-4213-8697-fa8eb7446fa4" providerId="AD" clId="Web-{B1485021-7460-4782-11CC-CAD23167803D}" dt="2019-07-31T01:52:52.988" v="19" actId="1076"/>
          <ac:spMkLst>
            <pc:docMk/>
            <pc:sldMk cId="0" sldId="257"/>
            <ac:spMk id="23" creationId="{7518B0D9-9635-4E14-806D-E6EEDF0BE0F9}"/>
          </ac:spMkLst>
        </pc:spChg>
        <pc:spChg chg="mod">
          <ac:chgData name="Cong, Cong (cc2cm)" userId="S::cc2cm@virginia.edu::f07c910d-2f81-4213-8697-fa8eb7446fa4" providerId="AD" clId="Web-{B1485021-7460-4782-11CC-CAD23167803D}" dt="2019-07-31T01:52:53.035" v="20" actId="1076"/>
          <ac:spMkLst>
            <pc:docMk/>
            <pc:sldMk cId="0" sldId="257"/>
            <ac:spMk id="24" creationId="{044A8BBD-54B1-4BF0-9C2F-0A2E0EE26266}"/>
          </ac:spMkLst>
        </pc:spChg>
        <pc:spChg chg="add mod">
          <ac:chgData name="Cong, Cong (cc2cm)" userId="S::cc2cm@virginia.edu::f07c910d-2f81-4213-8697-fa8eb7446fa4" providerId="AD" clId="Web-{B1485021-7460-4782-11CC-CAD23167803D}" dt="2019-07-31T02:38:48.941" v="1225"/>
          <ac:spMkLst>
            <pc:docMk/>
            <pc:sldMk cId="0" sldId="257"/>
            <ac:spMk id="25" creationId="{D5843337-6A25-4951-A048-09E5D6C504E6}"/>
          </ac:spMkLst>
        </pc:spChg>
        <pc:spChg chg="mod">
          <ac:chgData name="Cong, Cong (cc2cm)" userId="S::cc2cm@virginia.edu::f07c910d-2f81-4213-8697-fa8eb7446fa4" providerId="AD" clId="Web-{B1485021-7460-4782-11CC-CAD23167803D}" dt="2019-07-31T01:52:53.082" v="21" actId="1076"/>
          <ac:spMkLst>
            <pc:docMk/>
            <pc:sldMk cId="0" sldId="257"/>
            <ac:spMk id="26" creationId="{007B39E5-D9AF-4AA5-A950-5D93B599A54A}"/>
          </ac:spMkLst>
        </pc:spChg>
        <pc:spChg chg="del">
          <ac:chgData name="Cong, Cong (cc2cm)" userId="S::cc2cm@virginia.edu::f07c910d-2f81-4213-8697-fa8eb7446fa4" providerId="AD" clId="Web-{B1485021-7460-4782-11CC-CAD23167803D}" dt="2019-07-31T01:53:10.457" v="27"/>
          <ac:spMkLst>
            <pc:docMk/>
            <pc:sldMk cId="0" sldId="257"/>
            <ac:spMk id="29" creationId="{0B0E7570-04BF-4E7F-9E21-BAB5E280D478}"/>
          </ac:spMkLst>
        </pc:spChg>
        <pc:spChg chg="del">
          <ac:chgData name="Cong, Cong (cc2cm)" userId="S::cc2cm@virginia.edu::f07c910d-2f81-4213-8697-fa8eb7446fa4" providerId="AD" clId="Web-{B1485021-7460-4782-11CC-CAD23167803D}" dt="2019-07-31T01:53:09.004" v="26"/>
          <ac:spMkLst>
            <pc:docMk/>
            <pc:sldMk cId="0" sldId="257"/>
            <ac:spMk id="30" creationId="{244C9033-975A-4B91-9C4B-3A8C77BCFFE0}"/>
          </ac:spMkLst>
        </pc:spChg>
        <pc:spChg chg="del">
          <ac:chgData name="Cong, Cong (cc2cm)" userId="S::cc2cm@virginia.edu::f07c910d-2f81-4213-8697-fa8eb7446fa4" providerId="AD" clId="Web-{B1485021-7460-4782-11CC-CAD23167803D}" dt="2019-07-31T01:53:15.269" v="29"/>
          <ac:spMkLst>
            <pc:docMk/>
            <pc:sldMk cId="0" sldId="257"/>
            <ac:spMk id="31" creationId="{B7706321-1198-44C9-B00C-FAC7A7A245AA}"/>
          </ac:spMkLst>
        </pc:spChg>
        <pc:spChg chg="mod">
          <ac:chgData name="Cong, Cong (cc2cm)" userId="S::cc2cm@virginia.edu::f07c910d-2f81-4213-8697-fa8eb7446fa4" providerId="AD" clId="Web-{B1485021-7460-4782-11CC-CAD23167803D}" dt="2019-07-31T01:52:53.129" v="22" actId="1076"/>
          <ac:spMkLst>
            <pc:docMk/>
            <pc:sldMk cId="0" sldId="257"/>
            <ac:spMk id="36" creationId="{B1A742D0-0606-4C37-9477-85850C45C090}"/>
          </ac:spMkLst>
        </pc:spChg>
        <pc:spChg chg="add mod">
          <ac:chgData name="Cong, Cong (cc2cm)" userId="S::cc2cm@virginia.edu::f07c910d-2f81-4213-8697-fa8eb7446fa4" providerId="AD" clId="Web-{B1485021-7460-4782-11CC-CAD23167803D}" dt="2019-07-31T02:35:40.627" v="1163" actId="1076"/>
          <ac:spMkLst>
            <pc:docMk/>
            <pc:sldMk cId="0" sldId="257"/>
            <ac:spMk id="37" creationId="{B72E7B24-BF02-4BE1-A644-EA1B657784B8}"/>
          </ac:spMkLst>
        </pc:spChg>
        <pc:spChg chg="add mod">
          <ac:chgData name="Cong, Cong (cc2cm)" userId="S::cc2cm@virginia.edu::f07c910d-2f81-4213-8697-fa8eb7446fa4" providerId="AD" clId="Web-{B1485021-7460-4782-11CC-CAD23167803D}" dt="2019-07-31T02:35:40.674" v="1164" actId="1076"/>
          <ac:spMkLst>
            <pc:docMk/>
            <pc:sldMk cId="0" sldId="257"/>
            <ac:spMk id="38" creationId="{22D1334F-2177-422B-AE9C-58DE247488CE}"/>
          </ac:spMkLst>
        </pc:spChg>
        <pc:spChg chg="add del">
          <ac:chgData name="Cong, Cong (cc2cm)" userId="S::cc2cm@virginia.edu::f07c910d-2f81-4213-8697-fa8eb7446fa4" providerId="AD" clId="Web-{B1485021-7460-4782-11CC-CAD23167803D}" dt="2019-07-31T01:57:49.224" v="64"/>
          <ac:spMkLst>
            <pc:docMk/>
            <pc:sldMk cId="0" sldId="257"/>
            <ac:spMk id="39" creationId="{DEB47D80-F8E2-4586-81ED-FC6D2DAB31CD}"/>
          </ac:spMkLst>
        </pc:spChg>
        <pc:spChg chg="add mod">
          <ac:chgData name="Cong, Cong (cc2cm)" userId="S::cc2cm@virginia.edu::f07c910d-2f81-4213-8697-fa8eb7446fa4" providerId="AD" clId="Web-{B1485021-7460-4782-11CC-CAD23167803D}" dt="2019-07-31T02:35:40.721" v="1165" actId="1076"/>
          <ac:spMkLst>
            <pc:docMk/>
            <pc:sldMk cId="0" sldId="257"/>
            <ac:spMk id="40" creationId="{FE29F7A6-0DC7-41C8-BB12-41AD2C5FAF34}"/>
          </ac:spMkLst>
        </pc:spChg>
        <pc:spChg chg="add mod">
          <ac:chgData name="Cong, Cong (cc2cm)" userId="S::cc2cm@virginia.edu::f07c910d-2f81-4213-8697-fa8eb7446fa4" providerId="AD" clId="Web-{B1485021-7460-4782-11CC-CAD23167803D}" dt="2019-07-31T02:35:40.768" v="1166" actId="1076"/>
          <ac:spMkLst>
            <pc:docMk/>
            <pc:sldMk cId="0" sldId="257"/>
            <ac:spMk id="41" creationId="{83A1FAE6-6D11-4F94-8568-0BBE0780CFCB}"/>
          </ac:spMkLst>
        </pc:spChg>
        <pc:spChg chg="del">
          <ac:chgData name="Cong, Cong (cc2cm)" userId="S::cc2cm@virginia.edu::f07c910d-2f81-4213-8697-fa8eb7446fa4" providerId="AD" clId="Web-{B1485021-7460-4782-11CC-CAD23167803D}" dt="2019-07-31T01:53:15.269" v="33"/>
          <ac:spMkLst>
            <pc:docMk/>
            <pc:sldMk cId="0" sldId="257"/>
            <ac:spMk id="43" creationId="{00000000-0000-0000-0000-000000000000}"/>
          </ac:spMkLst>
        </pc:spChg>
        <pc:spChg chg="del">
          <ac:chgData name="Cong, Cong (cc2cm)" userId="S::cc2cm@virginia.edu::f07c910d-2f81-4213-8697-fa8eb7446fa4" providerId="AD" clId="Web-{B1485021-7460-4782-11CC-CAD23167803D}" dt="2019-07-31T01:53:15.269" v="32"/>
          <ac:spMkLst>
            <pc:docMk/>
            <pc:sldMk cId="0" sldId="257"/>
            <ac:spMk id="44" creationId="{00000000-0000-0000-0000-000000000000}"/>
          </ac:spMkLst>
        </pc:spChg>
        <pc:spChg chg="del">
          <ac:chgData name="Cong, Cong (cc2cm)" userId="S::cc2cm@virginia.edu::f07c910d-2f81-4213-8697-fa8eb7446fa4" providerId="AD" clId="Web-{B1485021-7460-4782-11CC-CAD23167803D}" dt="2019-07-31T01:53:15.269" v="31"/>
          <ac:spMkLst>
            <pc:docMk/>
            <pc:sldMk cId="0" sldId="257"/>
            <ac:spMk id="45" creationId="{00000000-0000-0000-0000-000000000000}"/>
          </ac:spMkLst>
        </pc:spChg>
        <pc:spChg chg="del">
          <ac:chgData name="Cong, Cong (cc2cm)" userId="S::cc2cm@virginia.edu::f07c910d-2f81-4213-8697-fa8eb7446fa4" providerId="AD" clId="Web-{B1485021-7460-4782-11CC-CAD23167803D}" dt="2019-07-31T01:53:15.269" v="30"/>
          <ac:spMkLst>
            <pc:docMk/>
            <pc:sldMk cId="0" sldId="257"/>
            <ac:spMk id="46" creationId="{00000000-0000-0000-0000-000000000000}"/>
          </ac:spMkLst>
        </pc:spChg>
        <pc:spChg chg="mod">
          <ac:chgData name="Cong, Cong (cc2cm)" userId="S::cc2cm@virginia.edu::f07c910d-2f81-4213-8697-fa8eb7446fa4" providerId="AD" clId="Web-{B1485021-7460-4782-11CC-CAD23167803D}" dt="2019-07-31T01:53:28.879" v="36" actId="1076"/>
          <ac:spMkLst>
            <pc:docMk/>
            <pc:sldMk cId="0" sldId="257"/>
            <ac:spMk id="47" creationId="{00000000-0000-0000-0000-000000000000}"/>
          </ac:spMkLst>
        </pc:spChg>
        <pc:spChg chg="mod">
          <ac:chgData name="Cong, Cong (cc2cm)" userId="S::cc2cm@virginia.edu::f07c910d-2f81-4213-8697-fa8eb7446fa4" providerId="AD" clId="Web-{B1485021-7460-4782-11CC-CAD23167803D}" dt="2019-07-31T01:53:28.910" v="37" actId="1076"/>
          <ac:spMkLst>
            <pc:docMk/>
            <pc:sldMk cId="0" sldId="257"/>
            <ac:spMk id="48" creationId="{00000000-0000-0000-0000-000000000000}"/>
          </ac:spMkLst>
        </pc:spChg>
        <pc:spChg chg="mod">
          <ac:chgData name="Cong, Cong (cc2cm)" userId="S::cc2cm@virginia.edu::f07c910d-2f81-4213-8697-fa8eb7446fa4" providerId="AD" clId="Web-{B1485021-7460-4782-11CC-CAD23167803D}" dt="2019-07-31T01:53:28.973" v="38" actId="1076"/>
          <ac:spMkLst>
            <pc:docMk/>
            <pc:sldMk cId="0" sldId="257"/>
            <ac:spMk id="49" creationId="{00000000-0000-0000-0000-000000000000}"/>
          </ac:spMkLst>
        </pc:spChg>
        <pc:spChg chg="mod">
          <ac:chgData name="Cong, Cong (cc2cm)" userId="S::cc2cm@virginia.edu::f07c910d-2f81-4213-8697-fa8eb7446fa4" providerId="AD" clId="Web-{B1485021-7460-4782-11CC-CAD23167803D}" dt="2019-07-31T01:53:29.004" v="39" actId="1076"/>
          <ac:spMkLst>
            <pc:docMk/>
            <pc:sldMk cId="0" sldId="257"/>
            <ac:spMk id="50" creationId="{00000000-0000-0000-0000-000000000000}"/>
          </ac:spMkLst>
        </pc:spChg>
        <pc:spChg chg="add del mod">
          <ac:chgData name="Cong, Cong (cc2cm)" userId="S::cc2cm@virginia.edu::f07c910d-2f81-4213-8697-fa8eb7446fa4" providerId="AD" clId="Web-{B1485021-7460-4782-11CC-CAD23167803D}" dt="2019-07-31T02:33:10.345" v="1132"/>
          <ac:spMkLst>
            <pc:docMk/>
            <pc:sldMk cId="0" sldId="257"/>
            <ac:spMk id="54" creationId="{5EFB2C59-0295-42AB-87EE-8826DB029C14}"/>
          </ac:spMkLst>
        </pc:spChg>
        <pc:spChg chg="add mod">
          <ac:chgData name="Cong, Cong (cc2cm)" userId="S::cc2cm@virginia.edu::f07c910d-2f81-4213-8697-fa8eb7446fa4" providerId="AD" clId="Web-{B1485021-7460-4782-11CC-CAD23167803D}" dt="2019-07-31T02:35:40.815" v="1167" actId="1076"/>
          <ac:spMkLst>
            <pc:docMk/>
            <pc:sldMk cId="0" sldId="257"/>
            <ac:spMk id="55" creationId="{06D85868-0F03-4AB5-8361-46BECFF1C2B4}"/>
          </ac:spMkLst>
        </pc:spChg>
        <pc:spChg chg="add del mod">
          <ac:chgData name="Cong, Cong (cc2cm)" userId="S::cc2cm@virginia.edu::f07c910d-2f81-4213-8697-fa8eb7446fa4" providerId="AD" clId="Web-{B1485021-7460-4782-11CC-CAD23167803D}" dt="2019-07-31T02:32:34.173" v="1125"/>
          <ac:spMkLst>
            <pc:docMk/>
            <pc:sldMk cId="0" sldId="257"/>
            <ac:spMk id="56" creationId="{5667D2AC-897D-4FF3-8870-7B84B5912920}"/>
          </ac:spMkLst>
        </pc:spChg>
        <pc:spChg chg="add mod">
          <ac:chgData name="Cong, Cong (cc2cm)" userId="S::cc2cm@virginia.edu::f07c910d-2f81-4213-8697-fa8eb7446fa4" providerId="AD" clId="Web-{B1485021-7460-4782-11CC-CAD23167803D}" dt="2019-07-31T02:20:57.700" v="772" actId="1076"/>
          <ac:spMkLst>
            <pc:docMk/>
            <pc:sldMk cId="0" sldId="257"/>
            <ac:spMk id="57" creationId="{91B82028-CAB0-4D55-9EB6-3574AF3DC913}"/>
          </ac:spMkLst>
        </pc:spChg>
        <pc:spChg chg="add del mod">
          <ac:chgData name="Cong, Cong (cc2cm)" userId="S::cc2cm@virginia.edu::f07c910d-2f81-4213-8697-fa8eb7446fa4" providerId="AD" clId="Web-{B1485021-7460-4782-11CC-CAD23167803D}" dt="2019-07-31T02:29:16.109" v="1037"/>
          <ac:spMkLst>
            <pc:docMk/>
            <pc:sldMk cId="0" sldId="257"/>
            <ac:spMk id="58" creationId="{ABD3F7E4-10A3-4504-94EC-595EEBF21E6F}"/>
          </ac:spMkLst>
        </pc:spChg>
        <pc:spChg chg="add mod">
          <ac:chgData name="Cong, Cong (cc2cm)" userId="S::cc2cm@virginia.edu::f07c910d-2f81-4213-8697-fa8eb7446fa4" providerId="AD" clId="Web-{B1485021-7460-4782-11CC-CAD23167803D}" dt="2019-07-31T02:35:52.018" v="1170" actId="1076"/>
          <ac:spMkLst>
            <pc:docMk/>
            <pc:sldMk cId="0" sldId="257"/>
            <ac:spMk id="59" creationId="{9933FEBC-09F3-40DE-AE18-ADF466229930}"/>
          </ac:spMkLst>
        </pc:spChg>
        <pc:spChg chg="add mod">
          <ac:chgData name="Cong, Cong (cc2cm)" userId="S::cc2cm@virginia.edu::f07c910d-2f81-4213-8697-fa8eb7446fa4" providerId="AD" clId="Web-{B1485021-7460-4782-11CC-CAD23167803D}" dt="2019-07-31T02:36:15.580" v="1177" actId="1076"/>
          <ac:spMkLst>
            <pc:docMk/>
            <pc:sldMk cId="0" sldId="257"/>
            <ac:spMk id="60" creationId="{4FC9182E-44CB-4977-B4DD-43FF1AA22D90}"/>
          </ac:spMkLst>
        </pc:spChg>
        <pc:spChg chg="add mod">
          <ac:chgData name="Cong, Cong (cc2cm)" userId="S::cc2cm@virginia.edu::f07c910d-2f81-4213-8697-fa8eb7446fa4" providerId="AD" clId="Web-{B1485021-7460-4782-11CC-CAD23167803D}" dt="2019-07-31T02:36:15.627" v="1178" actId="1076"/>
          <ac:spMkLst>
            <pc:docMk/>
            <pc:sldMk cId="0" sldId="257"/>
            <ac:spMk id="62" creationId="{C1BA910D-5894-4454-92C9-4C41733E6567}"/>
          </ac:spMkLst>
        </pc:spChg>
        <pc:spChg chg="add mod">
          <ac:chgData name="Cong, Cong (cc2cm)" userId="S::cc2cm@virginia.edu::f07c910d-2f81-4213-8697-fa8eb7446fa4" providerId="AD" clId="Web-{B1485021-7460-4782-11CC-CAD23167803D}" dt="2019-07-31T02:36:15.674" v="1179" actId="1076"/>
          <ac:spMkLst>
            <pc:docMk/>
            <pc:sldMk cId="0" sldId="257"/>
            <ac:spMk id="63" creationId="{53F752D5-4491-4A9F-9484-59444178AE75}"/>
          </ac:spMkLst>
        </pc:spChg>
        <pc:spChg chg="add mod">
          <ac:chgData name="Cong, Cong (cc2cm)" userId="S::cc2cm@virginia.edu::f07c910d-2f81-4213-8697-fa8eb7446fa4" providerId="AD" clId="Web-{B1485021-7460-4782-11CC-CAD23167803D}" dt="2019-07-31T02:36:15.705" v="1180" actId="1076"/>
          <ac:spMkLst>
            <pc:docMk/>
            <pc:sldMk cId="0" sldId="257"/>
            <ac:spMk id="64" creationId="{4D88AECB-FEF6-4C63-8C3C-2D8F4BC98A9B}"/>
          </ac:spMkLst>
        </pc:spChg>
        <pc:spChg chg="add mod">
          <ac:chgData name="Cong, Cong (cc2cm)" userId="S::cc2cm@virginia.edu::f07c910d-2f81-4213-8697-fa8eb7446fa4" providerId="AD" clId="Web-{B1485021-7460-4782-11CC-CAD23167803D}" dt="2019-07-31T02:36:15.768" v="1181" actId="1076"/>
          <ac:spMkLst>
            <pc:docMk/>
            <pc:sldMk cId="0" sldId="257"/>
            <ac:spMk id="65" creationId="{425E9154-8090-4B4C-BCC0-0AF901E629F9}"/>
          </ac:spMkLst>
        </pc:spChg>
        <pc:spChg chg="add mod">
          <ac:chgData name="Cong, Cong (cc2cm)" userId="S::cc2cm@virginia.edu::f07c910d-2f81-4213-8697-fa8eb7446fa4" providerId="AD" clId="Web-{B1485021-7460-4782-11CC-CAD23167803D}" dt="2019-07-31T02:36:15.830" v="1182" actId="1076"/>
          <ac:spMkLst>
            <pc:docMk/>
            <pc:sldMk cId="0" sldId="257"/>
            <ac:spMk id="66" creationId="{12F2339E-7589-4577-AD28-5DE1615BFEF7}"/>
          </ac:spMkLst>
        </pc:spChg>
        <pc:spChg chg="add del mod">
          <ac:chgData name="Cong, Cong (cc2cm)" userId="S::cc2cm@virginia.edu::f07c910d-2f81-4213-8697-fa8eb7446fa4" providerId="AD" clId="Web-{B1485021-7460-4782-11CC-CAD23167803D}" dt="2019-07-31T02:31:16.735" v="1067"/>
          <ac:spMkLst>
            <pc:docMk/>
            <pc:sldMk cId="0" sldId="257"/>
            <ac:spMk id="67" creationId="{32B7C5F9-B859-4D0A-B3FF-664EB990A52C}"/>
          </ac:spMkLst>
        </pc:spChg>
        <pc:spChg chg="add mod">
          <ac:chgData name="Cong, Cong (cc2cm)" userId="S::cc2cm@virginia.edu::f07c910d-2f81-4213-8697-fa8eb7446fa4" providerId="AD" clId="Web-{B1485021-7460-4782-11CC-CAD23167803D}" dt="2019-07-31T02:36:25.018" v="1183" actId="1076"/>
          <ac:spMkLst>
            <pc:docMk/>
            <pc:sldMk cId="0" sldId="257"/>
            <ac:spMk id="68" creationId="{8C56F8E7-7F4E-4C0C-A9B5-23FECEFF4A24}"/>
          </ac:spMkLst>
        </pc:spChg>
        <pc:spChg chg="add mod">
          <ac:chgData name="Cong, Cong (cc2cm)" userId="S::cc2cm@virginia.edu::f07c910d-2f81-4213-8697-fa8eb7446fa4" providerId="AD" clId="Web-{B1485021-7460-4782-11CC-CAD23167803D}" dt="2019-07-31T02:36:25.065" v="1184" actId="1076"/>
          <ac:spMkLst>
            <pc:docMk/>
            <pc:sldMk cId="0" sldId="257"/>
            <ac:spMk id="69" creationId="{8077CE17-A88E-4430-B0B5-1DF3622D5E5B}"/>
          </ac:spMkLst>
        </pc:spChg>
        <pc:spChg chg="add mod">
          <ac:chgData name="Cong, Cong (cc2cm)" userId="S::cc2cm@virginia.edu::f07c910d-2f81-4213-8697-fa8eb7446fa4" providerId="AD" clId="Web-{B1485021-7460-4782-11CC-CAD23167803D}" dt="2019-07-31T02:36:25.112" v="1185" actId="1076"/>
          <ac:spMkLst>
            <pc:docMk/>
            <pc:sldMk cId="0" sldId="257"/>
            <ac:spMk id="70" creationId="{2DC2196B-64DA-4588-94E8-AFC493929C83}"/>
          </ac:spMkLst>
        </pc:spChg>
        <pc:spChg chg="add mod">
          <ac:chgData name="Cong, Cong (cc2cm)" userId="S::cc2cm@virginia.edu::f07c910d-2f81-4213-8697-fa8eb7446fa4" providerId="AD" clId="Web-{B1485021-7460-4782-11CC-CAD23167803D}" dt="2019-07-31T02:36:25.159" v="1186" actId="1076"/>
          <ac:spMkLst>
            <pc:docMk/>
            <pc:sldMk cId="0" sldId="257"/>
            <ac:spMk id="71" creationId="{B8BB5EB0-8031-4B00-9206-4D75A58DCC30}"/>
          </ac:spMkLst>
        </pc:spChg>
        <pc:spChg chg="add mod">
          <ac:chgData name="Cong, Cong (cc2cm)" userId="S::cc2cm@virginia.edu::f07c910d-2f81-4213-8697-fa8eb7446fa4" providerId="AD" clId="Web-{B1485021-7460-4782-11CC-CAD23167803D}" dt="2019-07-31T02:36:25.206" v="1187" actId="1076"/>
          <ac:spMkLst>
            <pc:docMk/>
            <pc:sldMk cId="0" sldId="257"/>
            <ac:spMk id="72" creationId="{2E9F3B82-5FE6-4348-91A2-FAA89187A985}"/>
          </ac:spMkLst>
        </pc:spChg>
        <pc:spChg chg="add del mod">
          <ac:chgData name="Cong, Cong (cc2cm)" userId="S::cc2cm@virginia.edu::f07c910d-2f81-4213-8697-fa8eb7446fa4" providerId="AD" clId="Web-{B1485021-7460-4782-11CC-CAD23167803D}" dt="2019-07-31T02:37:01.972" v="1191"/>
          <ac:spMkLst>
            <pc:docMk/>
            <pc:sldMk cId="0" sldId="257"/>
            <ac:spMk id="73" creationId="{97041398-938E-4D76-B531-1B275B37002D}"/>
          </ac:spMkLst>
        </pc:spChg>
        <pc:spChg chg="add del mod">
          <ac:chgData name="Cong, Cong (cc2cm)" userId="S::cc2cm@virginia.edu::f07c910d-2f81-4213-8697-fa8eb7446fa4" providerId="AD" clId="Web-{B1485021-7460-4782-11CC-CAD23167803D}" dt="2019-07-31T02:30:41.188" v="1060"/>
          <ac:spMkLst>
            <pc:docMk/>
            <pc:sldMk cId="0" sldId="257"/>
            <ac:spMk id="74" creationId="{D0B7BFAE-6CB8-46EA-AFA0-9CDFD101200F}"/>
          </ac:spMkLst>
        </pc:spChg>
        <pc:spChg chg="add mod">
          <ac:chgData name="Cong, Cong (cc2cm)" userId="S::cc2cm@virginia.edu::f07c910d-2f81-4213-8697-fa8eb7446fa4" providerId="AD" clId="Web-{B1485021-7460-4782-11CC-CAD23167803D}" dt="2019-07-31T02:39:12.925" v="1292" actId="20577"/>
          <ac:spMkLst>
            <pc:docMk/>
            <pc:sldMk cId="0" sldId="257"/>
            <ac:spMk id="75" creationId="{67318151-35D3-4697-8F46-B7AC3A35EEA2}"/>
          </ac:spMkLst>
        </pc:spChg>
        <pc:picChg chg="mod">
          <ac:chgData name="Cong, Cong (cc2cm)" userId="S::cc2cm@virginia.edu::f07c910d-2f81-4213-8697-fa8eb7446fa4" providerId="AD" clId="Web-{B1485021-7460-4782-11CC-CAD23167803D}" dt="2019-07-31T01:52:36.347" v="11" actId="1076"/>
          <ac:picMkLst>
            <pc:docMk/>
            <pc:sldMk cId="0" sldId="257"/>
            <ac:picMk id="2" creationId="{D297FD73-4F87-45D2-B530-CE7EF024307A}"/>
          </ac:picMkLst>
        </pc:picChg>
        <pc:picChg chg="add del mod ord">
          <ac:chgData name="Cong, Cong (cc2cm)" userId="S::cc2cm@virginia.edu::f07c910d-2f81-4213-8697-fa8eb7446fa4" providerId="AD" clId="Web-{B1485021-7460-4782-11CC-CAD23167803D}" dt="2019-07-31T02:06:22.336" v="324"/>
          <ac:picMkLst>
            <pc:docMk/>
            <pc:sldMk cId="0" sldId="257"/>
            <ac:picMk id="61" creationId="{5CC8B1C5-101F-4C37-B637-0CEC70E126E8}"/>
          </ac:picMkLst>
        </pc:picChg>
      </pc:sldChg>
      <pc:sldChg chg="addSp delSp modSp new del ord">
        <pc:chgData name="Cong, Cong (cc2cm)" userId="S::cc2cm@virginia.edu::f07c910d-2f81-4213-8697-fa8eb7446fa4" providerId="AD" clId="Web-{B1485021-7460-4782-11CC-CAD23167803D}" dt="2019-07-31T01:53:19.613" v="35"/>
        <pc:sldMkLst>
          <pc:docMk/>
          <pc:sldMk cId="3853174810" sldId="258"/>
        </pc:sldMkLst>
        <pc:spChg chg="add">
          <ac:chgData name="Cong, Cong (cc2cm)" userId="S::cc2cm@virginia.edu::f07c910d-2f81-4213-8697-fa8eb7446fa4" providerId="AD" clId="Web-{B1485021-7460-4782-11CC-CAD23167803D}" dt="2019-07-31T01:48:43.346" v="1"/>
          <ac:spMkLst>
            <pc:docMk/>
            <pc:sldMk cId="3853174810" sldId="258"/>
            <ac:spMk id="3" creationId="{9592E35B-D106-4D57-B98C-D38553A6CBF5}"/>
          </ac:spMkLst>
        </pc:spChg>
        <pc:spChg chg="add">
          <ac:chgData name="Cong, Cong (cc2cm)" userId="S::cc2cm@virginia.edu::f07c910d-2f81-4213-8697-fa8eb7446fa4" providerId="AD" clId="Web-{B1485021-7460-4782-11CC-CAD23167803D}" dt="2019-07-31T01:48:43.377" v="2"/>
          <ac:spMkLst>
            <pc:docMk/>
            <pc:sldMk cId="3853174810" sldId="258"/>
            <ac:spMk id="5" creationId="{00DDF94C-4DA0-4863-8EE5-28DC038D1896}"/>
          </ac:spMkLst>
        </pc:spChg>
        <pc:cxnChg chg="add del mod">
          <ac:chgData name="Cong, Cong (cc2cm)" userId="S::cc2cm@virginia.edu::f07c910d-2f81-4213-8697-fa8eb7446fa4" providerId="AD" clId="Web-{B1485021-7460-4782-11CC-CAD23167803D}" dt="2019-07-31T01:50:54.816" v="6"/>
          <ac:cxnSpMkLst>
            <pc:docMk/>
            <pc:sldMk cId="3853174810" sldId="258"/>
            <ac:cxnSpMk id="6" creationId="{BA6DE92E-A657-4F48-B6E8-F703A2DA1A1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A89B8006-C87B-4BBF-812C-BE873FFB4C6F}"/>
              </a:ext>
            </a:extLst>
          </p:cNvPr>
          <p:cNvSpPr/>
          <p:nvPr/>
        </p:nvSpPr>
        <p:spPr>
          <a:xfrm rot="5400000">
            <a:off x="26074342" y="8851910"/>
            <a:ext cx="7694762" cy="7729267"/>
          </a:xfrm>
          <a:prstGeom prst="roundRect">
            <a:avLst/>
          </a:prstGeom>
          <a:solidFill>
            <a:srgbClr val="FFC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Rectangle: Folded Corner 7">
            <a:extLst>
              <a:ext uri="{FF2B5EF4-FFF2-40B4-BE49-F238E27FC236}">
                <a16:creationId xmlns:a16="http://schemas.microsoft.com/office/drawing/2014/main" id="{E4F01079-A8B0-454E-9A81-13B96B2CFF43}"/>
              </a:ext>
            </a:extLst>
          </p:cNvPr>
          <p:cNvSpPr/>
          <p:nvPr/>
        </p:nvSpPr>
        <p:spPr>
          <a:xfrm>
            <a:off x="25684056" y="16701687"/>
            <a:ext cx="2346384" cy="2398144"/>
          </a:xfrm>
          <a:prstGeom prst="foldedCorner">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 name="Rectangle: Rounded Corners 6">
            <a:extLst>
              <a:ext uri="{FF2B5EF4-FFF2-40B4-BE49-F238E27FC236}">
                <a16:creationId xmlns:a16="http://schemas.microsoft.com/office/drawing/2014/main" id="{A5CB296C-B0BD-4241-B6F3-E039B7B923E0}"/>
              </a:ext>
            </a:extLst>
          </p:cNvPr>
          <p:cNvSpPr/>
          <p:nvPr/>
        </p:nvSpPr>
        <p:spPr>
          <a:xfrm>
            <a:off x="23340489" y="3907766"/>
            <a:ext cx="21583289" cy="3278038"/>
          </a:xfrm>
          <a:prstGeom prst="roundRect">
            <a:avLst/>
          </a:prstGeom>
          <a:solidFill>
            <a:srgbClr val="ED7D3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2" name="TITLE OF RESEARCH STUDY in 54 pt"/>
          <p:cNvSpPr txBox="1"/>
          <p:nvPr/>
        </p:nvSpPr>
        <p:spPr>
          <a:xfrm>
            <a:off x="1079106" y="154651"/>
            <a:ext cx="13006055" cy="18928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pPr algn="ctr"/>
            <a:r>
              <a:rPr lang="en-US">
                <a:latin typeface="ITC Franklin Gothic Std Dm Cd"/>
              </a:rPr>
              <a:t>MEASURING THE UNIVERSE OF</a:t>
            </a:r>
            <a:endParaRPr lang="en-US"/>
          </a:p>
          <a:p>
            <a:pPr algn="ctr"/>
            <a:r>
              <a:rPr lang="en-US">
                <a:latin typeface="ITC Franklin Gothic Std Dm Cd"/>
              </a:rPr>
              <a:t>OPEN SOURCE SOFTWARE</a:t>
            </a:r>
          </a:p>
        </p:txBody>
      </p:sp>
      <p:sp>
        <p:nvSpPr>
          <p:cNvPr id="48" name="Square"/>
          <p:cNvSpPr/>
          <p:nvPr/>
        </p:nvSpPr>
        <p:spPr>
          <a:xfrm>
            <a:off x="30840468" y="20509447"/>
            <a:ext cx="5948681" cy="5948681"/>
          </a:xfrm>
          <a:prstGeom prst="rect">
            <a:avLst/>
          </a:prstGeom>
          <a:solidFill>
            <a:srgbClr val="EE6419"/>
          </a:solidFill>
          <a:ln w="12700">
            <a:miter lim="400000"/>
          </a:ln>
        </p:spPr>
        <p:txBody>
          <a:bodyPr lIns="114300" tIns="114300" rIns="114300" bIns="114300" anchor="ctr"/>
          <a:lstStyle/>
          <a:p>
            <a:pPr defTabSz="1314450">
              <a:defRPr sz="4800" b="0">
                <a:solidFill>
                  <a:srgbClr val="FFFFFF"/>
                </a:solidFill>
                <a:latin typeface="+mn-lt"/>
                <a:ea typeface="+mn-ea"/>
                <a:cs typeface="+mn-cs"/>
                <a:sym typeface="Helvetica Neue Medium"/>
              </a:defRPr>
            </a:pPr>
            <a:endParaRPr/>
          </a:p>
        </p:txBody>
      </p:sp>
      <p:sp>
        <p:nvSpPr>
          <p:cNvPr id="49" name="Figure #1"/>
          <p:cNvSpPr txBox="1"/>
          <p:nvPr/>
        </p:nvSpPr>
        <p:spPr>
          <a:xfrm>
            <a:off x="20774309" y="27540513"/>
            <a:ext cx="10570335" cy="66172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lvl1pPr defTabSz="1314450">
              <a:defRPr sz="2800" b="0" i="1">
                <a:solidFill>
                  <a:srgbClr val="213566"/>
                </a:solidFill>
                <a:latin typeface="Bodoni Std Poster"/>
                <a:ea typeface="Bodoni Std Poster"/>
                <a:cs typeface="Bodoni Std Poster"/>
                <a:sym typeface="Bodoni Std Poster"/>
              </a:defRPr>
            </a:lvl1pPr>
          </a:lstStyle>
          <a:p>
            <a:r>
              <a:rPr i="0">
                <a:latin typeface="Bodoni Std Poster Italic"/>
                <a:cs typeface="Bodoni Std Poster Italic"/>
              </a:rPr>
              <a:t>Figure #1</a:t>
            </a:r>
          </a:p>
        </p:txBody>
      </p:sp>
      <p:sp>
        <p:nvSpPr>
          <p:cNvPr id="50" name="Figure #2"/>
          <p:cNvSpPr txBox="1"/>
          <p:nvPr/>
        </p:nvSpPr>
        <p:spPr>
          <a:xfrm>
            <a:off x="28529641" y="27540513"/>
            <a:ext cx="10570335" cy="66172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lvl1pPr defTabSz="1314450">
              <a:defRPr sz="2800" b="0" i="1">
                <a:solidFill>
                  <a:srgbClr val="213566"/>
                </a:solidFill>
                <a:latin typeface="Bodoni Std Poster"/>
                <a:ea typeface="Bodoni Std Poster"/>
                <a:cs typeface="Bodoni Std Poster"/>
                <a:sym typeface="Bodoni Std Poster"/>
              </a:defRPr>
            </a:lvl1pPr>
          </a:lstStyle>
          <a:p>
            <a:r>
              <a:rPr i="0">
                <a:latin typeface="Bodoni Std Poster Italic"/>
                <a:cs typeface="Bodoni Std Poster Italic"/>
              </a:rPr>
              <a:t>Figure #2</a:t>
            </a:r>
          </a:p>
        </p:txBody>
      </p:sp>
      <p:sp>
        <p:nvSpPr>
          <p:cNvPr id="51" name="Your Name, Graduate Student Name, Post Doc Name, Advisor…"/>
          <p:cNvSpPr txBox="1"/>
          <p:nvPr/>
        </p:nvSpPr>
        <p:spPr>
          <a:xfrm>
            <a:off x="1045930" y="2022961"/>
            <a:ext cx="7540526" cy="117339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b="0">
                <a:latin typeface="ITC Franklin Gothic Std Book"/>
                <a:cs typeface="ITC Franklin Gothic Std Book"/>
              </a:rPr>
              <a:t>Your Name, Graduate Student Name, Post Doc Name, Advisor</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b="0">
                <a:latin typeface="ITC Franklin Gothic Std Book"/>
                <a:cs typeface="ITC Franklin Gothic Std Book"/>
              </a:rPr>
              <a:t>Department Listing with captions if needed</a:t>
            </a:r>
          </a:p>
        </p:txBody>
      </p:sp>
      <p:pic>
        <p:nvPicPr>
          <p:cNvPr id="53" name="Image" descr="Image"/>
          <p:cNvPicPr>
            <a:picLocks noChangeAspect="1"/>
          </p:cNvPicPr>
          <p:nvPr/>
        </p:nvPicPr>
        <p:blipFill>
          <a:blip r:embed="rId2"/>
          <a:stretch>
            <a:fillRect/>
          </a:stretch>
        </p:blipFill>
        <p:spPr>
          <a:xfrm>
            <a:off x="6697514" y="31141639"/>
            <a:ext cx="8550572" cy="1284981"/>
          </a:xfrm>
          <a:prstGeom prst="rect">
            <a:avLst/>
          </a:prstGeom>
          <a:ln w="12700">
            <a:miter lim="400000"/>
          </a:ln>
        </p:spPr>
      </p:pic>
      <p:sp>
        <p:nvSpPr>
          <p:cNvPr id="14" name="Body Text - Franklin Gothic Book - 22">
            <a:extLst>
              <a:ext uri="{FF2B5EF4-FFF2-40B4-BE49-F238E27FC236}">
                <a16:creationId xmlns:a16="http://schemas.microsoft.com/office/drawing/2014/main" id="{61CF3285-0ED7-4ADA-81E7-FD8A79F8D50D}"/>
              </a:ext>
            </a:extLst>
          </p:cNvPr>
          <p:cNvSpPr txBox="1"/>
          <p:nvPr/>
        </p:nvSpPr>
        <p:spPr>
          <a:xfrm>
            <a:off x="141619" y="4510451"/>
            <a:ext cx="21671019" cy="1923604"/>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marL="342900" indent="-342900" algn="l">
              <a:buFont typeface="Arial"/>
              <a:buChar char="•"/>
            </a:pPr>
            <a:r>
              <a:rPr lang="en-US" sz="2200" b="0" dirty="0">
                <a:latin typeface="ITC Franklin Gothic Std Demi Co"/>
              </a:rPr>
              <a:t>Despite the importance of open source software (OSS) to scientific innovation, there are no commonly used metrics to measure the amount of OSS in existence. </a:t>
            </a:r>
            <a:endParaRPr lang="en-US" dirty="0">
              <a:latin typeface="ITC Franklin Gothic Std Demi Co"/>
            </a:endParaRPr>
          </a:p>
          <a:p>
            <a:pPr marL="342900" indent="-342900" algn="l">
              <a:buFont typeface="Arial"/>
              <a:buChar char="•"/>
            </a:pPr>
            <a:r>
              <a:rPr lang="en-US" sz="2200" b="0" dirty="0">
                <a:latin typeface="ITC Franklin Gothic Std Demi Co"/>
              </a:rPr>
              <a:t>This project aims to measure how much OSS exists and to better understand the distribution of OSS creation across various sectors in order to evaluate the economic impact of OSS</a:t>
            </a:r>
          </a:p>
          <a:p>
            <a:pPr marL="342900" indent="-342900" algn="l">
              <a:buFont typeface="Arial"/>
              <a:buChar char="•"/>
            </a:pPr>
            <a:r>
              <a:rPr lang="en-US" sz="2200" b="0" dirty="0">
                <a:latin typeface="ITC Franklin Gothic Std Demi Co"/>
              </a:rPr>
              <a:t>Traditional measures of innovation look at the amount of copyright, patents, and trademarks in existence. However, this method does not accurately capture the universe of OSS innovation. After a data exploration of all the copyright computer files on copyright.gov, the team identified 55 OSS files. This is far too small to serve as an accurate measurement of OSS. As such, we changed our definition of the universe to licenses hosted on GitHub—a webservice that holds much of the internets code.</a:t>
            </a:r>
          </a:p>
        </p:txBody>
      </p:sp>
      <p:sp>
        <p:nvSpPr>
          <p:cNvPr id="15" name="Subhead - Franklin Gothic Demi - 28">
            <a:extLst>
              <a:ext uri="{FF2B5EF4-FFF2-40B4-BE49-F238E27FC236}">
                <a16:creationId xmlns:a16="http://schemas.microsoft.com/office/drawing/2014/main" id="{8F7D7395-10C2-4533-84F9-E9E4EE83DB9D}"/>
              </a:ext>
            </a:extLst>
          </p:cNvPr>
          <p:cNvSpPr txBox="1"/>
          <p:nvPr/>
        </p:nvSpPr>
        <p:spPr>
          <a:xfrm>
            <a:off x="-15160" y="3906997"/>
            <a:ext cx="3645230" cy="661720"/>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800" b="1"/>
              <a:t>Project Introduction</a:t>
            </a:r>
          </a:p>
        </p:txBody>
      </p:sp>
      <p:sp>
        <p:nvSpPr>
          <p:cNvPr id="16" name="Subhead - Franklin Gothic Demi - 28">
            <a:extLst>
              <a:ext uri="{FF2B5EF4-FFF2-40B4-BE49-F238E27FC236}">
                <a16:creationId xmlns:a16="http://schemas.microsoft.com/office/drawing/2014/main" id="{8F7D7395-10C2-4533-84F9-E9E4EE83DB9D}"/>
              </a:ext>
            </a:extLst>
          </p:cNvPr>
          <p:cNvSpPr txBox="1"/>
          <p:nvPr/>
        </p:nvSpPr>
        <p:spPr>
          <a:xfrm>
            <a:off x="30433694" y="16600448"/>
            <a:ext cx="1360949" cy="600164"/>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400"/>
              <a:t>Sectors</a:t>
            </a:r>
          </a:p>
        </p:txBody>
      </p:sp>
      <p:sp>
        <p:nvSpPr>
          <p:cNvPr id="17" name="Body Text - Franklin Gothic Book - 22">
            <a:extLst>
              <a:ext uri="{FF2B5EF4-FFF2-40B4-BE49-F238E27FC236}">
                <a16:creationId xmlns:a16="http://schemas.microsoft.com/office/drawing/2014/main" id="{D7F55C03-D508-416C-8F95-552ABB1556EB}"/>
              </a:ext>
            </a:extLst>
          </p:cNvPr>
          <p:cNvSpPr txBox="1"/>
          <p:nvPr/>
        </p:nvSpPr>
        <p:spPr>
          <a:xfrm>
            <a:off x="25778976" y="17043818"/>
            <a:ext cx="2089411" cy="2385268"/>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marL="457200" indent="-457200" algn="l">
              <a:buAutoNum type="arabicPeriod"/>
            </a:pPr>
            <a:r>
              <a:rPr lang="en-US" sz="2000" b="0">
                <a:latin typeface="ITC Franklin Gothic Std Demi Co"/>
              </a:rPr>
              <a:t>Government</a:t>
            </a:r>
            <a:endParaRPr lang="en-US"/>
          </a:p>
          <a:p>
            <a:pPr marL="457200" indent="-457200" algn="l">
              <a:buAutoNum type="arabicPeriod"/>
            </a:pPr>
            <a:r>
              <a:rPr lang="en-US" sz="2000" b="0">
                <a:latin typeface="ITC Franklin Gothic Std Demi Co"/>
              </a:rPr>
              <a:t>Business</a:t>
            </a:r>
          </a:p>
          <a:p>
            <a:pPr marL="457200" indent="-457200" algn="l">
              <a:buAutoNum type="arabicPeriod"/>
            </a:pPr>
            <a:r>
              <a:rPr lang="en-US" sz="2000" b="0">
                <a:latin typeface="ITC Franklin Gothic Std Demi Co"/>
              </a:rPr>
              <a:t>Non-Profit</a:t>
            </a:r>
          </a:p>
          <a:p>
            <a:pPr marL="457200" indent="-457200" algn="l">
              <a:buAutoNum type="arabicPeriod"/>
            </a:pPr>
            <a:r>
              <a:rPr lang="en-US" sz="2000" b="0">
                <a:latin typeface="ITC Franklin Gothic Std Demi Co"/>
              </a:rPr>
              <a:t>Universities</a:t>
            </a:r>
          </a:p>
          <a:p>
            <a:pPr marL="457200" indent="-457200" algn="l">
              <a:buAutoNum type="arabicPeriod"/>
            </a:pPr>
            <a:r>
              <a:rPr lang="en-US" sz="2000" b="0">
                <a:latin typeface="ITC Franklin Gothic Std Demi Co"/>
              </a:rPr>
              <a:t>Foreign</a:t>
            </a:r>
          </a:p>
          <a:p>
            <a:pPr marL="457200" indent="-457200" algn="l">
              <a:buAutoNum type="arabicPeriod"/>
            </a:pPr>
            <a:r>
              <a:rPr lang="en-US" sz="2000" b="0">
                <a:latin typeface="ITC Franklin Gothic Std Demi Co"/>
              </a:rPr>
              <a:t>Individuals</a:t>
            </a:r>
          </a:p>
          <a:p>
            <a:pPr marL="457200" indent="-457200" algn="l">
              <a:buAutoNum type="arabicPeriod"/>
            </a:pPr>
            <a:endParaRPr lang="en-US" sz="2000" b="0">
              <a:latin typeface="ITC Franklin Gothic Std Demi Co"/>
            </a:endParaRPr>
          </a:p>
        </p:txBody>
      </p:sp>
      <p:sp>
        <p:nvSpPr>
          <p:cNvPr id="18" name="Body Text - Franklin Gothic Book - 22">
            <a:extLst>
              <a:ext uri="{FF2B5EF4-FFF2-40B4-BE49-F238E27FC236}">
                <a16:creationId xmlns:a16="http://schemas.microsoft.com/office/drawing/2014/main" id="{27C2C96C-71F8-4CF5-8E18-4ABAA520FA63}"/>
              </a:ext>
            </a:extLst>
          </p:cNvPr>
          <p:cNvSpPr txBox="1"/>
          <p:nvPr/>
        </p:nvSpPr>
        <p:spPr>
          <a:xfrm>
            <a:off x="26697579" y="9484909"/>
            <a:ext cx="7485405" cy="1246495"/>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200" b="0">
                <a:latin typeface="ITC Franklin Gothic Std Demi Co"/>
              </a:rPr>
              <a:t>Licenses define the limitations of use for OSS and provide developers with claims when licenses are violated. Holders can choose from various types of licenses.</a:t>
            </a:r>
            <a:endParaRPr lang="en-US">
              <a:latin typeface="ITC Franklin Gothic Std Demi Co"/>
            </a:endParaRPr>
          </a:p>
        </p:txBody>
      </p:sp>
      <p:pic>
        <p:nvPicPr>
          <p:cNvPr id="2" name="Picture 2" descr="A screenshot of a cell phone&#10;&#10;Description generated with very high confidence">
            <a:extLst>
              <a:ext uri="{FF2B5EF4-FFF2-40B4-BE49-F238E27FC236}">
                <a16:creationId xmlns:a16="http://schemas.microsoft.com/office/drawing/2014/main" id="{D297FD73-4F87-45D2-B530-CE7EF024307A}"/>
              </a:ext>
            </a:extLst>
          </p:cNvPr>
          <p:cNvPicPr>
            <a:picLocks noChangeAspect="1"/>
          </p:cNvPicPr>
          <p:nvPr/>
        </p:nvPicPr>
        <p:blipFill>
          <a:blip r:embed="rId3"/>
          <a:stretch>
            <a:fillRect/>
          </a:stretch>
        </p:blipFill>
        <p:spPr>
          <a:xfrm>
            <a:off x="26465408" y="10676805"/>
            <a:ext cx="6967729" cy="4208797"/>
          </a:xfrm>
          <a:prstGeom prst="rect">
            <a:avLst/>
          </a:prstGeom>
        </p:spPr>
      </p:pic>
      <p:sp>
        <p:nvSpPr>
          <p:cNvPr id="21" name="Subhead - Franklin Gothic Demi - 28">
            <a:extLst>
              <a:ext uri="{FF2B5EF4-FFF2-40B4-BE49-F238E27FC236}">
                <a16:creationId xmlns:a16="http://schemas.microsoft.com/office/drawing/2014/main" id="{552E1A2E-AAC2-41CD-ABD1-D32659ED214C}"/>
              </a:ext>
            </a:extLst>
          </p:cNvPr>
          <p:cNvSpPr txBox="1"/>
          <p:nvPr/>
        </p:nvSpPr>
        <p:spPr>
          <a:xfrm>
            <a:off x="29068143" y="8874933"/>
            <a:ext cx="1548502" cy="600164"/>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non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400" b="1"/>
              <a:t>Licenses</a:t>
            </a:r>
          </a:p>
        </p:txBody>
      </p:sp>
      <p:sp>
        <p:nvSpPr>
          <p:cNvPr id="22" name="Body Text - Franklin Gothic Book - 22">
            <a:extLst>
              <a:ext uri="{FF2B5EF4-FFF2-40B4-BE49-F238E27FC236}">
                <a16:creationId xmlns:a16="http://schemas.microsoft.com/office/drawing/2014/main" id="{0926BF33-332F-428A-BCC9-9ECA4C664EED}"/>
              </a:ext>
            </a:extLst>
          </p:cNvPr>
          <p:cNvSpPr txBox="1"/>
          <p:nvPr/>
        </p:nvSpPr>
        <p:spPr>
          <a:xfrm>
            <a:off x="26281208" y="14784754"/>
            <a:ext cx="7374309" cy="1769715"/>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ctr"/>
            <a:r>
              <a:rPr lang="en-US" sz="2000" i="1">
                <a:latin typeface="ITC Franklin Gothic Std Book"/>
              </a:rPr>
              <a:t>Graph Description:</a:t>
            </a:r>
            <a:r>
              <a:rPr lang="en-US" sz="2000" b="0">
                <a:latin typeface="ITC Franklin Gothic Std Book"/>
              </a:rPr>
              <a:t> This graph looks at the top licenses by amount. The MIT license is the most heavily utilized, followed by the General Public License (GPL), and the Apache license.**might need to redo graph</a:t>
            </a:r>
          </a:p>
          <a:p>
            <a:pPr marL="342900" indent="-342900" algn="ctr">
              <a:buFont typeface="Arial"/>
              <a:buChar char="•"/>
            </a:pPr>
            <a:endParaRPr lang="en-US" sz="2000" b="0">
              <a:latin typeface="ITC Franklin Gothic Std Book"/>
            </a:endParaRPr>
          </a:p>
        </p:txBody>
      </p:sp>
      <p:sp>
        <p:nvSpPr>
          <p:cNvPr id="26" name="Body Text - Franklin Gothic Book - 22">
            <a:extLst>
              <a:ext uri="{FF2B5EF4-FFF2-40B4-BE49-F238E27FC236}">
                <a16:creationId xmlns:a16="http://schemas.microsoft.com/office/drawing/2014/main" id="{007B39E5-D9AF-4AA5-A950-5D93B599A54A}"/>
              </a:ext>
            </a:extLst>
          </p:cNvPr>
          <p:cNvSpPr txBox="1"/>
          <p:nvPr/>
        </p:nvSpPr>
        <p:spPr>
          <a:xfrm>
            <a:off x="4849514" y="9056671"/>
            <a:ext cx="6450834" cy="1154162"/>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000" b="0">
                <a:latin typeface="ITC Franklin Gothic Std Book"/>
              </a:rPr>
              <a:t>This project defines the OSS universe as all GitHub repositories that have a registered OSI approved license.</a:t>
            </a:r>
          </a:p>
          <a:p>
            <a:pPr marL="342900" indent="-342900" algn="ctr">
              <a:buFont typeface="Arial"/>
              <a:buChar char="•"/>
            </a:pPr>
            <a:endParaRPr lang="en-US" sz="2000" b="0">
              <a:latin typeface="ITC Franklin Gothic Std Book"/>
            </a:endParaRPr>
          </a:p>
        </p:txBody>
      </p:sp>
      <p:sp>
        <p:nvSpPr>
          <p:cNvPr id="4" name="TextBox 3">
            <a:extLst>
              <a:ext uri="{FF2B5EF4-FFF2-40B4-BE49-F238E27FC236}">
                <a16:creationId xmlns:a16="http://schemas.microsoft.com/office/drawing/2014/main" id="{6B308447-EB8C-416C-B159-3927D44FD8D4}"/>
              </a:ext>
            </a:extLst>
          </p:cNvPr>
          <p:cNvSpPr txBox="1"/>
          <p:nvPr/>
        </p:nvSpPr>
        <p:spPr>
          <a:xfrm>
            <a:off x="-8271769" y="21273400"/>
            <a:ext cx="8707306" cy="26353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fromWordArt="0" anchor="ctr" anchorCtr="0" forceAA="0" compatLnSpc="1">
            <a:prstTxWarp prst="textNoShape">
              <a:avLst/>
            </a:prstTxWarp>
            <a:spAutoFit/>
          </a:bodyPr>
          <a:lstStyle/>
          <a:p>
            <a:pPr>
              <a:buChar char="•"/>
            </a:pPr>
            <a:r>
              <a:rPr lang="en-US" sz="2000" b="0">
                <a:latin typeface="ITC Franklin Gothic Std Book"/>
                <a:cs typeface="Arial"/>
              </a:rPr>
              <a:t>Number of commits (box plot)​</a:t>
            </a:r>
          </a:p>
          <a:p>
            <a:pPr>
              <a:buChar char="•"/>
            </a:pPr>
            <a:r>
              <a:rPr lang="en-US" sz="2000" b="0">
                <a:latin typeface="ITC Franklin Gothic Std Book"/>
                <a:cs typeface="Arial"/>
              </a:rPr>
              <a:t>Lines of code/project (box plot)​</a:t>
            </a:r>
          </a:p>
          <a:p>
            <a:pPr>
              <a:buChar char="•"/>
            </a:pPr>
            <a:r>
              <a:rPr lang="en-US" sz="2000" b="0">
                <a:latin typeface="ITC Franklin Gothic Std Book"/>
                <a:cs typeface="Arial"/>
              </a:rPr>
              <a:t>Commits/contributors-double check(box plot)​</a:t>
            </a:r>
          </a:p>
          <a:p>
            <a:pPr>
              <a:buChar char="•"/>
            </a:pPr>
            <a:r>
              <a:rPr lang="en-US" sz="2000" b="0">
                <a:latin typeface="ITC Franklin Gothic Std Book"/>
                <a:cs typeface="Arial"/>
              </a:rPr>
              <a:t>Number of contributors per project​</a:t>
            </a:r>
          </a:p>
          <a:p>
            <a:pPr>
              <a:buChar char="•"/>
            </a:pPr>
            <a:r>
              <a:rPr lang="en-US" sz="2000" b="0">
                <a:latin typeface="ITC Franklin Gothic Std Book"/>
                <a:cs typeface="Arial"/>
              </a:rPr>
              <a:t>Projects/year​</a:t>
            </a:r>
          </a:p>
          <a:p>
            <a:pPr>
              <a:buChar char="•"/>
            </a:pPr>
            <a:r>
              <a:rPr lang="en-US" sz="2000" b="0">
                <a:latin typeface="ITC Franklin Gothic Std Book"/>
                <a:cs typeface="Arial"/>
              </a:rPr>
              <a:t>Contributions/year​</a:t>
            </a:r>
          </a:p>
          <a:p>
            <a:pPr>
              <a:buChar char="•"/>
            </a:pPr>
            <a:r>
              <a:rPr lang="en-US" sz="2000" b="0">
                <a:latin typeface="ITC Franklin Gothic Std Book"/>
                <a:cs typeface="Arial"/>
              </a:rPr>
              <a:t>Top projects​</a:t>
            </a:r>
          </a:p>
          <a:p>
            <a:pPr marL="0" marR="0" indent="0" defTabSz="1971675" rtl="0" fontAlgn="auto" latinLnBrk="0" hangingPunct="0">
              <a:lnSpc>
                <a:spcPct val="100000"/>
              </a:lnSpc>
              <a:spcBef>
                <a:spcPts val="0"/>
              </a:spcBef>
              <a:spcAft>
                <a:spcPts val="0"/>
              </a:spcAft>
              <a:buClrTx/>
              <a:buSzTx/>
              <a:buFontTx/>
              <a:buNone/>
              <a:tabLst/>
            </a:pPr>
            <a:r>
              <a:rPr lang="en-US" sz="2000" b="0">
                <a:latin typeface="ITC Franklin Gothic Std Book"/>
                <a:cs typeface="Segoe UI"/>
              </a:rPr>
              <a:t>​</a:t>
            </a:r>
          </a:p>
        </p:txBody>
      </p:sp>
      <p:sp>
        <p:nvSpPr>
          <p:cNvPr id="5" name="TextBox 4">
            <a:extLst>
              <a:ext uri="{FF2B5EF4-FFF2-40B4-BE49-F238E27FC236}">
                <a16:creationId xmlns:a16="http://schemas.microsoft.com/office/drawing/2014/main" id="{E692AA48-D5E6-4751-A682-B5CB69E07B94}"/>
              </a:ext>
            </a:extLst>
          </p:cNvPr>
          <p:cNvSpPr txBox="1"/>
          <p:nvPr/>
        </p:nvSpPr>
        <p:spPr>
          <a:xfrm>
            <a:off x="-8947671" y="20720995"/>
            <a:ext cx="10560233" cy="5424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fromWordArt="0" anchor="ctr" anchorCtr="0" forceAA="0" compatLnSpc="1">
            <a:prstTxWarp prst="textNoShape">
              <a:avLst/>
            </a:prstTxWarp>
            <a:spAutoFit/>
          </a:bodyPr>
          <a:lstStyle/>
          <a:p>
            <a:r>
              <a:rPr lang="en-US" sz="2400">
                <a:latin typeface="ITC Franklin Gothic Std Demi"/>
              </a:rPr>
              <a:t>Tables/findings about OSS​</a:t>
            </a:r>
            <a:endParaRPr lang="en-US" sz="2400"/>
          </a:p>
        </p:txBody>
      </p:sp>
      <p:sp>
        <p:nvSpPr>
          <p:cNvPr id="3" name="Rectangle 2">
            <a:extLst>
              <a:ext uri="{FF2B5EF4-FFF2-40B4-BE49-F238E27FC236}">
                <a16:creationId xmlns:a16="http://schemas.microsoft.com/office/drawing/2014/main" id="{7133F3CF-AFEE-46B0-A6C6-C15DB50D066D}"/>
              </a:ext>
            </a:extLst>
          </p:cNvPr>
          <p:cNvSpPr/>
          <p:nvPr/>
        </p:nvSpPr>
        <p:spPr>
          <a:xfrm>
            <a:off x="89248" y="3898845"/>
            <a:ext cx="21572518" cy="2795525"/>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7" name="Rectangle 36">
            <a:extLst>
              <a:ext uri="{FF2B5EF4-FFF2-40B4-BE49-F238E27FC236}">
                <a16:creationId xmlns:a16="http://schemas.microsoft.com/office/drawing/2014/main" id="{B72E7B24-BF02-4BE1-A644-EA1B657784B8}"/>
              </a:ext>
            </a:extLst>
          </p:cNvPr>
          <p:cNvSpPr/>
          <p:nvPr/>
        </p:nvSpPr>
        <p:spPr>
          <a:xfrm>
            <a:off x="89247" y="6823761"/>
            <a:ext cx="11090570" cy="310145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8" name="Rectangle 37">
            <a:extLst>
              <a:ext uri="{FF2B5EF4-FFF2-40B4-BE49-F238E27FC236}">
                <a16:creationId xmlns:a16="http://schemas.microsoft.com/office/drawing/2014/main" id="{22D1334F-2177-422B-AE9C-58DE247488CE}"/>
              </a:ext>
            </a:extLst>
          </p:cNvPr>
          <p:cNvSpPr/>
          <p:nvPr/>
        </p:nvSpPr>
        <p:spPr>
          <a:xfrm>
            <a:off x="11381873" y="6817655"/>
            <a:ext cx="9961947" cy="2855494"/>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0" name="Subhead - Franklin Gothic Demi - 28">
            <a:extLst>
              <a:ext uri="{FF2B5EF4-FFF2-40B4-BE49-F238E27FC236}">
                <a16:creationId xmlns:a16="http://schemas.microsoft.com/office/drawing/2014/main" id="{FE29F7A6-0DC7-41C8-BB12-41AD2C5FAF34}"/>
              </a:ext>
            </a:extLst>
          </p:cNvPr>
          <p:cNvSpPr txBox="1"/>
          <p:nvPr/>
        </p:nvSpPr>
        <p:spPr>
          <a:xfrm>
            <a:off x="1405695" y="6759667"/>
            <a:ext cx="2629563" cy="6617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What is OSS? </a:t>
            </a:r>
            <a:endParaRPr lang="en-US" sz="2800" b="1"/>
          </a:p>
        </p:txBody>
      </p:sp>
      <p:sp>
        <p:nvSpPr>
          <p:cNvPr id="41" name="Subhead - Franklin Gothic Demi - 28">
            <a:extLst>
              <a:ext uri="{FF2B5EF4-FFF2-40B4-BE49-F238E27FC236}">
                <a16:creationId xmlns:a16="http://schemas.microsoft.com/office/drawing/2014/main" id="{83A1FAE6-6D11-4F94-8568-0BBE0780CFCB}"/>
              </a:ext>
            </a:extLst>
          </p:cNvPr>
          <p:cNvSpPr txBox="1"/>
          <p:nvPr/>
        </p:nvSpPr>
        <p:spPr>
          <a:xfrm>
            <a:off x="11625919" y="6751649"/>
            <a:ext cx="9298754" cy="661720"/>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800"/>
              <a:t>What is OSS license</a:t>
            </a:r>
            <a:endParaRPr lang="en-US"/>
          </a:p>
        </p:txBody>
      </p:sp>
      <p:sp>
        <p:nvSpPr>
          <p:cNvPr id="55" name="Subhead - Franklin Gothic Demi - 28">
            <a:extLst>
              <a:ext uri="{FF2B5EF4-FFF2-40B4-BE49-F238E27FC236}">
                <a16:creationId xmlns:a16="http://schemas.microsoft.com/office/drawing/2014/main" id="{06D85868-0F03-4AB5-8361-46BECFF1C2B4}"/>
              </a:ext>
            </a:extLst>
          </p:cNvPr>
          <p:cNvSpPr txBox="1"/>
          <p:nvPr/>
        </p:nvSpPr>
        <p:spPr>
          <a:xfrm>
            <a:off x="1248883" y="10712629"/>
            <a:ext cx="7565204" cy="661720"/>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Data Collection Methods</a:t>
            </a:r>
            <a:endParaRPr lang="en-US" sz="2800" b="1"/>
          </a:p>
        </p:txBody>
      </p:sp>
      <p:sp>
        <p:nvSpPr>
          <p:cNvPr id="57" name="Subhead - Franklin Gothic Demi - 28">
            <a:extLst>
              <a:ext uri="{FF2B5EF4-FFF2-40B4-BE49-F238E27FC236}">
                <a16:creationId xmlns:a16="http://schemas.microsoft.com/office/drawing/2014/main" id="{91B82028-CAB0-4D55-9EB6-3574AF3DC913}"/>
              </a:ext>
            </a:extLst>
          </p:cNvPr>
          <p:cNvSpPr txBox="1"/>
          <p:nvPr/>
        </p:nvSpPr>
        <p:spPr>
          <a:xfrm>
            <a:off x="1076430" y="28182681"/>
            <a:ext cx="7565204" cy="6617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Conclusions</a:t>
            </a:r>
            <a:endParaRPr lang="en-US" sz="2800" b="1"/>
          </a:p>
        </p:txBody>
      </p:sp>
      <p:sp>
        <p:nvSpPr>
          <p:cNvPr id="59" name="Subhead - Franklin Gothic Demi - 28">
            <a:extLst>
              <a:ext uri="{FF2B5EF4-FFF2-40B4-BE49-F238E27FC236}">
                <a16:creationId xmlns:a16="http://schemas.microsoft.com/office/drawing/2014/main" id="{9933FEBC-09F3-40DE-AE18-ADF466229930}"/>
              </a:ext>
            </a:extLst>
          </p:cNvPr>
          <p:cNvSpPr txBox="1"/>
          <p:nvPr/>
        </p:nvSpPr>
        <p:spPr>
          <a:xfrm>
            <a:off x="1326686" y="13701037"/>
            <a:ext cx="7565204" cy="6617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Data Analysis</a:t>
            </a:r>
            <a:endParaRPr lang="en-US" sz="2800" b="1"/>
          </a:p>
        </p:txBody>
      </p:sp>
      <p:sp>
        <p:nvSpPr>
          <p:cNvPr id="60" name="Rectangle 59">
            <a:extLst>
              <a:ext uri="{FF2B5EF4-FFF2-40B4-BE49-F238E27FC236}">
                <a16:creationId xmlns:a16="http://schemas.microsoft.com/office/drawing/2014/main" id="{4FC9182E-44CB-4977-B4DD-43FF1AA22D90}"/>
              </a:ext>
            </a:extLst>
          </p:cNvPr>
          <p:cNvSpPr/>
          <p:nvPr/>
        </p:nvSpPr>
        <p:spPr>
          <a:xfrm>
            <a:off x="1333097" y="14405117"/>
            <a:ext cx="6227547" cy="457199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2" name="Subhead - Franklin Gothic Demi - 28">
            <a:extLst>
              <a:ext uri="{FF2B5EF4-FFF2-40B4-BE49-F238E27FC236}">
                <a16:creationId xmlns:a16="http://schemas.microsoft.com/office/drawing/2014/main" id="{C1BA910D-5894-4454-92C9-4C41733E6567}"/>
              </a:ext>
            </a:extLst>
          </p:cNvPr>
          <p:cNvSpPr txBox="1"/>
          <p:nvPr/>
        </p:nvSpPr>
        <p:spPr>
          <a:xfrm>
            <a:off x="1615444" y="14541498"/>
            <a:ext cx="5678654" cy="3677930"/>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b="0" dirty="0"/>
              <a:t>In the period 2012-2018 there were</a:t>
            </a:r>
            <a:r>
              <a:rPr lang="en-US" sz="2800" dirty="0"/>
              <a:t> 55,110,925</a:t>
            </a:r>
            <a:r>
              <a:rPr lang="en-US" sz="2800" b="0" dirty="0"/>
              <a:t> distinct repositories with commits made on GitHub. Of those </a:t>
            </a:r>
            <a:r>
              <a:rPr lang="en-US" sz="2800" dirty="0"/>
              <a:t>4,940,788</a:t>
            </a:r>
            <a:r>
              <a:rPr lang="en-US" sz="2800" b="0" dirty="0"/>
              <a:t> repositories were Open source. In other words, OSI approved repositories make up </a:t>
            </a:r>
            <a:r>
              <a:rPr lang="en-US" sz="2800" dirty="0"/>
              <a:t>8.97%</a:t>
            </a:r>
            <a:r>
              <a:rPr lang="en-US" sz="2800" b="0" dirty="0"/>
              <a:t> of all projects on GitHub.</a:t>
            </a:r>
          </a:p>
        </p:txBody>
      </p:sp>
      <p:sp>
        <p:nvSpPr>
          <p:cNvPr id="63" name="Rectangle 62">
            <a:extLst>
              <a:ext uri="{FF2B5EF4-FFF2-40B4-BE49-F238E27FC236}">
                <a16:creationId xmlns:a16="http://schemas.microsoft.com/office/drawing/2014/main" id="{53F752D5-4491-4A9F-9484-59444178AE75}"/>
              </a:ext>
            </a:extLst>
          </p:cNvPr>
          <p:cNvSpPr/>
          <p:nvPr/>
        </p:nvSpPr>
        <p:spPr>
          <a:xfrm>
            <a:off x="8013029" y="14405116"/>
            <a:ext cx="6208296" cy="457199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4" name="Subhead - Franklin Gothic Demi - 28">
            <a:extLst>
              <a:ext uri="{FF2B5EF4-FFF2-40B4-BE49-F238E27FC236}">
                <a16:creationId xmlns:a16="http://schemas.microsoft.com/office/drawing/2014/main" id="{4D88AECB-FEF6-4C63-8C3C-2D8F4BC98A9B}"/>
              </a:ext>
            </a:extLst>
          </p:cNvPr>
          <p:cNvSpPr txBox="1"/>
          <p:nvPr/>
        </p:nvSpPr>
        <p:spPr>
          <a:xfrm>
            <a:off x="8208817" y="14695839"/>
            <a:ext cx="5816720" cy="39857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dirty="0"/>
              <a:t>Repositories by license:</a:t>
            </a:r>
          </a:p>
          <a:p>
            <a:pPr algn="l"/>
            <a:r>
              <a:rPr lang="en-US" sz="1800" b="0" dirty="0"/>
              <a:t>The graph to the right shows the  change in proportion of the top five licenses among OSS repositories across time. </a:t>
            </a:r>
            <a:r>
              <a:rPr lang="en-US" sz="1800" dirty="0"/>
              <a:t>MIT</a:t>
            </a:r>
            <a:r>
              <a:rPr lang="en-US" sz="1800" b="0" dirty="0"/>
              <a:t> has by far the most with 4.1 million repositories. </a:t>
            </a:r>
            <a:r>
              <a:rPr lang="en-US" sz="1800" dirty="0"/>
              <a:t>Apache</a:t>
            </a:r>
            <a:r>
              <a:rPr lang="en-US" sz="1800" b="0" dirty="0"/>
              <a:t> has the second most in aggregate with 1.1 million repositories. </a:t>
            </a:r>
            <a:r>
              <a:rPr lang="en-US" sz="1800" dirty="0"/>
              <a:t>GPL-3.0</a:t>
            </a:r>
            <a:r>
              <a:rPr lang="en-US" sz="1800" b="0" dirty="0"/>
              <a:t>, </a:t>
            </a:r>
            <a:r>
              <a:rPr lang="en-US" sz="1800" dirty="0"/>
              <a:t>GPL-2.0</a:t>
            </a:r>
            <a:r>
              <a:rPr lang="en-US" sz="1800" b="0" dirty="0"/>
              <a:t>, and </a:t>
            </a:r>
            <a:r>
              <a:rPr lang="en-US" sz="1800" dirty="0"/>
              <a:t>BSD-3</a:t>
            </a:r>
            <a:r>
              <a:rPr lang="en-US" sz="1800" b="0" dirty="0"/>
              <a:t> have 1.0 million, 0.4 million, and 0.2 million repositories, respectively.</a:t>
            </a:r>
          </a:p>
          <a:p>
            <a:pPr algn="l"/>
            <a:endParaRPr lang="en-US" sz="1800" b="0"/>
          </a:p>
          <a:p>
            <a:pPr algn="l"/>
            <a:r>
              <a:rPr lang="en-US" sz="1800" b="0" dirty="0"/>
              <a:t>MIT, GPL-3.0 and Apache have been increasing in proportional usage. These licenses are generally more </a:t>
            </a:r>
            <a:r>
              <a:rPr lang="en-US" sz="1800" b="0" i="1" dirty="0"/>
              <a:t>permissive. </a:t>
            </a:r>
            <a:r>
              <a:rPr lang="en-US" sz="1800" b="0" dirty="0"/>
              <a:t>Over the same period of time, GPL-2.0 and BSD, more restive licenses have decreased.</a:t>
            </a:r>
          </a:p>
        </p:txBody>
      </p:sp>
      <p:sp>
        <p:nvSpPr>
          <p:cNvPr id="65" name="Rectangle 64">
            <a:extLst>
              <a:ext uri="{FF2B5EF4-FFF2-40B4-BE49-F238E27FC236}">
                <a16:creationId xmlns:a16="http://schemas.microsoft.com/office/drawing/2014/main" id="{425E9154-8090-4B4C-BCC0-0AF901E629F9}"/>
              </a:ext>
            </a:extLst>
          </p:cNvPr>
          <p:cNvSpPr/>
          <p:nvPr/>
        </p:nvSpPr>
        <p:spPr>
          <a:xfrm>
            <a:off x="14635210" y="14405115"/>
            <a:ext cx="6246797" cy="457199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8" name="Subhead - Franklin Gothic Demi - 28">
            <a:extLst>
              <a:ext uri="{FF2B5EF4-FFF2-40B4-BE49-F238E27FC236}">
                <a16:creationId xmlns:a16="http://schemas.microsoft.com/office/drawing/2014/main" id="{8C56F8E7-7F4E-4C0C-A9B5-23FECEFF4A24}"/>
              </a:ext>
            </a:extLst>
          </p:cNvPr>
          <p:cNvSpPr txBox="1"/>
          <p:nvPr/>
        </p:nvSpPr>
        <p:spPr>
          <a:xfrm>
            <a:off x="14032033" y="22523028"/>
            <a:ext cx="5178140" cy="661720"/>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Network of contributors</a:t>
            </a:r>
            <a:endParaRPr lang="en-US"/>
          </a:p>
        </p:txBody>
      </p:sp>
      <p:sp>
        <p:nvSpPr>
          <p:cNvPr id="69" name="Rectangle 68">
            <a:extLst>
              <a:ext uri="{FF2B5EF4-FFF2-40B4-BE49-F238E27FC236}">
                <a16:creationId xmlns:a16="http://schemas.microsoft.com/office/drawing/2014/main" id="{8077CE17-A88E-4430-B0B5-1DF3622D5E5B}"/>
              </a:ext>
            </a:extLst>
          </p:cNvPr>
          <p:cNvSpPr/>
          <p:nvPr/>
        </p:nvSpPr>
        <p:spPr>
          <a:xfrm>
            <a:off x="1333097" y="19387502"/>
            <a:ext cx="4600003" cy="457199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0" name="Subhead - Franklin Gothic Demi - 28">
            <a:extLst>
              <a:ext uri="{FF2B5EF4-FFF2-40B4-BE49-F238E27FC236}">
                <a16:creationId xmlns:a16="http://schemas.microsoft.com/office/drawing/2014/main" id="{2DC2196B-64DA-4588-94E8-AFC493929C83}"/>
              </a:ext>
            </a:extLst>
          </p:cNvPr>
          <p:cNvSpPr txBox="1"/>
          <p:nvPr/>
        </p:nvSpPr>
        <p:spPr>
          <a:xfrm>
            <a:off x="186694" y="19249204"/>
            <a:ext cx="5795962" cy="14619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000" b="0" dirty="0"/>
              <a:t>On average 1.94 contributors work on one OSS repository. Even though there are repos that are contributed by thousands of collaborators, most of them are maintained by 1-2 people</a:t>
            </a:r>
          </a:p>
        </p:txBody>
      </p:sp>
      <p:sp>
        <p:nvSpPr>
          <p:cNvPr id="71" name="Rectangle 70">
            <a:extLst>
              <a:ext uri="{FF2B5EF4-FFF2-40B4-BE49-F238E27FC236}">
                <a16:creationId xmlns:a16="http://schemas.microsoft.com/office/drawing/2014/main" id="{B8BB5EB0-8031-4B00-9206-4D75A58DCC30}"/>
              </a:ext>
            </a:extLst>
          </p:cNvPr>
          <p:cNvSpPr/>
          <p:nvPr/>
        </p:nvSpPr>
        <p:spPr>
          <a:xfrm>
            <a:off x="6495737" y="19405002"/>
            <a:ext cx="4600003" cy="457199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2" name="Subhead - Franklin Gothic Demi - 28">
            <a:extLst>
              <a:ext uri="{FF2B5EF4-FFF2-40B4-BE49-F238E27FC236}">
                <a16:creationId xmlns:a16="http://schemas.microsoft.com/office/drawing/2014/main" id="{2E9F3B82-5FE6-4348-91A2-FAA89187A985}"/>
              </a:ext>
            </a:extLst>
          </p:cNvPr>
          <p:cNvSpPr txBox="1"/>
          <p:nvPr/>
        </p:nvSpPr>
        <p:spPr>
          <a:xfrm>
            <a:off x="6847342" y="19686701"/>
            <a:ext cx="4033610" cy="1523494"/>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dirty="0"/>
              <a:t>On average each OSS repo receives 36.9 commits</a:t>
            </a:r>
            <a:endParaRPr lang="en-US" sz="2800" b="1" dirty="0"/>
          </a:p>
        </p:txBody>
      </p:sp>
      <p:sp>
        <p:nvSpPr>
          <p:cNvPr id="11" name="Rectangle 10">
            <a:extLst>
              <a:ext uri="{FF2B5EF4-FFF2-40B4-BE49-F238E27FC236}">
                <a16:creationId xmlns:a16="http://schemas.microsoft.com/office/drawing/2014/main" id="{63E3BA55-BA16-4266-9874-5024C91A0146}"/>
              </a:ext>
            </a:extLst>
          </p:cNvPr>
          <p:cNvSpPr/>
          <p:nvPr/>
        </p:nvSpPr>
        <p:spPr>
          <a:xfrm>
            <a:off x="841081" y="28062701"/>
            <a:ext cx="12434828" cy="1981929"/>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5" name="Subhead - Franklin Gothic Demi - 28">
            <a:extLst>
              <a:ext uri="{FF2B5EF4-FFF2-40B4-BE49-F238E27FC236}">
                <a16:creationId xmlns:a16="http://schemas.microsoft.com/office/drawing/2014/main" id="{67318151-35D3-4697-8F46-B7AC3A35EEA2}"/>
              </a:ext>
            </a:extLst>
          </p:cNvPr>
          <p:cNvSpPr txBox="1"/>
          <p:nvPr/>
        </p:nvSpPr>
        <p:spPr>
          <a:xfrm>
            <a:off x="3032982" y="25179225"/>
            <a:ext cx="6396173" cy="1523494"/>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77% OSS are from the business sector but the results are influenced by data limitations </a:t>
            </a:r>
            <a:endParaRPr lang="en-US" sz="2800" b="1"/>
          </a:p>
        </p:txBody>
      </p:sp>
      <p:sp>
        <p:nvSpPr>
          <p:cNvPr id="13" name="Rectangle 12">
            <a:extLst>
              <a:ext uri="{FF2B5EF4-FFF2-40B4-BE49-F238E27FC236}">
                <a16:creationId xmlns:a16="http://schemas.microsoft.com/office/drawing/2014/main" id="{3D09828F-9375-435A-989F-8C6A287CE28A}"/>
              </a:ext>
            </a:extLst>
          </p:cNvPr>
          <p:cNvSpPr/>
          <p:nvPr/>
        </p:nvSpPr>
        <p:spPr>
          <a:xfrm>
            <a:off x="846449" y="13529046"/>
            <a:ext cx="20483435" cy="14158760"/>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9" name="Rectangle 18">
            <a:extLst>
              <a:ext uri="{FF2B5EF4-FFF2-40B4-BE49-F238E27FC236}">
                <a16:creationId xmlns:a16="http://schemas.microsoft.com/office/drawing/2014/main" id="{EF92843B-2EE8-47F5-AEB7-48368945B0FB}"/>
              </a:ext>
            </a:extLst>
          </p:cNvPr>
          <p:cNvSpPr/>
          <p:nvPr/>
        </p:nvSpPr>
        <p:spPr>
          <a:xfrm>
            <a:off x="884319" y="10681471"/>
            <a:ext cx="20460885" cy="2298304"/>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0" name="Rectangle 19">
            <a:extLst>
              <a:ext uri="{FF2B5EF4-FFF2-40B4-BE49-F238E27FC236}">
                <a16:creationId xmlns:a16="http://schemas.microsoft.com/office/drawing/2014/main" id="{4526CDCA-4580-4BC0-A0DC-466B4802DAAA}"/>
              </a:ext>
            </a:extLst>
          </p:cNvPr>
          <p:cNvSpPr/>
          <p:nvPr/>
        </p:nvSpPr>
        <p:spPr>
          <a:xfrm>
            <a:off x="1335205" y="24474337"/>
            <a:ext cx="9692640" cy="2743200"/>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5" name="Rectangle 24">
            <a:extLst>
              <a:ext uri="{FF2B5EF4-FFF2-40B4-BE49-F238E27FC236}">
                <a16:creationId xmlns:a16="http://schemas.microsoft.com/office/drawing/2014/main" id="{D5843337-6A25-4951-A048-09E5D6C504E6}"/>
              </a:ext>
            </a:extLst>
          </p:cNvPr>
          <p:cNvSpPr/>
          <p:nvPr/>
        </p:nvSpPr>
        <p:spPr>
          <a:xfrm>
            <a:off x="11546104" y="19400319"/>
            <a:ext cx="9365381" cy="7844589"/>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4" name="Subhead - Franklin Gothic Demi - 28">
            <a:extLst>
              <a:ext uri="{FF2B5EF4-FFF2-40B4-BE49-F238E27FC236}">
                <a16:creationId xmlns:a16="http://schemas.microsoft.com/office/drawing/2014/main" id="{8E8E194D-002A-474C-86EA-8E154ED1CAC0}"/>
              </a:ext>
            </a:extLst>
          </p:cNvPr>
          <p:cNvSpPr txBox="1"/>
          <p:nvPr/>
        </p:nvSpPr>
        <p:spPr>
          <a:xfrm>
            <a:off x="5705847" y="8507266"/>
            <a:ext cx="5023243" cy="661720"/>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800"/>
              <a:t>What is the OSS Universe? </a:t>
            </a:r>
            <a:endParaRPr lang="en-US" sz="2800" b="1"/>
          </a:p>
        </p:txBody>
      </p:sp>
      <p:cxnSp>
        <p:nvCxnSpPr>
          <p:cNvPr id="6" name="Straight Arrow Connector 5">
            <a:extLst>
              <a:ext uri="{FF2B5EF4-FFF2-40B4-BE49-F238E27FC236}">
                <a16:creationId xmlns:a16="http://schemas.microsoft.com/office/drawing/2014/main" id="{16367F74-37F0-4B0E-AF33-2FA06689CEAB}"/>
              </a:ext>
            </a:extLst>
          </p:cNvPr>
          <p:cNvCxnSpPr/>
          <p:nvPr/>
        </p:nvCxnSpPr>
        <p:spPr>
          <a:xfrm flipH="1">
            <a:off x="4947998" y="6829755"/>
            <a:ext cx="17653" cy="3075065"/>
          </a:xfrm>
          <a:prstGeom prst="straightConnector1">
            <a:avLst/>
          </a:prstGeom>
          <a:noFill/>
          <a:ln w="381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sp>
        <p:nvSpPr>
          <p:cNvPr id="56" name="Body Text - Franklin Gothic Book - 22">
            <a:extLst>
              <a:ext uri="{FF2B5EF4-FFF2-40B4-BE49-F238E27FC236}">
                <a16:creationId xmlns:a16="http://schemas.microsoft.com/office/drawing/2014/main" id="{68C9761E-7302-470D-9961-30E12E66A04D}"/>
              </a:ext>
            </a:extLst>
          </p:cNvPr>
          <p:cNvSpPr txBox="1"/>
          <p:nvPr/>
        </p:nvSpPr>
        <p:spPr>
          <a:xfrm>
            <a:off x="-91394" y="7186676"/>
            <a:ext cx="4915257" cy="31167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000" b="0"/>
              <a:t>According to OSI, OSS is defined as: "a computer software, with its source code made available with a license, in which the copyright holder provides the rights to study, change, and distribute the software to anyone and for any purpose."</a:t>
            </a:r>
            <a:endParaRPr lang="en-US" sz="2000"/>
          </a:p>
          <a:p>
            <a:pPr marL="342900" indent="-342900">
              <a:buFont typeface="Arial"/>
              <a:buChar char="•"/>
            </a:pPr>
            <a:endParaRPr lang="en-US" sz="2000" b="0">
              <a:latin typeface="ITC Franklin Gothic Std Demi Co"/>
            </a:endParaRPr>
          </a:p>
        </p:txBody>
      </p:sp>
      <p:cxnSp>
        <p:nvCxnSpPr>
          <p:cNvPr id="28" name="Straight Arrow Connector 27">
            <a:extLst>
              <a:ext uri="{FF2B5EF4-FFF2-40B4-BE49-F238E27FC236}">
                <a16:creationId xmlns:a16="http://schemas.microsoft.com/office/drawing/2014/main" id="{ABF1AB8A-C0AD-464B-96F8-C7010703224E}"/>
              </a:ext>
            </a:extLst>
          </p:cNvPr>
          <p:cNvCxnSpPr/>
          <p:nvPr/>
        </p:nvCxnSpPr>
        <p:spPr>
          <a:xfrm>
            <a:off x="4976022" y="8513585"/>
            <a:ext cx="6210151" cy="3530"/>
          </a:xfrm>
          <a:prstGeom prst="straightConnector1">
            <a:avLst/>
          </a:prstGeom>
          <a:noFill/>
          <a:ln w="381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sp>
        <p:nvSpPr>
          <p:cNvPr id="61" name="Subhead - Franklin Gothic Demi - 28">
            <a:extLst>
              <a:ext uri="{FF2B5EF4-FFF2-40B4-BE49-F238E27FC236}">
                <a16:creationId xmlns:a16="http://schemas.microsoft.com/office/drawing/2014/main" id="{DC6DD6D6-A069-43F4-99B8-5228C7B333B6}"/>
              </a:ext>
            </a:extLst>
          </p:cNvPr>
          <p:cNvSpPr txBox="1"/>
          <p:nvPr/>
        </p:nvSpPr>
        <p:spPr>
          <a:xfrm>
            <a:off x="4710246" y="6703098"/>
            <a:ext cx="6760249" cy="10926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800"/>
              <a:t>What is the Open Source Initiative (OSI)?</a:t>
            </a:r>
            <a:endParaRPr lang="en-US"/>
          </a:p>
        </p:txBody>
      </p:sp>
      <p:sp>
        <p:nvSpPr>
          <p:cNvPr id="67" name="Body Text - Franklin Gothic Book - 22">
            <a:extLst>
              <a:ext uri="{FF2B5EF4-FFF2-40B4-BE49-F238E27FC236}">
                <a16:creationId xmlns:a16="http://schemas.microsoft.com/office/drawing/2014/main" id="{52E1441A-F94C-4E5F-8EA0-F46D57B1AE9B}"/>
              </a:ext>
            </a:extLst>
          </p:cNvPr>
          <p:cNvSpPr txBox="1"/>
          <p:nvPr/>
        </p:nvSpPr>
        <p:spPr>
          <a:xfrm>
            <a:off x="4913063" y="7409380"/>
            <a:ext cx="6344919" cy="14619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000" b="0">
                <a:latin typeface="ITC Franklin Gothic Std Book"/>
              </a:rPr>
              <a:t>OSI is a worldwide non-profit that works to spread knowledge about OSS, promote its usage, connect various OSS communities.</a:t>
            </a:r>
            <a:endParaRPr lang="en-US" sz="2000"/>
          </a:p>
          <a:p>
            <a:pPr marL="342900" indent="-342900" algn="ctr">
              <a:buFont typeface="Arial"/>
              <a:buChar char="•"/>
            </a:pPr>
            <a:endParaRPr lang="en-US" sz="2000" b="0">
              <a:latin typeface="ITC Franklin Gothic Std Book"/>
            </a:endParaRPr>
          </a:p>
        </p:txBody>
      </p:sp>
      <p:pic>
        <p:nvPicPr>
          <p:cNvPr id="9" name="Picture 11" descr="A close up of a map&#10;&#10;Description generated with high confidence">
            <a:extLst>
              <a:ext uri="{FF2B5EF4-FFF2-40B4-BE49-F238E27FC236}">
                <a16:creationId xmlns:a16="http://schemas.microsoft.com/office/drawing/2014/main" id="{D5E49DDD-8EC2-4B0A-9E3B-BEE10E49DE79}"/>
              </a:ext>
            </a:extLst>
          </p:cNvPr>
          <p:cNvPicPr>
            <a:picLocks noChangeAspect="1"/>
          </p:cNvPicPr>
          <p:nvPr/>
        </p:nvPicPr>
        <p:blipFill rotWithShape="1">
          <a:blip r:embed="rId4"/>
          <a:srcRect l="3523" t="-225" r="11465" b="225"/>
          <a:stretch/>
        </p:blipFill>
        <p:spPr>
          <a:xfrm>
            <a:off x="14504371" y="14551660"/>
            <a:ext cx="6797130" cy="4473764"/>
          </a:xfrm>
          <a:prstGeom prst="rect">
            <a:avLst/>
          </a:prstGeom>
        </p:spPr>
      </p:pic>
      <p:sp>
        <p:nvSpPr>
          <p:cNvPr id="58" name="Body Text - Franklin Gothic Book - 22">
            <a:extLst>
              <a:ext uri="{FF2B5EF4-FFF2-40B4-BE49-F238E27FC236}">
                <a16:creationId xmlns:a16="http://schemas.microsoft.com/office/drawing/2014/main" id="{84633A96-28E5-445B-A839-6CA4370E5595}"/>
              </a:ext>
            </a:extLst>
          </p:cNvPr>
          <p:cNvSpPr txBox="1"/>
          <p:nvPr/>
        </p:nvSpPr>
        <p:spPr>
          <a:xfrm>
            <a:off x="994156" y="11211672"/>
            <a:ext cx="20288607" cy="2077492"/>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marL="342900" indent="-342900" algn="l">
              <a:buFont typeface="Arial" panose="020B0604020202020204" pitchFamily="34" charset="0"/>
              <a:buChar char="•"/>
            </a:pPr>
            <a:r>
              <a:rPr lang="en-US" sz="2000" b="0" dirty="0"/>
              <a:t>Querying GitHub for the OSS licenses, resulted in over 7 million OSI-license holding repositories on GitHub. We used multiple sources to access information on them.</a:t>
            </a:r>
            <a:endParaRPr lang="en-US" dirty="0"/>
          </a:p>
          <a:p>
            <a:pPr marL="342900" indent="-342900" algn="l">
              <a:buFont typeface="Arial" panose="020B0604020202020204" pitchFamily="34" charset="0"/>
              <a:buChar char="•"/>
            </a:pPr>
            <a:r>
              <a:rPr lang="en-US" sz="2000" b="0" dirty="0"/>
              <a:t>Using </a:t>
            </a:r>
            <a:r>
              <a:rPr lang="en-US" sz="2000" dirty="0" err="1"/>
              <a:t>GraphQL</a:t>
            </a:r>
            <a:r>
              <a:rPr lang="en-US" sz="2000" dirty="0"/>
              <a:t>, (</a:t>
            </a:r>
            <a:r>
              <a:rPr lang="en-US" sz="2000" b="0" dirty="0" err="1"/>
              <a:t>GitHubs</a:t>
            </a:r>
            <a:r>
              <a:rPr lang="en-US" sz="2000" b="0" dirty="0"/>
              <a:t> current API system), we searched for repository names, owners, and license information for each of the OSI approved licenses.</a:t>
            </a:r>
          </a:p>
          <a:p>
            <a:pPr lvl="1" indent="0" algn="l"/>
            <a:r>
              <a:rPr lang="en-US" sz="2000" b="0" dirty="0"/>
              <a:t>        - There are 13 licenses with more than 10,000 repositories on GitHub; these 13 make up &gt;99% of all OSS repos. We collected information on these repos from 2012-2018. </a:t>
            </a:r>
          </a:p>
          <a:p>
            <a:pPr marL="342900" indent="-342900" algn="l">
              <a:buFont typeface="Arial" panose="020B0604020202020204" pitchFamily="34" charset="0"/>
              <a:buChar char="•"/>
            </a:pPr>
            <a:r>
              <a:rPr lang="en-US" sz="2000" b="0" dirty="0"/>
              <a:t>This </a:t>
            </a:r>
            <a:r>
              <a:rPr lang="en-US" sz="2000" b="0" dirty="0" err="1"/>
              <a:t>reponames</a:t>
            </a:r>
            <a:r>
              <a:rPr lang="en-US" sz="2000" b="0" dirty="0"/>
              <a:t> and owners were used to collect more information from an alternative online database, </a:t>
            </a:r>
            <a:r>
              <a:rPr lang="en-US" sz="2000" dirty="0" err="1"/>
              <a:t>GHTorrent</a:t>
            </a:r>
            <a:endParaRPr lang="en-US" sz="2000" b="0" dirty="0"/>
          </a:p>
          <a:p>
            <a:pPr lvl="1" indent="0" algn="l"/>
            <a:r>
              <a:rPr lang="en-US" sz="2000" b="0" dirty="0"/>
              <a:t>	- Access to more information on each repository contributors including location, organization, and commit count</a:t>
            </a:r>
          </a:p>
          <a:p>
            <a:pPr marL="342900" indent="-342900">
              <a:buFont typeface="Arial"/>
              <a:buChar char="•"/>
            </a:pPr>
            <a:endParaRPr lang="en-US" sz="2000" b="0">
              <a:latin typeface="ITC Franklin Gothic Std Demi Co"/>
            </a:endParaRPr>
          </a:p>
        </p:txBody>
      </p:sp>
      <p:sp>
        <p:nvSpPr>
          <p:cNvPr id="73" name="Body Text - Franklin Gothic Book - 22">
            <a:extLst>
              <a:ext uri="{FF2B5EF4-FFF2-40B4-BE49-F238E27FC236}">
                <a16:creationId xmlns:a16="http://schemas.microsoft.com/office/drawing/2014/main" id="{44E568E0-08FB-44C6-A061-794D4FAC1D40}"/>
              </a:ext>
            </a:extLst>
          </p:cNvPr>
          <p:cNvSpPr txBox="1"/>
          <p:nvPr/>
        </p:nvSpPr>
        <p:spPr>
          <a:xfrm>
            <a:off x="11485313" y="7258464"/>
            <a:ext cx="9735819" cy="1154162"/>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000" b="0">
                <a:latin typeface="ITC Franklin Gothic Std Demi Co"/>
              </a:rPr>
              <a:t>Licenses define the limitations of use for code and provide developers with claims when the terms are violated. There are various types of licenses.</a:t>
            </a:r>
            <a:r>
              <a:rPr lang="en-US" sz="2000" b="0">
                <a:latin typeface="ITC Franklin Gothic Std Book"/>
              </a:rPr>
              <a:t> To qualify as an OSS license, a license must allow software to be freely used, modified and shared. </a:t>
            </a:r>
          </a:p>
        </p:txBody>
      </p:sp>
      <p:sp>
        <p:nvSpPr>
          <p:cNvPr id="74" name="Subhead - Franklin Gothic Demi - 28">
            <a:extLst>
              <a:ext uri="{FF2B5EF4-FFF2-40B4-BE49-F238E27FC236}">
                <a16:creationId xmlns:a16="http://schemas.microsoft.com/office/drawing/2014/main" id="{D6D7C1F9-037E-4C1A-9C8A-0E3C5C38FFB9}"/>
              </a:ext>
            </a:extLst>
          </p:cNvPr>
          <p:cNvSpPr txBox="1"/>
          <p:nvPr/>
        </p:nvSpPr>
        <p:spPr>
          <a:xfrm>
            <a:off x="11835468" y="8161348"/>
            <a:ext cx="9355904" cy="6807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xmlns:lc="http://schemas.openxmlformats.org/drawingml/2006/lockedCanva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2800"/>
              <a:t>GitHub Terminology</a:t>
            </a:r>
            <a:endParaRPr lang="en-US"/>
          </a:p>
        </p:txBody>
      </p:sp>
      <p:sp>
        <p:nvSpPr>
          <p:cNvPr id="76" name="Body Text - Franklin Gothic Book - 22">
            <a:extLst>
              <a:ext uri="{FF2B5EF4-FFF2-40B4-BE49-F238E27FC236}">
                <a16:creationId xmlns:a16="http://schemas.microsoft.com/office/drawing/2014/main" id="{30587C8A-FBD2-48F8-8BCD-7B78368685D0}"/>
              </a:ext>
            </a:extLst>
          </p:cNvPr>
          <p:cNvSpPr txBox="1"/>
          <p:nvPr/>
        </p:nvSpPr>
        <p:spPr>
          <a:xfrm>
            <a:off x="11294813" y="8617566"/>
            <a:ext cx="9983469" cy="1461939"/>
          </a:xfrm>
          <a:prstGeom prst="rect">
            <a:avLst/>
          </a:prstGeom>
          <a:ln w="12700">
            <a:miter lim="400000"/>
          </a:ln>
          <a:extLst>
            <a:ext uri="{C572A759-6A51-4108-AA02-DFA0A04FC94B}">
              <ma14:wrappingTextBoxFlag xmlns:lc="http://schemas.openxmlformats.org/drawingml/2006/lockedCanvas"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l"/>
            <a:r>
              <a:rPr lang="en-US" sz="2000"/>
              <a:t>GitHub - </a:t>
            </a:r>
            <a:r>
              <a:rPr lang="en-US" sz="2000" b="0"/>
              <a:t> world's largest place for developers to discover, share, and build software.</a:t>
            </a:r>
            <a:endParaRPr lang="en-US" sz="2000"/>
          </a:p>
          <a:p>
            <a:pPr algn="l"/>
            <a:r>
              <a:rPr lang="en-US" sz="2000">
                <a:latin typeface="ITC Franklin Gothic Std Book"/>
              </a:rPr>
              <a:t>Repository </a:t>
            </a:r>
            <a:r>
              <a:rPr lang="en-US" sz="2000" b="0">
                <a:latin typeface="ITC Franklin Gothic Std Book"/>
              </a:rPr>
              <a:t>- </a:t>
            </a:r>
            <a:r>
              <a:rPr lang="en-US" sz="2000" b="0"/>
              <a:t> contains all of a project's files         </a:t>
            </a:r>
            <a:r>
              <a:rPr lang="en-US" sz="2000">
                <a:latin typeface="ITC Franklin Gothic Std Book"/>
              </a:rPr>
              <a:t>Commit</a:t>
            </a:r>
            <a:r>
              <a:rPr lang="en-US" sz="2000" b="0">
                <a:latin typeface="ITC Franklin Gothic Std Book"/>
              </a:rPr>
              <a:t> -</a:t>
            </a:r>
            <a:r>
              <a:rPr lang="en-US" sz="2000" b="0"/>
              <a:t> an individual change to a file</a:t>
            </a:r>
          </a:p>
          <a:p>
            <a:pPr algn="l"/>
            <a:r>
              <a:rPr lang="en-US" sz="2000">
                <a:latin typeface="ITC Franklin Gothic Std Book"/>
              </a:rPr>
              <a:t>Contributor </a:t>
            </a:r>
            <a:r>
              <a:rPr lang="en-US" sz="2000" b="0">
                <a:latin typeface="ITC Franklin Gothic Std Book"/>
              </a:rPr>
              <a:t>- </a:t>
            </a:r>
            <a:r>
              <a:rPr lang="en-US" sz="2000" b="0"/>
              <a:t>someone who successfully committed to a project (GitHub Glossary)</a:t>
            </a:r>
            <a:endParaRPr lang="en-US" sz="2000"/>
          </a:p>
          <a:p>
            <a:pPr marL="342900" indent="-342900">
              <a:buFont typeface="Arial"/>
              <a:buChar char="•"/>
            </a:pPr>
            <a:endParaRPr lang="en-US" sz="2000" b="0">
              <a:latin typeface="ITC Franklin Gothic Std Book"/>
            </a:endParaRPr>
          </a:p>
        </p:txBody>
      </p:sp>
      <p:cxnSp>
        <p:nvCxnSpPr>
          <p:cNvPr id="77" name="Straight Arrow Connector 76">
            <a:extLst>
              <a:ext uri="{FF2B5EF4-FFF2-40B4-BE49-F238E27FC236}">
                <a16:creationId xmlns:a16="http://schemas.microsoft.com/office/drawing/2014/main" id="{0CE108B4-7E2E-403A-BFD1-408D61A0AF64}"/>
              </a:ext>
            </a:extLst>
          </p:cNvPr>
          <p:cNvCxnSpPr>
            <a:cxnSpLocks/>
          </p:cNvCxnSpPr>
          <p:nvPr/>
        </p:nvCxnSpPr>
        <p:spPr>
          <a:xfrm flipV="1">
            <a:off x="11376821" y="8250415"/>
            <a:ext cx="9963001" cy="15520"/>
          </a:xfrm>
          <a:prstGeom prst="straightConnector1">
            <a:avLst/>
          </a:prstGeom>
          <a:noFill/>
          <a:ln w="38100" cap="flat">
            <a:solidFill>
              <a:srgbClr val="002060"/>
            </a:solidFill>
            <a:prstDash val="solid"/>
            <a:miter lim="400000"/>
          </a:ln>
          <a:effectLst/>
          <a:sp3d/>
        </p:spPr>
        <p:style>
          <a:lnRef idx="0">
            <a:scrgbClr r="0" g="0" b="0"/>
          </a:lnRef>
          <a:fillRef idx="0">
            <a:scrgbClr r="0" g="0" b="0"/>
          </a:fillRef>
          <a:effectRef idx="0">
            <a:scrgbClr r="0" g="0" b="0"/>
          </a:effectRef>
          <a:fontRef idx="none"/>
        </p:style>
      </p:cxnSp>
      <p:pic>
        <p:nvPicPr>
          <p:cNvPr id="29" name="Picture 29" descr="A screenshot of a cell phone&#10;&#10;Description generated with very high confidence">
            <a:extLst>
              <a:ext uri="{FF2B5EF4-FFF2-40B4-BE49-F238E27FC236}">
                <a16:creationId xmlns:a16="http://schemas.microsoft.com/office/drawing/2014/main" id="{8543BFBA-C5BE-4850-976C-4CC702D52613}"/>
              </a:ext>
            </a:extLst>
          </p:cNvPr>
          <p:cNvPicPr>
            <a:picLocks noChangeAspect="1"/>
          </p:cNvPicPr>
          <p:nvPr/>
        </p:nvPicPr>
        <p:blipFill>
          <a:blip r:embed="rId5"/>
          <a:stretch>
            <a:fillRect/>
          </a:stretch>
        </p:blipFill>
        <p:spPr>
          <a:xfrm>
            <a:off x="190500" y="20714543"/>
            <a:ext cx="5791200" cy="3452714"/>
          </a:xfrm>
          <a:prstGeom prst="rect">
            <a:avLst/>
          </a:prstGeom>
        </p:spPr>
      </p:pic>
      <p:pic>
        <p:nvPicPr>
          <p:cNvPr id="12" name="Picture 22" descr="A screenshot of a cell phone&#10;&#10;Description generated with high confidence">
            <a:extLst>
              <a:ext uri="{FF2B5EF4-FFF2-40B4-BE49-F238E27FC236}">
                <a16:creationId xmlns:a16="http://schemas.microsoft.com/office/drawing/2014/main" id="{AE1D2C85-11DD-4134-B972-E320D24A157C}"/>
              </a:ext>
            </a:extLst>
          </p:cNvPr>
          <p:cNvPicPr>
            <a:picLocks noChangeAspect="1"/>
          </p:cNvPicPr>
          <p:nvPr/>
        </p:nvPicPr>
        <p:blipFill>
          <a:blip r:embed="rId6"/>
          <a:stretch>
            <a:fillRect/>
          </a:stretch>
        </p:blipFill>
        <p:spPr>
          <a:xfrm>
            <a:off x="6374920" y="21204625"/>
            <a:ext cx="5003321" cy="2965691"/>
          </a:xfrm>
          <a:prstGeom prst="rect">
            <a:avLst/>
          </a:prstGeom>
        </p:spPr>
      </p:pic>
      <p:pic>
        <p:nvPicPr>
          <p:cNvPr id="24" name="Picture 26" descr="A close up of a logo&#10;&#10;Description generated with high confidence">
            <a:extLst>
              <a:ext uri="{FF2B5EF4-FFF2-40B4-BE49-F238E27FC236}">
                <a16:creationId xmlns:a16="http://schemas.microsoft.com/office/drawing/2014/main" id="{F4776803-9505-44B5-914A-81B816452CE3}"/>
              </a:ext>
            </a:extLst>
          </p:cNvPr>
          <p:cNvPicPr>
            <a:picLocks noChangeAspect="1"/>
          </p:cNvPicPr>
          <p:nvPr/>
        </p:nvPicPr>
        <p:blipFill rotWithShape="1">
          <a:blip r:embed="rId7"/>
          <a:srcRect l="26154" t="532" r="23270" b="-1205"/>
          <a:stretch/>
        </p:blipFill>
        <p:spPr>
          <a:xfrm>
            <a:off x="20480579" y="9380440"/>
            <a:ext cx="1387388" cy="1449865"/>
          </a:xfrm>
          <a:prstGeom prst="rect">
            <a:avLst/>
          </a:prstGeom>
        </p:spPr>
      </p:pic>
      <p:pic>
        <p:nvPicPr>
          <p:cNvPr id="23" name="Picture 26" descr="A picture containing electronics&#10;&#10;Description generated with high confidence">
            <a:extLst>
              <a:ext uri="{FF2B5EF4-FFF2-40B4-BE49-F238E27FC236}">
                <a16:creationId xmlns:a16="http://schemas.microsoft.com/office/drawing/2014/main" id="{758956A7-5B40-4994-A91E-8BF4E9FC5740}"/>
              </a:ext>
            </a:extLst>
          </p:cNvPr>
          <p:cNvPicPr>
            <a:picLocks noChangeAspect="1"/>
          </p:cNvPicPr>
          <p:nvPr/>
        </p:nvPicPr>
        <p:blipFill>
          <a:blip r:embed="rId8"/>
          <a:stretch>
            <a:fillRect/>
          </a:stretch>
        </p:blipFill>
        <p:spPr>
          <a:xfrm>
            <a:off x="1305355" y="25046250"/>
            <a:ext cx="2741028" cy="1815278"/>
          </a:xfrm>
          <a:prstGeom prst="rect">
            <a:avLst/>
          </a:prstGeom>
        </p:spPr>
      </p:pic>
      <p:pic>
        <p:nvPicPr>
          <p:cNvPr id="30" name="Picture 30" descr="A screenshot of a cell phone&#10;&#10;Description generated with very high confidence">
            <a:extLst>
              <a:ext uri="{FF2B5EF4-FFF2-40B4-BE49-F238E27FC236}">
                <a16:creationId xmlns:a16="http://schemas.microsoft.com/office/drawing/2014/main" id="{7774BE46-2599-410B-8CF9-EB519E7D3574}"/>
              </a:ext>
            </a:extLst>
          </p:cNvPr>
          <p:cNvPicPr>
            <a:picLocks noChangeAspect="1"/>
          </p:cNvPicPr>
          <p:nvPr/>
        </p:nvPicPr>
        <p:blipFill>
          <a:blip r:embed="rId9"/>
          <a:stretch>
            <a:fillRect/>
          </a:stretch>
        </p:blipFill>
        <p:spPr>
          <a:xfrm>
            <a:off x="7717014" y="24625603"/>
            <a:ext cx="2741028" cy="2656573"/>
          </a:xfrm>
          <a:prstGeom prst="rect">
            <a:avLst/>
          </a:prstGeom>
        </p:spPr>
      </p:pic>
      <p:pic>
        <p:nvPicPr>
          <p:cNvPr id="32" name="Picture 32" descr="A screenshot of a social media post&#10;&#10;Description generated with very high confidence">
            <a:extLst>
              <a:ext uri="{FF2B5EF4-FFF2-40B4-BE49-F238E27FC236}">
                <a16:creationId xmlns:a16="http://schemas.microsoft.com/office/drawing/2014/main" id="{0602D5CA-0411-4AD1-AE86-B23F6FAC98B5}"/>
              </a:ext>
            </a:extLst>
          </p:cNvPr>
          <p:cNvPicPr>
            <a:picLocks noChangeAspect="1"/>
          </p:cNvPicPr>
          <p:nvPr/>
        </p:nvPicPr>
        <p:blipFill>
          <a:blip r:embed="rId10"/>
          <a:stretch>
            <a:fillRect/>
          </a:stretch>
        </p:blipFill>
        <p:spPr>
          <a:xfrm>
            <a:off x="3911720" y="24820262"/>
            <a:ext cx="3992083" cy="2267254"/>
          </a:xfrm>
          <a:prstGeom prst="rect">
            <a:avLst/>
          </a:prstGeom>
        </p:spPr>
      </p:pic>
      <p:sp>
        <p:nvSpPr>
          <p:cNvPr id="34" name="TextBox 33">
            <a:extLst>
              <a:ext uri="{FF2B5EF4-FFF2-40B4-BE49-F238E27FC236}">
                <a16:creationId xmlns:a16="http://schemas.microsoft.com/office/drawing/2014/main" id="{8DFDE04C-136A-41DF-BC24-FDC1C3A80900}"/>
              </a:ext>
            </a:extLst>
          </p:cNvPr>
          <p:cNvSpPr txBox="1"/>
          <p:nvPr/>
        </p:nvSpPr>
        <p:spPr>
          <a:xfrm>
            <a:off x="1052319" y="28050648"/>
            <a:ext cx="12230372" cy="23275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fromWordArt="0" anchor="ctr" anchorCtr="0" forceAA="0" compatLnSpc="1">
            <a:prstTxWarp prst="textNoShape">
              <a:avLst/>
            </a:prstTxWarp>
            <a:spAutoFit/>
          </a:bodyPr>
          <a:lstStyle/>
          <a:p>
            <a:r>
              <a:rPr lang="en-US" sz="2800" dirty="0">
                <a:solidFill>
                  <a:srgbClr val="1F497D"/>
                </a:solidFill>
                <a:latin typeface="Calibri"/>
                <a:cs typeface="Segoe UI"/>
              </a:rPr>
              <a:t>1. OSS is growing.</a:t>
            </a:r>
            <a:r>
              <a:rPr lang="en-US" sz="2800" dirty="0">
                <a:latin typeface="Calibri"/>
                <a:cs typeface="Segoe UI"/>
              </a:rPr>
              <a:t>​</a:t>
            </a:r>
          </a:p>
          <a:p>
            <a:r>
              <a:rPr lang="en-US" sz="2800" dirty="0">
                <a:solidFill>
                  <a:srgbClr val="1F497D"/>
                </a:solidFill>
                <a:latin typeface="Calibri"/>
                <a:cs typeface="Segoe UI"/>
              </a:rPr>
              <a:t>2. OSS is becoming more permissive.</a:t>
            </a:r>
            <a:r>
              <a:rPr lang="en-US" sz="2800" dirty="0">
                <a:latin typeface="Calibri"/>
                <a:cs typeface="Segoe UI"/>
              </a:rPr>
              <a:t>​</a:t>
            </a:r>
          </a:p>
          <a:p>
            <a:r>
              <a:rPr lang="en-US" sz="2800" dirty="0">
                <a:solidFill>
                  <a:srgbClr val="1F497D"/>
                </a:solidFill>
                <a:latin typeface="Calibri"/>
                <a:cs typeface="Segoe UI"/>
              </a:rPr>
              <a:t>3. GitHub captures a large share of OSS in existence.</a:t>
            </a:r>
            <a:r>
              <a:rPr lang="en-US" sz="2800" dirty="0">
                <a:latin typeface="Calibri"/>
                <a:cs typeface="Segoe UI"/>
              </a:rPr>
              <a:t>​</a:t>
            </a:r>
          </a:p>
          <a:p>
            <a:r>
              <a:rPr lang="en-US" sz="2800" dirty="0">
                <a:solidFill>
                  <a:srgbClr val="1F497D"/>
                </a:solidFill>
                <a:latin typeface="Calibri"/>
                <a:cs typeface="Segoe UI"/>
              </a:rPr>
              <a:t>4. Even with perfect information on GitHub, sectors will be difficult to identify.</a:t>
            </a:r>
            <a:r>
              <a:rPr lang="en-US" sz="2800" dirty="0">
                <a:latin typeface="Calibri"/>
                <a:cs typeface="Segoe UI"/>
              </a:rPr>
              <a:t>​</a:t>
            </a:r>
          </a:p>
          <a:p>
            <a:r>
              <a:rPr lang="en-US" sz="2800" b="0" dirty="0">
                <a:solidFill>
                  <a:schemeClr val="tx2"/>
                </a:solidFill>
                <a:cs typeface="Segoe UI"/>
              </a:rPr>
              <a:t>5. We need better standards for tracking and recognizing OSS producers.</a:t>
            </a:r>
            <a:endParaRPr lang="en-US" dirty="0"/>
          </a:p>
        </p:txBody>
      </p:sp>
      <p:sp>
        <p:nvSpPr>
          <p:cNvPr id="78" name="Rectangle 77">
            <a:extLst>
              <a:ext uri="{FF2B5EF4-FFF2-40B4-BE49-F238E27FC236}">
                <a16:creationId xmlns:a16="http://schemas.microsoft.com/office/drawing/2014/main" id="{DD9813C9-9A4D-4E2C-B38E-2A83DD55AFE0}"/>
              </a:ext>
            </a:extLst>
          </p:cNvPr>
          <p:cNvSpPr/>
          <p:nvPr/>
        </p:nvSpPr>
        <p:spPr>
          <a:xfrm>
            <a:off x="13560936" y="28062701"/>
            <a:ext cx="7326352" cy="1981929"/>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5" name="TextBox 34">
            <a:extLst>
              <a:ext uri="{FF2B5EF4-FFF2-40B4-BE49-F238E27FC236}">
                <a16:creationId xmlns:a16="http://schemas.microsoft.com/office/drawing/2014/main" id="{3D975519-2E05-4C60-9796-DEBF2CEE96DB}"/>
              </a:ext>
            </a:extLst>
          </p:cNvPr>
          <p:cNvSpPr txBox="1"/>
          <p:nvPr/>
        </p:nvSpPr>
        <p:spPr>
          <a:xfrm>
            <a:off x="13771385" y="28330357"/>
            <a:ext cx="11917607" cy="14657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fromWordArt="0" anchor="ctr" anchorCtr="0" forceAA="0" compatLnSpc="1">
            <a:prstTxWarp prst="textNoShape">
              <a:avLst/>
            </a:prstTxWarp>
            <a:spAutoFit/>
          </a:bodyPr>
          <a:lstStyle/>
          <a:p>
            <a:pPr algn="l"/>
            <a:r>
              <a:rPr lang="en-US" sz="2800" dirty="0"/>
              <a:t>Next Steps</a:t>
            </a:r>
          </a:p>
          <a:p>
            <a:pPr algn="l"/>
            <a:r>
              <a:rPr lang="en-US" sz="2800" dirty="0"/>
              <a:t>1. Get more detailed data on the repos</a:t>
            </a:r>
          </a:p>
          <a:p>
            <a:pPr algn="l"/>
            <a:r>
              <a:rPr lang="en-US" sz="2800" dirty="0"/>
              <a:t>2. Encourage better standards for OSS</a:t>
            </a:r>
          </a:p>
        </p:txBody>
      </p:sp>
      <p:pic>
        <p:nvPicPr>
          <p:cNvPr id="36" name="Picture 38" descr="A close up of a map&#10;&#10;Description generated with high confidence">
            <a:extLst>
              <a:ext uri="{FF2B5EF4-FFF2-40B4-BE49-F238E27FC236}">
                <a16:creationId xmlns:a16="http://schemas.microsoft.com/office/drawing/2014/main" id="{5F92F697-CE73-4D17-9DF2-5D089477F343}"/>
              </a:ext>
            </a:extLst>
          </p:cNvPr>
          <p:cNvPicPr>
            <a:picLocks noChangeAspect="1"/>
          </p:cNvPicPr>
          <p:nvPr/>
        </p:nvPicPr>
        <p:blipFill>
          <a:blip r:embed="rId11"/>
          <a:stretch>
            <a:fillRect/>
          </a:stretch>
        </p:blipFill>
        <p:spPr>
          <a:xfrm>
            <a:off x="11626564" y="20848600"/>
            <a:ext cx="10716507" cy="5254558"/>
          </a:xfrm>
          <a:prstGeom prst="rect">
            <a:avLst/>
          </a:prstGeom>
        </p:spPr>
      </p:pic>
      <p:pic>
        <p:nvPicPr>
          <p:cNvPr id="43" name="Picture 43" descr="A screenshot of a cell phone&#10;&#10;Description generated with very high confidence">
            <a:extLst>
              <a:ext uri="{FF2B5EF4-FFF2-40B4-BE49-F238E27FC236}">
                <a16:creationId xmlns:a16="http://schemas.microsoft.com/office/drawing/2014/main" id="{137492D8-D523-4444-80CB-24BDDDC8CCAF}"/>
              </a:ext>
            </a:extLst>
          </p:cNvPr>
          <p:cNvPicPr>
            <a:picLocks noChangeAspect="1"/>
          </p:cNvPicPr>
          <p:nvPr/>
        </p:nvPicPr>
        <p:blipFill>
          <a:blip r:embed="rId12"/>
          <a:stretch>
            <a:fillRect/>
          </a:stretch>
        </p:blipFill>
        <p:spPr>
          <a:xfrm>
            <a:off x="4328739" y="17962171"/>
            <a:ext cx="2741028" cy="1689234"/>
          </a:xfrm>
          <a:prstGeom prst="rect">
            <a:avLst/>
          </a:prstGeom>
        </p:spPr>
      </p:pic>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8FB85F41-691F-4B2E-BF4F-F38E515515BA}"/>
</file>

<file path=customXml/itemProps2.xml><?xml version="1.0" encoding="utf-8"?>
<ds:datastoreItem xmlns:ds="http://schemas.openxmlformats.org/officeDocument/2006/customXml" ds:itemID="{AB31B8D1-0BA9-4FDC-AD0E-AFD1087FB2A0}"/>
</file>

<file path=customXml/itemProps3.xml><?xml version="1.0" encoding="utf-8"?>
<ds:datastoreItem xmlns:ds="http://schemas.openxmlformats.org/officeDocument/2006/customXml" ds:itemID="{FFAC699D-7240-4737-AE31-BC7F5F10722A}"/>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revision>156</cp:revision>
  <cp:lastPrinted>2019-07-31T17:30:02Z</cp:lastPrinted>
  <dcterms:created xsi:type="dcterms:W3CDTF">2019-07-16T21:17:53Z</dcterms:created>
  <dcterms:modified xsi:type="dcterms:W3CDTF">2019-08-01T15:14:45Z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
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theme/theme8.xml" ContentType="application/vnd.openxmlformats-officedocument.theme+xml"/>
  <Override PartName="/ppt/slideLayouts/slideLayout2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52" r:id="rId6"/>
    <p:sldMasterId id="2147483670" r:id="rId7"/>
    <p:sldMasterId id="2147483658" r:id="rId8"/>
    <p:sldMasterId id="2147483672" r:id="rId9"/>
    <p:sldMasterId id="2147483664" r:id="rId10"/>
    <p:sldMasterId id="2147483674" r:id="rId11"/>
    <p:sldMasterId id="2147483676" r:id="rId12"/>
  </p:sldMasterIdLst>
  <p:notesMasterIdLst>
    <p:notesMasterId r:id="rId29"/>
  </p:notesMasterIdLst>
  <p:handoutMasterIdLst>
    <p:handoutMasterId r:id="rId30"/>
  </p:handoutMasterIdLst>
  <p:sldIdLst>
    <p:sldId id="258" r:id="rId13"/>
    <p:sldId id="262" r:id="rId14"/>
    <p:sldId id="273" r:id="rId15"/>
    <p:sldId id="263" r:id="rId16"/>
    <p:sldId id="277" r:id="rId17"/>
    <p:sldId id="271" r:id="rId18"/>
    <p:sldId id="272" r:id="rId19"/>
    <p:sldId id="278" r:id="rId20"/>
    <p:sldId id="280" r:id="rId21"/>
    <p:sldId id="279" r:id="rId22"/>
    <p:sldId id="281" r:id="rId23"/>
    <p:sldId id="265" r:id="rId24"/>
    <p:sldId id="266" r:id="rId25"/>
    <p:sldId id="276" r:id="rId26"/>
    <p:sldId id="269" r:id="rId27"/>
    <p:sldId id="282"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12AF49-A246-E146-E513-C27EDAF74B2C}" v="38" dt="2019-06-27T21:13:41.664"/>
    <p1510:client id="{4E925813-7A30-08B3-ED75-4FFD46A08C11}" v="50" dt="2019-06-27T21:38:39.567"/>
    <p1510:client id="{777C011D-99E1-CCE2-1EF9-93B48C35D61A}" v="29" dt="2019-06-27T18:06:20.103"/>
    <p1510:client id="{79C9BBA5-9CCE-4A81-0908-53FD57378096}" v="100" dt="2019-06-27T17:11:48.894"/>
    <p1510:client id="{7C1078A9-2464-C741-DF09-B646AE0C73C1}" v="165" dt="2019-06-27T17:16:07.361"/>
    <p1510:client id="{83BC3C60-F0B6-9453-47BA-6FFD428D8DF8}" v="5" dt="2019-06-28T12:39:13.364"/>
    <p1510:client id="{86C00D69-2D6C-23BD-F376-08AB278616DC}" v="567" dt="2019-06-27T21:39:36.063"/>
    <p1510:client id="{AB351B92-06FF-5A95-5C3C-027F6B045874}" v="72" dt="2019-06-28T12:45:06.076"/>
    <p1510:client id="{B94C111B-49CB-DDD5-3D3C-08E3F09222E7}" v="334" dt="2019-06-28T02:03:54.093"/>
    <p1510:client id="{C0443893-C48A-55ED-087C-A82ACB1EBBB0}" v="11" dt="2019-06-28T01:57:48.596"/>
    <p1510:client id="{D05B24B0-7D6C-74EB-DB9D-8E9CCD5635CB}" v="1191" dt="2019-06-27T21:10:58.296"/>
    <p1510:client id="{D0E7570B-E510-AD1F-5E2B-D7F017787FC7}" v="467" dt="2019-06-27T18:00:07.43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n, Eliza Nicole (ent4pn)" userId="S::ent4pn@virginia.edu::c6f0735e-188b-4a35-9a6a-2de662ec8b5c" providerId="AD" clId="Web-{A445E90F-92E3-1985-56F8-094B2E3B7E86}"/>
    <pc:docChg chg="modSld sldOrd">
      <pc:chgData name="Tobin, Eliza Nicole (ent4pn)" userId="S::ent4pn@virginia.edu::c6f0735e-188b-4a35-9a6a-2de662ec8b5c" providerId="AD" clId="Web-{A445E90F-92E3-1985-56F8-094B2E3B7E86}" dt="2019-06-25T20:49:46.480" v="912" actId="20577"/>
      <pc:docMkLst>
        <pc:docMk/>
      </pc:docMkLst>
      <pc:sldChg chg="modNotes">
        <pc:chgData name="Tobin, Eliza Nicole (ent4pn)" userId="S::ent4pn@virginia.edu::c6f0735e-188b-4a35-9a6a-2de662ec8b5c" providerId="AD" clId="Web-{A445E90F-92E3-1985-56F8-094B2E3B7E86}" dt="2019-06-25T20:06:38.437" v="422"/>
        <pc:sldMkLst>
          <pc:docMk/>
          <pc:sldMk cId="1301978882" sldId="258"/>
        </pc:sldMkLst>
      </pc:sldChg>
      <pc:sldChg chg="modSp modNotes">
        <pc:chgData name="Tobin, Eliza Nicole (ent4pn)" userId="S::ent4pn@virginia.edu::c6f0735e-188b-4a35-9a6a-2de662ec8b5c" providerId="AD" clId="Web-{A445E90F-92E3-1985-56F8-094B2E3B7E86}" dt="2019-06-25T20:31:17.685" v="650"/>
        <pc:sldMkLst>
          <pc:docMk/>
          <pc:sldMk cId="2747914867" sldId="262"/>
        </pc:sldMkLst>
        <pc:spChg chg="mod">
          <ac:chgData name="Tobin, Eliza Nicole (ent4pn)" userId="S::ent4pn@virginia.edu::c6f0735e-188b-4a35-9a6a-2de662ec8b5c" providerId="AD" clId="Web-{A445E90F-92E3-1985-56F8-094B2E3B7E86}" dt="2019-06-25T19:57:54.962" v="175" actId="20577"/>
          <ac:spMkLst>
            <pc:docMk/>
            <pc:sldMk cId="2747914867" sldId="262"/>
            <ac:spMk id="3" creationId="{00000000-0000-0000-0000-000000000000}"/>
          </ac:spMkLst>
        </pc:spChg>
      </pc:sldChg>
      <pc:sldChg chg="modSp modNotes">
        <pc:chgData name="Tobin, Eliza Nicole (ent4pn)" userId="S::ent4pn@virginia.edu::c6f0735e-188b-4a35-9a6a-2de662ec8b5c" providerId="AD" clId="Web-{A445E90F-92E3-1985-56F8-094B2E3B7E86}" dt="2019-06-25T20:49:46.480" v="912" actId="20577"/>
        <pc:sldMkLst>
          <pc:docMk/>
          <pc:sldMk cId="41266239" sldId="263"/>
        </pc:sldMkLst>
        <pc:spChg chg="mod">
          <ac:chgData name="Tobin, Eliza Nicole (ent4pn)" userId="S::ent4pn@virginia.edu::c6f0735e-188b-4a35-9a6a-2de662ec8b5c" providerId="AD" clId="Web-{A445E90F-92E3-1985-56F8-094B2E3B7E86}" dt="2019-06-25T20:49:46.480" v="912" actId="20577"/>
          <ac:spMkLst>
            <pc:docMk/>
            <pc:sldMk cId="41266239" sldId="263"/>
            <ac:spMk id="3" creationId="{711CDCB2-1885-4740-A137-BB16FB98B5A5}"/>
          </ac:spMkLst>
        </pc:spChg>
        <pc:picChg chg="mod">
          <ac:chgData name="Tobin, Eliza Nicole (ent4pn)" userId="S::ent4pn@virginia.edu::c6f0735e-188b-4a35-9a6a-2de662ec8b5c" providerId="AD" clId="Web-{A445E90F-92E3-1985-56F8-094B2E3B7E86}" dt="2019-06-25T20:05:07.824" v="402" actId="1076"/>
          <ac:picMkLst>
            <pc:docMk/>
            <pc:sldMk cId="41266239" sldId="263"/>
            <ac:picMk id="11" creationId="{0DB8EA29-81A7-448E-AD8B-C2E5D650B7C9}"/>
          </ac:picMkLst>
        </pc:picChg>
      </pc:sldChg>
      <pc:sldChg chg="modSp">
        <pc:chgData name="Tobin, Eliza Nicole (ent4pn)" userId="S::ent4pn@virginia.edu::c6f0735e-188b-4a35-9a6a-2de662ec8b5c" providerId="AD" clId="Web-{A445E90F-92E3-1985-56F8-094B2E3B7E86}" dt="2019-06-25T20:43:21.730" v="896" actId="20577"/>
        <pc:sldMkLst>
          <pc:docMk/>
          <pc:sldMk cId="3025142439" sldId="264"/>
        </pc:sldMkLst>
        <pc:spChg chg="mod">
          <ac:chgData name="Tobin, Eliza Nicole (ent4pn)" userId="S::ent4pn@virginia.edu::c6f0735e-188b-4a35-9a6a-2de662ec8b5c" providerId="AD" clId="Web-{A445E90F-92E3-1985-56F8-094B2E3B7E86}" dt="2019-06-25T20:43:21.730" v="896" actId="20577"/>
          <ac:spMkLst>
            <pc:docMk/>
            <pc:sldMk cId="3025142439" sldId="264"/>
            <ac:spMk id="3" creationId="{7FCEB738-866E-48C4-BB16-56D18DD6B486}"/>
          </ac:spMkLst>
        </pc:spChg>
        <pc:picChg chg="mod">
          <ac:chgData name="Tobin, Eliza Nicole (ent4pn)" userId="S::ent4pn@virginia.edu::c6f0735e-188b-4a35-9a6a-2de662ec8b5c" providerId="AD" clId="Web-{A445E90F-92E3-1985-56F8-094B2E3B7E86}" dt="2019-06-25T20:12:51.171" v="525" actId="1076"/>
          <ac:picMkLst>
            <pc:docMk/>
            <pc:sldMk cId="3025142439" sldId="264"/>
            <ac:picMk id="5" creationId="{2D54604D-AF26-4591-A9EE-A633E31265B5}"/>
          </ac:picMkLst>
        </pc:picChg>
      </pc:sldChg>
      <pc:sldChg chg="addSp delSp modSp">
        <pc:chgData name="Tobin, Eliza Nicole (ent4pn)" userId="S::ent4pn@virginia.edu::c6f0735e-188b-4a35-9a6a-2de662ec8b5c" providerId="AD" clId="Web-{A445E90F-92E3-1985-56F8-094B2E3B7E86}" dt="2019-06-25T20:15:30.943" v="545" actId="20577"/>
        <pc:sldMkLst>
          <pc:docMk/>
          <pc:sldMk cId="1463822966" sldId="265"/>
        </pc:sldMkLst>
        <pc:spChg chg="mod">
          <ac:chgData name="Tobin, Eliza Nicole (ent4pn)" userId="S::ent4pn@virginia.edu::c6f0735e-188b-4a35-9a6a-2de662ec8b5c" providerId="AD" clId="Web-{A445E90F-92E3-1985-56F8-094B2E3B7E86}" dt="2019-06-25T20:15:30.943" v="545" actId="20577"/>
          <ac:spMkLst>
            <pc:docMk/>
            <pc:sldMk cId="1463822966" sldId="265"/>
            <ac:spMk id="3" creationId="{B079B935-5B8F-47EF-8992-884A2A303AA6}"/>
          </ac:spMkLst>
        </pc:spChg>
        <pc:picChg chg="add mod">
          <ac:chgData name="Tobin, Eliza Nicole (ent4pn)" userId="S::ent4pn@virginia.edu::c6f0735e-188b-4a35-9a6a-2de662ec8b5c" providerId="AD" clId="Web-{A445E90F-92E3-1985-56F8-094B2E3B7E86}" dt="2019-06-25T19:37:57.570" v="19" actId="1076"/>
          <ac:picMkLst>
            <pc:docMk/>
            <pc:sldMk cId="1463822966" sldId="265"/>
            <ac:picMk id="5" creationId="{C9BDA451-A62B-47FB-89C3-411A9E351967}"/>
          </ac:picMkLst>
        </pc:picChg>
        <pc:picChg chg="del mod">
          <ac:chgData name="Tobin, Eliza Nicole (ent4pn)" userId="S::ent4pn@virginia.edu::c6f0735e-188b-4a35-9a6a-2de662ec8b5c" providerId="AD" clId="Web-{A445E90F-92E3-1985-56F8-094B2E3B7E86}" dt="2019-06-25T19:37:51.429" v="16"/>
          <ac:picMkLst>
            <pc:docMk/>
            <pc:sldMk cId="1463822966" sldId="265"/>
            <ac:picMk id="7" creationId="{11CB75EC-426E-48FC-9C80-B85072DFE7F6}"/>
          </ac:picMkLst>
        </pc:picChg>
      </pc:sldChg>
      <pc:sldChg chg="modSp modNotes">
        <pc:chgData name="Tobin, Eliza Nicole (ent4pn)" userId="S::ent4pn@virginia.edu::c6f0735e-188b-4a35-9a6a-2de662ec8b5c" providerId="AD" clId="Web-{A445E90F-92E3-1985-56F8-094B2E3B7E86}" dt="2019-06-25T20:18:31.919" v="558" actId="20577"/>
        <pc:sldMkLst>
          <pc:docMk/>
          <pc:sldMk cId="177094961" sldId="266"/>
        </pc:sldMkLst>
        <pc:spChg chg="mod">
          <ac:chgData name="Tobin, Eliza Nicole (ent4pn)" userId="S::ent4pn@virginia.edu::c6f0735e-188b-4a35-9a6a-2de662ec8b5c" providerId="AD" clId="Web-{A445E90F-92E3-1985-56F8-094B2E3B7E86}" dt="2019-06-25T20:18:31.919" v="558" actId="20577"/>
          <ac:spMkLst>
            <pc:docMk/>
            <pc:sldMk cId="177094961" sldId="266"/>
            <ac:spMk id="2" creationId="{CD93875C-FF23-4372-A72A-870679201368}"/>
          </ac:spMkLst>
        </pc:spChg>
        <pc:spChg chg="mod">
          <ac:chgData name="Tobin, Eliza Nicole (ent4pn)" userId="S::ent4pn@virginia.edu::c6f0735e-188b-4a35-9a6a-2de662ec8b5c" providerId="AD" clId="Web-{A445E90F-92E3-1985-56F8-094B2E3B7E86}" dt="2019-06-25T20:15:14.114" v="540" actId="20577"/>
          <ac:spMkLst>
            <pc:docMk/>
            <pc:sldMk cId="177094961" sldId="266"/>
            <ac:spMk id="13" creationId="{7226A646-8204-49A5-8EFE-21B7AE70E0D7}"/>
          </ac:spMkLst>
        </pc:spChg>
        <pc:spChg chg="mod">
          <ac:chgData name="Tobin, Eliza Nicole (ent4pn)" userId="S::ent4pn@virginia.edu::c6f0735e-188b-4a35-9a6a-2de662ec8b5c" providerId="AD" clId="Web-{A445E90F-92E3-1985-56F8-094B2E3B7E86}" dt="2019-06-25T20:14:32.628" v="532" actId="20577"/>
          <ac:spMkLst>
            <pc:docMk/>
            <pc:sldMk cId="177094961" sldId="266"/>
            <ac:spMk id="14" creationId="{26721DFC-1084-419B-8008-52735E53EEE9}"/>
          </ac:spMkLst>
        </pc:spChg>
        <pc:spChg chg="mod">
          <ac:chgData name="Tobin, Eliza Nicole (ent4pn)" userId="S::ent4pn@virginia.edu::c6f0735e-188b-4a35-9a6a-2de662ec8b5c" providerId="AD" clId="Web-{A445E90F-92E3-1985-56F8-094B2E3B7E86}" dt="2019-06-25T20:14:25.550" v="529" actId="20577"/>
          <ac:spMkLst>
            <pc:docMk/>
            <pc:sldMk cId="177094961" sldId="266"/>
            <ac:spMk id="15" creationId="{A28FB2A3-C6A0-4834-AB8E-76C8863A7ED7}"/>
          </ac:spMkLst>
        </pc:spChg>
      </pc:sldChg>
      <pc:sldChg chg="delSp modSp ord">
        <pc:chgData name="Tobin, Eliza Nicole (ent4pn)" userId="S::ent4pn@virginia.edu::c6f0735e-188b-4a35-9a6a-2de662ec8b5c" providerId="AD" clId="Web-{A445E90F-92E3-1985-56F8-094B2E3B7E86}" dt="2019-06-25T20:43:15.370" v="893" actId="20577"/>
        <pc:sldMkLst>
          <pc:docMk/>
          <pc:sldMk cId="226152588" sldId="268"/>
        </pc:sldMkLst>
        <pc:spChg chg="mod">
          <ac:chgData name="Tobin, Eliza Nicole (ent4pn)" userId="S::ent4pn@virginia.edu::c6f0735e-188b-4a35-9a6a-2de662ec8b5c" providerId="AD" clId="Web-{A445E90F-92E3-1985-56F8-094B2E3B7E86}" dt="2019-06-25T20:07:21.532" v="429" actId="20577"/>
          <ac:spMkLst>
            <pc:docMk/>
            <pc:sldMk cId="226152588" sldId="268"/>
            <ac:spMk id="2" creationId="{E487F472-BFA0-472D-B048-82D47CB65822}"/>
          </ac:spMkLst>
        </pc:spChg>
        <pc:spChg chg="mod">
          <ac:chgData name="Tobin, Eliza Nicole (ent4pn)" userId="S::ent4pn@virginia.edu::c6f0735e-188b-4a35-9a6a-2de662ec8b5c" providerId="AD" clId="Web-{A445E90F-92E3-1985-56F8-094B2E3B7E86}" dt="2019-06-25T20:43:15.370" v="893" actId="20577"/>
          <ac:spMkLst>
            <pc:docMk/>
            <pc:sldMk cId="226152588" sldId="268"/>
            <ac:spMk id="3" creationId="{5FFBABB9-3B77-4608-A9F3-5542AE2C89ED}"/>
          </ac:spMkLst>
        </pc:spChg>
        <pc:spChg chg="del">
          <ac:chgData name="Tobin, Eliza Nicole (ent4pn)" userId="S::ent4pn@virginia.edu::c6f0735e-188b-4a35-9a6a-2de662ec8b5c" providerId="AD" clId="Web-{A445E90F-92E3-1985-56F8-094B2E3B7E86}" dt="2019-06-25T20:07:13.188" v="423"/>
          <ac:spMkLst>
            <pc:docMk/>
            <pc:sldMk cId="226152588" sldId="268"/>
            <ac:spMk id="4" creationId="{11E95823-72AE-4DD6-AEBB-ECD467A72E78}"/>
          </ac:spMkLst>
        </pc:spChg>
      </pc:sldChg>
      <pc:sldChg chg="modSp">
        <pc:chgData name="Tobin, Eliza Nicole (ent4pn)" userId="S::ent4pn@virginia.edu::c6f0735e-188b-4a35-9a6a-2de662ec8b5c" providerId="AD" clId="Web-{A445E90F-92E3-1985-56F8-094B2E3B7E86}" dt="2019-06-25T20:19:14.999" v="563" actId="20577"/>
        <pc:sldMkLst>
          <pc:docMk/>
          <pc:sldMk cId="3149581928" sldId="269"/>
        </pc:sldMkLst>
        <pc:spChg chg="mod">
          <ac:chgData name="Tobin, Eliza Nicole (ent4pn)" userId="S::ent4pn@virginia.edu::c6f0735e-188b-4a35-9a6a-2de662ec8b5c" providerId="AD" clId="Web-{A445E90F-92E3-1985-56F8-094B2E3B7E86}" dt="2019-06-25T20:19:14.999" v="563" actId="20577"/>
          <ac:spMkLst>
            <pc:docMk/>
            <pc:sldMk cId="3149581928" sldId="269"/>
            <ac:spMk id="2" creationId="{F3CA0405-BE44-49C0-87E6-1A6DF1FBC43E}"/>
          </ac:spMkLst>
        </pc:spChg>
      </pc:sldChg>
    </pc:docChg>
  </pc:docChgLst>
  <pc:docChgLst>
    <pc:chgData name="Tobin, Eliza Nicole (ent4pn)" userId="S::ent4pn@virginia.edu::c6f0735e-188b-4a35-9a6a-2de662ec8b5c" providerId="AD" clId="Web-{D05B24B0-7D6C-74EB-DB9D-8E9CCD5635CB}"/>
    <pc:docChg chg="addSld delSld modSld sldOrd">
      <pc:chgData name="Tobin, Eliza Nicole (ent4pn)" userId="S::ent4pn@virginia.edu::c6f0735e-188b-4a35-9a6a-2de662ec8b5c" providerId="AD" clId="Web-{D05B24B0-7D6C-74EB-DB9D-8E9CCD5635CB}" dt="2019-06-27T21:10:58.296" v="3282" actId="20577"/>
      <pc:docMkLst>
        <pc:docMk/>
      </pc:docMkLst>
      <pc:sldChg chg="modSp modNotes">
        <pc:chgData name="Tobin, Eliza Nicole (ent4pn)" userId="S::ent4pn@virginia.edu::c6f0735e-188b-4a35-9a6a-2de662ec8b5c" providerId="AD" clId="Web-{D05B24B0-7D6C-74EB-DB9D-8E9CCD5635CB}" dt="2019-06-27T21:04:01.379" v="3241" actId="20577"/>
        <pc:sldMkLst>
          <pc:docMk/>
          <pc:sldMk cId="2747914867" sldId="262"/>
        </pc:sldMkLst>
        <pc:spChg chg="mod">
          <ac:chgData name="Tobin, Eliza Nicole (ent4pn)" userId="S::ent4pn@virginia.edu::c6f0735e-188b-4a35-9a6a-2de662ec8b5c" providerId="AD" clId="Web-{D05B24B0-7D6C-74EB-DB9D-8E9CCD5635CB}" dt="2019-06-27T21:04:01.379" v="3241" actId="20577"/>
          <ac:spMkLst>
            <pc:docMk/>
            <pc:sldMk cId="2747914867" sldId="262"/>
            <ac:spMk id="3" creationId="{00000000-0000-0000-0000-000000000000}"/>
          </ac:spMkLst>
        </pc:spChg>
        <pc:spChg chg="mod">
          <ac:chgData name="Tobin, Eliza Nicole (ent4pn)" userId="S::ent4pn@virginia.edu::c6f0735e-188b-4a35-9a6a-2de662ec8b5c" providerId="AD" clId="Web-{D05B24B0-7D6C-74EB-DB9D-8E9CCD5635CB}" dt="2019-06-27T17:42:02.629" v="2528" actId="1076"/>
          <ac:spMkLst>
            <pc:docMk/>
            <pc:sldMk cId="2747914867" sldId="262"/>
            <ac:spMk id="9" creationId="{96154FF7-96DB-4B7F-A9CB-81266A83FFAF}"/>
          </ac:spMkLst>
        </pc:spChg>
        <pc:picChg chg="mod">
          <ac:chgData name="Tobin, Eliza Nicole (ent4pn)" userId="S::ent4pn@virginia.edu::c6f0735e-188b-4a35-9a6a-2de662ec8b5c" providerId="AD" clId="Web-{D05B24B0-7D6C-74EB-DB9D-8E9CCD5635CB}" dt="2019-06-27T17:42:02.582" v="2527" actId="1076"/>
          <ac:picMkLst>
            <pc:docMk/>
            <pc:sldMk cId="2747914867" sldId="262"/>
            <ac:picMk id="5" creationId="{2EEA4817-07B1-485F-B556-CD0AA527BA8B}"/>
          </ac:picMkLst>
        </pc:picChg>
      </pc:sldChg>
      <pc:sldChg chg="addSp delSp modSp modNotes">
        <pc:chgData name="Tobin, Eliza Nicole (ent4pn)" userId="S::ent4pn@virginia.edu::c6f0735e-188b-4a35-9a6a-2de662ec8b5c" providerId="AD" clId="Web-{D05B24B0-7D6C-74EB-DB9D-8E9CCD5635CB}" dt="2019-06-27T20:52:33.862" v="3220"/>
        <pc:sldMkLst>
          <pc:docMk/>
          <pc:sldMk cId="41266239" sldId="263"/>
        </pc:sldMkLst>
        <pc:spChg chg="mod">
          <ac:chgData name="Tobin, Eliza Nicole (ent4pn)" userId="S::ent4pn@virginia.edu::c6f0735e-188b-4a35-9a6a-2de662ec8b5c" providerId="AD" clId="Web-{D05B24B0-7D6C-74EB-DB9D-8E9CCD5635CB}" dt="2019-06-27T15:39:42.878" v="683" actId="1076"/>
          <ac:spMkLst>
            <pc:docMk/>
            <pc:sldMk cId="41266239" sldId="263"/>
            <ac:spMk id="2" creationId="{4E783343-C48C-446A-B9C8-22E564DB2682}"/>
          </ac:spMkLst>
        </pc:spChg>
        <pc:spChg chg="mod">
          <ac:chgData name="Tobin, Eliza Nicole (ent4pn)" userId="S::ent4pn@virginia.edu::c6f0735e-188b-4a35-9a6a-2de662ec8b5c" providerId="AD" clId="Web-{D05B24B0-7D6C-74EB-DB9D-8E9CCD5635CB}" dt="2019-06-27T18:11:21.174" v="3192" actId="20577"/>
          <ac:spMkLst>
            <pc:docMk/>
            <pc:sldMk cId="41266239" sldId="263"/>
            <ac:spMk id="3" creationId="{711CDCB2-1885-4740-A137-BB16FB98B5A5}"/>
          </ac:spMkLst>
        </pc:spChg>
        <pc:spChg chg="add del mod">
          <ac:chgData name="Tobin, Eliza Nicole (ent4pn)" userId="S::ent4pn@virginia.edu::c6f0735e-188b-4a35-9a6a-2de662ec8b5c" providerId="AD" clId="Web-{D05B24B0-7D6C-74EB-DB9D-8E9CCD5635CB}" dt="2019-06-27T17:51:30.336" v="2657"/>
          <ac:spMkLst>
            <pc:docMk/>
            <pc:sldMk cId="41266239" sldId="263"/>
            <ac:spMk id="6" creationId="{A3A9AED5-F4ED-407A-9396-09CB7F2749F5}"/>
          </ac:spMkLst>
        </pc:spChg>
        <pc:spChg chg="add mod">
          <ac:chgData name="Tobin, Eliza Nicole (ent4pn)" userId="S::ent4pn@virginia.edu::c6f0735e-188b-4a35-9a6a-2de662ec8b5c" providerId="AD" clId="Web-{D05B24B0-7D6C-74EB-DB9D-8E9CCD5635CB}" dt="2019-06-27T20:46:13.071" v="3215" actId="1076"/>
          <ac:spMkLst>
            <pc:docMk/>
            <pc:sldMk cId="41266239" sldId="263"/>
            <ac:spMk id="9" creationId="{425E695E-54D2-4F8A-BDE5-F53A8BDBED72}"/>
          </ac:spMkLst>
        </pc:spChg>
        <pc:spChg chg="add mod">
          <ac:chgData name="Tobin, Eliza Nicole (ent4pn)" userId="S::ent4pn@virginia.edu::c6f0735e-188b-4a35-9a6a-2de662ec8b5c" providerId="AD" clId="Web-{D05B24B0-7D6C-74EB-DB9D-8E9CCD5635CB}" dt="2019-06-27T20:46:21.509" v="3217" actId="1076"/>
          <ac:spMkLst>
            <pc:docMk/>
            <pc:sldMk cId="41266239" sldId="263"/>
            <ac:spMk id="12" creationId="{8DE75908-FB1F-4AC2-9F97-FB04F46EB8FD}"/>
          </ac:spMkLst>
        </pc:spChg>
        <pc:spChg chg="add mod">
          <ac:chgData name="Tobin, Eliza Nicole (ent4pn)" userId="S::ent4pn@virginia.edu::c6f0735e-188b-4a35-9a6a-2de662ec8b5c" providerId="AD" clId="Web-{D05B24B0-7D6C-74EB-DB9D-8E9CCD5635CB}" dt="2019-06-27T20:45:59.237" v="3212" actId="1076"/>
          <ac:spMkLst>
            <pc:docMk/>
            <pc:sldMk cId="41266239" sldId="263"/>
            <ac:spMk id="15" creationId="{EA0F7E04-0C1F-4B30-B6A7-72C15190D0DE}"/>
          </ac:spMkLst>
        </pc:spChg>
        <pc:picChg chg="add mod">
          <ac:chgData name="Tobin, Eliza Nicole (ent4pn)" userId="S::ent4pn@virginia.edu::c6f0735e-188b-4a35-9a6a-2de662ec8b5c" providerId="AD" clId="Web-{D05B24B0-7D6C-74EB-DB9D-8E9CCD5635CB}" dt="2019-06-27T20:46:17.931" v="3216" actId="1076"/>
          <ac:picMkLst>
            <pc:docMk/>
            <pc:sldMk cId="41266239" sldId="263"/>
            <ac:picMk id="7" creationId="{B11340B7-8855-456C-AE03-D2A32989D716}"/>
          </ac:picMkLst>
        </pc:picChg>
        <pc:picChg chg="add mod">
          <ac:chgData name="Tobin, Eliza Nicole (ent4pn)" userId="S::ent4pn@virginia.edu::c6f0735e-188b-4a35-9a6a-2de662ec8b5c" providerId="AD" clId="Web-{D05B24B0-7D6C-74EB-DB9D-8E9CCD5635CB}" dt="2019-06-27T18:11:40.582" v="3198" actId="14100"/>
          <ac:picMkLst>
            <pc:docMk/>
            <pc:sldMk cId="41266239" sldId="263"/>
            <ac:picMk id="10" creationId="{90363F8D-B6CF-4B4E-96C6-D36EC686787E}"/>
          </ac:picMkLst>
        </pc:picChg>
        <pc:picChg chg="del">
          <ac:chgData name="Tobin, Eliza Nicole (ent4pn)" userId="S::ent4pn@virginia.edu::c6f0735e-188b-4a35-9a6a-2de662ec8b5c" providerId="AD" clId="Web-{D05B24B0-7D6C-74EB-DB9D-8E9CCD5635CB}" dt="2019-06-27T15:30:05.123" v="468"/>
          <ac:picMkLst>
            <pc:docMk/>
            <pc:sldMk cId="41266239" sldId="263"/>
            <ac:picMk id="11" creationId="{0DB8EA29-81A7-448E-AD8B-C2E5D650B7C9}"/>
          </ac:picMkLst>
        </pc:picChg>
        <pc:picChg chg="add mod">
          <ac:chgData name="Tobin, Eliza Nicole (ent4pn)" userId="S::ent4pn@virginia.edu::c6f0735e-188b-4a35-9a6a-2de662ec8b5c" providerId="AD" clId="Web-{D05B24B0-7D6C-74EB-DB9D-8E9CCD5635CB}" dt="2019-06-27T20:46:01.383" v="3213" actId="1076"/>
          <ac:picMkLst>
            <pc:docMk/>
            <pc:sldMk cId="41266239" sldId="263"/>
            <ac:picMk id="13" creationId="{8208B3D9-E6F5-4C8D-A9B6-F9977D773E41}"/>
          </ac:picMkLst>
        </pc:picChg>
        <pc:cxnChg chg="add del mod">
          <ac:chgData name="Tobin, Eliza Nicole (ent4pn)" userId="S::ent4pn@virginia.edu::c6f0735e-188b-4a35-9a6a-2de662ec8b5c" providerId="AD" clId="Web-{D05B24B0-7D6C-74EB-DB9D-8E9CCD5635CB}" dt="2019-06-27T17:51:32.445" v="2658"/>
          <ac:cxnSpMkLst>
            <pc:docMk/>
            <pc:sldMk cId="41266239" sldId="263"/>
            <ac:cxnSpMk id="5" creationId="{D5665D3E-7890-4C0A-8B81-9645A269AFF0}"/>
          </ac:cxnSpMkLst>
        </pc:cxnChg>
      </pc:sldChg>
      <pc:sldChg chg="modNotes">
        <pc:chgData name="Tobin, Eliza Nicole (ent4pn)" userId="S::ent4pn@virginia.edu::c6f0735e-188b-4a35-9a6a-2de662ec8b5c" providerId="AD" clId="Web-{D05B24B0-7D6C-74EB-DB9D-8E9CCD5635CB}" dt="2019-06-27T16:57:09.208" v="2154"/>
        <pc:sldMkLst>
          <pc:docMk/>
          <pc:sldMk cId="3025142439" sldId="264"/>
        </pc:sldMkLst>
      </pc:sldChg>
      <pc:sldChg chg="modSp">
        <pc:chgData name="Tobin, Eliza Nicole (ent4pn)" userId="S::ent4pn@virginia.edu::c6f0735e-188b-4a35-9a6a-2de662ec8b5c" providerId="AD" clId="Web-{D05B24B0-7D6C-74EB-DB9D-8E9CCD5635CB}" dt="2019-06-27T15:15:30.880" v="51" actId="20577"/>
        <pc:sldMkLst>
          <pc:docMk/>
          <pc:sldMk cId="1463822966" sldId="265"/>
        </pc:sldMkLst>
        <pc:spChg chg="mod">
          <ac:chgData name="Tobin, Eliza Nicole (ent4pn)" userId="S::ent4pn@virginia.edu::c6f0735e-188b-4a35-9a6a-2de662ec8b5c" providerId="AD" clId="Web-{D05B24B0-7D6C-74EB-DB9D-8E9CCD5635CB}" dt="2019-06-27T15:15:30.880" v="51" actId="20577"/>
          <ac:spMkLst>
            <pc:docMk/>
            <pc:sldMk cId="1463822966" sldId="265"/>
            <ac:spMk id="3" creationId="{B079B935-5B8F-47EF-8992-884A2A303AA6}"/>
          </ac:spMkLst>
        </pc:spChg>
        <pc:picChg chg="mod">
          <ac:chgData name="Tobin, Eliza Nicole (ent4pn)" userId="S::ent4pn@virginia.edu::c6f0735e-188b-4a35-9a6a-2de662ec8b5c" providerId="AD" clId="Web-{D05B24B0-7D6C-74EB-DB9D-8E9CCD5635CB}" dt="2019-06-27T15:15:26.787" v="48" actId="14100"/>
          <ac:picMkLst>
            <pc:docMk/>
            <pc:sldMk cId="1463822966" sldId="265"/>
            <ac:picMk id="6" creationId="{9F4D30DA-06DA-4B9E-8D82-4589F9CBE567}"/>
          </ac:picMkLst>
        </pc:picChg>
      </pc:sldChg>
      <pc:sldChg chg="modNotes">
        <pc:chgData name="Tobin, Eliza Nicole (ent4pn)" userId="S::ent4pn@virginia.edu::c6f0735e-188b-4a35-9a6a-2de662ec8b5c" providerId="AD" clId="Web-{D05B24B0-7D6C-74EB-DB9D-8E9CCD5635CB}" dt="2019-06-27T17:09:55.797" v="2364"/>
        <pc:sldMkLst>
          <pc:docMk/>
          <pc:sldMk cId="177094961" sldId="266"/>
        </pc:sldMkLst>
      </pc:sldChg>
      <pc:sldChg chg="del">
        <pc:chgData name="Tobin, Eliza Nicole (ent4pn)" userId="S::ent4pn@virginia.edu::c6f0735e-188b-4a35-9a6a-2de662ec8b5c" providerId="AD" clId="Web-{D05B24B0-7D6C-74EB-DB9D-8E9CCD5635CB}" dt="2019-06-27T15:14:49.646" v="45"/>
        <pc:sldMkLst>
          <pc:docMk/>
          <pc:sldMk cId="226152588" sldId="268"/>
        </pc:sldMkLst>
      </pc:sldChg>
      <pc:sldChg chg="addSp delSp modSp new ord modNotes">
        <pc:chgData name="Tobin, Eliza Nicole (ent4pn)" userId="S::ent4pn@virginia.edu::c6f0735e-188b-4a35-9a6a-2de662ec8b5c" providerId="AD" clId="Web-{D05B24B0-7D6C-74EB-DB9D-8E9CCD5635CB}" dt="2019-06-27T20:50:16.515" v="3219" actId="1076"/>
        <pc:sldMkLst>
          <pc:docMk/>
          <pc:sldMk cId="2854963562" sldId="271"/>
        </pc:sldMkLst>
        <pc:spChg chg="mod">
          <ac:chgData name="Tobin, Eliza Nicole (ent4pn)" userId="S::ent4pn@virginia.edu::c6f0735e-188b-4a35-9a6a-2de662ec8b5c" providerId="AD" clId="Web-{D05B24B0-7D6C-74EB-DB9D-8E9CCD5635CB}" dt="2019-06-27T17:06:55.087" v="2335" actId="20577"/>
          <ac:spMkLst>
            <pc:docMk/>
            <pc:sldMk cId="2854963562" sldId="271"/>
            <ac:spMk id="2" creationId="{D5BD0CAA-4B05-4DB4-9947-5359F5393D3B}"/>
          </ac:spMkLst>
        </pc:spChg>
        <pc:spChg chg="del mod">
          <ac:chgData name="Tobin, Eliza Nicole (ent4pn)" userId="S::ent4pn@virginia.edu::c6f0735e-188b-4a35-9a6a-2de662ec8b5c" providerId="AD" clId="Web-{D05B24B0-7D6C-74EB-DB9D-8E9CCD5635CB}" dt="2019-06-27T15:16:36.428" v="67"/>
          <ac:spMkLst>
            <pc:docMk/>
            <pc:sldMk cId="2854963562" sldId="271"/>
            <ac:spMk id="3" creationId="{F45DED51-BE35-4FF7-89D5-C3EF7B2C986D}"/>
          </ac:spMkLst>
        </pc:spChg>
        <pc:spChg chg="add del mod">
          <ac:chgData name="Tobin, Eliza Nicole (ent4pn)" userId="S::ent4pn@virginia.edu::c6f0735e-188b-4a35-9a6a-2de662ec8b5c" providerId="AD" clId="Web-{D05B24B0-7D6C-74EB-DB9D-8E9CCD5635CB}" dt="2019-06-27T15:16:42.490" v="68"/>
          <ac:spMkLst>
            <pc:docMk/>
            <pc:sldMk cId="2854963562" sldId="271"/>
            <ac:spMk id="6" creationId="{DFC69D44-20A5-421C-BC36-D9395802D700}"/>
          </ac:spMkLst>
        </pc:spChg>
        <pc:spChg chg="add mod">
          <ac:chgData name="Tobin, Eliza Nicole (ent4pn)" userId="S::ent4pn@virginia.edu::c6f0735e-188b-4a35-9a6a-2de662ec8b5c" providerId="AD" clId="Web-{D05B24B0-7D6C-74EB-DB9D-8E9CCD5635CB}" dt="2019-06-27T16:53:51.591" v="2143" actId="20577"/>
          <ac:spMkLst>
            <pc:docMk/>
            <pc:sldMk cId="2854963562" sldId="271"/>
            <ac:spMk id="8" creationId="{30CA7313-CC32-47A5-BE36-4BA55FDD5667}"/>
          </ac:spMkLst>
        </pc:spChg>
        <pc:picChg chg="mod">
          <ac:chgData name="Tobin, Eliza Nicole (ent4pn)" userId="S::ent4pn@virginia.edu::c6f0735e-188b-4a35-9a6a-2de662ec8b5c" providerId="AD" clId="Web-{D05B24B0-7D6C-74EB-DB9D-8E9CCD5635CB}" dt="2019-06-27T20:50:16.515" v="3219" actId="1076"/>
          <ac:picMkLst>
            <pc:docMk/>
            <pc:sldMk cId="2854963562" sldId="271"/>
            <ac:picMk id="3" creationId="{3F9189CD-CC39-4887-91EF-DF0FC31F032D}"/>
          </ac:picMkLst>
        </pc:picChg>
        <pc:picChg chg="add del mod">
          <ac:chgData name="Tobin, Eliza Nicole (ent4pn)" userId="S::ent4pn@virginia.edu::c6f0735e-188b-4a35-9a6a-2de662ec8b5c" providerId="AD" clId="Web-{D05B24B0-7D6C-74EB-DB9D-8E9CCD5635CB}" dt="2019-06-27T15:42:42.333" v="738"/>
          <ac:picMkLst>
            <pc:docMk/>
            <pc:sldMk cId="2854963562" sldId="271"/>
            <ac:picMk id="9" creationId="{772F996B-0203-4CA9-8942-D48387F1F86E}"/>
          </ac:picMkLst>
        </pc:picChg>
        <pc:picChg chg="add mod">
          <ac:chgData name="Tobin, Eliza Nicole (ent4pn)" userId="S::ent4pn@virginia.edu::c6f0735e-188b-4a35-9a6a-2de662ec8b5c" providerId="AD" clId="Web-{D05B24B0-7D6C-74EB-DB9D-8E9CCD5635CB}" dt="2019-06-27T16:53:55.076" v="2144" actId="1076"/>
          <ac:picMkLst>
            <pc:docMk/>
            <pc:sldMk cId="2854963562" sldId="271"/>
            <ac:picMk id="12" creationId="{2ECCB94E-A4A5-45C5-B789-D5E8461FA163}"/>
          </ac:picMkLst>
        </pc:picChg>
      </pc:sldChg>
      <pc:sldChg chg="ord">
        <pc:chgData name="Tobin, Eliza Nicole (ent4pn)" userId="S::ent4pn@virginia.edu::c6f0735e-188b-4a35-9a6a-2de662ec8b5c" providerId="AD" clId="Web-{D05B24B0-7D6C-74EB-DB9D-8E9CCD5635CB}" dt="2019-06-27T17:14:19.056" v="2366"/>
        <pc:sldMkLst>
          <pc:docMk/>
          <pc:sldMk cId="966946240" sldId="272"/>
        </pc:sldMkLst>
      </pc:sldChg>
      <pc:sldChg chg="modSp new modNotes">
        <pc:chgData name="Tobin, Eliza Nicole (ent4pn)" userId="S::ent4pn@virginia.edu::c6f0735e-188b-4a35-9a6a-2de662ec8b5c" providerId="AD" clId="Web-{D05B24B0-7D6C-74EB-DB9D-8E9CCD5635CB}" dt="2019-06-27T21:04:09.301" v="3250" actId="20577"/>
        <pc:sldMkLst>
          <pc:docMk/>
          <pc:sldMk cId="1498106611" sldId="273"/>
        </pc:sldMkLst>
        <pc:spChg chg="mod">
          <ac:chgData name="Tobin, Eliza Nicole (ent4pn)" userId="S::ent4pn@virginia.edu::c6f0735e-188b-4a35-9a6a-2de662ec8b5c" providerId="AD" clId="Web-{D05B24B0-7D6C-74EB-DB9D-8E9CCD5635CB}" dt="2019-06-27T17:42:01.801" v="2515" actId="20577"/>
          <ac:spMkLst>
            <pc:docMk/>
            <pc:sldMk cId="1498106611" sldId="273"/>
            <ac:spMk id="2" creationId="{6C140EE6-901D-4159-98C1-872584FA69A1}"/>
          </ac:spMkLst>
        </pc:spChg>
        <pc:spChg chg="mod">
          <ac:chgData name="Tobin, Eliza Nicole (ent4pn)" userId="S::ent4pn@virginia.edu::c6f0735e-188b-4a35-9a6a-2de662ec8b5c" providerId="AD" clId="Web-{D05B24B0-7D6C-74EB-DB9D-8E9CCD5635CB}" dt="2019-06-27T21:04:09.301" v="3250" actId="20577"/>
          <ac:spMkLst>
            <pc:docMk/>
            <pc:sldMk cId="1498106611" sldId="273"/>
            <ac:spMk id="3" creationId="{5CB815F9-32AE-4AAC-AF41-8D4E16739340}"/>
          </ac:spMkLst>
        </pc:spChg>
      </pc:sldChg>
      <pc:sldChg chg="modSp new modNotes">
        <pc:chgData name="Tobin, Eliza Nicole (ent4pn)" userId="S::ent4pn@virginia.edu::c6f0735e-188b-4a35-9a6a-2de662ec8b5c" providerId="AD" clId="Web-{D05B24B0-7D6C-74EB-DB9D-8E9CCD5635CB}" dt="2019-06-27T21:10:58.296" v="3282" actId="20577"/>
        <pc:sldMkLst>
          <pc:docMk/>
          <pc:sldMk cId="95448204" sldId="277"/>
        </pc:sldMkLst>
        <pc:spChg chg="mod">
          <ac:chgData name="Tobin, Eliza Nicole (ent4pn)" userId="S::ent4pn@virginia.edu::c6f0735e-188b-4a35-9a6a-2de662ec8b5c" providerId="AD" clId="Web-{D05B24B0-7D6C-74EB-DB9D-8E9CCD5635CB}" dt="2019-06-27T17:58:23.632" v="2974" actId="20577"/>
          <ac:spMkLst>
            <pc:docMk/>
            <pc:sldMk cId="95448204" sldId="277"/>
            <ac:spMk id="2" creationId="{9BC63E8A-134D-4950-B4F9-009A33CDB33E}"/>
          </ac:spMkLst>
        </pc:spChg>
        <pc:spChg chg="mod">
          <ac:chgData name="Tobin, Eliza Nicole (ent4pn)" userId="S::ent4pn@virginia.edu::c6f0735e-188b-4a35-9a6a-2de662ec8b5c" providerId="AD" clId="Web-{D05B24B0-7D6C-74EB-DB9D-8E9CCD5635CB}" dt="2019-06-27T21:10:58.296" v="3282" actId="20577"/>
          <ac:spMkLst>
            <pc:docMk/>
            <pc:sldMk cId="95448204" sldId="277"/>
            <ac:spMk id="3" creationId="{453DFE40-D147-4348-9970-09B4AEE857B3}"/>
          </ac:spMkLst>
        </pc:spChg>
      </pc:sldChg>
    </pc:docChg>
  </pc:docChgLst>
  <pc:docChgLst>
    <pc:chgData name="Cong, Cong (cc2cm)" userId="S::cc2cm@virginia.edu::f07c910d-2f81-4213-8697-fa8eb7446fa4" providerId="AD" clId="Web-{8C5DDB56-FF20-1AE9-80F8-FB2C4838BCED}"/>
    <pc:docChg chg="modSld">
      <pc:chgData name="Cong, Cong (cc2cm)" userId="S::cc2cm@virginia.edu::f07c910d-2f81-4213-8697-fa8eb7446fa4" providerId="AD" clId="Web-{8C5DDB56-FF20-1AE9-80F8-FB2C4838BCED}" dt="2019-06-25T20:14:11.018" v="1" actId="20577"/>
      <pc:docMkLst>
        <pc:docMk/>
      </pc:docMkLst>
      <pc:sldChg chg="modSp">
        <pc:chgData name="Cong, Cong (cc2cm)" userId="S::cc2cm@virginia.edu::f07c910d-2f81-4213-8697-fa8eb7446fa4" providerId="AD" clId="Web-{8C5DDB56-FF20-1AE9-80F8-FB2C4838BCED}" dt="2019-06-25T20:14:11.018" v="1" actId="20577"/>
        <pc:sldMkLst>
          <pc:docMk/>
          <pc:sldMk cId="3149581928" sldId="269"/>
        </pc:sldMkLst>
        <pc:spChg chg="mod">
          <ac:chgData name="Cong, Cong (cc2cm)" userId="S::cc2cm@virginia.edu::f07c910d-2f81-4213-8697-fa8eb7446fa4" providerId="AD" clId="Web-{8C5DDB56-FF20-1AE9-80F8-FB2C4838BCED}" dt="2019-06-25T20:14:11.018" v="1" actId="20577"/>
          <ac:spMkLst>
            <pc:docMk/>
            <pc:sldMk cId="3149581928" sldId="269"/>
            <ac:spMk id="3" creationId="{49CC41E8-729D-4674-A31F-FB2A897270D6}"/>
          </ac:spMkLst>
        </pc:spChg>
      </pc:sldChg>
    </pc:docChg>
  </pc:docChgLst>
  <pc:docChgLst>
    <pc:chgData name="Kattampallil, Neil Alexander (nak3t)" userId="S::nak3t@virginia.edu::01c23410-8e1b-4762-aec1-566d946128f5" providerId="AD" clId="Web-{4E925813-7A30-08B3-ED75-4FFD46A08C11}"/>
    <pc:docChg chg="modSld">
      <pc:chgData name="Kattampallil, Neil Alexander (nak3t)" userId="S::nak3t@virginia.edu::01c23410-8e1b-4762-aec1-566d946128f5" providerId="AD" clId="Web-{4E925813-7A30-08B3-ED75-4FFD46A08C11}" dt="2019-06-27T21:38:39.567" v="55" actId="20577"/>
      <pc:docMkLst>
        <pc:docMk/>
      </pc:docMkLst>
      <pc:sldChg chg="addSp delSp modSp">
        <pc:chgData name="Kattampallil, Neil Alexander (nak3t)" userId="S::nak3t@virginia.edu::01c23410-8e1b-4762-aec1-566d946128f5" providerId="AD" clId="Web-{4E925813-7A30-08B3-ED75-4FFD46A08C11}" dt="2019-06-27T21:35:24.190" v="22" actId="1076"/>
        <pc:sldMkLst>
          <pc:docMk/>
          <pc:sldMk cId="2747914867" sldId="262"/>
        </pc:sldMkLst>
        <pc:spChg chg="del">
          <ac:chgData name="Kattampallil, Neil Alexander (nak3t)" userId="S::nak3t@virginia.edu::01c23410-8e1b-4762-aec1-566d946128f5" providerId="AD" clId="Web-{4E925813-7A30-08B3-ED75-4FFD46A08C11}" dt="2019-06-27T21:35:11.955" v="17"/>
          <ac:spMkLst>
            <pc:docMk/>
            <pc:sldMk cId="2747914867" sldId="262"/>
            <ac:spMk id="9" creationId="{96154FF7-96DB-4B7F-A9CB-81266A83FFAF}"/>
          </ac:spMkLst>
        </pc:spChg>
        <pc:picChg chg="del">
          <ac:chgData name="Kattampallil, Neil Alexander (nak3t)" userId="S::nak3t@virginia.edu::01c23410-8e1b-4762-aec1-566d946128f5" providerId="AD" clId="Web-{4E925813-7A30-08B3-ED75-4FFD46A08C11}" dt="2019-06-27T21:35:07.314" v="15"/>
          <ac:picMkLst>
            <pc:docMk/>
            <pc:sldMk cId="2747914867" sldId="262"/>
            <ac:picMk id="5" creationId="{2EEA4817-07B1-485F-B556-CD0AA527BA8B}"/>
          </ac:picMkLst>
        </pc:picChg>
        <pc:picChg chg="del mod">
          <ac:chgData name="Kattampallil, Neil Alexander (nak3t)" userId="S::nak3t@virginia.edu::01c23410-8e1b-4762-aec1-566d946128f5" providerId="AD" clId="Web-{4E925813-7A30-08B3-ED75-4FFD46A08C11}" dt="2019-06-27T21:35:22.611" v="21"/>
          <ac:picMkLst>
            <pc:docMk/>
            <pc:sldMk cId="2747914867" sldId="262"/>
            <ac:picMk id="5" creationId="{63BD3207-3B28-480C-8380-B374BBCC931E}"/>
          </ac:picMkLst>
        </pc:picChg>
        <pc:picChg chg="add mod">
          <ac:chgData name="Kattampallil, Neil Alexander (nak3t)" userId="S::nak3t@virginia.edu::01c23410-8e1b-4762-aec1-566d946128f5" providerId="AD" clId="Web-{4E925813-7A30-08B3-ED75-4FFD46A08C11}" dt="2019-06-27T21:35:08.408" v="16"/>
          <ac:picMkLst>
            <pc:docMk/>
            <pc:sldMk cId="2747914867" sldId="262"/>
            <ac:picMk id="6" creationId="{63BD3207-3B28-480C-8380-B374BBCC931E}"/>
          </ac:picMkLst>
        </pc:picChg>
        <pc:picChg chg="mod">
          <ac:chgData name="Kattampallil, Neil Alexander (nak3t)" userId="S::nak3t@virginia.edu::01c23410-8e1b-4762-aec1-566d946128f5" providerId="AD" clId="Web-{4E925813-7A30-08B3-ED75-4FFD46A08C11}" dt="2019-06-27T21:35:24.190" v="22" actId="1076"/>
          <ac:picMkLst>
            <pc:docMk/>
            <pc:sldMk cId="2747914867" sldId="262"/>
            <ac:picMk id="6" creationId="{CFDC048B-06D2-4E46-A560-CC13AC92A8DA}"/>
          </ac:picMkLst>
        </pc:picChg>
      </pc:sldChg>
      <pc:sldChg chg="delSp">
        <pc:chgData name="Kattampallil, Neil Alexander (nak3t)" userId="S::nak3t@virginia.edu::01c23410-8e1b-4762-aec1-566d946128f5" providerId="AD" clId="Web-{4E925813-7A30-08B3-ED75-4FFD46A08C11}" dt="2019-06-27T21:35:55.362" v="27"/>
        <pc:sldMkLst>
          <pc:docMk/>
          <pc:sldMk cId="41266239" sldId="263"/>
        </pc:sldMkLst>
        <pc:spChg chg="del">
          <ac:chgData name="Kattampallil, Neil Alexander (nak3t)" userId="S::nak3t@virginia.edu::01c23410-8e1b-4762-aec1-566d946128f5" providerId="AD" clId="Web-{4E925813-7A30-08B3-ED75-4FFD46A08C11}" dt="2019-06-27T21:35:55.362" v="27"/>
          <ac:spMkLst>
            <pc:docMk/>
            <pc:sldMk cId="41266239" sldId="263"/>
            <ac:spMk id="12" creationId="{8DE75908-FB1F-4AC2-9F97-FB04F46EB8FD}"/>
          </ac:spMkLst>
        </pc:spChg>
        <pc:spChg chg="del">
          <ac:chgData name="Kattampallil, Neil Alexander (nak3t)" userId="S::nak3t@virginia.edu::01c23410-8e1b-4762-aec1-566d946128f5" providerId="AD" clId="Web-{4E925813-7A30-08B3-ED75-4FFD46A08C11}" dt="2019-06-27T21:35:50.330" v="26"/>
          <ac:spMkLst>
            <pc:docMk/>
            <pc:sldMk cId="41266239" sldId="263"/>
            <ac:spMk id="15" creationId="{EA0F7E04-0C1F-4B30-B6A7-72C15190D0DE}"/>
          </ac:spMkLst>
        </pc:spChg>
      </pc:sldChg>
      <pc:sldChg chg="modSp">
        <pc:chgData name="Kattampallil, Neil Alexander (nak3t)" userId="S::nak3t@virginia.edu::01c23410-8e1b-4762-aec1-566d946128f5" providerId="AD" clId="Web-{4E925813-7A30-08B3-ED75-4FFD46A08C11}" dt="2019-06-27T21:38:39.567" v="55" actId="20577"/>
        <pc:sldMkLst>
          <pc:docMk/>
          <pc:sldMk cId="3149581928" sldId="269"/>
        </pc:sldMkLst>
        <pc:spChg chg="mod">
          <ac:chgData name="Kattampallil, Neil Alexander (nak3t)" userId="S::nak3t@virginia.edu::01c23410-8e1b-4762-aec1-566d946128f5" providerId="AD" clId="Web-{4E925813-7A30-08B3-ED75-4FFD46A08C11}" dt="2019-06-27T21:38:39.567" v="55" actId="20577"/>
          <ac:spMkLst>
            <pc:docMk/>
            <pc:sldMk cId="3149581928" sldId="269"/>
            <ac:spMk id="4" creationId="{A021386D-66FF-4D22-BE55-3BB9EB9CF6F6}"/>
          </ac:spMkLst>
        </pc:spChg>
      </pc:sldChg>
      <pc:sldChg chg="modSp">
        <pc:chgData name="Kattampallil, Neil Alexander (nak3t)" userId="S::nak3t@virginia.edu::01c23410-8e1b-4762-aec1-566d946128f5" providerId="AD" clId="Web-{4E925813-7A30-08B3-ED75-4FFD46A08C11}" dt="2019-06-27T21:36:18.081" v="28" actId="1076"/>
        <pc:sldMkLst>
          <pc:docMk/>
          <pc:sldMk cId="2854963562" sldId="271"/>
        </pc:sldMkLst>
        <pc:picChg chg="mod">
          <ac:chgData name="Kattampallil, Neil Alexander (nak3t)" userId="S::nak3t@virginia.edu::01c23410-8e1b-4762-aec1-566d946128f5" providerId="AD" clId="Web-{4E925813-7A30-08B3-ED75-4FFD46A08C11}" dt="2019-06-27T21:36:18.081" v="28" actId="1076"/>
          <ac:picMkLst>
            <pc:docMk/>
            <pc:sldMk cId="2854963562" sldId="271"/>
            <ac:picMk id="3" creationId="{3F9189CD-CC39-4887-91EF-DF0FC31F032D}"/>
          </ac:picMkLst>
        </pc:picChg>
      </pc:sldChg>
      <pc:sldChg chg="modSp">
        <pc:chgData name="Kattampallil, Neil Alexander (nak3t)" userId="S::nak3t@virginia.edu::01c23410-8e1b-4762-aec1-566d946128f5" providerId="AD" clId="Web-{4E925813-7A30-08B3-ED75-4FFD46A08C11}" dt="2019-06-27T21:35:46.143" v="25" actId="20577"/>
        <pc:sldMkLst>
          <pc:docMk/>
          <pc:sldMk cId="1498106611" sldId="273"/>
        </pc:sldMkLst>
        <pc:spChg chg="mod">
          <ac:chgData name="Kattampallil, Neil Alexander (nak3t)" userId="S::nak3t@virginia.edu::01c23410-8e1b-4762-aec1-566d946128f5" providerId="AD" clId="Web-{4E925813-7A30-08B3-ED75-4FFD46A08C11}" dt="2019-06-27T21:35:46.143" v="25" actId="20577"/>
          <ac:spMkLst>
            <pc:docMk/>
            <pc:sldMk cId="1498106611" sldId="273"/>
            <ac:spMk id="3" creationId="{5CB815F9-32AE-4AAC-AF41-8D4E16739340}"/>
          </ac:spMkLst>
        </pc:spChg>
      </pc:sldChg>
      <pc:sldChg chg="modSp">
        <pc:chgData name="Kattampallil, Neil Alexander (nak3t)" userId="S::nak3t@virginia.edu::01c23410-8e1b-4762-aec1-566d946128f5" providerId="AD" clId="Web-{4E925813-7A30-08B3-ED75-4FFD46A08C11}" dt="2019-06-27T21:34:15.376" v="14" actId="14100"/>
        <pc:sldMkLst>
          <pc:docMk/>
          <pc:sldMk cId="95448204" sldId="277"/>
        </pc:sldMkLst>
        <pc:spChg chg="mod">
          <ac:chgData name="Kattampallil, Neil Alexander (nak3t)" userId="S::nak3t@virginia.edu::01c23410-8e1b-4762-aec1-566d946128f5" providerId="AD" clId="Web-{4E925813-7A30-08B3-ED75-4FFD46A08C11}" dt="2019-06-27T21:34:15.376" v="14" actId="14100"/>
          <ac:spMkLst>
            <pc:docMk/>
            <pc:sldMk cId="95448204" sldId="277"/>
            <ac:spMk id="3" creationId="{453DFE40-D147-4348-9970-09B4AEE857B3}"/>
          </ac:spMkLst>
        </pc:spChg>
      </pc:sldChg>
    </pc:docChg>
  </pc:docChgLst>
  <pc:docChgLst>
    <pc:chgData name="Cong, Cong (cc2cm)" userId="S::cc2cm@virginia.edu::f07c910d-2f81-4213-8697-fa8eb7446fa4" providerId="AD" clId="Web-{2212AF49-A246-E146-E513-C27EDAF74B2C}"/>
    <pc:docChg chg="delSld modSld">
      <pc:chgData name="Cong, Cong (cc2cm)" userId="S::cc2cm@virginia.edu::f07c910d-2f81-4213-8697-fa8eb7446fa4" providerId="AD" clId="Web-{2212AF49-A246-E146-E513-C27EDAF74B2C}" dt="2019-06-27T21:34:00.158" v="100"/>
      <pc:docMkLst>
        <pc:docMk/>
      </pc:docMkLst>
      <pc:sldChg chg="modSp">
        <pc:chgData name="Cong, Cong (cc2cm)" userId="S::cc2cm@virginia.edu::f07c910d-2f81-4213-8697-fa8eb7446fa4" providerId="AD" clId="Web-{2212AF49-A246-E146-E513-C27EDAF74B2C}" dt="2019-06-27T20:46:08.690" v="31" actId="14100"/>
        <pc:sldMkLst>
          <pc:docMk/>
          <pc:sldMk cId="1463822966" sldId="265"/>
        </pc:sldMkLst>
        <pc:picChg chg="mod">
          <ac:chgData name="Cong, Cong (cc2cm)" userId="S::cc2cm@virginia.edu::f07c910d-2f81-4213-8697-fa8eb7446fa4" providerId="AD" clId="Web-{2212AF49-A246-E146-E513-C27EDAF74B2C}" dt="2019-06-27T20:46:08.690" v="31" actId="14100"/>
          <ac:picMkLst>
            <pc:docMk/>
            <pc:sldMk cId="1463822966" sldId="265"/>
            <ac:picMk id="9" creationId="{F8E9B03A-73D7-4D81-91FB-FE9AE6CA5845}"/>
          </ac:picMkLst>
        </pc:picChg>
      </pc:sldChg>
      <pc:sldChg chg="modNotes">
        <pc:chgData name="Cong, Cong (cc2cm)" userId="S::cc2cm@virginia.edu::f07c910d-2f81-4213-8697-fa8eb7446fa4" providerId="AD" clId="Web-{2212AF49-A246-E146-E513-C27EDAF74B2C}" dt="2019-06-27T21:32:10.189" v="99"/>
        <pc:sldMkLst>
          <pc:docMk/>
          <pc:sldMk cId="3149581928" sldId="269"/>
        </pc:sldMkLst>
      </pc:sldChg>
      <pc:sldChg chg="addSp delSp modSp">
        <pc:chgData name="Cong, Cong (cc2cm)" userId="S::cc2cm@virginia.edu::f07c910d-2f81-4213-8697-fa8eb7446fa4" providerId="AD" clId="Web-{2212AF49-A246-E146-E513-C27EDAF74B2C}" dt="2019-06-27T21:16:25.462" v="90" actId="20577"/>
        <pc:sldMkLst>
          <pc:docMk/>
          <pc:sldMk cId="3737258459" sldId="272"/>
        </pc:sldMkLst>
        <pc:spChg chg="add del mod">
          <ac:chgData name="Cong, Cong (cc2cm)" userId="S::cc2cm@virginia.edu::f07c910d-2f81-4213-8697-fa8eb7446fa4" providerId="AD" clId="Web-{2212AF49-A246-E146-E513-C27EDAF74B2C}" dt="2019-06-27T20:38:30.767" v="7"/>
          <ac:spMkLst>
            <pc:docMk/>
            <pc:sldMk cId="3737258459" sldId="272"/>
            <ac:spMk id="47" creationId="{364BF00F-31DD-4C35-91CD-0C955385F097}"/>
          </ac:spMkLst>
        </pc:spChg>
        <pc:spChg chg="add mod">
          <ac:chgData name="Cong, Cong (cc2cm)" userId="S::cc2cm@virginia.edu::f07c910d-2f81-4213-8697-fa8eb7446fa4" providerId="AD" clId="Web-{2212AF49-A246-E146-E513-C27EDAF74B2C}" dt="2019-06-27T21:13:41.664" v="55" actId="20577"/>
          <ac:spMkLst>
            <pc:docMk/>
            <pc:sldMk cId="3737258459" sldId="272"/>
            <ac:spMk id="49" creationId="{975CFC70-A53B-4A46-B94A-4B97EB9C64EF}"/>
          </ac:spMkLst>
        </pc:spChg>
        <pc:graphicFrameChg chg="mod modGraphic">
          <ac:chgData name="Cong, Cong (cc2cm)" userId="S::cc2cm@virginia.edu::f07c910d-2f81-4213-8697-fa8eb7446fa4" providerId="AD" clId="Web-{2212AF49-A246-E146-E513-C27EDAF74B2C}" dt="2019-06-27T21:16:25.462" v="90" actId="20577"/>
          <ac:graphicFrameMkLst>
            <pc:docMk/>
            <pc:sldMk cId="3737258459" sldId="272"/>
            <ac:graphicFrameMk id="3" creationId="{4FF4A4C5-FA5A-4BA0-95BD-01DCFAF7838C}"/>
          </ac:graphicFrameMkLst>
        </pc:graphicFrameChg>
      </pc:sldChg>
      <pc:sldChg chg="addSp modSp">
        <pc:chgData name="Cong, Cong (cc2cm)" userId="S::cc2cm@virginia.edu::f07c910d-2f81-4213-8697-fa8eb7446fa4" providerId="AD" clId="Web-{2212AF49-A246-E146-E513-C27EDAF74B2C}" dt="2019-06-27T20:52:19.223" v="45" actId="1076"/>
        <pc:sldMkLst>
          <pc:docMk/>
          <pc:sldMk cId="176989254" sldId="278"/>
        </pc:sldMkLst>
        <pc:picChg chg="mod">
          <ac:chgData name="Cong, Cong (cc2cm)" userId="S::cc2cm@virginia.edu::f07c910d-2f81-4213-8697-fa8eb7446fa4" providerId="AD" clId="Web-{2212AF49-A246-E146-E513-C27EDAF74B2C}" dt="2019-06-27T20:51:49.910" v="40" actId="1076"/>
          <ac:picMkLst>
            <pc:docMk/>
            <pc:sldMk cId="176989254" sldId="278"/>
            <ac:picMk id="5" creationId="{B8205D79-8E17-476E-B26F-A6DF09E77547}"/>
          </ac:picMkLst>
        </pc:picChg>
        <pc:picChg chg="add mod modCrop">
          <ac:chgData name="Cong, Cong (cc2cm)" userId="S::cc2cm@virginia.edu::f07c910d-2f81-4213-8697-fa8eb7446fa4" providerId="AD" clId="Web-{2212AF49-A246-E146-E513-C27EDAF74B2C}" dt="2019-06-27T20:52:19.223" v="45" actId="1076"/>
          <ac:picMkLst>
            <pc:docMk/>
            <pc:sldMk cId="176989254" sldId="278"/>
            <ac:picMk id="6" creationId="{0D0B33E2-6DE0-47EC-BFB7-8901497A00D0}"/>
          </ac:picMkLst>
        </pc:picChg>
      </pc:sldChg>
      <pc:sldChg chg="del">
        <pc:chgData name="Cong, Cong (cc2cm)" userId="S::cc2cm@virginia.edu::f07c910d-2f81-4213-8697-fa8eb7446fa4" providerId="AD" clId="Web-{2212AF49-A246-E146-E513-C27EDAF74B2C}" dt="2019-06-27T20:39:38.189" v="30"/>
        <pc:sldMkLst>
          <pc:docMk/>
          <pc:sldMk cId="3852346126" sldId="279"/>
        </pc:sldMkLst>
      </pc:sldChg>
      <pc:sldChg chg="del">
        <pc:chgData name="Cong, Cong (cc2cm)" userId="S::cc2cm@virginia.edu::f07c910d-2f81-4213-8697-fa8eb7446fa4" providerId="AD" clId="Web-{2212AF49-A246-E146-E513-C27EDAF74B2C}" dt="2019-06-27T21:34:00.158" v="100"/>
        <pc:sldMkLst>
          <pc:docMk/>
          <pc:sldMk cId="2160134025" sldId="280"/>
        </pc:sldMkLst>
      </pc:sldChg>
    </pc:docChg>
  </pc:docChgLst>
  <pc:docChgLst>
    <pc:chgData name="Cong, Cong (cc2cm)" userId="S::cc2cm@virginia.edu::f07c910d-2f81-4213-8697-fa8eb7446fa4" providerId="AD" clId="Web-{777C011D-99E1-CCE2-1EF9-93B48C35D61A}"/>
    <pc:docChg chg="addSld delSld modSld sldOrd">
      <pc:chgData name="Cong, Cong (cc2cm)" userId="S::cc2cm@virginia.edu::f07c910d-2f81-4213-8697-fa8eb7446fa4" providerId="AD" clId="Web-{777C011D-99E1-CCE2-1EF9-93B48C35D61A}" dt="2019-06-27T18:55:11.519" v="60" actId="1076"/>
      <pc:docMkLst>
        <pc:docMk/>
      </pc:docMkLst>
      <pc:sldChg chg="del">
        <pc:chgData name="Cong, Cong (cc2cm)" userId="S::cc2cm@virginia.edu::f07c910d-2f81-4213-8697-fa8eb7446fa4" providerId="AD" clId="Web-{777C011D-99E1-CCE2-1EF9-93B48C35D61A}" dt="2019-06-27T17:17:07.271" v="5"/>
        <pc:sldMkLst>
          <pc:docMk/>
          <pc:sldMk cId="3025142439" sldId="264"/>
        </pc:sldMkLst>
      </pc:sldChg>
      <pc:sldChg chg="addSp delSp modSp ord">
        <pc:chgData name="Cong, Cong (cc2cm)" userId="S::cc2cm@virginia.edu::f07c910d-2f81-4213-8697-fa8eb7446fa4" providerId="AD" clId="Web-{777C011D-99E1-CCE2-1EF9-93B48C35D61A}" dt="2019-06-27T18:55:11.519" v="60" actId="1076"/>
        <pc:sldMkLst>
          <pc:docMk/>
          <pc:sldMk cId="1463822966" sldId="265"/>
        </pc:sldMkLst>
        <pc:spChg chg="del">
          <ac:chgData name="Cong, Cong (cc2cm)" userId="S::cc2cm@virginia.edu::f07c910d-2f81-4213-8697-fa8eb7446fa4" providerId="AD" clId="Web-{777C011D-99E1-CCE2-1EF9-93B48C35D61A}" dt="2019-06-27T18:53:45.314" v="49"/>
          <ac:spMkLst>
            <pc:docMk/>
            <pc:sldMk cId="1463822966" sldId="265"/>
            <ac:spMk id="12" creationId="{D5F41402-D8BD-4360-B3DF-BBB79BACF46A}"/>
          </ac:spMkLst>
        </pc:spChg>
        <pc:picChg chg="add del mod">
          <ac:chgData name="Cong, Cong (cc2cm)" userId="S::cc2cm@virginia.edu::f07c910d-2f81-4213-8697-fa8eb7446fa4" providerId="AD" clId="Web-{777C011D-99E1-CCE2-1EF9-93B48C35D61A}" dt="2019-06-27T18:54:27.581" v="53"/>
          <ac:picMkLst>
            <pc:docMk/>
            <pc:sldMk cId="1463822966" sldId="265"/>
            <ac:picMk id="5" creationId="{3787AC88-74D1-4152-8404-DDC2726C3A25}"/>
          </ac:picMkLst>
        </pc:picChg>
        <pc:picChg chg="add del mod">
          <ac:chgData name="Cong, Cong (cc2cm)" userId="S::cc2cm@virginia.edu::f07c910d-2f81-4213-8697-fa8eb7446fa4" providerId="AD" clId="Web-{777C011D-99E1-CCE2-1EF9-93B48C35D61A}" dt="2019-06-27T18:54:42.362" v="57"/>
          <ac:picMkLst>
            <pc:docMk/>
            <pc:sldMk cId="1463822966" sldId="265"/>
            <ac:picMk id="7" creationId="{E3FF66D5-8B3D-42BA-8BFC-92B3D19441F2}"/>
          </ac:picMkLst>
        </pc:picChg>
        <pc:picChg chg="add mod">
          <ac:chgData name="Cong, Cong (cc2cm)" userId="S::cc2cm@virginia.edu::f07c910d-2f81-4213-8697-fa8eb7446fa4" providerId="AD" clId="Web-{777C011D-99E1-CCE2-1EF9-93B48C35D61A}" dt="2019-06-27T18:55:11.519" v="60" actId="1076"/>
          <ac:picMkLst>
            <pc:docMk/>
            <pc:sldMk cId="1463822966" sldId="265"/>
            <ac:picMk id="9" creationId="{F8E9B03A-73D7-4D81-91FB-FE9AE6CA5845}"/>
          </ac:picMkLst>
        </pc:picChg>
        <pc:picChg chg="del mod">
          <ac:chgData name="Cong, Cong (cc2cm)" userId="S::cc2cm@virginia.edu::f07c910d-2f81-4213-8697-fa8eb7446fa4" providerId="AD" clId="Web-{777C011D-99E1-CCE2-1EF9-93B48C35D61A}" dt="2019-06-27T18:53:43.235" v="48"/>
          <ac:picMkLst>
            <pc:docMk/>
            <pc:sldMk cId="1463822966" sldId="265"/>
            <ac:picMk id="10" creationId="{E6F09B5B-5F7B-4148-A192-3909BFD6792E}"/>
          </ac:picMkLst>
        </pc:picChg>
      </pc:sldChg>
      <pc:sldChg chg="addSp delSp modSp">
        <pc:chgData name="Cong, Cong (cc2cm)" userId="S::cc2cm@virginia.edu::f07c910d-2f81-4213-8697-fa8eb7446fa4" providerId="AD" clId="Web-{777C011D-99E1-CCE2-1EF9-93B48C35D61A}" dt="2019-06-27T17:16:48.943" v="3"/>
        <pc:sldMkLst>
          <pc:docMk/>
          <pc:sldMk cId="177094961" sldId="266"/>
        </pc:sldMkLst>
        <pc:picChg chg="add del mod">
          <ac:chgData name="Cong, Cong (cc2cm)" userId="S::cc2cm@virginia.edu::f07c910d-2f81-4213-8697-fa8eb7446fa4" providerId="AD" clId="Web-{777C011D-99E1-CCE2-1EF9-93B48C35D61A}" dt="2019-06-27T17:16:48.943" v="3"/>
          <ac:picMkLst>
            <pc:docMk/>
            <pc:sldMk cId="177094961" sldId="266"/>
            <ac:picMk id="7" creationId="{38598342-3EAB-407F-A810-BF089CF09A2F}"/>
          </ac:picMkLst>
        </pc:picChg>
      </pc:sldChg>
      <pc:sldChg chg="addSp delSp modSp">
        <pc:chgData name="Cong, Cong (cc2cm)" userId="S::cc2cm@virginia.edu::f07c910d-2f81-4213-8697-fa8eb7446fa4" providerId="AD" clId="Web-{777C011D-99E1-CCE2-1EF9-93B48C35D61A}" dt="2019-06-27T17:55:34.892" v="21" actId="20577"/>
        <pc:sldMkLst>
          <pc:docMk/>
          <pc:sldMk cId="2854963562" sldId="271"/>
        </pc:sldMkLst>
        <pc:spChg chg="mod">
          <ac:chgData name="Cong, Cong (cc2cm)" userId="S::cc2cm@virginia.edu::f07c910d-2f81-4213-8697-fa8eb7446fa4" providerId="AD" clId="Web-{777C011D-99E1-CCE2-1EF9-93B48C35D61A}" dt="2019-06-27T17:55:34.892" v="21" actId="20577"/>
          <ac:spMkLst>
            <pc:docMk/>
            <pc:sldMk cId="2854963562" sldId="271"/>
            <ac:spMk id="8" creationId="{30CA7313-CC32-47A5-BE36-4BA55FDD5667}"/>
          </ac:spMkLst>
        </pc:spChg>
        <pc:picChg chg="add mod">
          <ac:chgData name="Cong, Cong (cc2cm)" userId="S::cc2cm@virginia.edu::f07c910d-2f81-4213-8697-fa8eb7446fa4" providerId="AD" clId="Web-{777C011D-99E1-CCE2-1EF9-93B48C35D61A}" dt="2019-06-27T17:29:16.889" v="20" actId="1076"/>
          <ac:picMkLst>
            <pc:docMk/>
            <pc:sldMk cId="2854963562" sldId="271"/>
            <ac:picMk id="3" creationId="{3F9189CD-CC39-4887-91EF-DF0FC31F032D}"/>
          </ac:picMkLst>
        </pc:picChg>
        <pc:picChg chg="del">
          <ac:chgData name="Cong, Cong (cc2cm)" userId="S::cc2cm@virginia.edu::f07c910d-2f81-4213-8697-fa8eb7446fa4" providerId="AD" clId="Web-{777C011D-99E1-CCE2-1EF9-93B48C35D61A}" dt="2019-06-27T17:28:47.607" v="10"/>
          <ac:picMkLst>
            <pc:docMk/>
            <pc:sldMk cId="2854963562" sldId="271"/>
            <ac:picMk id="12" creationId="{2ECCB94E-A4A5-45C5-B789-D5E8461FA163}"/>
          </ac:picMkLst>
        </pc:picChg>
      </pc:sldChg>
      <pc:sldChg chg="delSp del">
        <pc:chgData name="Cong, Cong (cc2cm)" userId="S::cc2cm@virginia.edu::f07c910d-2f81-4213-8697-fa8eb7446fa4" providerId="AD" clId="Web-{777C011D-99E1-CCE2-1EF9-93B48C35D61A}" dt="2019-06-27T17:16:51.364" v="4"/>
        <pc:sldMkLst>
          <pc:docMk/>
          <pc:sldMk cId="966946240" sldId="272"/>
        </pc:sldMkLst>
        <pc:picChg chg="del">
          <ac:chgData name="Cong, Cong (cc2cm)" userId="S::cc2cm@virginia.edu::f07c910d-2f81-4213-8697-fa8eb7446fa4" providerId="AD" clId="Web-{777C011D-99E1-CCE2-1EF9-93B48C35D61A}" dt="2019-06-27T17:16:42.224" v="0"/>
          <ac:picMkLst>
            <pc:docMk/>
            <pc:sldMk cId="966946240" sldId="272"/>
            <ac:picMk id="6" creationId="{4DE2AE03-C0BE-450C-80BA-BC339173DAD6}"/>
          </ac:picMkLst>
        </pc:picChg>
      </pc:sldChg>
      <pc:sldChg chg="modSp">
        <pc:chgData name="Cong, Cong (cc2cm)" userId="S::cc2cm@virginia.edu::f07c910d-2f81-4213-8697-fa8eb7446fa4" providerId="AD" clId="Web-{777C011D-99E1-CCE2-1EF9-93B48C35D61A}" dt="2019-06-27T18:02:37.928" v="26" actId="14100"/>
        <pc:sldMkLst>
          <pc:docMk/>
          <pc:sldMk cId="3737258459" sldId="272"/>
        </pc:sldMkLst>
        <pc:graphicFrameChg chg="mod">
          <ac:chgData name="Cong, Cong (cc2cm)" userId="S::cc2cm@virginia.edu::f07c910d-2f81-4213-8697-fa8eb7446fa4" providerId="AD" clId="Web-{777C011D-99E1-CCE2-1EF9-93B48C35D61A}" dt="2019-06-27T18:02:37.928" v="26" actId="14100"/>
          <ac:graphicFrameMkLst>
            <pc:docMk/>
            <pc:sldMk cId="3737258459" sldId="272"/>
            <ac:graphicFrameMk id="3" creationId="{4FF4A4C5-FA5A-4BA0-95BD-01DCFAF7838C}"/>
          </ac:graphicFrameMkLst>
        </pc:graphicFrameChg>
      </pc:sldChg>
      <pc:sldChg chg="del">
        <pc:chgData name="Cong, Cong (cc2cm)" userId="S::cc2cm@virginia.edu::f07c910d-2f81-4213-8697-fa8eb7446fa4" providerId="AD" clId="Web-{777C011D-99E1-CCE2-1EF9-93B48C35D61A}" dt="2019-06-27T18:05:22.790" v="33"/>
        <pc:sldMkLst>
          <pc:docMk/>
          <pc:sldMk cId="229518808" sldId="274"/>
        </pc:sldMkLst>
      </pc:sldChg>
      <pc:sldChg chg="new del">
        <pc:chgData name="Cong, Cong (cc2cm)" userId="S::cc2cm@virginia.edu::f07c910d-2f81-4213-8697-fa8eb7446fa4" providerId="AD" clId="Web-{777C011D-99E1-CCE2-1EF9-93B48C35D61A}" dt="2019-06-27T17:57:34.003" v="23"/>
        <pc:sldMkLst>
          <pc:docMk/>
          <pc:sldMk cId="605601365" sldId="277"/>
        </pc:sldMkLst>
      </pc:sldChg>
      <pc:sldChg chg="addSp delSp modSp add replId">
        <pc:chgData name="Cong, Cong (cc2cm)" userId="S::cc2cm@virginia.edu::f07c910d-2f81-4213-8697-fa8eb7446fa4" providerId="AD" clId="Web-{777C011D-99E1-CCE2-1EF9-93B48C35D61A}" dt="2019-06-27T18:06:09.696" v="45" actId="1076"/>
        <pc:sldMkLst>
          <pc:docMk/>
          <pc:sldMk cId="176989254" sldId="278"/>
        </pc:sldMkLst>
        <pc:spChg chg="mod">
          <ac:chgData name="Cong, Cong (cc2cm)" userId="S::cc2cm@virginia.edu::f07c910d-2f81-4213-8697-fa8eb7446fa4" providerId="AD" clId="Web-{777C011D-99E1-CCE2-1EF9-93B48C35D61A}" dt="2019-06-27T18:05:36.493" v="38" actId="20577"/>
          <ac:spMkLst>
            <pc:docMk/>
            <pc:sldMk cId="176989254" sldId="278"/>
            <ac:spMk id="3" creationId="{B079B935-5B8F-47EF-8992-884A2A303AA6}"/>
          </ac:spMkLst>
        </pc:spChg>
        <pc:spChg chg="del">
          <ac:chgData name="Cong, Cong (cc2cm)" userId="S::cc2cm@virginia.edu::f07c910d-2f81-4213-8697-fa8eb7446fa4" providerId="AD" clId="Web-{777C011D-99E1-CCE2-1EF9-93B48C35D61A}" dt="2019-06-27T18:05:31.993" v="36"/>
          <ac:spMkLst>
            <pc:docMk/>
            <pc:sldMk cId="176989254" sldId="278"/>
            <ac:spMk id="12" creationId="{D5F41402-D8BD-4360-B3DF-BBB79BACF46A}"/>
          </ac:spMkLst>
        </pc:spChg>
        <pc:picChg chg="add mod">
          <ac:chgData name="Cong, Cong (cc2cm)" userId="S::cc2cm@virginia.edu::f07c910d-2f81-4213-8697-fa8eb7446fa4" providerId="AD" clId="Web-{777C011D-99E1-CCE2-1EF9-93B48C35D61A}" dt="2019-06-27T18:06:09.696" v="45" actId="1076"/>
          <ac:picMkLst>
            <pc:docMk/>
            <pc:sldMk cId="176989254" sldId="278"/>
            <ac:picMk id="5" creationId="{B8205D79-8E17-476E-B26F-A6DF09E77547}"/>
          </ac:picMkLst>
        </pc:picChg>
        <pc:picChg chg="del">
          <ac:chgData name="Cong, Cong (cc2cm)" userId="S::cc2cm@virginia.edu::f07c910d-2f81-4213-8697-fa8eb7446fa4" providerId="AD" clId="Web-{777C011D-99E1-CCE2-1EF9-93B48C35D61A}" dt="2019-06-27T18:05:29.961" v="35"/>
          <ac:picMkLst>
            <pc:docMk/>
            <pc:sldMk cId="176989254" sldId="278"/>
            <ac:picMk id="10" creationId="{E6F09B5B-5F7B-4148-A192-3909BFD6792E}"/>
          </ac:picMkLst>
        </pc:picChg>
      </pc:sldChg>
      <pc:sldChg chg="add del replId">
        <pc:chgData name="Cong, Cong (cc2cm)" userId="S::cc2cm@virginia.edu::f07c910d-2f81-4213-8697-fa8eb7446fa4" providerId="AD" clId="Web-{777C011D-99E1-CCE2-1EF9-93B48C35D61A}" dt="2019-06-27T18:05:39.743" v="40"/>
        <pc:sldMkLst>
          <pc:docMk/>
          <pc:sldMk cId="179105690" sldId="279"/>
        </pc:sldMkLst>
      </pc:sldChg>
    </pc:docChg>
  </pc:docChgLst>
  <pc:docChgLst>
    <pc:chgData name="Isch, Calvin (ci3uz)" userId="S::ci3uz@virginia.edu::d1b8b1a6-b223-4c78-a3de-e3d4ac8ab098" providerId="AD" clId="Web-{50AA7EA2-4F71-9CEB-8CE5-006EC75C9D7E}"/>
    <pc:docChg chg="modSld">
      <pc:chgData name="Isch, Calvin (ci3uz)" userId="S::ci3uz@virginia.edu::d1b8b1a6-b223-4c78-a3de-e3d4ac8ab098" providerId="AD" clId="Web-{50AA7EA2-4F71-9CEB-8CE5-006EC75C9D7E}" dt="2019-06-26T13:23:07.909" v="3" actId="20577"/>
      <pc:docMkLst>
        <pc:docMk/>
      </pc:docMkLst>
      <pc:sldChg chg="modSp">
        <pc:chgData name="Isch, Calvin (ci3uz)" userId="S::ci3uz@virginia.edu::d1b8b1a6-b223-4c78-a3de-e3d4ac8ab098" providerId="AD" clId="Web-{50AA7EA2-4F71-9CEB-8CE5-006EC75C9D7E}" dt="2019-06-26T13:19:20.261" v="0" actId="20577"/>
        <pc:sldMkLst>
          <pc:docMk/>
          <pc:sldMk cId="177094961" sldId="266"/>
        </pc:sldMkLst>
        <pc:spChg chg="mod">
          <ac:chgData name="Isch, Calvin (ci3uz)" userId="S::ci3uz@virginia.edu::d1b8b1a6-b223-4c78-a3de-e3d4ac8ab098" providerId="AD" clId="Web-{50AA7EA2-4F71-9CEB-8CE5-006EC75C9D7E}" dt="2019-06-26T13:19:20.261" v="0" actId="20577"/>
          <ac:spMkLst>
            <pc:docMk/>
            <pc:sldMk cId="177094961" sldId="266"/>
            <ac:spMk id="2" creationId="{CD93875C-FF23-4372-A72A-870679201368}"/>
          </ac:spMkLst>
        </pc:spChg>
      </pc:sldChg>
      <pc:sldChg chg="modSp">
        <pc:chgData name="Isch, Calvin (ci3uz)" userId="S::ci3uz@virginia.edu::d1b8b1a6-b223-4c78-a3de-e3d4ac8ab098" providerId="AD" clId="Web-{50AA7EA2-4F71-9CEB-8CE5-006EC75C9D7E}" dt="2019-06-26T13:23:07.909" v="3" actId="20577"/>
        <pc:sldMkLst>
          <pc:docMk/>
          <pc:sldMk cId="3149581928" sldId="269"/>
        </pc:sldMkLst>
        <pc:spChg chg="mod">
          <ac:chgData name="Isch, Calvin (ci3uz)" userId="S::ci3uz@virginia.edu::d1b8b1a6-b223-4c78-a3de-e3d4ac8ab098" providerId="AD" clId="Web-{50AA7EA2-4F71-9CEB-8CE5-006EC75C9D7E}" dt="2019-06-26T13:23:07.909" v="3" actId="20577"/>
          <ac:spMkLst>
            <pc:docMk/>
            <pc:sldMk cId="3149581928" sldId="269"/>
            <ac:spMk id="3" creationId="{49CC41E8-729D-4674-A31F-FB2A897270D6}"/>
          </ac:spMkLst>
        </pc:spChg>
        <pc:spChg chg="mod">
          <ac:chgData name="Isch, Calvin (ci3uz)" userId="S::ci3uz@virginia.edu::d1b8b1a6-b223-4c78-a3de-e3d4ac8ab098" providerId="AD" clId="Web-{50AA7EA2-4F71-9CEB-8CE5-006EC75C9D7E}" dt="2019-06-26T13:23:02.612" v="2" actId="20577"/>
          <ac:spMkLst>
            <pc:docMk/>
            <pc:sldMk cId="3149581928" sldId="269"/>
            <ac:spMk id="4" creationId="{A021386D-66FF-4D22-BE55-3BB9EB9CF6F6}"/>
          </ac:spMkLst>
        </pc:spChg>
      </pc:sldChg>
    </pc:docChg>
  </pc:docChgLst>
  <pc:docChgLst>
    <pc:chgData name="Isch, Calvin (ci3uz)" userId="S::ci3uz@virginia.edu::d1b8b1a6-b223-4c78-a3de-e3d4ac8ab098" providerId="AD" clId="Web-{7C1078A9-2464-C741-DF09-B646AE0C73C1}"/>
    <pc:docChg chg="modSld">
      <pc:chgData name="Isch, Calvin (ci3uz)" userId="S::ci3uz@virginia.edu::d1b8b1a6-b223-4c78-a3de-e3d4ac8ab098" providerId="AD" clId="Web-{7C1078A9-2464-C741-DF09-B646AE0C73C1}" dt="2019-06-27T17:16:07.361" v="169" actId="1076"/>
      <pc:docMkLst>
        <pc:docMk/>
      </pc:docMkLst>
      <pc:sldChg chg="modSp">
        <pc:chgData name="Isch, Calvin (ci3uz)" userId="S::ci3uz@virginia.edu::d1b8b1a6-b223-4c78-a3de-e3d4ac8ab098" providerId="AD" clId="Web-{7C1078A9-2464-C741-DF09-B646AE0C73C1}" dt="2019-06-27T16:46:50.630" v="35" actId="1076"/>
        <pc:sldMkLst>
          <pc:docMk/>
          <pc:sldMk cId="2747914867" sldId="262"/>
        </pc:sldMkLst>
        <pc:spChg chg="mod">
          <ac:chgData name="Isch, Calvin (ci3uz)" userId="S::ci3uz@virginia.edu::d1b8b1a6-b223-4c78-a3de-e3d4ac8ab098" providerId="AD" clId="Web-{7C1078A9-2464-C741-DF09-B646AE0C73C1}" dt="2019-06-27T16:45:57.268" v="33" actId="20577"/>
          <ac:spMkLst>
            <pc:docMk/>
            <pc:sldMk cId="2747914867" sldId="262"/>
            <ac:spMk id="3" creationId="{00000000-0000-0000-0000-000000000000}"/>
          </ac:spMkLst>
        </pc:spChg>
        <pc:spChg chg="mod">
          <ac:chgData name="Isch, Calvin (ci3uz)" userId="S::ci3uz@virginia.edu::d1b8b1a6-b223-4c78-a3de-e3d4ac8ab098" providerId="AD" clId="Web-{7C1078A9-2464-C741-DF09-B646AE0C73C1}" dt="2019-06-27T16:46:50.630" v="35" actId="1076"/>
          <ac:spMkLst>
            <pc:docMk/>
            <pc:sldMk cId="2747914867" sldId="262"/>
            <ac:spMk id="9" creationId="{96154FF7-96DB-4B7F-A9CB-81266A83FFAF}"/>
          </ac:spMkLst>
        </pc:spChg>
        <pc:picChg chg="mod">
          <ac:chgData name="Isch, Calvin (ci3uz)" userId="S::ci3uz@virginia.edu::d1b8b1a6-b223-4c78-a3de-e3d4ac8ab098" providerId="AD" clId="Web-{7C1078A9-2464-C741-DF09-B646AE0C73C1}" dt="2019-06-27T16:46:48.255" v="34" actId="1076"/>
          <ac:picMkLst>
            <pc:docMk/>
            <pc:sldMk cId="2747914867" sldId="262"/>
            <ac:picMk id="5" creationId="{2EEA4817-07B1-485F-B556-CD0AA527BA8B}"/>
          </ac:picMkLst>
        </pc:picChg>
      </pc:sldChg>
      <pc:sldChg chg="modSp">
        <pc:chgData name="Isch, Calvin (ci3uz)" userId="S::ci3uz@virginia.edu::d1b8b1a6-b223-4c78-a3de-e3d4ac8ab098" providerId="AD" clId="Web-{7C1078A9-2464-C741-DF09-B646AE0C73C1}" dt="2019-06-27T16:49:49.433" v="38" actId="1076"/>
        <pc:sldMkLst>
          <pc:docMk/>
          <pc:sldMk cId="41266239" sldId="263"/>
        </pc:sldMkLst>
        <pc:spChg chg="mod">
          <ac:chgData name="Isch, Calvin (ci3uz)" userId="S::ci3uz@virginia.edu::d1b8b1a6-b223-4c78-a3de-e3d4ac8ab098" providerId="AD" clId="Web-{7C1078A9-2464-C741-DF09-B646AE0C73C1}" dt="2019-06-27T16:49:45.807" v="37" actId="1076"/>
          <ac:spMkLst>
            <pc:docMk/>
            <pc:sldMk cId="41266239" sldId="263"/>
            <ac:spMk id="6" creationId="{A3A9AED5-F4ED-407A-9396-09CB7F2749F5}"/>
          </ac:spMkLst>
        </pc:spChg>
        <pc:cxnChg chg="mod">
          <ac:chgData name="Isch, Calvin (ci3uz)" userId="S::ci3uz@virginia.edu::d1b8b1a6-b223-4c78-a3de-e3d4ac8ab098" providerId="AD" clId="Web-{7C1078A9-2464-C741-DF09-B646AE0C73C1}" dt="2019-06-27T16:49:49.433" v="38" actId="1076"/>
          <ac:cxnSpMkLst>
            <pc:docMk/>
            <pc:sldMk cId="41266239" sldId="263"/>
            <ac:cxnSpMk id="5" creationId="{D5665D3E-7890-4C0A-8B81-9645A269AFF0}"/>
          </ac:cxnSpMkLst>
        </pc:cxnChg>
      </pc:sldChg>
      <pc:sldChg chg="delSp modSp">
        <pc:chgData name="Isch, Calvin (ci3uz)" userId="S::ci3uz@virginia.edu::d1b8b1a6-b223-4c78-a3de-e3d4ac8ab098" providerId="AD" clId="Web-{7C1078A9-2464-C741-DF09-B646AE0C73C1}" dt="2019-06-27T17:07:26.312" v="134"/>
        <pc:sldMkLst>
          <pc:docMk/>
          <pc:sldMk cId="3025142439" sldId="264"/>
        </pc:sldMkLst>
        <pc:spChg chg="mod">
          <ac:chgData name="Isch, Calvin (ci3uz)" userId="S::ci3uz@virginia.edu::d1b8b1a6-b223-4c78-a3de-e3d4ac8ab098" providerId="AD" clId="Web-{7C1078A9-2464-C741-DF09-B646AE0C73C1}" dt="2019-06-27T17:07:20.265" v="133" actId="20577"/>
          <ac:spMkLst>
            <pc:docMk/>
            <pc:sldMk cId="3025142439" sldId="264"/>
            <ac:spMk id="2" creationId="{92C8A024-F1CB-417B-B217-921A4C85C2CD}"/>
          </ac:spMkLst>
        </pc:spChg>
        <pc:spChg chg="mod">
          <ac:chgData name="Isch, Calvin (ci3uz)" userId="S::ci3uz@virginia.edu::d1b8b1a6-b223-4c78-a3de-e3d4ac8ab098" providerId="AD" clId="Web-{7C1078A9-2464-C741-DF09-B646AE0C73C1}" dt="2019-06-27T17:00:05.719" v="115" actId="20577"/>
          <ac:spMkLst>
            <pc:docMk/>
            <pc:sldMk cId="3025142439" sldId="264"/>
            <ac:spMk id="3" creationId="{7FCEB738-866E-48C4-BB16-56D18DD6B486}"/>
          </ac:spMkLst>
        </pc:spChg>
        <pc:spChg chg="del">
          <ac:chgData name="Isch, Calvin (ci3uz)" userId="S::ci3uz@virginia.edu::d1b8b1a6-b223-4c78-a3de-e3d4ac8ab098" providerId="AD" clId="Web-{7C1078A9-2464-C741-DF09-B646AE0C73C1}" dt="2019-06-27T17:07:26.312" v="134"/>
          <ac:spMkLst>
            <pc:docMk/>
            <pc:sldMk cId="3025142439" sldId="264"/>
            <ac:spMk id="6" creationId="{FE961D8E-B903-4A0C-874F-2BB8E8AC0C60}"/>
          </ac:spMkLst>
        </pc:spChg>
        <pc:picChg chg="del">
          <ac:chgData name="Isch, Calvin (ci3uz)" userId="S::ci3uz@virginia.edu::d1b8b1a6-b223-4c78-a3de-e3d4ac8ab098" providerId="AD" clId="Web-{7C1078A9-2464-C741-DF09-B646AE0C73C1}" dt="2019-06-27T17:04:31.025" v="116"/>
          <ac:picMkLst>
            <pc:docMk/>
            <pc:sldMk cId="3025142439" sldId="264"/>
            <ac:picMk id="5" creationId="{2D54604D-AF26-4591-A9EE-A633E31265B5}"/>
          </ac:picMkLst>
        </pc:picChg>
      </pc:sldChg>
      <pc:sldChg chg="addSp modSp">
        <pc:chgData name="Isch, Calvin (ci3uz)" userId="S::ci3uz@virginia.edu::d1b8b1a6-b223-4c78-a3de-e3d4ac8ab098" providerId="AD" clId="Web-{7C1078A9-2464-C741-DF09-B646AE0C73C1}" dt="2019-06-27T17:16:07.361" v="169" actId="1076"/>
        <pc:sldMkLst>
          <pc:docMk/>
          <pc:sldMk cId="177094961" sldId="266"/>
        </pc:sldMkLst>
        <pc:spChg chg="mod">
          <ac:chgData name="Isch, Calvin (ci3uz)" userId="S::ci3uz@virginia.edu::d1b8b1a6-b223-4c78-a3de-e3d4ac8ab098" providerId="AD" clId="Web-{7C1078A9-2464-C741-DF09-B646AE0C73C1}" dt="2019-06-27T17:09:37.161" v="143" actId="1076"/>
          <ac:spMkLst>
            <pc:docMk/>
            <pc:sldMk cId="177094961" sldId="266"/>
            <ac:spMk id="3" creationId="{8F721D33-972A-4843-9395-A8380C945858}"/>
          </ac:spMkLst>
        </pc:spChg>
        <pc:spChg chg="mod">
          <ac:chgData name="Isch, Calvin (ci3uz)" userId="S::ci3uz@virginia.edu::d1b8b1a6-b223-4c78-a3de-e3d4ac8ab098" providerId="AD" clId="Web-{7C1078A9-2464-C741-DF09-B646AE0C73C1}" dt="2019-06-27T17:15:07.234" v="164" actId="1076"/>
          <ac:spMkLst>
            <pc:docMk/>
            <pc:sldMk cId="177094961" sldId="266"/>
            <ac:spMk id="5" creationId="{61878908-5ACA-4EF4-ADB3-DD118703F945}"/>
          </ac:spMkLst>
        </pc:spChg>
        <pc:spChg chg="add mod">
          <ac:chgData name="Isch, Calvin (ci3uz)" userId="S::ci3uz@virginia.edu::d1b8b1a6-b223-4c78-a3de-e3d4ac8ab098" providerId="AD" clId="Web-{7C1078A9-2464-C741-DF09-B646AE0C73C1}" dt="2019-06-27T17:16:07.361" v="169" actId="1076"/>
          <ac:spMkLst>
            <pc:docMk/>
            <pc:sldMk cId="177094961" sldId="266"/>
            <ac:spMk id="12" creationId="{D97815C4-87B1-43E7-B0CE-644C5EE45363}"/>
          </ac:spMkLst>
        </pc:spChg>
        <pc:spChg chg="mod">
          <ac:chgData name="Isch, Calvin (ci3uz)" userId="S::ci3uz@virginia.edu::d1b8b1a6-b223-4c78-a3de-e3d4ac8ab098" providerId="AD" clId="Web-{7C1078A9-2464-C741-DF09-B646AE0C73C1}" dt="2019-06-27T17:09:48.864" v="148" actId="1076"/>
          <ac:spMkLst>
            <pc:docMk/>
            <pc:sldMk cId="177094961" sldId="266"/>
            <ac:spMk id="14" creationId="{26721DFC-1084-419B-8008-52735E53EEE9}"/>
          </ac:spMkLst>
        </pc:spChg>
        <pc:spChg chg="mod">
          <ac:chgData name="Isch, Calvin (ci3uz)" userId="S::ci3uz@virginia.edu::d1b8b1a6-b223-4c78-a3de-e3d4ac8ab098" providerId="AD" clId="Web-{7C1078A9-2464-C741-DF09-B646AE0C73C1}" dt="2019-06-27T17:09:41.520" v="146" actId="1076"/>
          <ac:spMkLst>
            <pc:docMk/>
            <pc:sldMk cId="177094961" sldId="266"/>
            <ac:spMk id="15" creationId="{A28FB2A3-C6A0-4834-AB8E-76C8863A7ED7}"/>
          </ac:spMkLst>
        </pc:spChg>
        <pc:picChg chg="add mod">
          <ac:chgData name="Isch, Calvin (ci3uz)" userId="S::ci3uz@virginia.edu::d1b8b1a6-b223-4c78-a3de-e3d4ac8ab098" providerId="AD" clId="Web-{7C1078A9-2464-C741-DF09-B646AE0C73C1}" dt="2019-06-27T17:16:07.330" v="168" actId="1076"/>
          <ac:picMkLst>
            <pc:docMk/>
            <pc:sldMk cId="177094961" sldId="266"/>
            <ac:picMk id="10" creationId="{65E99D5E-3DE6-4AAF-982A-7FBA1E85EB7D}"/>
          </ac:picMkLst>
        </pc:picChg>
        <pc:picChg chg="mod">
          <ac:chgData name="Isch, Calvin (ci3uz)" userId="S::ci3uz@virginia.edu::d1b8b1a6-b223-4c78-a3de-e3d4ac8ab098" providerId="AD" clId="Web-{7C1078A9-2464-C741-DF09-B646AE0C73C1}" dt="2019-06-27T17:09:46.145" v="147" actId="1076"/>
          <ac:picMkLst>
            <pc:docMk/>
            <pc:sldMk cId="177094961" sldId="266"/>
            <ac:picMk id="11" creationId="{48A4D1FC-AE2B-4B65-8382-825A885C916E}"/>
          </ac:picMkLst>
        </pc:picChg>
      </pc:sldChg>
      <pc:sldChg chg="delSp">
        <pc:chgData name="Isch, Calvin (ci3uz)" userId="S::ci3uz@virginia.edu::d1b8b1a6-b223-4c78-a3de-e3d4ac8ab098" providerId="AD" clId="Web-{7C1078A9-2464-C741-DF09-B646AE0C73C1}" dt="2019-06-27T17:16:00.267" v="166"/>
        <pc:sldMkLst>
          <pc:docMk/>
          <pc:sldMk cId="966946240" sldId="272"/>
        </pc:sldMkLst>
        <pc:spChg chg="del">
          <ac:chgData name="Isch, Calvin (ci3uz)" userId="S::ci3uz@virginia.edu::d1b8b1a6-b223-4c78-a3de-e3d4ac8ab098" providerId="AD" clId="Web-{7C1078A9-2464-C741-DF09-B646AE0C73C1}" dt="2019-06-27T17:16:00.267" v="165"/>
          <ac:spMkLst>
            <pc:docMk/>
            <pc:sldMk cId="966946240" sldId="272"/>
            <ac:spMk id="7" creationId="{964140E4-16E9-4D18-AA09-F7429CBED44D}"/>
          </ac:spMkLst>
        </pc:spChg>
        <pc:picChg chg="del">
          <ac:chgData name="Isch, Calvin (ci3uz)" userId="S::ci3uz@virginia.edu::d1b8b1a6-b223-4c78-a3de-e3d4ac8ab098" providerId="AD" clId="Web-{7C1078A9-2464-C741-DF09-B646AE0C73C1}" dt="2019-06-27T17:16:00.267" v="166"/>
          <ac:picMkLst>
            <pc:docMk/>
            <pc:sldMk cId="966946240" sldId="272"/>
            <ac:picMk id="6" creationId="{4DE2AE03-C0BE-450C-80BA-BC339173DAD6}"/>
          </ac:picMkLst>
        </pc:picChg>
      </pc:sldChg>
    </pc:docChg>
  </pc:docChgLst>
  <pc:docChgLst>
    <pc:chgData name="Isch, Calvin (ci3uz)" userId="S::ci3uz@virginia.edu::d1b8b1a6-b223-4c78-a3de-e3d4ac8ab098" providerId="AD" clId="Web-{FC3A4600-9FA4-3F24-E7E6-7B3EB7090E82}"/>
    <pc:docChg chg="modSld">
      <pc:chgData name="Isch, Calvin (ci3uz)" userId="S::ci3uz@virginia.edu::d1b8b1a6-b223-4c78-a3de-e3d4ac8ab098" providerId="AD" clId="Web-{FC3A4600-9FA4-3F24-E7E6-7B3EB7090E82}" dt="2019-06-25T13:46:20.987" v="592" actId="20577"/>
      <pc:docMkLst>
        <pc:docMk/>
      </pc:docMkLst>
      <pc:sldChg chg="modSp">
        <pc:chgData name="Isch, Calvin (ci3uz)" userId="S::ci3uz@virginia.edu::d1b8b1a6-b223-4c78-a3de-e3d4ac8ab098" providerId="AD" clId="Web-{FC3A4600-9FA4-3F24-E7E6-7B3EB7090E82}" dt="2019-06-25T13:16:12.522" v="45" actId="20577"/>
        <pc:sldMkLst>
          <pc:docMk/>
          <pc:sldMk cId="2747914867" sldId="262"/>
        </pc:sldMkLst>
        <pc:spChg chg="mod">
          <ac:chgData name="Isch, Calvin (ci3uz)" userId="S::ci3uz@virginia.edu::d1b8b1a6-b223-4c78-a3de-e3d4ac8ab098" providerId="AD" clId="Web-{FC3A4600-9FA4-3F24-E7E6-7B3EB7090E82}" dt="2019-06-25T13:16:12.522" v="45" actId="20577"/>
          <ac:spMkLst>
            <pc:docMk/>
            <pc:sldMk cId="2747914867" sldId="262"/>
            <ac:spMk id="3" creationId="{00000000-0000-0000-0000-000000000000}"/>
          </ac:spMkLst>
        </pc:spChg>
      </pc:sldChg>
      <pc:sldChg chg="addSp modSp">
        <pc:chgData name="Isch, Calvin (ci3uz)" userId="S::ci3uz@virginia.edu::d1b8b1a6-b223-4c78-a3de-e3d4ac8ab098" providerId="AD" clId="Web-{FC3A4600-9FA4-3F24-E7E6-7B3EB7090E82}" dt="2019-06-25T13:35:06.778" v="338"/>
        <pc:sldMkLst>
          <pc:docMk/>
          <pc:sldMk cId="3025142439" sldId="264"/>
        </pc:sldMkLst>
        <pc:spChg chg="mod">
          <ac:chgData name="Isch, Calvin (ci3uz)" userId="S::ci3uz@virginia.edu::d1b8b1a6-b223-4c78-a3de-e3d4ac8ab098" providerId="AD" clId="Web-{FC3A4600-9FA4-3F24-E7E6-7B3EB7090E82}" dt="2019-06-25T13:34:57.527" v="336" actId="20577"/>
          <ac:spMkLst>
            <pc:docMk/>
            <pc:sldMk cId="3025142439" sldId="264"/>
            <ac:spMk id="3" creationId="{7FCEB738-866E-48C4-BB16-56D18DD6B486}"/>
          </ac:spMkLst>
        </pc:spChg>
        <pc:picChg chg="add mod">
          <ac:chgData name="Isch, Calvin (ci3uz)" userId="S::ci3uz@virginia.edu::d1b8b1a6-b223-4c78-a3de-e3d4ac8ab098" providerId="AD" clId="Web-{FC3A4600-9FA4-3F24-E7E6-7B3EB7090E82}" dt="2019-06-25T13:35:06.778" v="338"/>
          <ac:picMkLst>
            <pc:docMk/>
            <pc:sldMk cId="3025142439" sldId="264"/>
            <ac:picMk id="5" creationId="{2D54604D-AF26-4591-A9EE-A633E31265B5}"/>
          </ac:picMkLst>
        </pc:picChg>
      </pc:sldChg>
      <pc:sldChg chg="addSp delSp modSp">
        <pc:chgData name="Isch, Calvin (ci3uz)" userId="S::ci3uz@virginia.edu::d1b8b1a6-b223-4c78-a3de-e3d4ac8ab098" providerId="AD" clId="Web-{FC3A4600-9FA4-3F24-E7E6-7B3EB7090E82}" dt="2019-06-25T13:45:13.985" v="586" actId="1076"/>
        <pc:sldMkLst>
          <pc:docMk/>
          <pc:sldMk cId="177094961" sldId="266"/>
        </pc:sldMkLst>
        <pc:spChg chg="mod">
          <ac:chgData name="Isch, Calvin (ci3uz)" userId="S::ci3uz@virginia.edu::d1b8b1a6-b223-4c78-a3de-e3d4ac8ab098" providerId="AD" clId="Web-{FC3A4600-9FA4-3F24-E7E6-7B3EB7090E82}" dt="2019-06-25T13:36:15.155" v="351" actId="20577"/>
          <ac:spMkLst>
            <pc:docMk/>
            <pc:sldMk cId="177094961" sldId="266"/>
            <ac:spMk id="2" creationId="{CD93875C-FF23-4372-A72A-870679201368}"/>
          </ac:spMkLst>
        </pc:spChg>
        <pc:spChg chg="del mod">
          <ac:chgData name="Isch, Calvin (ci3uz)" userId="S::ci3uz@virginia.edu::d1b8b1a6-b223-4c78-a3de-e3d4ac8ab098" providerId="AD" clId="Web-{FC3A4600-9FA4-3F24-E7E6-7B3EB7090E82}" dt="2019-06-25T13:27:59.248" v="303"/>
          <ac:spMkLst>
            <pc:docMk/>
            <pc:sldMk cId="177094961" sldId="266"/>
            <ac:spMk id="3" creationId="{0E2D1469-CABA-43DB-8367-D53BB079B677}"/>
          </ac:spMkLst>
        </pc:spChg>
        <pc:spChg chg="add del mod">
          <ac:chgData name="Isch, Calvin (ci3uz)" userId="S::ci3uz@virginia.edu::d1b8b1a6-b223-4c78-a3de-e3d4ac8ab098" providerId="AD" clId="Web-{FC3A4600-9FA4-3F24-E7E6-7B3EB7090E82}" dt="2019-06-25T13:28:54.640" v="320"/>
          <ac:spMkLst>
            <pc:docMk/>
            <pc:sldMk cId="177094961" sldId="266"/>
            <ac:spMk id="8" creationId="{36C1C84A-63C0-4473-9502-457B16A187D0}"/>
          </ac:spMkLst>
        </pc:spChg>
        <pc:spChg chg="add mod">
          <ac:chgData name="Isch, Calvin (ci3uz)" userId="S::ci3uz@virginia.edu::d1b8b1a6-b223-4c78-a3de-e3d4ac8ab098" providerId="AD" clId="Web-{FC3A4600-9FA4-3F24-E7E6-7B3EB7090E82}" dt="2019-06-25T13:43:08.965" v="463" actId="20577"/>
          <ac:spMkLst>
            <pc:docMk/>
            <pc:sldMk cId="177094961" sldId="266"/>
            <ac:spMk id="13" creationId="{7226A646-8204-49A5-8EFE-21B7AE70E0D7}"/>
          </ac:spMkLst>
        </pc:spChg>
        <pc:spChg chg="add mod">
          <ac:chgData name="Isch, Calvin (ci3uz)" userId="S::ci3uz@virginia.edu::d1b8b1a6-b223-4c78-a3de-e3d4ac8ab098" providerId="AD" clId="Web-{FC3A4600-9FA4-3F24-E7E6-7B3EB7090E82}" dt="2019-06-25T13:43:53.326" v="505" actId="20577"/>
          <ac:spMkLst>
            <pc:docMk/>
            <pc:sldMk cId="177094961" sldId="266"/>
            <ac:spMk id="14" creationId="{26721DFC-1084-419B-8008-52735E53EEE9}"/>
          </ac:spMkLst>
        </pc:spChg>
        <pc:spChg chg="add mod">
          <ac:chgData name="Isch, Calvin (ci3uz)" userId="S::ci3uz@virginia.edu::d1b8b1a6-b223-4c78-a3de-e3d4ac8ab098" providerId="AD" clId="Web-{FC3A4600-9FA4-3F24-E7E6-7B3EB7090E82}" dt="2019-06-25T13:45:13.985" v="586" actId="1076"/>
          <ac:spMkLst>
            <pc:docMk/>
            <pc:sldMk cId="177094961" sldId="266"/>
            <ac:spMk id="15" creationId="{A28FB2A3-C6A0-4834-AB8E-76C8863A7ED7}"/>
          </ac:spMkLst>
        </pc:spChg>
        <pc:picChg chg="add del mod">
          <ac:chgData name="Isch, Calvin (ci3uz)" userId="S::ci3uz@virginia.edu::d1b8b1a6-b223-4c78-a3de-e3d4ac8ab098" providerId="AD" clId="Web-{FC3A4600-9FA4-3F24-E7E6-7B3EB7090E82}" dt="2019-06-25T13:34:59.199" v="337"/>
          <ac:picMkLst>
            <pc:docMk/>
            <pc:sldMk cId="177094961" sldId="266"/>
            <ac:picMk id="5" creationId="{8B327620-951E-474F-864C-A8327A9FCFBB}"/>
          </ac:picMkLst>
        </pc:picChg>
        <pc:picChg chg="add mod">
          <ac:chgData name="Isch, Calvin (ci3uz)" userId="S::ci3uz@virginia.edu::d1b8b1a6-b223-4c78-a3de-e3d4ac8ab098" providerId="AD" clId="Web-{FC3A4600-9FA4-3F24-E7E6-7B3EB7090E82}" dt="2019-06-25T13:38:36.863" v="363" actId="1076"/>
          <ac:picMkLst>
            <pc:docMk/>
            <pc:sldMk cId="177094961" sldId="266"/>
            <ac:picMk id="9" creationId="{9325C5AC-6309-4711-930C-B07BDFEA5C37}"/>
          </ac:picMkLst>
        </pc:picChg>
        <pc:picChg chg="add mod">
          <ac:chgData name="Isch, Calvin (ci3uz)" userId="S::ci3uz@virginia.edu::d1b8b1a6-b223-4c78-a3de-e3d4ac8ab098" providerId="AD" clId="Web-{FC3A4600-9FA4-3F24-E7E6-7B3EB7090E82}" dt="2019-06-25T13:43:05.090" v="462" actId="1076"/>
          <ac:picMkLst>
            <pc:docMk/>
            <pc:sldMk cId="177094961" sldId="266"/>
            <ac:picMk id="11" creationId="{48A4D1FC-AE2B-4B65-8382-825A885C916E}"/>
          </ac:picMkLst>
        </pc:picChg>
      </pc:sldChg>
      <pc:sldChg chg="modSp">
        <pc:chgData name="Isch, Calvin (ci3uz)" userId="S::ci3uz@virginia.edu::d1b8b1a6-b223-4c78-a3de-e3d4ac8ab098" providerId="AD" clId="Web-{FC3A4600-9FA4-3F24-E7E6-7B3EB7090E82}" dt="2019-06-25T13:46:20.987" v="592" actId="20577"/>
        <pc:sldMkLst>
          <pc:docMk/>
          <pc:sldMk cId="1537898825" sldId="267"/>
        </pc:sldMkLst>
        <pc:spChg chg="mod">
          <ac:chgData name="Isch, Calvin (ci3uz)" userId="S::ci3uz@virginia.edu::d1b8b1a6-b223-4c78-a3de-e3d4ac8ab098" providerId="AD" clId="Web-{FC3A4600-9FA4-3F24-E7E6-7B3EB7090E82}" dt="2019-06-25T13:45:58.518" v="590" actId="20577"/>
          <ac:spMkLst>
            <pc:docMk/>
            <pc:sldMk cId="1537898825" sldId="267"/>
            <ac:spMk id="3" creationId="{F3F21515-6614-4399-B01B-964D0724B96F}"/>
          </ac:spMkLst>
        </pc:spChg>
        <pc:spChg chg="mod">
          <ac:chgData name="Isch, Calvin (ci3uz)" userId="S::ci3uz@virginia.edu::d1b8b1a6-b223-4c78-a3de-e3d4ac8ab098" providerId="AD" clId="Web-{FC3A4600-9FA4-3F24-E7E6-7B3EB7090E82}" dt="2019-06-25T13:46:20.987" v="592" actId="20577"/>
          <ac:spMkLst>
            <pc:docMk/>
            <pc:sldMk cId="1537898825" sldId="267"/>
            <ac:spMk id="10" creationId="{57F9E571-97D5-45D1-B927-FA443FC667CD}"/>
          </ac:spMkLst>
        </pc:spChg>
      </pc:sldChg>
    </pc:docChg>
  </pc:docChgLst>
  <pc:docChgLst>
    <pc:chgData name="Tobin, Eliza Nicole (ent4pn)" userId="S::ent4pn@virginia.edu::c6f0735e-188b-4a35-9a6a-2de662ec8b5c" providerId="AD" clId="Web-{1F1A1FB4-1734-6915-739D-28610767169F}"/>
    <pc:docChg chg="modSld">
      <pc:chgData name="Tobin, Eliza Nicole (ent4pn)" userId="S::ent4pn@virginia.edu::c6f0735e-188b-4a35-9a6a-2de662ec8b5c" providerId="AD" clId="Web-{1F1A1FB4-1734-6915-739D-28610767169F}" dt="2019-06-25T14:51:21.748" v="647" actId="20577"/>
      <pc:docMkLst>
        <pc:docMk/>
      </pc:docMkLst>
      <pc:sldChg chg="modSp modNotes">
        <pc:chgData name="Tobin, Eliza Nicole (ent4pn)" userId="S::ent4pn@virginia.edu::c6f0735e-188b-4a35-9a6a-2de662ec8b5c" providerId="AD" clId="Web-{1F1A1FB4-1734-6915-739D-28610767169F}" dt="2019-06-25T13:53:59.855" v="359" actId="20577"/>
        <pc:sldMkLst>
          <pc:docMk/>
          <pc:sldMk cId="2747914867" sldId="262"/>
        </pc:sldMkLst>
        <pc:spChg chg="mod">
          <ac:chgData name="Tobin, Eliza Nicole (ent4pn)" userId="S::ent4pn@virginia.edu::c6f0735e-188b-4a35-9a6a-2de662ec8b5c" providerId="AD" clId="Web-{1F1A1FB4-1734-6915-739D-28610767169F}" dt="2019-06-25T13:53:59.855" v="359" actId="20577"/>
          <ac:spMkLst>
            <pc:docMk/>
            <pc:sldMk cId="2747914867" sldId="262"/>
            <ac:spMk id="3" creationId="{00000000-0000-0000-0000-000000000000}"/>
          </ac:spMkLst>
        </pc:spChg>
      </pc:sldChg>
      <pc:sldChg chg="addSp delSp modSp modNotes">
        <pc:chgData name="Tobin, Eliza Nicole (ent4pn)" userId="S::ent4pn@virginia.edu::c6f0735e-188b-4a35-9a6a-2de662ec8b5c" providerId="AD" clId="Web-{1F1A1FB4-1734-6915-739D-28610767169F}" dt="2019-06-25T14:42:16.274" v="622" actId="14100"/>
        <pc:sldMkLst>
          <pc:docMk/>
          <pc:sldMk cId="41266239" sldId="263"/>
        </pc:sldMkLst>
        <pc:spChg chg="mod">
          <ac:chgData name="Tobin, Eliza Nicole (ent4pn)" userId="S::ent4pn@virginia.edu::c6f0735e-188b-4a35-9a6a-2de662ec8b5c" providerId="AD" clId="Web-{1F1A1FB4-1734-6915-739D-28610767169F}" dt="2019-06-25T14:10:34.539" v="581" actId="20577"/>
          <ac:spMkLst>
            <pc:docMk/>
            <pc:sldMk cId="41266239" sldId="263"/>
            <ac:spMk id="3" creationId="{711CDCB2-1885-4740-A137-BB16FB98B5A5}"/>
          </ac:spMkLst>
        </pc:spChg>
        <pc:spChg chg="add del mod">
          <ac:chgData name="Tobin, Eliza Nicole (ent4pn)" userId="S::ent4pn@virginia.edu::c6f0735e-188b-4a35-9a6a-2de662ec8b5c" providerId="AD" clId="Web-{1F1A1FB4-1734-6915-739D-28610767169F}" dt="2019-06-25T14:12:55.493" v="606"/>
          <ac:spMkLst>
            <pc:docMk/>
            <pc:sldMk cId="41266239" sldId="263"/>
            <ac:spMk id="7" creationId="{8BC593C3-F660-4FB0-B9F8-C4697067984C}"/>
          </ac:spMkLst>
        </pc:spChg>
        <pc:picChg chg="add del mod">
          <ac:chgData name="Tobin, Eliza Nicole (ent4pn)" userId="S::ent4pn@virginia.edu::c6f0735e-188b-4a35-9a6a-2de662ec8b5c" providerId="AD" clId="Web-{1F1A1FB4-1734-6915-739D-28610767169F}" dt="2019-06-25T14:12:47.790" v="597"/>
          <ac:picMkLst>
            <pc:docMk/>
            <pc:sldMk cId="41266239" sldId="263"/>
            <ac:picMk id="5" creationId="{EE3836FD-61E4-44A0-B43A-A34161F4C637}"/>
          </ac:picMkLst>
        </pc:picChg>
        <pc:picChg chg="add del mod">
          <ac:chgData name="Tobin, Eliza Nicole (ent4pn)" userId="S::ent4pn@virginia.edu::c6f0735e-188b-4a35-9a6a-2de662ec8b5c" providerId="AD" clId="Web-{1F1A1FB4-1734-6915-739D-28610767169F}" dt="2019-06-25T14:15:42.918" v="621"/>
          <ac:picMkLst>
            <pc:docMk/>
            <pc:sldMk cId="41266239" sldId="263"/>
            <ac:picMk id="9" creationId="{37C1AD3A-3020-4C8C-9D91-701F01A9EC73}"/>
          </ac:picMkLst>
        </pc:picChg>
        <pc:picChg chg="add mod">
          <ac:chgData name="Tobin, Eliza Nicole (ent4pn)" userId="S::ent4pn@virginia.edu::c6f0735e-188b-4a35-9a6a-2de662ec8b5c" providerId="AD" clId="Web-{1F1A1FB4-1734-6915-739D-28610767169F}" dt="2019-06-25T14:42:16.274" v="622" actId="14100"/>
          <ac:picMkLst>
            <pc:docMk/>
            <pc:sldMk cId="41266239" sldId="263"/>
            <ac:picMk id="11" creationId="{0DB8EA29-81A7-448E-AD8B-C2E5D650B7C9}"/>
          </ac:picMkLst>
        </pc:picChg>
      </pc:sldChg>
      <pc:sldChg chg="modSp">
        <pc:chgData name="Tobin, Eliza Nicole (ent4pn)" userId="S::ent4pn@virginia.edu::c6f0735e-188b-4a35-9a6a-2de662ec8b5c" providerId="AD" clId="Web-{1F1A1FB4-1734-6915-739D-28610767169F}" dt="2019-06-25T14:42:35.353" v="623" actId="20577"/>
        <pc:sldMkLst>
          <pc:docMk/>
          <pc:sldMk cId="3025142439" sldId="264"/>
        </pc:sldMkLst>
        <pc:spChg chg="mod">
          <ac:chgData name="Tobin, Eliza Nicole (ent4pn)" userId="S::ent4pn@virginia.edu::c6f0735e-188b-4a35-9a6a-2de662ec8b5c" providerId="AD" clId="Web-{1F1A1FB4-1734-6915-739D-28610767169F}" dt="2019-06-25T14:42:35.353" v="623" actId="20577"/>
          <ac:spMkLst>
            <pc:docMk/>
            <pc:sldMk cId="3025142439" sldId="264"/>
            <ac:spMk id="3" creationId="{7FCEB738-866E-48C4-BB16-56D18DD6B486}"/>
          </ac:spMkLst>
        </pc:spChg>
      </pc:sldChg>
      <pc:sldChg chg="addSp delSp modSp">
        <pc:chgData name="Tobin, Eliza Nicole (ent4pn)" userId="S::ent4pn@virginia.edu::c6f0735e-188b-4a35-9a6a-2de662ec8b5c" providerId="AD" clId="Web-{1F1A1FB4-1734-6915-739D-28610767169F}" dt="2019-06-25T14:51:21.748" v="647" actId="20577"/>
        <pc:sldMkLst>
          <pc:docMk/>
          <pc:sldMk cId="1463822966" sldId="265"/>
        </pc:sldMkLst>
        <pc:spChg chg="mod">
          <ac:chgData name="Tobin, Eliza Nicole (ent4pn)" userId="S::ent4pn@virginia.edu::c6f0735e-188b-4a35-9a6a-2de662ec8b5c" providerId="AD" clId="Web-{1F1A1FB4-1734-6915-739D-28610767169F}" dt="2019-06-25T14:51:21.748" v="647" actId="20577"/>
          <ac:spMkLst>
            <pc:docMk/>
            <pc:sldMk cId="1463822966" sldId="265"/>
            <ac:spMk id="3" creationId="{B079B935-5B8F-47EF-8992-884A2A303AA6}"/>
          </ac:spMkLst>
        </pc:spChg>
        <pc:picChg chg="add del mod">
          <ac:chgData name="Tobin, Eliza Nicole (ent4pn)" userId="S::ent4pn@virginia.edu::c6f0735e-188b-4a35-9a6a-2de662ec8b5c" providerId="AD" clId="Web-{1F1A1FB4-1734-6915-739D-28610767169F}" dt="2019-06-25T14:49:18.727" v="628"/>
          <ac:picMkLst>
            <pc:docMk/>
            <pc:sldMk cId="1463822966" sldId="265"/>
            <ac:picMk id="5" creationId="{BB5452C3-4BC0-4EB1-8A6F-E4A6D3BFA751}"/>
          </ac:picMkLst>
        </pc:picChg>
        <pc:picChg chg="add mod">
          <ac:chgData name="Tobin, Eliza Nicole (ent4pn)" userId="S::ent4pn@virginia.edu::c6f0735e-188b-4a35-9a6a-2de662ec8b5c" providerId="AD" clId="Web-{1F1A1FB4-1734-6915-739D-28610767169F}" dt="2019-06-25T14:49:48.354" v="631" actId="14100"/>
          <ac:picMkLst>
            <pc:docMk/>
            <pc:sldMk cId="1463822966" sldId="265"/>
            <ac:picMk id="7" creationId="{11CB75EC-426E-48FC-9C80-B85072DFE7F6}"/>
          </ac:picMkLst>
        </pc:picChg>
      </pc:sldChg>
    </pc:docChg>
  </pc:docChgLst>
  <pc:docChgLst>
    <pc:chgData name="Cong, Cong (cc2cm)" userId="S::cc2cm@virginia.edu::f07c910d-2f81-4213-8697-fa8eb7446fa4" providerId="AD" clId="Web-{9A9D6AD2-B4E0-CFF4-9D2B-C94BD8C46DEF}"/>
    <pc:docChg chg="modSld sldOrd">
      <pc:chgData name="Cong, Cong (cc2cm)" userId="S::cc2cm@virginia.edu::f07c910d-2f81-4213-8697-fa8eb7446fa4" providerId="AD" clId="Web-{9A9D6AD2-B4E0-CFF4-9D2B-C94BD8C46DEF}" dt="2019-06-26T01:22:06.991" v="196" actId="20577"/>
      <pc:docMkLst>
        <pc:docMk/>
      </pc:docMkLst>
      <pc:sldChg chg="addSp modSp ord">
        <pc:chgData name="Cong, Cong (cc2cm)" userId="S::cc2cm@virginia.edu::f07c910d-2f81-4213-8697-fa8eb7446fa4" providerId="AD" clId="Web-{9A9D6AD2-B4E0-CFF4-9D2B-C94BD8C46DEF}" dt="2019-06-26T01:22:06.991" v="196" actId="20577"/>
        <pc:sldMkLst>
          <pc:docMk/>
          <pc:sldMk cId="3025142439" sldId="264"/>
        </pc:sldMkLst>
        <pc:spChg chg="mod">
          <ac:chgData name="Cong, Cong (cc2cm)" userId="S::cc2cm@virginia.edu::f07c910d-2f81-4213-8697-fa8eb7446fa4" providerId="AD" clId="Web-{9A9D6AD2-B4E0-CFF4-9D2B-C94BD8C46DEF}" dt="2019-06-26T01:22:06.991" v="196" actId="20577"/>
          <ac:spMkLst>
            <pc:docMk/>
            <pc:sldMk cId="3025142439" sldId="264"/>
            <ac:spMk id="3" creationId="{7FCEB738-866E-48C4-BB16-56D18DD6B486}"/>
          </ac:spMkLst>
        </pc:spChg>
        <pc:spChg chg="add mod">
          <ac:chgData name="Cong, Cong (cc2cm)" userId="S::cc2cm@virginia.edu::f07c910d-2f81-4213-8697-fa8eb7446fa4" providerId="AD" clId="Web-{9A9D6AD2-B4E0-CFF4-9D2B-C94BD8C46DEF}" dt="2019-06-26T01:20:54.989" v="182" actId="1076"/>
          <ac:spMkLst>
            <pc:docMk/>
            <pc:sldMk cId="3025142439" sldId="264"/>
            <ac:spMk id="6" creationId="{FE961D8E-B903-4A0C-874F-2BB8E8AC0C60}"/>
          </ac:spMkLst>
        </pc:spChg>
        <pc:picChg chg="mod">
          <ac:chgData name="Cong, Cong (cc2cm)" userId="S::cc2cm@virginia.edu::f07c910d-2f81-4213-8697-fa8eb7446fa4" providerId="AD" clId="Web-{9A9D6AD2-B4E0-CFF4-9D2B-C94BD8C46DEF}" dt="2019-06-26T01:20:49.770" v="180" actId="1076"/>
          <ac:picMkLst>
            <pc:docMk/>
            <pc:sldMk cId="3025142439" sldId="264"/>
            <ac:picMk id="5" creationId="{2D54604D-AF26-4591-A9EE-A633E31265B5}"/>
          </ac:picMkLst>
        </pc:picChg>
      </pc:sldChg>
      <pc:sldChg chg="addSp modSp ord modNotes">
        <pc:chgData name="Cong, Cong (cc2cm)" userId="S::cc2cm@virginia.edu::f07c910d-2f81-4213-8697-fa8eb7446fa4" providerId="AD" clId="Web-{9A9D6AD2-B4E0-CFF4-9D2B-C94BD8C46DEF}" dt="2019-06-26T01:21:35.006" v="195"/>
        <pc:sldMkLst>
          <pc:docMk/>
          <pc:sldMk cId="1463822966" sldId="265"/>
        </pc:sldMkLst>
        <pc:spChg chg="mod">
          <ac:chgData name="Cong, Cong (cc2cm)" userId="S::cc2cm@virginia.edu::f07c910d-2f81-4213-8697-fa8eb7446fa4" providerId="AD" clId="Web-{9A9D6AD2-B4E0-CFF4-9D2B-C94BD8C46DEF}" dt="2019-06-26T01:12:30.429" v="119" actId="20577"/>
          <ac:spMkLst>
            <pc:docMk/>
            <pc:sldMk cId="1463822966" sldId="265"/>
            <ac:spMk id="2" creationId="{31B208F7-7DBA-488D-9FB8-D1EF473DDDE1}"/>
          </ac:spMkLst>
        </pc:spChg>
        <pc:spChg chg="mod">
          <ac:chgData name="Cong, Cong (cc2cm)" userId="S::cc2cm@virginia.edu::f07c910d-2f81-4213-8697-fa8eb7446fa4" providerId="AD" clId="Web-{9A9D6AD2-B4E0-CFF4-9D2B-C94BD8C46DEF}" dt="2019-06-26T01:14:40.792" v="145" actId="1076"/>
          <ac:spMkLst>
            <pc:docMk/>
            <pc:sldMk cId="1463822966" sldId="265"/>
            <ac:spMk id="3" creationId="{B079B935-5B8F-47EF-8992-884A2A303AA6}"/>
          </ac:spMkLst>
        </pc:spChg>
        <pc:picChg chg="mod">
          <ac:chgData name="Cong, Cong (cc2cm)" userId="S::cc2cm@virginia.edu::f07c910d-2f81-4213-8697-fa8eb7446fa4" providerId="AD" clId="Web-{9A9D6AD2-B4E0-CFF4-9D2B-C94BD8C46DEF}" dt="2019-06-26T01:18:17.501" v="156" actId="1076"/>
          <ac:picMkLst>
            <pc:docMk/>
            <pc:sldMk cId="1463822966" sldId="265"/>
            <ac:picMk id="5" creationId="{C9BDA451-A62B-47FB-89C3-411A9E351967}"/>
          </ac:picMkLst>
        </pc:picChg>
        <pc:picChg chg="add mod">
          <ac:chgData name="Cong, Cong (cc2cm)" userId="S::cc2cm@virginia.edu::f07c910d-2f81-4213-8697-fa8eb7446fa4" providerId="AD" clId="Web-{9A9D6AD2-B4E0-CFF4-9D2B-C94BD8C46DEF}" dt="2019-06-26T01:18:28.032" v="157" actId="14100"/>
          <ac:picMkLst>
            <pc:docMk/>
            <pc:sldMk cId="1463822966" sldId="265"/>
            <ac:picMk id="6" creationId="{9F4D30DA-06DA-4B9E-8D82-4589F9CBE567}"/>
          </ac:picMkLst>
        </pc:picChg>
      </pc:sldChg>
    </pc:docChg>
  </pc:docChgLst>
  <pc:docChgLst>
    <pc:chgData name="Cong, Cong (cc2cm)" userId="S::cc2cm@virginia.edu::f07c910d-2f81-4213-8697-fa8eb7446fa4" providerId="AD" clId="Web-{B94C111B-49CB-DDD5-3D3C-08E3F09222E7}"/>
    <pc:docChg chg="addSld modSld sldOrd">
      <pc:chgData name="Cong, Cong (cc2cm)" userId="S::cc2cm@virginia.edu::f07c910d-2f81-4213-8697-fa8eb7446fa4" providerId="AD" clId="Web-{B94C111B-49CB-DDD5-3D3C-08E3F09222E7}" dt="2019-06-28T02:03:57.546" v="361"/>
      <pc:docMkLst>
        <pc:docMk/>
      </pc:docMkLst>
      <pc:sldChg chg="addSp modSp">
        <pc:chgData name="Cong, Cong (cc2cm)" userId="S::cc2cm@virginia.edu::f07c910d-2f81-4213-8697-fa8eb7446fa4" providerId="AD" clId="Web-{B94C111B-49CB-DDD5-3D3C-08E3F09222E7}" dt="2019-06-28T01:43:05.960" v="356" actId="14100"/>
        <pc:sldMkLst>
          <pc:docMk/>
          <pc:sldMk cId="1463822966" sldId="265"/>
        </pc:sldMkLst>
        <pc:spChg chg="mod">
          <ac:chgData name="Cong, Cong (cc2cm)" userId="S::cc2cm@virginia.edu::f07c910d-2f81-4213-8697-fa8eb7446fa4" providerId="AD" clId="Web-{B94C111B-49CB-DDD5-3D3C-08E3F09222E7}" dt="2019-06-28T01:42:01.380" v="264" actId="20577"/>
          <ac:spMkLst>
            <pc:docMk/>
            <pc:sldMk cId="1463822966" sldId="265"/>
            <ac:spMk id="3" creationId="{B079B935-5B8F-47EF-8992-884A2A303AA6}"/>
          </ac:spMkLst>
        </pc:spChg>
        <pc:spChg chg="add mod">
          <ac:chgData name="Cong, Cong (cc2cm)" userId="S::cc2cm@virginia.edu::f07c910d-2f81-4213-8697-fa8eb7446fa4" providerId="AD" clId="Web-{B94C111B-49CB-DDD5-3D3C-08E3F09222E7}" dt="2019-06-28T01:42:59.725" v="353" actId="20577"/>
          <ac:spMkLst>
            <pc:docMk/>
            <pc:sldMk cId="1463822966" sldId="265"/>
            <ac:spMk id="5" creationId="{1C05B0EA-33E4-42A1-AE5A-42F02534EDBF}"/>
          </ac:spMkLst>
        </pc:spChg>
        <pc:picChg chg="mod modCrop">
          <ac:chgData name="Cong, Cong (cc2cm)" userId="S::cc2cm@virginia.edu::f07c910d-2f81-4213-8697-fa8eb7446fa4" providerId="AD" clId="Web-{B94C111B-49CB-DDD5-3D3C-08E3F09222E7}" dt="2019-06-28T01:43:05.960" v="356" actId="14100"/>
          <ac:picMkLst>
            <pc:docMk/>
            <pc:sldMk cId="1463822966" sldId="265"/>
            <ac:picMk id="9" creationId="{F8E9B03A-73D7-4D81-91FB-FE9AE6CA5845}"/>
          </ac:picMkLst>
        </pc:picChg>
      </pc:sldChg>
      <pc:sldChg chg="modSp">
        <pc:chgData name="Cong, Cong (cc2cm)" userId="S::cc2cm@virginia.edu::f07c910d-2f81-4213-8697-fa8eb7446fa4" providerId="AD" clId="Web-{B94C111B-49CB-DDD5-3D3C-08E3F09222E7}" dt="2019-06-28T01:32:03.578" v="184"/>
        <pc:sldMkLst>
          <pc:docMk/>
          <pc:sldMk cId="3737258459" sldId="272"/>
        </pc:sldMkLst>
        <pc:spChg chg="mod">
          <ac:chgData name="Cong, Cong (cc2cm)" userId="S::cc2cm@virginia.edu::f07c910d-2f81-4213-8697-fa8eb7446fa4" providerId="AD" clId="Web-{B94C111B-49CB-DDD5-3D3C-08E3F09222E7}" dt="2019-06-28T01:22:05.981" v="48"/>
          <ac:spMkLst>
            <pc:docMk/>
            <pc:sldMk cId="3737258459" sldId="272"/>
            <ac:spMk id="49" creationId="{975CFC70-A53B-4A46-B94A-4B97EB9C64EF}"/>
          </ac:spMkLst>
        </pc:spChg>
        <pc:spChg chg="mod">
          <ac:chgData name="Cong, Cong (cc2cm)" userId="S::cc2cm@virginia.edu::f07c910d-2f81-4213-8697-fa8eb7446fa4" providerId="AD" clId="Web-{B94C111B-49CB-DDD5-3D3C-08E3F09222E7}" dt="2019-06-28T01:31:57.078" v="182"/>
          <ac:spMkLst>
            <pc:docMk/>
            <pc:sldMk cId="3737258459" sldId="272"/>
            <ac:spMk id="103" creationId="{F4FB92DE-7E4A-4733-8F39-C124D9D09023}"/>
          </ac:spMkLst>
        </pc:spChg>
        <pc:spChg chg="mod">
          <ac:chgData name="Cong, Cong (cc2cm)" userId="S::cc2cm@virginia.edu::f07c910d-2f81-4213-8697-fa8eb7446fa4" providerId="AD" clId="Web-{B94C111B-49CB-DDD5-3D3C-08E3F09222E7}" dt="2019-06-28T01:32:03.578" v="184"/>
          <ac:spMkLst>
            <pc:docMk/>
            <pc:sldMk cId="3737258459" sldId="272"/>
            <ac:spMk id="104" creationId="{FC6AE265-7FF6-4A9A-A81B-06EC3D776068}"/>
          </ac:spMkLst>
        </pc:spChg>
        <pc:spChg chg="mod">
          <ac:chgData name="Cong, Cong (cc2cm)" userId="S::cc2cm@virginia.edu::f07c910d-2f81-4213-8697-fa8eb7446fa4" providerId="AD" clId="Web-{B94C111B-49CB-DDD5-3D3C-08E3F09222E7}" dt="2019-06-28T01:31:45.437" v="180"/>
          <ac:spMkLst>
            <pc:docMk/>
            <pc:sldMk cId="3737258459" sldId="272"/>
            <ac:spMk id="105" creationId="{80D44B26-1254-4612-BDCF-8489005797FB}"/>
          </ac:spMkLst>
        </pc:spChg>
        <pc:spChg chg="mod">
          <ac:chgData name="Cong, Cong (cc2cm)" userId="S::cc2cm@virginia.edu::f07c910d-2f81-4213-8697-fa8eb7446fa4" providerId="AD" clId="Web-{B94C111B-49CB-DDD5-3D3C-08E3F09222E7}" dt="2019-06-28T01:19:41.116" v="24"/>
          <ac:spMkLst>
            <pc:docMk/>
            <pc:sldMk cId="3737258459" sldId="272"/>
            <ac:spMk id="106" creationId="{E35B978E-5950-4782-A0B3-F0530F943F5D}"/>
          </ac:spMkLst>
        </pc:spChg>
        <pc:spChg chg="mod">
          <ac:chgData name="Cong, Cong (cc2cm)" userId="S::cc2cm@virginia.edu::f07c910d-2f81-4213-8697-fa8eb7446fa4" providerId="AD" clId="Web-{B94C111B-49CB-DDD5-3D3C-08E3F09222E7}" dt="2019-06-28T01:19:41.116" v="25"/>
          <ac:spMkLst>
            <pc:docMk/>
            <pc:sldMk cId="3737258459" sldId="272"/>
            <ac:spMk id="107" creationId="{3DC0566D-FECD-4217-B5B9-E56FEBA6A21F}"/>
          </ac:spMkLst>
        </pc:spChg>
        <pc:spChg chg="mod">
          <ac:chgData name="Cong, Cong (cc2cm)" userId="S::cc2cm@virginia.edu::f07c910d-2f81-4213-8697-fa8eb7446fa4" providerId="AD" clId="Web-{B94C111B-49CB-DDD5-3D3C-08E3F09222E7}" dt="2019-06-28T01:19:41.132" v="26"/>
          <ac:spMkLst>
            <pc:docMk/>
            <pc:sldMk cId="3737258459" sldId="272"/>
            <ac:spMk id="108" creationId="{962DAA7B-1C45-4C6D-9F73-F4B7CA2EF446}"/>
          </ac:spMkLst>
        </pc:spChg>
        <pc:spChg chg="mod">
          <ac:chgData name="Cong, Cong (cc2cm)" userId="S::cc2cm@virginia.edu::f07c910d-2f81-4213-8697-fa8eb7446fa4" providerId="AD" clId="Web-{B94C111B-49CB-DDD5-3D3C-08E3F09222E7}" dt="2019-06-28T01:21:26.261" v="47" actId="1076"/>
          <ac:spMkLst>
            <pc:docMk/>
            <pc:sldMk cId="3737258459" sldId="272"/>
            <ac:spMk id="109" creationId="{156193CD-34DF-44E6-AE78-F0F722197CF0}"/>
          </ac:spMkLst>
        </pc:spChg>
      </pc:sldChg>
      <pc:sldChg chg="addSp delSp modSp">
        <pc:chgData name="Cong, Cong (cc2cm)" userId="S::cc2cm@virginia.edu::f07c910d-2f81-4213-8697-fa8eb7446fa4" providerId="AD" clId="Web-{B94C111B-49CB-DDD5-3D3C-08E3F09222E7}" dt="2019-06-28T01:27:07.866" v="138"/>
        <pc:sldMkLst>
          <pc:docMk/>
          <pc:sldMk cId="176989254" sldId="278"/>
        </pc:sldMkLst>
        <pc:spChg chg="add mod">
          <ac:chgData name="Cong, Cong (cc2cm)" userId="S::cc2cm@virginia.edu::f07c910d-2f81-4213-8697-fa8eb7446fa4" providerId="AD" clId="Web-{B94C111B-49CB-DDD5-3D3C-08E3F09222E7}" dt="2019-06-28T01:25:19.315" v="118" actId="1076"/>
          <ac:spMkLst>
            <pc:docMk/>
            <pc:sldMk cId="176989254" sldId="278"/>
            <ac:spMk id="7" creationId="{010C41D2-F9A2-440D-8FE0-C44876AA7F43}"/>
          </ac:spMkLst>
        </pc:spChg>
        <pc:spChg chg="add del mod">
          <ac:chgData name="Cong, Cong (cc2cm)" userId="S::cc2cm@virginia.edu::f07c910d-2f81-4213-8697-fa8eb7446fa4" providerId="AD" clId="Web-{B94C111B-49CB-DDD5-3D3C-08E3F09222E7}" dt="2019-06-28T01:27:02.694" v="137"/>
          <ac:spMkLst>
            <pc:docMk/>
            <pc:sldMk cId="176989254" sldId="278"/>
            <ac:spMk id="8" creationId="{B1105D69-BED9-45F4-98DA-C584C1339523}"/>
          </ac:spMkLst>
        </pc:spChg>
        <pc:spChg chg="add del mod">
          <ac:chgData name="Cong, Cong (cc2cm)" userId="S::cc2cm@virginia.edu::f07c910d-2f81-4213-8697-fa8eb7446fa4" providerId="AD" clId="Web-{B94C111B-49CB-DDD5-3D3C-08E3F09222E7}" dt="2019-06-28T01:27:07.866" v="138"/>
          <ac:spMkLst>
            <pc:docMk/>
            <pc:sldMk cId="176989254" sldId="278"/>
            <ac:spMk id="9" creationId="{E5E5BC47-1B8D-4F9E-B7DC-496FDA6A625C}"/>
          </ac:spMkLst>
        </pc:spChg>
        <pc:picChg chg="mod">
          <ac:chgData name="Cong, Cong (cc2cm)" userId="S::cc2cm@virginia.edu::f07c910d-2f81-4213-8697-fa8eb7446fa4" providerId="AD" clId="Web-{B94C111B-49CB-DDD5-3D3C-08E3F09222E7}" dt="2019-06-28T01:24:41.720" v="90" actId="1076"/>
          <ac:picMkLst>
            <pc:docMk/>
            <pc:sldMk cId="176989254" sldId="278"/>
            <ac:picMk id="5" creationId="{B8205D79-8E17-476E-B26F-A6DF09E77547}"/>
          </ac:picMkLst>
        </pc:picChg>
        <pc:picChg chg="del">
          <ac:chgData name="Cong, Cong (cc2cm)" userId="S::cc2cm@virginia.edu::f07c910d-2f81-4213-8697-fa8eb7446fa4" providerId="AD" clId="Web-{B94C111B-49CB-DDD5-3D3C-08E3F09222E7}" dt="2019-06-28T01:22:47.217" v="49"/>
          <ac:picMkLst>
            <pc:docMk/>
            <pc:sldMk cId="176989254" sldId="278"/>
            <ac:picMk id="6" creationId="{0D0B33E2-6DE0-47EC-BFB7-8901497A00D0}"/>
          </ac:picMkLst>
        </pc:picChg>
      </pc:sldChg>
      <pc:sldChg chg="addSp delSp modSp add replId">
        <pc:chgData name="Cong, Cong (cc2cm)" userId="S::cc2cm@virginia.edu::f07c910d-2f81-4213-8697-fa8eb7446fa4" providerId="AD" clId="Web-{B94C111B-49CB-DDD5-3D3C-08E3F09222E7}" dt="2019-06-28T01:32:26.626" v="196" actId="20577"/>
        <pc:sldMkLst>
          <pc:docMk/>
          <pc:sldMk cId="1735515525" sldId="279"/>
        </pc:sldMkLst>
        <pc:spChg chg="add mod">
          <ac:chgData name="Cong, Cong (cc2cm)" userId="S::cc2cm@virginia.edu::f07c910d-2f81-4213-8697-fa8eb7446fa4" providerId="AD" clId="Web-{B94C111B-49CB-DDD5-3D3C-08E3F09222E7}" dt="2019-06-28T01:32:26.626" v="196" actId="20577"/>
          <ac:spMkLst>
            <pc:docMk/>
            <pc:sldMk cId="1735515525" sldId="279"/>
            <ac:spMk id="6" creationId="{2C46C8DC-0EDE-4DE1-8722-1970D052DDFD}"/>
          </ac:spMkLst>
        </pc:spChg>
        <pc:spChg chg="del">
          <ac:chgData name="Cong, Cong (cc2cm)" userId="S::cc2cm@virginia.edu::f07c910d-2f81-4213-8697-fa8eb7446fa4" providerId="AD" clId="Web-{B94C111B-49CB-DDD5-3D3C-08E3F09222E7}" dt="2019-06-28T01:31:22.671" v="178"/>
          <ac:spMkLst>
            <pc:docMk/>
            <pc:sldMk cId="1735515525" sldId="279"/>
            <ac:spMk id="8" creationId="{B1105D69-BED9-45F4-98DA-C584C1339523}"/>
          </ac:spMkLst>
        </pc:spChg>
        <pc:cxnChg chg="add mod">
          <ac:chgData name="Cong, Cong (cc2cm)" userId="S::cc2cm@virginia.edu::f07c910d-2f81-4213-8697-fa8eb7446fa4" providerId="AD" clId="Web-{B94C111B-49CB-DDD5-3D3C-08E3F09222E7}" dt="2019-06-28T01:32:22.422" v="188" actId="1076"/>
          <ac:cxnSpMkLst>
            <pc:docMk/>
            <pc:sldMk cId="1735515525" sldId="279"/>
            <ac:cxnSpMk id="12" creationId="{F2EFCFA1-EF67-4B07-8725-CF03C602C6ED}"/>
          </ac:cxnSpMkLst>
        </pc:cxnChg>
      </pc:sldChg>
      <pc:sldChg chg="addSp delSp modSp add ord replId">
        <pc:chgData name="Cong, Cong (cc2cm)" userId="S::cc2cm@virginia.edu::f07c910d-2f81-4213-8697-fa8eb7446fa4" providerId="AD" clId="Web-{B94C111B-49CB-DDD5-3D3C-08E3F09222E7}" dt="2019-06-28T02:03:57.546" v="361"/>
        <pc:sldMkLst>
          <pc:docMk/>
          <pc:sldMk cId="2209731108" sldId="280"/>
        </pc:sldMkLst>
        <pc:spChg chg="add mod">
          <ac:chgData name="Cong, Cong (cc2cm)" userId="S::cc2cm@virginia.edu::f07c910d-2f81-4213-8697-fa8eb7446fa4" providerId="AD" clId="Web-{B94C111B-49CB-DDD5-3D3C-08E3F09222E7}" dt="2019-06-28T01:31:16.264" v="177"/>
          <ac:spMkLst>
            <pc:docMk/>
            <pc:sldMk cId="2209731108" sldId="280"/>
            <ac:spMk id="6" creationId="{F1C332D7-1763-4626-B3BE-0E6AC4EE6F60}"/>
          </ac:spMkLst>
        </pc:spChg>
        <pc:spChg chg="del">
          <ac:chgData name="Cong, Cong (cc2cm)" userId="S::cc2cm@virginia.edu::f07c910d-2f81-4213-8697-fa8eb7446fa4" providerId="AD" clId="Web-{B94C111B-49CB-DDD5-3D3C-08E3F09222E7}" dt="2019-06-28T01:27:22.742" v="140"/>
          <ac:spMkLst>
            <pc:docMk/>
            <pc:sldMk cId="2209731108" sldId="280"/>
            <ac:spMk id="9" creationId="{E5E5BC47-1B8D-4F9E-B7DC-496FDA6A625C}"/>
          </ac:spMkLst>
        </pc:spChg>
        <pc:spChg chg="add mod">
          <ac:chgData name="Cong, Cong (cc2cm)" userId="S::cc2cm@virginia.edu::f07c910d-2f81-4213-8697-fa8eb7446fa4" providerId="AD" clId="Web-{B94C111B-49CB-DDD5-3D3C-08E3F09222E7}" dt="2019-06-28T01:33:29.971" v="201" actId="1076"/>
          <ac:spMkLst>
            <pc:docMk/>
            <pc:sldMk cId="2209731108" sldId="280"/>
            <ac:spMk id="10" creationId="{F7900F28-B5B4-4627-A830-18691399A238}"/>
          </ac:spMkLst>
        </pc:spChg>
        <pc:spChg chg="add del mod">
          <ac:chgData name="Cong, Cong (cc2cm)" userId="S::cc2cm@virginia.edu::f07c910d-2f81-4213-8697-fa8eb7446fa4" providerId="AD" clId="Web-{B94C111B-49CB-DDD5-3D3C-08E3F09222E7}" dt="2019-06-28T01:30:47.544" v="173"/>
          <ac:spMkLst>
            <pc:docMk/>
            <pc:sldMk cId="2209731108" sldId="280"/>
            <ac:spMk id="13" creationId="{704B8F9B-8D14-4E16-AE0D-30559F264D75}"/>
          </ac:spMkLst>
        </pc:spChg>
        <pc:spChg chg="add mod">
          <ac:chgData name="Cong, Cong (cc2cm)" userId="S::cc2cm@virginia.edu::f07c910d-2f81-4213-8697-fa8eb7446fa4" providerId="AD" clId="Web-{B94C111B-49CB-DDD5-3D3C-08E3F09222E7}" dt="2019-06-28T01:34:08.379" v="206" actId="14100"/>
          <ac:spMkLst>
            <pc:docMk/>
            <pc:sldMk cId="2209731108" sldId="280"/>
            <ac:spMk id="14" creationId="{490569B8-2396-436F-AC0E-DDE9771BE64C}"/>
          </ac:spMkLst>
        </pc:spChg>
        <pc:picChg chg="add del mod">
          <ac:chgData name="Cong, Cong (cc2cm)" userId="S::cc2cm@virginia.edu::f07c910d-2f81-4213-8697-fa8eb7446fa4" providerId="AD" clId="Web-{B94C111B-49CB-DDD5-3D3C-08E3F09222E7}" dt="2019-06-28T02:03:57.546" v="361"/>
          <ac:picMkLst>
            <pc:docMk/>
            <pc:sldMk cId="2209731108" sldId="280"/>
            <ac:picMk id="15" creationId="{3118E41B-3AC3-40A3-AEDD-2B75EF53E9F5}"/>
          </ac:picMkLst>
        </pc:picChg>
        <pc:cxnChg chg="add mod">
          <ac:chgData name="Cong, Cong (cc2cm)" userId="S::cc2cm@virginia.edu::f07c910d-2f81-4213-8697-fa8eb7446fa4" providerId="AD" clId="Web-{B94C111B-49CB-DDD5-3D3C-08E3F09222E7}" dt="2019-06-28T01:31:08.969" v="176"/>
          <ac:cxnSpMkLst>
            <pc:docMk/>
            <pc:sldMk cId="2209731108" sldId="280"/>
            <ac:cxnSpMk id="11" creationId="{9955D030-33D6-4622-9D3C-622B02560A4C}"/>
          </ac:cxnSpMkLst>
        </pc:cxnChg>
        <pc:cxnChg chg="add del mod">
          <ac:chgData name="Cong, Cong (cc2cm)" userId="S::cc2cm@virginia.edu::f07c910d-2f81-4213-8697-fa8eb7446fa4" providerId="AD" clId="Web-{B94C111B-49CB-DDD5-3D3C-08E3F09222E7}" dt="2019-06-28T01:30:16.403" v="167"/>
          <ac:cxnSpMkLst>
            <pc:docMk/>
            <pc:sldMk cId="2209731108" sldId="280"/>
            <ac:cxnSpMk id="12" creationId="{9CBB4E46-DCFB-4B19-9E08-45BCB4D287DA}"/>
          </ac:cxnSpMkLst>
        </pc:cxnChg>
      </pc:sldChg>
    </pc:docChg>
  </pc:docChgLst>
  <pc:docChgLst>
    <pc:chgData name="Isch, Calvin (ci3uz)" userId="S::ci3uz@virginia.edu::d1b8b1a6-b223-4c78-a3de-e3d4ac8ab098" providerId="AD" clId="Web-{D0E7570B-E510-AD1F-5E2B-D7F017787FC7}"/>
    <pc:docChg chg="addSld delSld modSld sldOrd">
      <pc:chgData name="Isch, Calvin (ci3uz)" userId="S::ci3uz@virginia.edu::d1b8b1a6-b223-4c78-a3de-e3d4ac8ab098" providerId="AD" clId="Web-{D0E7570B-E510-AD1F-5E2B-D7F017787FC7}" dt="2019-06-27T19:42:31.931" v="1032"/>
      <pc:docMkLst>
        <pc:docMk/>
      </pc:docMkLst>
      <pc:sldChg chg="addSp delSp modSp">
        <pc:chgData name="Isch, Calvin (ci3uz)" userId="S::ci3uz@virginia.edu::d1b8b1a6-b223-4c78-a3de-e3d4ac8ab098" providerId="AD" clId="Web-{D0E7570B-E510-AD1F-5E2B-D7F017787FC7}" dt="2019-06-27T19:23:48.895" v="980" actId="1076"/>
        <pc:sldMkLst>
          <pc:docMk/>
          <pc:sldMk cId="177094961" sldId="266"/>
        </pc:sldMkLst>
        <pc:spChg chg="mod">
          <ac:chgData name="Isch, Calvin (ci3uz)" userId="S::ci3uz@virginia.edu::d1b8b1a6-b223-4c78-a3de-e3d4ac8ab098" providerId="AD" clId="Web-{D0E7570B-E510-AD1F-5E2B-D7F017787FC7}" dt="2019-06-27T17:55:10.322" v="843" actId="1076"/>
          <ac:spMkLst>
            <pc:docMk/>
            <pc:sldMk cId="177094961" sldId="266"/>
            <ac:spMk id="3" creationId="{8F721D33-972A-4843-9395-A8380C945858}"/>
          </ac:spMkLst>
        </pc:spChg>
        <pc:spChg chg="mod">
          <ac:chgData name="Isch, Calvin (ci3uz)" userId="S::ci3uz@virginia.edu::d1b8b1a6-b223-4c78-a3de-e3d4ac8ab098" providerId="AD" clId="Web-{D0E7570B-E510-AD1F-5E2B-D7F017787FC7}" dt="2019-06-27T17:55:10.337" v="844" actId="1076"/>
          <ac:spMkLst>
            <pc:docMk/>
            <pc:sldMk cId="177094961" sldId="266"/>
            <ac:spMk id="5" creationId="{61878908-5ACA-4EF4-ADB3-DD118703F945}"/>
          </ac:spMkLst>
        </pc:spChg>
        <pc:spChg chg="del">
          <ac:chgData name="Isch, Calvin (ci3uz)" userId="S::ci3uz@virginia.edu::d1b8b1a6-b223-4c78-a3de-e3d4ac8ab098" providerId="AD" clId="Web-{D0E7570B-E510-AD1F-5E2B-D7F017787FC7}" dt="2019-06-27T17:47:21.658" v="676"/>
          <ac:spMkLst>
            <pc:docMk/>
            <pc:sldMk cId="177094961" sldId="266"/>
            <ac:spMk id="6" creationId="{7EAFD245-C45E-41D7-A51C-4FCDA0ED5A5E}"/>
          </ac:spMkLst>
        </pc:spChg>
        <pc:spChg chg="add del mod">
          <ac:chgData name="Isch, Calvin (ci3uz)" userId="S::ci3uz@virginia.edu::d1b8b1a6-b223-4c78-a3de-e3d4ac8ab098" providerId="AD" clId="Web-{D0E7570B-E510-AD1F-5E2B-D7F017787FC7}" dt="2019-06-27T17:51:21.881" v="797"/>
          <ac:spMkLst>
            <pc:docMk/>
            <pc:sldMk cId="177094961" sldId="266"/>
            <ac:spMk id="8" creationId="{587C7D23-87F9-428D-9376-3DF69B9AD88E}"/>
          </ac:spMkLst>
        </pc:spChg>
        <pc:spChg chg="mod">
          <ac:chgData name="Isch, Calvin (ci3uz)" userId="S::ci3uz@virginia.edu::d1b8b1a6-b223-4c78-a3de-e3d4ac8ab098" providerId="AD" clId="Web-{D0E7570B-E510-AD1F-5E2B-D7F017787FC7}" dt="2019-06-27T19:23:48.895" v="980" actId="1076"/>
          <ac:spMkLst>
            <pc:docMk/>
            <pc:sldMk cId="177094961" sldId="266"/>
            <ac:spMk id="12" creationId="{D97815C4-87B1-43E7-B0CE-644C5EE45363}"/>
          </ac:spMkLst>
        </pc:spChg>
        <pc:spChg chg="mod">
          <ac:chgData name="Isch, Calvin (ci3uz)" userId="S::ci3uz@virginia.edu::d1b8b1a6-b223-4c78-a3de-e3d4ac8ab098" providerId="AD" clId="Web-{D0E7570B-E510-AD1F-5E2B-D7F017787FC7}" dt="2019-06-27T17:55:10.306" v="842" actId="1076"/>
          <ac:spMkLst>
            <pc:docMk/>
            <pc:sldMk cId="177094961" sldId="266"/>
            <ac:spMk id="15" creationId="{A28FB2A3-C6A0-4834-AB8E-76C8863A7ED7}"/>
          </ac:spMkLst>
        </pc:spChg>
        <pc:picChg chg="mod">
          <ac:chgData name="Isch, Calvin (ci3uz)" userId="S::ci3uz@virginia.edu::d1b8b1a6-b223-4c78-a3de-e3d4ac8ab098" providerId="AD" clId="Web-{D0E7570B-E510-AD1F-5E2B-D7F017787FC7}" dt="2019-06-27T19:23:44.598" v="979" actId="1076"/>
          <ac:picMkLst>
            <pc:docMk/>
            <pc:sldMk cId="177094961" sldId="266"/>
            <ac:picMk id="10" creationId="{65E99D5E-3DE6-4AAF-982A-7FBA1E85EB7D}"/>
          </ac:picMkLst>
        </pc:picChg>
      </pc:sldChg>
      <pc:sldChg chg="modSp">
        <pc:chgData name="Isch, Calvin (ci3uz)" userId="S::ci3uz@virginia.edu::d1b8b1a6-b223-4c78-a3de-e3d4ac8ab098" providerId="AD" clId="Web-{D0E7570B-E510-AD1F-5E2B-D7F017787FC7}" dt="2019-06-27T19:26:57.463" v="1023" actId="20577"/>
        <pc:sldMkLst>
          <pc:docMk/>
          <pc:sldMk cId="3149581928" sldId="269"/>
        </pc:sldMkLst>
        <pc:spChg chg="mod">
          <ac:chgData name="Isch, Calvin (ci3uz)" userId="S::ci3uz@virginia.edu::d1b8b1a6-b223-4c78-a3de-e3d4ac8ab098" providerId="AD" clId="Web-{D0E7570B-E510-AD1F-5E2B-D7F017787FC7}" dt="2019-06-27T19:24:50.631" v="1017" actId="1076"/>
          <ac:spMkLst>
            <pc:docMk/>
            <pc:sldMk cId="3149581928" sldId="269"/>
            <ac:spMk id="3" creationId="{49CC41E8-729D-4674-A31F-FB2A897270D6}"/>
          </ac:spMkLst>
        </pc:spChg>
        <pc:spChg chg="mod">
          <ac:chgData name="Isch, Calvin (ci3uz)" userId="S::ci3uz@virginia.edu::d1b8b1a6-b223-4c78-a3de-e3d4ac8ab098" providerId="AD" clId="Web-{D0E7570B-E510-AD1F-5E2B-D7F017787FC7}" dt="2019-06-27T19:26:57.463" v="1023" actId="20577"/>
          <ac:spMkLst>
            <pc:docMk/>
            <pc:sldMk cId="3149581928" sldId="269"/>
            <ac:spMk id="4" creationId="{A021386D-66FF-4D22-BE55-3BB9EB9CF6F6}"/>
          </ac:spMkLst>
        </pc:spChg>
        <pc:picChg chg="mod">
          <ac:chgData name="Isch, Calvin (ci3uz)" userId="S::ci3uz@virginia.edu::d1b8b1a6-b223-4c78-a3de-e3d4ac8ab098" providerId="AD" clId="Web-{D0E7570B-E510-AD1F-5E2B-D7F017787FC7}" dt="2019-06-27T19:24:52.256" v="1019" actId="1076"/>
          <ac:picMkLst>
            <pc:docMk/>
            <pc:sldMk cId="3149581928" sldId="269"/>
            <ac:picMk id="6" creationId="{8F431266-1B63-4345-A372-70C66610AD65}"/>
          </ac:picMkLst>
        </pc:picChg>
      </pc:sldChg>
      <pc:sldChg chg="modSp">
        <pc:chgData name="Isch, Calvin (ci3uz)" userId="S::ci3uz@virginia.edu::d1b8b1a6-b223-4c78-a3de-e3d4ac8ab098" providerId="AD" clId="Web-{D0E7570B-E510-AD1F-5E2B-D7F017787FC7}" dt="2019-06-27T19:28:46.514" v="1025" actId="20577"/>
        <pc:sldMkLst>
          <pc:docMk/>
          <pc:sldMk cId="2854963562" sldId="271"/>
        </pc:sldMkLst>
        <pc:spChg chg="mod">
          <ac:chgData name="Isch, Calvin (ci3uz)" userId="S::ci3uz@virginia.edu::d1b8b1a6-b223-4c78-a3de-e3d4ac8ab098" providerId="AD" clId="Web-{D0E7570B-E510-AD1F-5E2B-D7F017787FC7}" dt="2019-06-27T19:28:46.514" v="1025" actId="20577"/>
          <ac:spMkLst>
            <pc:docMk/>
            <pc:sldMk cId="2854963562" sldId="271"/>
            <ac:spMk id="8" creationId="{30CA7313-CC32-47A5-BE36-4BA55FDD5667}"/>
          </ac:spMkLst>
        </pc:spChg>
      </pc:sldChg>
      <pc:sldChg chg="addSp modSp new ord">
        <pc:chgData name="Isch, Calvin (ci3uz)" userId="S::ci3uz@virginia.edu::d1b8b1a6-b223-4c78-a3de-e3d4ac8ab098" providerId="AD" clId="Web-{D0E7570B-E510-AD1F-5E2B-D7F017787FC7}" dt="2019-06-27T17:48:00.878" v="748" actId="20577"/>
        <pc:sldMkLst>
          <pc:docMk/>
          <pc:sldMk cId="3737258459" sldId="272"/>
        </pc:sldMkLst>
        <pc:graphicFrameChg chg="add mod modGraphic">
          <ac:chgData name="Isch, Calvin (ci3uz)" userId="S::ci3uz@virginia.edu::d1b8b1a6-b223-4c78-a3de-e3d4ac8ab098" providerId="AD" clId="Web-{D0E7570B-E510-AD1F-5E2B-D7F017787FC7}" dt="2019-06-27T17:48:00.878" v="748" actId="20577"/>
          <ac:graphicFrameMkLst>
            <pc:docMk/>
            <pc:sldMk cId="3737258459" sldId="272"/>
            <ac:graphicFrameMk id="3" creationId="{4FF4A4C5-FA5A-4BA0-95BD-01DCFAF7838C}"/>
          </ac:graphicFrameMkLst>
        </pc:graphicFrameChg>
      </pc:sldChg>
      <pc:sldChg chg="add ord replId">
        <pc:chgData name="Isch, Calvin (ci3uz)" userId="S::ci3uz@virginia.edu::d1b8b1a6-b223-4c78-a3de-e3d4ac8ab098" providerId="AD" clId="Web-{D0E7570B-E510-AD1F-5E2B-D7F017787FC7}" dt="2019-06-27T17:49:02.816" v="752"/>
        <pc:sldMkLst>
          <pc:docMk/>
          <pc:sldMk cId="229518808" sldId="274"/>
        </pc:sldMkLst>
      </pc:sldChg>
      <pc:sldChg chg="new del">
        <pc:chgData name="Isch, Calvin (ci3uz)" userId="S::ci3uz@virginia.edu::d1b8b1a6-b223-4c78-a3de-e3d4ac8ab098" providerId="AD" clId="Web-{D0E7570B-E510-AD1F-5E2B-D7F017787FC7}" dt="2019-06-27T17:48:57.628" v="750"/>
        <pc:sldMkLst>
          <pc:docMk/>
          <pc:sldMk cId="1156389575" sldId="274"/>
        </pc:sldMkLst>
      </pc:sldChg>
      <pc:sldChg chg="modSp add del replId">
        <pc:chgData name="Isch, Calvin (ci3uz)" userId="S::ci3uz@virginia.edu::d1b8b1a6-b223-4c78-a3de-e3d4ac8ab098" providerId="AD" clId="Web-{D0E7570B-E510-AD1F-5E2B-D7F017787FC7}" dt="2019-06-27T17:57:10.449" v="960"/>
        <pc:sldMkLst>
          <pc:docMk/>
          <pc:sldMk cId="1941539193" sldId="275"/>
        </pc:sldMkLst>
        <pc:spChg chg="mod">
          <ac:chgData name="Isch, Calvin (ci3uz)" userId="S::ci3uz@virginia.edu::d1b8b1a6-b223-4c78-a3de-e3d4ac8ab098" providerId="AD" clId="Web-{D0E7570B-E510-AD1F-5E2B-D7F017787FC7}" dt="2019-06-27T17:52:03.319" v="807" actId="1076"/>
          <ac:spMkLst>
            <pc:docMk/>
            <pc:sldMk cId="1941539193" sldId="275"/>
            <ac:spMk id="8" creationId="{587C7D23-87F9-428D-9376-3DF69B9AD88E}"/>
          </ac:spMkLst>
        </pc:spChg>
      </pc:sldChg>
      <pc:sldChg chg="addSp delSp modSp add replId">
        <pc:chgData name="Isch, Calvin (ci3uz)" userId="S::ci3uz@virginia.edu::d1b8b1a6-b223-4c78-a3de-e3d4ac8ab098" providerId="AD" clId="Web-{D0E7570B-E510-AD1F-5E2B-D7F017787FC7}" dt="2019-06-27T19:29:30.578" v="1028" actId="1076"/>
        <pc:sldMkLst>
          <pc:docMk/>
          <pc:sldMk cId="1003456972" sldId="276"/>
        </pc:sldMkLst>
        <pc:spChg chg="add mod">
          <ac:chgData name="Isch, Calvin (ci3uz)" userId="S::ci3uz@virginia.edu::d1b8b1a6-b223-4c78-a3de-e3d4ac8ab098" providerId="AD" clId="Web-{D0E7570B-E510-AD1F-5E2B-D7F017787FC7}" dt="2019-06-27T17:57:05.902" v="958" actId="20577"/>
          <ac:spMkLst>
            <pc:docMk/>
            <pc:sldMk cId="1003456972" sldId="276"/>
            <ac:spMk id="6" creationId="{1E9316F5-59FB-4106-96CC-3B4DEA41FBE5}"/>
          </ac:spMkLst>
        </pc:spChg>
        <pc:spChg chg="add del mod">
          <ac:chgData name="Isch, Calvin (ci3uz)" userId="S::ci3uz@virginia.edu::d1b8b1a6-b223-4c78-a3de-e3d4ac8ab098" providerId="AD" clId="Web-{D0E7570B-E510-AD1F-5E2B-D7F017787FC7}" dt="2019-06-27T19:17:49.258" v="974"/>
          <ac:spMkLst>
            <pc:docMk/>
            <pc:sldMk cId="1003456972" sldId="276"/>
            <ac:spMk id="7" creationId="{A4BD69E1-4C34-43AD-B055-D1B8696B7384}"/>
          </ac:spMkLst>
        </pc:spChg>
        <pc:spChg chg="mod">
          <ac:chgData name="Isch, Calvin (ci3uz)" userId="S::ci3uz@virginia.edu::d1b8b1a6-b223-4c78-a3de-e3d4ac8ab098" providerId="AD" clId="Web-{D0E7570B-E510-AD1F-5E2B-D7F017787FC7}" dt="2019-06-27T19:29:30.578" v="1028" actId="1076"/>
          <ac:spMkLst>
            <pc:docMk/>
            <pc:sldMk cId="1003456972" sldId="276"/>
            <ac:spMk id="12" creationId="{D97815C4-87B1-43E7-B0CE-644C5EE45363}"/>
          </ac:spMkLst>
        </pc:spChg>
        <pc:picChg chg="mod">
          <ac:chgData name="Isch, Calvin (ci3uz)" userId="S::ci3uz@virginia.edu::d1b8b1a6-b223-4c78-a3de-e3d4ac8ab098" providerId="AD" clId="Web-{D0E7570B-E510-AD1F-5E2B-D7F017787FC7}" dt="2019-06-27T19:29:24.921" v="1027" actId="1076"/>
          <ac:picMkLst>
            <pc:docMk/>
            <pc:sldMk cId="1003456972" sldId="276"/>
            <ac:picMk id="10" creationId="{65E99D5E-3DE6-4AAF-982A-7FBA1E85EB7D}"/>
          </ac:picMkLst>
        </pc:picChg>
      </pc:sldChg>
      <pc:sldChg chg="add del replId">
        <pc:chgData name="Isch, Calvin (ci3uz)" userId="S::ci3uz@virginia.edu::d1b8b1a6-b223-4c78-a3de-e3d4ac8ab098" providerId="AD" clId="Web-{D0E7570B-E510-AD1F-5E2B-D7F017787FC7}" dt="2019-06-27T19:23:21.925" v="976"/>
        <pc:sldMkLst>
          <pc:docMk/>
          <pc:sldMk cId="1553472686" sldId="279"/>
        </pc:sldMkLst>
      </pc:sldChg>
      <pc:sldChg chg="modSp add ord replId">
        <pc:chgData name="Isch, Calvin (ci3uz)" userId="S::ci3uz@virginia.edu::d1b8b1a6-b223-4c78-a3de-e3d4ac8ab098" providerId="AD" clId="Web-{D0E7570B-E510-AD1F-5E2B-D7F017787FC7}" dt="2019-06-27T19:34:12.430" v="1030" actId="20577"/>
        <pc:sldMkLst>
          <pc:docMk/>
          <pc:sldMk cId="3852346126" sldId="279"/>
        </pc:sldMkLst>
        <pc:graphicFrameChg chg="modGraphic">
          <ac:chgData name="Isch, Calvin (ci3uz)" userId="S::ci3uz@virginia.edu::d1b8b1a6-b223-4c78-a3de-e3d4ac8ab098" providerId="AD" clId="Web-{D0E7570B-E510-AD1F-5E2B-D7F017787FC7}" dt="2019-06-27T19:34:12.430" v="1030" actId="20577"/>
          <ac:graphicFrameMkLst>
            <pc:docMk/>
            <pc:sldMk cId="3852346126" sldId="279"/>
            <ac:graphicFrameMk id="3" creationId="{4FF4A4C5-FA5A-4BA0-95BD-01DCFAF7838C}"/>
          </ac:graphicFrameMkLst>
        </pc:graphicFrameChg>
      </pc:sldChg>
      <pc:sldChg chg="add ord replId">
        <pc:chgData name="Isch, Calvin (ci3uz)" userId="S::ci3uz@virginia.edu::d1b8b1a6-b223-4c78-a3de-e3d4ac8ab098" providerId="AD" clId="Web-{D0E7570B-E510-AD1F-5E2B-D7F017787FC7}" dt="2019-06-27T19:42:31.931" v="1032"/>
        <pc:sldMkLst>
          <pc:docMk/>
          <pc:sldMk cId="2160134025" sldId="280"/>
        </pc:sldMkLst>
      </pc:sldChg>
    </pc:docChg>
  </pc:docChgLst>
  <pc:docChgLst>
    <pc:chgData name="Isch, Calvin (ci3uz)" userId="S::ci3uz@virginia.edu::d1b8b1a6-b223-4c78-a3de-e3d4ac8ab098" providerId="AD" clId="Web-{83BC3C60-F0B6-9453-47BA-6FFD428D8DF8}"/>
    <pc:docChg chg="modSld">
      <pc:chgData name="Isch, Calvin (ci3uz)" userId="S::ci3uz@virginia.edu::d1b8b1a6-b223-4c78-a3de-e3d4ac8ab098" providerId="AD" clId="Web-{83BC3C60-F0B6-9453-47BA-6FFD428D8DF8}" dt="2019-06-28T12:39:34.568" v="110"/>
      <pc:docMkLst>
        <pc:docMk/>
      </pc:docMkLst>
      <pc:sldChg chg="addSp modSp">
        <pc:chgData name="Isch, Calvin (ci3uz)" userId="S::ci3uz@virginia.edu::d1b8b1a6-b223-4c78-a3de-e3d4ac8ab098" providerId="AD" clId="Web-{83BC3C60-F0B6-9453-47BA-6FFD428D8DF8}" dt="2019-06-28T12:37:57.985" v="86" actId="1076"/>
        <pc:sldMkLst>
          <pc:docMk/>
          <pc:sldMk cId="177094961" sldId="266"/>
        </pc:sldMkLst>
        <pc:spChg chg="mod">
          <ac:chgData name="Isch, Calvin (ci3uz)" userId="S::ci3uz@virginia.edu::d1b8b1a6-b223-4c78-a3de-e3d4ac8ab098" providerId="AD" clId="Web-{83BC3C60-F0B6-9453-47BA-6FFD428D8DF8}" dt="2019-06-28T12:29:51.649" v="57" actId="20577"/>
          <ac:spMkLst>
            <pc:docMk/>
            <pc:sldMk cId="177094961" sldId="266"/>
            <ac:spMk id="3" creationId="{8F721D33-972A-4843-9395-A8380C945858}"/>
          </ac:spMkLst>
        </pc:spChg>
        <pc:spChg chg="mod">
          <ac:chgData name="Isch, Calvin (ci3uz)" userId="S::ci3uz@virginia.edu::d1b8b1a6-b223-4c78-a3de-e3d4ac8ab098" providerId="AD" clId="Web-{83BC3C60-F0B6-9453-47BA-6FFD428D8DF8}" dt="2019-06-28T12:30:03.056" v="60" actId="1076"/>
          <ac:spMkLst>
            <pc:docMk/>
            <pc:sldMk cId="177094961" sldId="266"/>
            <ac:spMk id="5" creationId="{61878908-5ACA-4EF4-ADB3-DD118703F945}"/>
          </ac:spMkLst>
        </pc:spChg>
        <pc:spChg chg="mod">
          <ac:chgData name="Isch, Calvin (ci3uz)" userId="S::ci3uz@virginia.edu::d1b8b1a6-b223-4c78-a3de-e3d4ac8ab098" providerId="AD" clId="Web-{83BC3C60-F0B6-9453-47BA-6FFD428D8DF8}" dt="2019-06-28T12:37:13.140" v="81" actId="1076"/>
          <ac:spMkLst>
            <pc:docMk/>
            <pc:sldMk cId="177094961" sldId="266"/>
            <ac:spMk id="15" creationId="{A28FB2A3-C6A0-4834-AB8E-76C8863A7ED7}"/>
          </ac:spMkLst>
        </pc:spChg>
        <pc:picChg chg="add mod modCrop">
          <ac:chgData name="Isch, Calvin (ci3uz)" userId="S::ci3uz@virginia.edu::d1b8b1a6-b223-4c78-a3de-e3d4ac8ab098" providerId="AD" clId="Web-{83BC3C60-F0B6-9453-47BA-6FFD428D8DF8}" dt="2019-06-28T12:37:57.939" v="85" actId="1076"/>
          <ac:picMkLst>
            <pc:docMk/>
            <pc:sldMk cId="177094961" sldId="266"/>
            <ac:picMk id="6" creationId="{FB971827-5E29-444B-B02C-C7D71E725182}"/>
          </ac:picMkLst>
        </pc:picChg>
        <pc:picChg chg="add mod modCrop">
          <ac:chgData name="Isch, Calvin (ci3uz)" userId="S::ci3uz@virginia.edu::d1b8b1a6-b223-4c78-a3de-e3d4ac8ab098" providerId="AD" clId="Web-{83BC3C60-F0B6-9453-47BA-6FFD428D8DF8}" dt="2019-06-28T12:37:57.985" v="86" actId="1076"/>
          <ac:picMkLst>
            <pc:docMk/>
            <pc:sldMk cId="177094961" sldId="266"/>
            <ac:picMk id="8" creationId="{51484C58-8845-4F5F-A8AE-F56CE1F521B4}"/>
          </ac:picMkLst>
        </pc:picChg>
        <pc:picChg chg="mod ord">
          <ac:chgData name="Isch, Calvin (ci3uz)" userId="S::ci3uz@virginia.edu::d1b8b1a6-b223-4c78-a3de-e3d4ac8ab098" providerId="AD" clId="Web-{83BC3C60-F0B6-9453-47BA-6FFD428D8DF8}" dt="2019-06-28T12:29:29.976" v="48" actId="1076"/>
          <ac:picMkLst>
            <pc:docMk/>
            <pc:sldMk cId="177094961" sldId="266"/>
            <ac:picMk id="10" creationId="{65E99D5E-3DE6-4AAF-982A-7FBA1E85EB7D}"/>
          </ac:picMkLst>
        </pc:picChg>
      </pc:sldChg>
      <pc:sldChg chg="modSp">
        <pc:chgData name="Isch, Calvin (ci3uz)" userId="S::ci3uz@virginia.edu::d1b8b1a6-b223-4c78-a3de-e3d4ac8ab098" providerId="AD" clId="Web-{83BC3C60-F0B6-9453-47BA-6FFD428D8DF8}" dt="2019-06-28T12:28:40.287" v="34" actId="20577"/>
        <pc:sldMkLst>
          <pc:docMk/>
          <pc:sldMk cId="3149581928" sldId="269"/>
        </pc:sldMkLst>
        <pc:spChg chg="mod">
          <ac:chgData name="Isch, Calvin (ci3uz)" userId="S::ci3uz@virginia.edu::d1b8b1a6-b223-4c78-a3de-e3d4ac8ab098" providerId="AD" clId="Web-{83BC3C60-F0B6-9453-47BA-6FFD428D8DF8}" dt="2019-06-28T12:28:40.287" v="34" actId="20577"/>
          <ac:spMkLst>
            <pc:docMk/>
            <pc:sldMk cId="3149581928" sldId="269"/>
            <ac:spMk id="4" creationId="{A021386D-66FF-4D22-BE55-3BB9EB9CF6F6}"/>
          </ac:spMkLst>
        </pc:spChg>
      </pc:sldChg>
      <pc:sldChg chg="addSp delSp modSp">
        <pc:chgData name="Isch, Calvin (ci3uz)" userId="S::ci3uz@virginia.edu::d1b8b1a6-b223-4c78-a3de-e3d4ac8ab098" providerId="AD" clId="Web-{83BC3C60-F0B6-9453-47BA-6FFD428D8DF8}" dt="2019-06-28T12:39:34.568" v="110"/>
        <pc:sldMkLst>
          <pc:docMk/>
          <pc:sldMk cId="1003456972" sldId="276"/>
        </pc:sldMkLst>
        <pc:spChg chg="del mod">
          <ac:chgData name="Isch, Calvin (ci3uz)" userId="S::ci3uz@virginia.edu::d1b8b1a6-b223-4c78-a3de-e3d4ac8ab098" providerId="AD" clId="Web-{83BC3C60-F0B6-9453-47BA-6FFD428D8DF8}" dt="2019-06-28T12:39:00.848" v="101"/>
          <ac:spMkLst>
            <pc:docMk/>
            <pc:sldMk cId="1003456972" sldId="276"/>
            <ac:spMk id="3" creationId="{8F721D33-972A-4843-9395-A8380C945858}"/>
          </ac:spMkLst>
        </pc:spChg>
        <pc:spChg chg="del">
          <ac:chgData name="Isch, Calvin (ci3uz)" userId="S::ci3uz@virginia.edu::d1b8b1a6-b223-4c78-a3de-e3d4ac8ab098" providerId="AD" clId="Web-{83BC3C60-F0B6-9453-47BA-6FFD428D8DF8}" dt="2019-06-28T12:39:05.817" v="103"/>
          <ac:spMkLst>
            <pc:docMk/>
            <pc:sldMk cId="1003456972" sldId="276"/>
            <ac:spMk id="5" creationId="{61878908-5ACA-4EF4-ADB3-DD118703F945}"/>
          </ac:spMkLst>
        </pc:spChg>
        <pc:spChg chg="mod">
          <ac:chgData name="Isch, Calvin (ci3uz)" userId="S::ci3uz@virginia.edu::d1b8b1a6-b223-4c78-a3de-e3d4ac8ab098" providerId="AD" clId="Web-{83BC3C60-F0B6-9453-47BA-6FFD428D8DF8}" dt="2019-06-28T12:39:13.364" v="107" actId="1076"/>
          <ac:spMkLst>
            <pc:docMk/>
            <pc:sldMk cId="1003456972" sldId="276"/>
            <ac:spMk id="6" creationId="{1E9316F5-59FB-4106-96CC-3B4DEA41FBE5}"/>
          </ac:spMkLst>
        </pc:spChg>
        <pc:spChg chg="add ord">
          <ac:chgData name="Isch, Calvin (ci3uz)" userId="S::ci3uz@virginia.edu::d1b8b1a6-b223-4c78-a3de-e3d4ac8ab098" providerId="AD" clId="Web-{83BC3C60-F0B6-9453-47BA-6FFD428D8DF8}" dt="2019-06-28T12:39:24.099" v="108"/>
          <ac:spMkLst>
            <pc:docMk/>
            <pc:sldMk cId="1003456972" sldId="276"/>
            <ac:spMk id="9" creationId="{72422585-BBE3-48AD-BD9A-787D799F2EE0}"/>
          </ac:spMkLst>
        </pc:spChg>
        <pc:spChg chg="del">
          <ac:chgData name="Isch, Calvin (ci3uz)" userId="S::ci3uz@virginia.edu::d1b8b1a6-b223-4c78-a3de-e3d4ac8ab098" providerId="AD" clId="Web-{83BC3C60-F0B6-9453-47BA-6FFD428D8DF8}" dt="2019-06-28T12:39:03.457" v="102"/>
          <ac:spMkLst>
            <pc:docMk/>
            <pc:sldMk cId="1003456972" sldId="276"/>
            <ac:spMk id="15" creationId="{A28FB2A3-C6A0-4834-AB8E-76C8863A7ED7}"/>
          </ac:spMkLst>
        </pc:spChg>
        <pc:spChg chg="add ord">
          <ac:chgData name="Isch, Calvin (ci3uz)" userId="S::ci3uz@virginia.edu::d1b8b1a6-b223-4c78-a3de-e3d4ac8ab098" providerId="AD" clId="Web-{83BC3C60-F0B6-9453-47BA-6FFD428D8DF8}" dt="2019-06-28T12:39:34.568" v="110"/>
          <ac:spMkLst>
            <pc:docMk/>
            <pc:sldMk cId="1003456972" sldId="276"/>
            <ac:spMk id="17" creationId="{C03EA492-FBF7-4DB2-98F7-97FC399A2493}"/>
          </ac:spMkLst>
        </pc:spChg>
        <pc:spChg chg="add ord">
          <ac:chgData name="Isch, Calvin (ci3uz)" userId="S::ci3uz@virginia.edu::d1b8b1a6-b223-4c78-a3de-e3d4ac8ab098" providerId="AD" clId="Web-{83BC3C60-F0B6-9453-47BA-6FFD428D8DF8}" dt="2019-06-28T12:39:30.021" v="109"/>
          <ac:spMkLst>
            <pc:docMk/>
            <pc:sldMk cId="1003456972" sldId="276"/>
            <ac:spMk id="19" creationId="{8C38A028-9785-40C1-B4A3-86033C60DB5E}"/>
          </ac:spMkLst>
        </pc:spChg>
        <pc:picChg chg="add ord">
          <ac:chgData name="Isch, Calvin (ci3uz)" userId="S::ci3uz@virginia.edu::d1b8b1a6-b223-4c78-a3de-e3d4ac8ab098" providerId="AD" clId="Web-{83BC3C60-F0B6-9453-47BA-6FFD428D8DF8}" dt="2019-06-28T12:38:10.159" v="89"/>
          <ac:picMkLst>
            <pc:docMk/>
            <pc:sldMk cId="1003456972" sldId="276"/>
            <ac:picMk id="7" creationId="{470C155F-044E-439E-92FD-6D943F8360F3}"/>
          </ac:picMkLst>
        </pc:picChg>
        <pc:picChg chg="add ord">
          <ac:chgData name="Isch, Calvin (ci3uz)" userId="S::ci3uz@virginia.edu::d1b8b1a6-b223-4c78-a3de-e3d4ac8ab098" providerId="AD" clId="Web-{83BC3C60-F0B6-9453-47BA-6FFD428D8DF8}" dt="2019-06-28T12:38:10.720" v="97"/>
          <ac:picMkLst>
            <pc:docMk/>
            <pc:sldMk cId="1003456972" sldId="276"/>
            <ac:picMk id="8" creationId="{2DD215FC-168C-4906-83A6-17C3CB41FA63}"/>
          </ac:picMkLst>
        </pc:picChg>
      </pc:sldChg>
    </pc:docChg>
  </pc:docChgLst>
  <pc:docChgLst>
    <pc:chgData name="Isch, Calvin (ci3uz)" userId="S::ci3uz@virginia.edu::d1b8b1a6-b223-4c78-a3de-e3d4ac8ab098" providerId="AD" clId="Web-{86C00D69-2D6C-23BD-F376-08AB278616DC}"/>
    <pc:docChg chg="addSld delSld modSld">
      <pc:chgData name="Isch, Calvin (ci3uz)" userId="S::ci3uz@virginia.edu::d1b8b1a6-b223-4c78-a3de-e3d4ac8ab098" providerId="AD" clId="Web-{86C00D69-2D6C-23BD-F376-08AB278616DC}" dt="2019-06-27T21:39:36.047" v="593" actId="1076"/>
      <pc:docMkLst>
        <pc:docMk/>
      </pc:docMkLst>
      <pc:sldChg chg="addSp delSp modSp">
        <pc:chgData name="Isch, Calvin (ci3uz)" userId="S::ci3uz@virginia.edu::d1b8b1a6-b223-4c78-a3de-e3d4ac8ab098" providerId="AD" clId="Web-{86C00D69-2D6C-23BD-F376-08AB278616DC}" dt="2019-06-27T21:34:53.340" v="267"/>
        <pc:sldMkLst>
          <pc:docMk/>
          <pc:sldMk cId="2747914867" sldId="262"/>
        </pc:sldMkLst>
        <pc:spChg chg="del">
          <ac:chgData name="Isch, Calvin (ci3uz)" userId="S::ci3uz@virginia.edu::d1b8b1a6-b223-4c78-a3de-e3d4ac8ab098" providerId="AD" clId="Web-{86C00D69-2D6C-23BD-F376-08AB278616DC}" dt="2019-06-27T21:34:53.340" v="267"/>
          <ac:spMkLst>
            <pc:docMk/>
            <pc:sldMk cId="2747914867" sldId="262"/>
            <ac:spMk id="9" creationId="{96154FF7-96DB-4B7F-A9CB-81266A83FFAF}"/>
          </ac:spMkLst>
        </pc:spChg>
        <pc:picChg chg="del">
          <ac:chgData name="Isch, Calvin (ci3uz)" userId="S::ci3uz@virginia.edu::d1b8b1a6-b223-4c78-a3de-e3d4ac8ab098" providerId="AD" clId="Web-{86C00D69-2D6C-23BD-F376-08AB278616DC}" dt="2019-06-27T21:34:47.777" v="263"/>
          <ac:picMkLst>
            <pc:docMk/>
            <pc:sldMk cId="2747914867" sldId="262"/>
            <ac:picMk id="5" creationId="{2EEA4817-07B1-485F-B556-CD0AA527BA8B}"/>
          </ac:picMkLst>
        </pc:picChg>
        <pc:picChg chg="add mod">
          <ac:chgData name="Isch, Calvin (ci3uz)" userId="S::ci3uz@virginia.edu::d1b8b1a6-b223-4c78-a3de-e3d4ac8ab098" providerId="AD" clId="Web-{86C00D69-2D6C-23BD-F376-08AB278616DC}" dt="2019-06-27T21:34:51.543" v="266" actId="14100"/>
          <ac:picMkLst>
            <pc:docMk/>
            <pc:sldMk cId="2747914867" sldId="262"/>
            <ac:picMk id="6" creationId="{CFDC048B-06D2-4E46-A560-CC13AC92A8DA}"/>
          </ac:picMkLst>
        </pc:picChg>
      </pc:sldChg>
      <pc:sldChg chg="delSp modSp">
        <pc:chgData name="Isch, Calvin (ci3uz)" userId="S::ci3uz@virginia.edu::d1b8b1a6-b223-4c78-a3de-e3d4ac8ab098" providerId="AD" clId="Web-{86C00D69-2D6C-23BD-F376-08AB278616DC}" dt="2019-06-27T21:35:32.403" v="276"/>
        <pc:sldMkLst>
          <pc:docMk/>
          <pc:sldMk cId="41266239" sldId="263"/>
        </pc:sldMkLst>
        <pc:spChg chg="del">
          <ac:chgData name="Isch, Calvin (ci3uz)" userId="S::ci3uz@virginia.edu::d1b8b1a6-b223-4c78-a3de-e3d4ac8ab098" providerId="AD" clId="Web-{86C00D69-2D6C-23BD-F376-08AB278616DC}" dt="2019-06-27T21:35:24.215" v="272"/>
          <ac:spMkLst>
            <pc:docMk/>
            <pc:sldMk cId="41266239" sldId="263"/>
            <ac:spMk id="9" creationId="{425E695E-54D2-4F8A-BDE5-F53A8BDBED72}"/>
          </ac:spMkLst>
        </pc:spChg>
        <pc:spChg chg="del mod">
          <ac:chgData name="Isch, Calvin (ci3uz)" userId="S::ci3uz@virginia.edu::d1b8b1a6-b223-4c78-a3de-e3d4ac8ab098" providerId="AD" clId="Web-{86C00D69-2D6C-23BD-F376-08AB278616DC}" dt="2019-06-27T21:35:32.403" v="276"/>
          <ac:spMkLst>
            <pc:docMk/>
            <pc:sldMk cId="41266239" sldId="263"/>
            <ac:spMk id="12" creationId="{8DE75908-FB1F-4AC2-9F97-FB04F46EB8FD}"/>
          </ac:spMkLst>
        </pc:spChg>
        <pc:spChg chg="del mod">
          <ac:chgData name="Isch, Calvin (ci3uz)" userId="S::ci3uz@virginia.edu::d1b8b1a6-b223-4c78-a3de-e3d4ac8ab098" providerId="AD" clId="Web-{86C00D69-2D6C-23BD-F376-08AB278616DC}" dt="2019-06-27T21:35:23.028" v="271"/>
          <ac:spMkLst>
            <pc:docMk/>
            <pc:sldMk cId="41266239" sldId="263"/>
            <ac:spMk id="15" creationId="{EA0F7E04-0C1F-4B30-B6A7-72C15190D0DE}"/>
          </ac:spMkLst>
        </pc:spChg>
      </pc:sldChg>
      <pc:sldChg chg="addSp delSp modSp">
        <pc:chgData name="Isch, Calvin (ci3uz)" userId="S::ci3uz@virginia.edu::d1b8b1a6-b223-4c78-a3de-e3d4ac8ab098" providerId="AD" clId="Web-{86C00D69-2D6C-23BD-F376-08AB278616DC}" dt="2019-06-27T21:34:12.277" v="262" actId="1076"/>
        <pc:sldMkLst>
          <pc:docMk/>
          <pc:sldMk cId="3149581928" sldId="269"/>
        </pc:sldMkLst>
        <pc:spChg chg="del">
          <ac:chgData name="Isch, Calvin (ci3uz)" userId="S::ci3uz@virginia.edu::d1b8b1a6-b223-4c78-a3de-e3d4ac8ab098" providerId="AD" clId="Web-{86C00D69-2D6C-23BD-F376-08AB278616DC}" dt="2019-06-27T21:27:36.349" v="117"/>
          <ac:spMkLst>
            <pc:docMk/>
            <pc:sldMk cId="3149581928" sldId="269"/>
            <ac:spMk id="3" creationId="{49CC41E8-729D-4674-A31F-FB2A897270D6}"/>
          </ac:spMkLst>
        </pc:spChg>
        <pc:spChg chg="mod">
          <ac:chgData name="Isch, Calvin (ci3uz)" userId="S::ci3uz@virginia.edu::d1b8b1a6-b223-4c78-a3de-e3d4ac8ab098" providerId="AD" clId="Web-{86C00D69-2D6C-23BD-F376-08AB278616DC}" dt="2019-06-27T21:34:02.917" v="258" actId="20577"/>
          <ac:spMkLst>
            <pc:docMk/>
            <pc:sldMk cId="3149581928" sldId="269"/>
            <ac:spMk id="4" creationId="{A021386D-66FF-4D22-BE55-3BB9EB9CF6F6}"/>
          </ac:spMkLst>
        </pc:spChg>
        <pc:spChg chg="add del mod">
          <ac:chgData name="Isch, Calvin (ci3uz)" userId="S::ci3uz@virginia.edu::d1b8b1a6-b223-4c78-a3de-e3d4ac8ab098" providerId="AD" clId="Web-{86C00D69-2D6C-23BD-F376-08AB278616DC}" dt="2019-06-27T21:27:41.677" v="118"/>
          <ac:spMkLst>
            <pc:docMk/>
            <pc:sldMk cId="3149581928" sldId="269"/>
            <ac:spMk id="8" creationId="{7C0C7F98-9645-40BE-B97B-AF72CEE2B800}"/>
          </ac:spMkLst>
        </pc:spChg>
        <pc:spChg chg="add mod">
          <ac:chgData name="Isch, Calvin (ci3uz)" userId="S::ci3uz@virginia.edu::d1b8b1a6-b223-4c78-a3de-e3d4ac8ab098" providerId="AD" clId="Web-{86C00D69-2D6C-23BD-F376-08AB278616DC}" dt="2019-06-27T21:34:05.886" v="259" actId="1076"/>
          <ac:spMkLst>
            <pc:docMk/>
            <pc:sldMk cId="3149581928" sldId="269"/>
            <ac:spMk id="9" creationId="{CC1BDB50-43C5-4CC4-ABE7-6E7B343AA8D5}"/>
          </ac:spMkLst>
        </pc:spChg>
        <pc:spChg chg="add del">
          <ac:chgData name="Isch, Calvin (ci3uz)" userId="S::ci3uz@virginia.edu::d1b8b1a6-b223-4c78-a3de-e3d4ac8ab098" providerId="AD" clId="Web-{86C00D69-2D6C-23BD-F376-08AB278616DC}" dt="2019-06-27T21:31:26.024" v="231"/>
          <ac:spMkLst>
            <pc:docMk/>
            <pc:sldMk cId="3149581928" sldId="269"/>
            <ac:spMk id="11" creationId="{F9089CDD-5D3F-45B4-A125-8483A49376EC}"/>
          </ac:spMkLst>
        </pc:spChg>
        <pc:picChg chg="mod">
          <ac:chgData name="Isch, Calvin (ci3uz)" userId="S::ci3uz@virginia.edu::d1b8b1a6-b223-4c78-a3de-e3d4ac8ab098" providerId="AD" clId="Web-{86C00D69-2D6C-23BD-F376-08AB278616DC}" dt="2019-06-27T21:34:12.277" v="262" actId="1076"/>
          <ac:picMkLst>
            <pc:docMk/>
            <pc:sldMk cId="3149581928" sldId="269"/>
            <ac:picMk id="6" creationId="{8F431266-1B63-4345-A372-70C66610AD65}"/>
          </ac:picMkLst>
        </pc:picChg>
        <pc:picChg chg="add del mod">
          <ac:chgData name="Isch, Calvin (ci3uz)" userId="S::ci3uz@virginia.edu::d1b8b1a6-b223-4c78-a3de-e3d4ac8ab098" providerId="AD" clId="Web-{86C00D69-2D6C-23BD-F376-08AB278616DC}" dt="2019-06-27T21:33:10.588" v="250"/>
          <ac:picMkLst>
            <pc:docMk/>
            <pc:sldMk cId="3149581928" sldId="269"/>
            <ac:picMk id="12" creationId="{3B712025-5130-422C-A5C5-45A107FB2547}"/>
          </ac:picMkLst>
        </pc:picChg>
        <pc:picChg chg="add mod">
          <ac:chgData name="Isch, Calvin (ci3uz)" userId="S::ci3uz@virginia.edu::d1b8b1a6-b223-4c78-a3de-e3d4ac8ab098" providerId="AD" clId="Web-{86C00D69-2D6C-23BD-F376-08AB278616DC}" dt="2019-06-27T21:34:12.199" v="260" actId="1076"/>
          <ac:picMkLst>
            <pc:docMk/>
            <pc:sldMk cId="3149581928" sldId="269"/>
            <ac:picMk id="14" creationId="{37F8DE2D-DC70-4616-9590-14D45257B990}"/>
          </ac:picMkLst>
        </pc:picChg>
        <pc:picChg chg="add mod">
          <ac:chgData name="Isch, Calvin (ci3uz)" userId="S::ci3uz@virginia.edu::d1b8b1a6-b223-4c78-a3de-e3d4ac8ab098" providerId="AD" clId="Web-{86C00D69-2D6C-23BD-F376-08AB278616DC}" dt="2019-06-27T21:34:12.230" v="261" actId="1076"/>
          <ac:picMkLst>
            <pc:docMk/>
            <pc:sldMk cId="3149581928" sldId="269"/>
            <ac:picMk id="16" creationId="{FE65B38E-58DF-40C8-90E1-196DB9C4F2D1}"/>
          </ac:picMkLst>
        </pc:picChg>
      </pc:sldChg>
      <pc:sldChg chg="modSp">
        <pc:chgData name="Isch, Calvin (ci3uz)" userId="S::ci3uz@virginia.edu::d1b8b1a6-b223-4c78-a3de-e3d4ac8ab098" providerId="AD" clId="Web-{86C00D69-2D6C-23BD-F376-08AB278616DC}" dt="2019-06-27T21:36:22.560" v="292" actId="20577"/>
        <pc:sldMkLst>
          <pc:docMk/>
          <pc:sldMk cId="2854963562" sldId="271"/>
        </pc:sldMkLst>
        <pc:spChg chg="mod">
          <ac:chgData name="Isch, Calvin (ci3uz)" userId="S::ci3uz@virginia.edu::d1b8b1a6-b223-4c78-a3de-e3d4ac8ab098" providerId="AD" clId="Web-{86C00D69-2D6C-23BD-F376-08AB278616DC}" dt="2019-06-27T21:36:22.560" v="292" actId="20577"/>
          <ac:spMkLst>
            <pc:docMk/>
            <pc:sldMk cId="2854963562" sldId="271"/>
            <ac:spMk id="2" creationId="{D5BD0CAA-4B05-4DB4-9947-5359F5393D3B}"/>
          </ac:spMkLst>
        </pc:spChg>
      </pc:sldChg>
      <pc:sldChg chg="addSp delSp modSp add del">
        <pc:chgData name="Isch, Calvin (ci3uz)" userId="S::ci3uz@virginia.edu::d1b8b1a6-b223-4c78-a3de-e3d4ac8ab098" providerId="AD" clId="Web-{86C00D69-2D6C-23BD-F376-08AB278616DC}" dt="2019-06-27T21:39:36.047" v="593" actId="1076"/>
        <pc:sldMkLst>
          <pc:docMk/>
          <pc:sldMk cId="3737258459" sldId="272"/>
        </pc:sldMkLst>
        <pc:spChg chg="add mod">
          <ac:chgData name="Isch, Calvin (ci3uz)" userId="S::ci3uz@virginia.edu::d1b8b1a6-b223-4c78-a3de-e3d4ac8ab098" providerId="AD" clId="Web-{86C00D69-2D6C-23BD-F376-08AB278616DC}" dt="2019-06-27T21:39:36.047" v="593" actId="1076"/>
          <ac:spMkLst>
            <pc:docMk/>
            <pc:sldMk cId="3737258459" sldId="272"/>
            <ac:spMk id="103" creationId="{F4FB92DE-7E4A-4733-8F39-C124D9D09023}"/>
          </ac:spMkLst>
        </pc:spChg>
        <pc:spChg chg="add mod">
          <ac:chgData name="Isch, Calvin (ci3uz)" userId="S::ci3uz@virginia.edu::d1b8b1a6-b223-4c78-a3de-e3d4ac8ab098" providerId="AD" clId="Web-{86C00D69-2D6C-23BD-F376-08AB278616DC}" dt="2019-06-27T21:39:30.750" v="590" actId="14100"/>
          <ac:spMkLst>
            <pc:docMk/>
            <pc:sldMk cId="3737258459" sldId="272"/>
            <ac:spMk id="104" creationId="{FC6AE265-7FF6-4A9A-A81B-06EC3D776068}"/>
          </ac:spMkLst>
        </pc:spChg>
        <pc:spChg chg="add mod">
          <ac:chgData name="Isch, Calvin (ci3uz)" userId="S::ci3uz@virginia.edu::d1b8b1a6-b223-4c78-a3de-e3d4ac8ab098" providerId="AD" clId="Web-{86C00D69-2D6C-23BD-F376-08AB278616DC}" dt="2019-06-27T21:39:30.750" v="591" actId="14100"/>
          <ac:spMkLst>
            <pc:docMk/>
            <pc:sldMk cId="3737258459" sldId="272"/>
            <ac:spMk id="105" creationId="{80D44B26-1254-4612-BDCF-8489005797FB}"/>
          </ac:spMkLst>
        </pc:spChg>
        <pc:spChg chg="add mod">
          <ac:chgData name="Isch, Calvin (ci3uz)" userId="S::ci3uz@virginia.edu::d1b8b1a6-b223-4c78-a3de-e3d4ac8ab098" providerId="AD" clId="Web-{86C00D69-2D6C-23BD-F376-08AB278616DC}" dt="2019-06-27T21:37:30.764" v="308" actId="20577"/>
          <ac:spMkLst>
            <pc:docMk/>
            <pc:sldMk cId="3737258459" sldId="272"/>
            <ac:spMk id="106" creationId="{E35B978E-5950-4782-A0B3-F0530F943F5D}"/>
          </ac:spMkLst>
        </pc:spChg>
        <pc:spChg chg="add mod">
          <ac:chgData name="Isch, Calvin (ci3uz)" userId="S::ci3uz@virginia.edu::d1b8b1a6-b223-4c78-a3de-e3d4ac8ab098" providerId="AD" clId="Web-{86C00D69-2D6C-23BD-F376-08AB278616DC}" dt="2019-06-27T21:37:24.826" v="306" actId="1076"/>
          <ac:spMkLst>
            <pc:docMk/>
            <pc:sldMk cId="3737258459" sldId="272"/>
            <ac:spMk id="107" creationId="{3DC0566D-FECD-4217-B5B9-E56FEBA6A21F}"/>
          </ac:spMkLst>
        </pc:spChg>
        <pc:spChg chg="add mod">
          <ac:chgData name="Isch, Calvin (ci3uz)" userId="S::ci3uz@virginia.edu::d1b8b1a6-b223-4c78-a3de-e3d4ac8ab098" providerId="AD" clId="Web-{86C00D69-2D6C-23BD-F376-08AB278616DC}" dt="2019-06-27T21:37:33.983" v="311" actId="20577"/>
          <ac:spMkLst>
            <pc:docMk/>
            <pc:sldMk cId="3737258459" sldId="272"/>
            <ac:spMk id="108" creationId="{962DAA7B-1C45-4C6D-9F73-F4B7CA2EF446}"/>
          </ac:spMkLst>
        </pc:spChg>
        <pc:spChg chg="add mod">
          <ac:chgData name="Isch, Calvin (ci3uz)" userId="S::ci3uz@virginia.edu::d1b8b1a6-b223-4c78-a3de-e3d4ac8ab098" providerId="AD" clId="Web-{86C00D69-2D6C-23BD-F376-08AB278616DC}" dt="2019-06-27T21:38:39.593" v="573" actId="1076"/>
          <ac:spMkLst>
            <pc:docMk/>
            <pc:sldMk cId="3737258459" sldId="272"/>
            <ac:spMk id="109" creationId="{156193CD-34DF-44E6-AE78-F0F722197CF0}"/>
          </ac:spMkLst>
        </pc:spChg>
        <pc:graphicFrameChg chg="del">
          <ac:chgData name="Isch, Calvin (ci3uz)" userId="S::ci3uz@virginia.edu::d1b8b1a6-b223-4c78-a3de-e3d4ac8ab098" providerId="AD" clId="Web-{86C00D69-2D6C-23BD-F376-08AB278616DC}" dt="2019-06-27T21:16:19.854" v="2"/>
          <ac:graphicFrameMkLst>
            <pc:docMk/>
            <pc:sldMk cId="3737258459" sldId="272"/>
            <ac:graphicFrameMk id="3" creationId="{4FF4A4C5-FA5A-4BA0-95BD-01DCFAF7838C}"/>
          </ac:graphicFrameMkLst>
        </pc:graphicFrameChg>
      </pc:sldChg>
      <pc:sldChg chg="modSp">
        <pc:chgData name="Isch, Calvin (ci3uz)" userId="S::ci3uz@virginia.edu::d1b8b1a6-b223-4c78-a3de-e3d4ac8ab098" providerId="AD" clId="Web-{86C00D69-2D6C-23BD-F376-08AB278616DC}" dt="2019-06-27T21:35:20.059" v="270" actId="20577"/>
        <pc:sldMkLst>
          <pc:docMk/>
          <pc:sldMk cId="1498106611" sldId="273"/>
        </pc:sldMkLst>
        <pc:spChg chg="mod">
          <ac:chgData name="Isch, Calvin (ci3uz)" userId="S::ci3uz@virginia.edu::d1b8b1a6-b223-4c78-a3de-e3d4ac8ab098" providerId="AD" clId="Web-{86C00D69-2D6C-23BD-F376-08AB278616DC}" dt="2019-06-27T21:35:20.059" v="270" actId="20577"/>
          <ac:spMkLst>
            <pc:docMk/>
            <pc:sldMk cId="1498106611" sldId="273"/>
            <ac:spMk id="3" creationId="{5CB815F9-32AE-4AAC-AF41-8D4E16739340}"/>
          </ac:spMkLst>
        </pc:spChg>
      </pc:sldChg>
      <pc:sldChg chg="modSp">
        <pc:chgData name="Isch, Calvin (ci3uz)" userId="S::ci3uz@virginia.edu::d1b8b1a6-b223-4c78-a3de-e3d4ac8ab098" providerId="AD" clId="Web-{86C00D69-2D6C-23BD-F376-08AB278616DC}" dt="2019-06-27T21:36:17.419" v="286" actId="20577"/>
        <pc:sldMkLst>
          <pc:docMk/>
          <pc:sldMk cId="95448204" sldId="277"/>
        </pc:sldMkLst>
        <pc:spChg chg="mod">
          <ac:chgData name="Isch, Calvin (ci3uz)" userId="S::ci3uz@virginia.edu::d1b8b1a6-b223-4c78-a3de-e3d4ac8ab098" providerId="AD" clId="Web-{86C00D69-2D6C-23BD-F376-08AB278616DC}" dt="2019-06-27T21:36:17.419" v="286" actId="20577"/>
          <ac:spMkLst>
            <pc:docMk/>
            <pc:sldMk cId="95448204" sldId="277"/>
            <ac:spMk id="2" creationId="{9BC63E8A-134D-4950-B4F9-009A33CDB33E}"/>
          </ac:spMkLst>
        </pc:spChg>
      </pc:sldChg>
    </pc:docChg>
  </pc:docChgLst>
  <pc:docChgLst>
    <pc:chgData name="Tobin, Eliza Nicole (ent4pn)" userId="S::ent4pn@virginia.edu::c6f0735e-188b-4a35-9a6a-2de662ec8b5c" providerId="AD" clId="Web-{345888C8-F88E-A394-19F2-73DBDC146A2D}"/>
    <pc:docChg chg="modSld">
      <pc:chgData name="Tobin, Eliza Nicole (ent4pn)" userId="S::ent4pn@virginia.edu::c6f0735e-188b-4a35-9a6a-2de662ec8b5c" providerId="AD" clId="Web-{345888C8-F88E-A394-19F2-73DBDC146A2D}" dt="2019-06-26T20:24:54.465" v="1784"/>
      <pc:docMkLst>
        <pc:docMk/>
      </pc:docMkLst>
      <pc:sldChg chg="modNotes">
        <pc:chgData name="Tobin, Eliza Nicole (ent4pn)" userId="S::ent4pn@virginia.edu::c6f0735e-188b-4a35-9a6a-2de662ec8b5c" providerId="AD" clId="Web-{345888C8-F88E-A394-19F2-73DBDC146A2D}" dt="2019-06-26T20:13:20.772" v="1420"/>
        <pc:sldMkLst>
          <pc:docMk/>
          <pc:sldMk cId="1301978882" sldId="258"/>
        </pc:sldMkLst>
      </pc:sldChg>
      <pc:sldChg chg="addSp delSp modSp modNotes">
        <pc:chgData name="Tobin, Eliza Nicole (ent4pn)" userId="S::ent4pn@virginia.edu::c6f0735e-188b-4a35-9a6a-2de662ec8b5c" providerId="AD" clId="Web-{345888C8-F88E-A394-19F2-73DBDC146A2D}" dt="2019-06-26T20:23:45.715" v="1726"/>
        <pc:sldMkLst>
          <pc:docMk/>
          <pc:sldMk cId="2747914867" sldId="262"/>
        </pc:sldMkLst>
        <pc:spChg chg="mod">
          <ac:chgData name="Tobin, Eliza Nicole (ent4pn)" userId="S::ent4pn@virginia.edu::c6f0735e-188b-4a35-9a6a-2de662ec8b5c" providerId="AD" clId="Web-{345888C8-F88E-A394-19F2-73DBDC146A2D}" dt="2019-06-26T17:47:12.800" v="809" actId="20577"/>
          <ac:spMkLst>
            <pc:docMk/>
            <pc:sldMk cId="2747914867" sldId="262"/>
            <ac:spMk id="3" creationId="{00000000-0000-0000-0000-000000000000}"/>
          </ac:spMkLst>
        </pc:spChg>
        <pc:spChg chg="add del mod">
          <ac:chgData name="Tobin, Eliza Nicole (ent4pn)" userId="S::ent4pn@virginia.edu::c6f0735e-188b-4a35-9a6a-2de662ec8b5c" providerId="AD" clId="Web-{345888C8-F88E-A394-19F2-73DBDC146A2D}" dt="2019-06-26T17:47:21.941" v="811"/>
          <ac:spMkLst>
            <pc:docMk/>
            <pc:sldMk cId="2747914867" sldId="262"/>
            <ac:spMk id="8" creationId="{E3125870-01F3-4B25-94B5-81F6E5B378DB}"/>
          </ac:spMkLst>
        </pc:spChg>
        <pc:spChg chg="add mod">
          <ac:chgData name="Tobin, Eliza Nicole (ent4pn)" userId="S::ent4pn@virginia.edu::c6f0735e-188b-4a35-9a6a-2de662ec8b5c" providerId="AD" clId="Web-{345888C8-F88E-A394-19F2-73DBDC146A2D}" dt="2019-06-26T17:48:00.176" v="890" actId="1076"/>
          <ac:spMkLst>
            <pc:docMk/>
            <pc:sldMk cId="2747914867" sldId="262"/>
            <ac:spMk id="9" creationId="{96154FF7-96DB-4B7F-A9CB-81266A83FFAF}"/>
          </ac:spMkLst>
        </pc:spChg>
        <pc:picChg chg="add mod">
          <ac:chgData name="Tobin, Eliza Nicole (ent4pn)" userId="S::ent4pn@virginia.edu::c6f0735e-188b-4a35-9a6a-2de662ec8b5c" providerId="AD" clId="Web-{345888C8-F88E-A394-19F2-73DBDC146A2D}" dt="2019-06-26T17:46:12.894" v="795" actId="1076"/>
          <ac:picMkLst>
            <pc:docMk/>
            <pc:sldMk cId="2747914867" sldId="262"/>
            <ac:picMk id="5" creationId="{2EEA4817-07B1-485F-B556-CD0AA527BA8B}"/>
          </ac:picMkLst>
        </pc:picChg>
      </pc:sldChg>
      <pc:sldChg chg="modSp modNotes">
        <pc:chgData name="Tobin, Eliza Nicole (ent4pn)" userId="S::ent4pn@virginia.edu::c6f0735e-188b-4a35-9a6a-2de662ec8b5c" providerId="AD" clId="Web-{345888C8-F88E-A394-19F2-73DBDC146A2D}" dt="2019-06-26T20:24:54.465" v="1784"/>
        <pc:sldMkLst>
          <pc:docMk/>
          <pc:sldMk cId="41266239" sldId="263"/>
        </pc:sldMkLst>
        <pc:spChg chg="mod">
          <ac:chgData name="Tobin, Eliza Nicole (ent4pn)" userId="S::ent4pn@virginia.edu::c6f0735e-188b-4a35-9a6a-2de662ec8b5c" providerId="AD" clId="Web-{345888C8-F88E-A394-19F2-73DBDC146A2D}" dt="2019-06-26T16:25:00.151" v="421" actId="1076"/>
          <ac:spMkLst>
            <pc:docMk/>
            <pc:sldMk cId="41266239" sldId="263"/>
            <ac:spMk id="2" creationId="{4E783343-C48C-446A-B9C8-22E564DB2682}"/>
          </ac:spMkLst>
        </pc:spChg>
        <pc:spChg chg="mod">
          <ac:chgData name="Tobin, Eliza Nicole (ent4pn)" userId="S::ent4pn@virginia.edu::c6f0735e-188b-4a35-9a6a-2de662ec8b5c" providerId="AD" clId="Web-{345888C8-F88E-A394-19F2-73DBDC146A2D}" dt="2019-06-26T20:00:29.250" v="1112" actId="20577"/>
          <ac:spMkLst>
            <pc:docMk/>
            <pc:sldMk cId="41266239" sldId="263"/>
            <ac:spMk id="3" creationId="{711CDCB2-1885-4740-A137-BB16FB98B5A5}"/>
          </ac:spMkLst>
        </pc:spChg>
      </pc:sldChg>
      <pc:sldChg chg="modNotes">
        <pc:chgData name="Tobin, Eliza Nicole (ent4pn)" userId="S::ent4pn@virginia.edu::c6f0735e-188b-4a35-9a6a-2de662ec8b5c" providerId="AD" clId="Web-{345888C8-F88E-A394-19F2-73DBDC146A2D}" dt="2019-06-26T20:06:14.690" v="1271"/>
        <pc:sldMkLst>
          <pc:docMk/>
          <pc:sldMk cId="3025142439" sldId="264"/>
        </pc:sldMkLst>
      </pc:sldChg>
      <pc:sldChg chg="modSp modNotes">
        <pc:chgData name="Tobin, Eliza Nicole (ent4pn)" userId="S::ent4pn@virginia.edu::c6f0735e-188b-4a35-9a6a-2de662ec8b5c" providerId="AD" clId="Web-{345888C8-F88E-A394-19F2-73DBDC146A2D}" dt="2019-06-26T20:03:48.705" v="1179"/>
        <pc:sldMkLst>
          <pc:docMk/>
          <pc:sldMk cId="177094961" sldId="266"/>
        </pc:sldMkLst>
        <pc:spChg chg="mod">
          <ac:chgData name="Tobin, Eliza Nicole (ent4pn)" userId="S::ent4pn@virginia.edu::c6f0735e-188b-4a35-9a6a-2de662ec8b5c" providerId="AD" clId="Web-{345888C8-F88E-A394-19F2-73DBDC146A2D}" dt="2019-06-26T20:03:25.267" v="1142" actId="20577"/>
          <ac:spMkLst>
            <pc:docMk/>
            <pc:sldMk cId="177094961" sldId="266"/>
            <ac:spMk id="3" creationId="{8F721D33-972A-4843-9395-A8380C945858}"/>
          </ac:spMkLst>
        </pc:spChg>
      </pc:sldChg>
      <pc:sldChg chg="addSp modSp modNotes">
        <pc:chgData name="Tobin, Eliza Nicole (ent4pn)" userId="S::ent4pn@virginia.edu::c6f0735e-188b-4a35-9a6a-2de662ec8b5c" providerId="AD" clId="Web-{345888C8-F88E-A394-19F2-73DBDC146A2D}" dt="2019-06-26T20:14:31.288" v="1428"/>
        <pc:sldMkLst>
          <pc:docMk/>
          <pc:sldMk cId="226152588" sldId="268"/>
        </pc:sldMkLst>
        <pc:spChg chg="mod">
          <ac:chgData name="Tobin, Eliza Nicole (ent4pn)" userId="S::ent4pn@virginia.edu::c6f0735e-188b-4a35-9a6a-2de662ec8b5c" providerId="AD" clId="Web-{345888C8-F88E-A394-19F2-73DBDC146A2D}" dt="2019-06-26T17:42:04.517" v="791" actId="1076"/>
          <ac:spMkLst>
            <pc:docMk/>
            <pc:sldMk cId="226152588" sldId="268"/>
            <ac:spMk id="3" creationId="{5FFBABB9-3B77-4608-A9F3-5542AE2C89ED}"/>
          </ac:spMkLst>
        </pc:spChg>
        <pc:spChg chg="add mod">
          <ac:chgData name="Tobin, Eliza Nicole (ent4pn)" userId="S::ent4pn@virginia.edu::c6f0735e-188b-4a35-9a6a-2de662ec8b5c" providerId="AD" clId="Web-{345888C8-F88E-A394-19F2-73DBDC146A2D}" dt="2019-06-26T17:41:56.111" v="790" actId="1076"/>
          <ac:spMkLst>
            <pc:docMk/>
            <pc:sldMk cId="226152588" sldId="268"/>
            <ac:spMk id="8" creationId="{605AB076-D7A1-4A35-B525-4946874B01B9}"/>
          </ac:spMkLst>
        </pc:spChg>
        <pc:picChg chg="add mod">
          <ac:chgData name="Tobin, Eliza Nicole (ent4pn)" userId="S::ent4pn@virginia.edu::c6f0735e-188b-4a35-9a6a-2de662ec8b5c" providerId="AD" clId="Web-{345888C8-F88E-A394-19F2-73DBDC146A2D}" dt="2019-06-26T17:40:41.173" v="754" actId="1076"/>
          <ac:picMkLst>
            <pc:docMk/>
            <pc:sldMk cId="226152588" sldId="268"/>
            <ac:picMk id="4" creationId="{2884F59A-F9A6-42F2-9156-0E760DE3A120}"/>
          </ac:picMkLst>
        </pc:picChg>
      </pc:sldChg>
    </pc:docChg>
  </pc:docChgLst>
  <pc:docChgLst>
    <pc:chgData name="Cong, Cong (cc2cm)" userId="S::cc2cm@virginia.edu::f07c910d-2f81-4213-8697-fa8eb7446fa4" providerId="AD" clId="Web-{79C9BBA5-9CCE-4A81-0908-53FD57378096}"/>
    <pc:docChg chg="addSld delSld modSld sldOrd">
      <pc:chgData name="Cong, Cong (cc2cm)" userId="S::cc2cm@virginia.edu::f07c910d-2f81-4213-8697-fa8eb7446fa4" providerId="AD" clId="Web-{79C9BBA5-9CCE-4A81-0908-53FD57378096}" dt="2019-06-27T17:11:48.894" v="141" actId="1076"/>
      <pc:docMkLst>
        <pc:docMk/>
      </pc:docMkLst>
      <pc:sldChg chg="addSp delSp modSp">
        <pc:chgData name="Cong, Cong (cc2cm)" userId="S::cc2cm@virginia.edu::f07c910d-2f81-4213-8697-fa8eb7446fa4" providerId="AD" clId="Web-{79C9BBA5-9CCE-4A81-0908-53FD57378096}" dt="2019-06-27T17:10:44.533" v="132" actId="20577"/>
        <pc:sldMkLst>
          <pc:docMk/>
          <pc:sldMk cId="3025142439" sldId="264"/>
        </pc:sldMkLst>
        <pc:spChg chg="mod">
          <ac:chgData name="Cong, Cong (cc2cm)" userId="S::cc2cm@virginia.edu::f07c910d-2f81-4213-8697-fa8eb7446fa4" providerId="AD" clId="Web-{79C9BBA5-9CCE-4A81-0908-53FD57378096}" dt="2019-06-27T17:10:44.533" v="132" actId="20577"/>
          <ac:spMkLst>
            <pc:docMk/>
            <pc:sldMk cId="3025142439" sldId="264"/>
            <ac:spMk id="3" creationId="{7FCEB738-866E-48C4-BB16-56D18DD6B486}"/>
          </ac:spMkLst>
        </pc:spChg>
        <pc:spChg chg="add del">
          <ac:chgData name="Cong, Cong (cc2cm)" userId="S::cc2cm@virginia.edu::f07c910d-2f81-4213-8697-fa8eb7446fa4" providerId="AD" clId="Web-{79C9BBA5-9CCE-4A81-0908-53FD57378096}" dt="2019-06-27T17:07:28.073" v="125"/>
          <ac:spMkLst>
            <pc:docMk/>
            <pc:sldMk cId="3025142439" sldId="264"/>
            <ac:spMk id="6" creationId="{FE961D8E-B903-4A0C-874F-2BB8E8AC0C60}"/>
          </ac:spMkLst>
        </pc:spChg>
        <pc:picChg chg="add del">
          <ac:chgData name="Cong, Cong (cc2cm)" userId="S::cc2cm@virginia.edu::f07c910d-2f81-4213-8697-fa8eb7446fa4" providerId="AD" clId="Web-{79C9BBA5-9CCE-4A81-0908-53FD57378096}" dt="2019-06-27T16:34:29.280" v="91"/>
          <ac:picMkLst>
            <pc:docMk/>
            <pc:sldMk cId="3025142439" sldId="264"/>
            <ac:picMk id="5" creationId="{2D54604D-AF26-4591-A9EE-A633E31265B5}"/>
          </ac:picMkLst>
        </pc:picChg>
      </pc:sldChg>
      <pc:sldChg chg="addSp delSp modSp add del modNotes">
        <pc:chgData name="Cong, Cong (cc2cm)" userId="S::cc2cm@virginia.edu::f07c910d-2f81-4213-8697-fa8eb7446fa4" providerId="AD" clId="Web-{79C9BBA5-9CCE-4A81-0908-53FD57378096}" dt="2019-06-27T17:08:28.965" v="127" actId="20577"/>
        <pc:sldMkLst>
          <pc:docMk/>
          <pc:sldMk cId="1463822966" sldId="265"/>
        </pc:sldMkLst>
        <pc:spChg chg="mod">
          <ac:chgData name="Cong, Cong (cc2cm)" userId="S::cc2cm@virginia.edu::f07c910d-2f81-4213-8697-fa8eb7446fa4" providerId="AD" clId="Web-{79C9BBA5-9CCE-4A81-0908-53FD57378096}" dt="2019-06-27T17:08:28.965" v="127" actId="20577"/>
          <ac:spMkLst>
            <pc:docMk/>
            <pc:sldMk cId="1463822966" sldId="265"/>
            <ac:spMk id="3" creationId="{B079B935-5B8F-47EF-8992-884A2A303AA6}"/>
          </ac:spMkLst>
        </pc:spChg>
        <pc:spChg chg="add del mod">
          <ac:chgData name="Cong, Cong (cc2cm)" userId="S::cc2cm@virginia.edu::f07c910d-2f81-4213-8697-fa8eb7446fa4" providerId="AD" clId="Web-{79C9BBA5-9CCE-4A81-0908-53FD57378096}" dt="2019-06-27T16:34:07.623" v="56"/>
          <ac:spMkLst>
            <pc:docMk/>
            <pc:sldMk cId="1463822966" sldId="265"/>
            <ac:spMk id="8" creationId="{4FE09EC0-503B-4726-BAD7-73AA03BACB0D}"/>
          </ac:spMkLst>
        </pc:spChg>
        <pc:spChg chg="add">
          <ac:chgData name="Cong, Cong (cc2cm)" userId="S::cc2cm@virginia.edu::f07c910d-2f81-4213-8697-fa8eb7446fa4" providerId="AD" clId="Web-{79C9BBA5-9CCE-4A81-0908-53FD57378096}" dt="2019-06-27T16:34:55.187" v="100"/>
          <ac:spMkLst>
            <pc:docMk/>
            <pc:sldMk cId="1463822966" sldId="265"/>
            <ac:spMk id="12" creationId="{D5F41402-D8BD-4360-B3DF-BBB79BACF46A}"/>
          </ac:spMkLst>
        </pc:spChg>
        <pc:picChg chg="add del mod">
          <ac:chgData name="Cong, Cong (cc2cm)" userId="S::cc2cm@virginia.edu::f07c910d-2f81-4213-8697-fa8eb7446fa4" providerId="AD" clId="Web-{79C9BBA5-9CCE-4A81-0908-53FD57378096}" dt="2019-06-27T16:34:54.687" v="98"/>
          <ac:picMkLst>
            <pc:docMk/>
            <pc:sldMk cId="1463822966" sldId="265"/>
            <ac:picMk id="5" creationId="{C9BDA451-A62B-47FB-89C3-411A9E351967}"/>
          </ac:picMkLst>
        </pc:picChg>
        <pc:picChg chg="add del">
          <ac:chgData name="Cong, Cong (cc2cm)" userId="S::cc2cm@virginia.edu::f07c910d-2f81-4213-8697-fa8eb7446fa4" providerId="AD" clId="Web-{79C9BBA5-9CCE-4A81-0908-53FD57378096}" dt="2019-06-27T16:34:42.890" v="96"/>
          <ac:picMkLst>
            <pc:docMk/>
            <pc:sldMk cId="1463822966" sldId="265"/>
            <ac:picMk id="6" creationId="{9F4D30DA-06DA-4B9E-8D82-4589F9CBE567}"/>
          </ac:picMkLst>
        </pc:picChg>
        <pc:picChg chg="add del mod">
          <ac:chgData name="Cong, Cong (cc2cm)" userId="S::cc2cm@virginia.edu::f07c910d-2f81-4213-8697-fa8eb7446fa4" providerId="AD" clId="Web-{79C9BBA5-9CCE-4A81-0908-53FD57378096}" dt="2019-06-27T16:34:07.623" v="56"/>
          <ac:picMkLst>
            <pc:docMk/>
            <pc:sldMk cId="1463822966" sldId="265"/>
            <ac:picMk id="7" creationId="{5DFB2EFB-3B04-453E-85EB-BCBB1119411E}"/>
          </ac:picMkLst>
        </pc:picChg>
        <pc:picChg chg="add">
          <ac:chgData name="Cong, Cong (cc2cm)" userId="S::cc2cm@virginia.edu::f07c910d-2f81-4213-8697-fa8eb7446fa4" providerId="AD" clId="Web-{79C9BBA5-9CCE-4A81-0908-53FD57378096}" dt="2019-06-27T16:34:55.171" v="99"/>
          <ac:picMkLst>
            <pc:docMk/>
            <pc:sldMk cId="1463822966" sldId="265"/>
            <ac:picMk id="10" creationId="{E6F09B5B-5F7B-4148-A192-3909BFD6792E}"/>
          </ac:picMkLst>
        </pc:picChg>
      </pc:sldChg>
      <pc:sldChg chg="addSp delSp modSp ord">
        <pc:chgData name="Cong, Cong (cc2cm)" userId="S::cc2cm@virginia.edu::f07c910d-2f81-4213-8697-fa8eb7446fa4" providerId="AD" clId="Web-{79C9BBA5-9CCE-4A81-0908-53FD57378096}" dt="2019-06-27T17:11:42.644" v="139"/>
        <pc:sldMkLst>
          <pc:docMk/>
          <pc:sldMk cId="177094961" sldId="266"/>
        </pc:sldMkLst>
        <pc:spChg chg="add mod">
          <ac:chgData name="Cong, Cong (cc2cm)" userId="S::cc2cm@virginia.edu::f07c910d-2f81-4213-8697-fa8eb7446fa4" providerId="AD" clId="Web-{79C9BBA5-9CCE-4A81-0908-53FD57378096}" dt="2019-06-27T17:11:07.158" v="138"/>
          <ac:spMkLst>
            <pc:docMk/>
            <pc:sldMk cId="177094961" sldId="266"/>
            <ac:spMk id="6" creationId="{7EAFD245-C45E-41D7-A51C-4FCDA0ED5A5E}"/>
          </ac:spMkLst>
        </pc:spChg>
        <pc:spChg chg="del">
          <ac:chgData name="Cong, Cong (cc2cm)" userId="S::cc2cm@virginia.edu::f07c910d-2f81-4213-8697-fa8eb7446fa4" providerId="AD" clId="Web-{79C9BBA5-9CCE-4A81-0908-53FD57378096}" dt="2019-06-27T17:11:42.644" v="139"/>
          <ac:spMkLst>
            <pc:docMk/>
            <pc:sldMk cId="177094961" sldId="266"/>
            <ac:spMk id="14" creationId="{26721DFC-1084-419B-8008-52735E53EEE9}"/>
          </ac:spMkLst>
        </pc:spChg>
        <pc:picChg chg="del">
          <ac:chgData name="Cong, Cong (cc2cm)" userId="S::cc2cm@virginia.edu::f07c910d-2f81-4213-8697-fa8eb7446fa4" providerId="AD" clId="Web-{79C9BBA5-9CCE-4A81-0908-53FD57378096}" dt="2019-06-27T17:10:52.783" v="133"/>
          <ac:picMkLst>
            <pc:docMk/>
            <pc:sldMk cId="177094961" sldId="266"/>
            <ac:picMk id="11" creationId="{48A4D1FC-AE2B-4B65-8382-825A885C916E}"/>
          </ac:picMkLst>
        </pc:picChg>
      </pc:sldChg>
      <pc:sldChg chg="addSp delSp add del">
        <pc:chgData name="Cong, Cong (cc2cm)" userId="S::cc2cm@virginia.edu::f07c910d-2f81-4213-8697-fa8eb7446fa4" providerId="AD" clId="Web-{79C9BBA5-9CCE-4A81-0908-53FD57378096}" dt="2019-06-27T16:34:56.796" v="101"/>
        <pc:sldMkLst>
          <pc:docMk/>
          <pc:sldMk cId="212901225" sldId="270"/>
        </pc:sldMkLst>
        <pc:spChg chg="add del">
          <ac:chgData name="Cong, Cong (cc2cm)" userId="S::cc2cm@virginia.edu::f07c910d-2f81-4213-8697-fa8eb7446fa4" providerId="AD" clId="Web-{79C9BBA5-9CCE-4A81-0908-53FD57378096}" dt="2019-06-27T16:34:12.701" v="60"/>
          <ac:spMkLst>
            <pc:docMk/>
            <pc:sldMk cId="212901225" sldId="270"/>
            <ac:spMk id="12" creationId="{66E340E8-076F-49CD-9654-32A6CCCDAFA6}"/>
          </ac:spMkLst>
        </pc:spChg>
        <pc:picChg chg="add del">
          <ac:chgData name="Cong, Cong (cc2cm)" userId="S::cc2cm@virginia.edu::f07c910d-2f81-4213-8697-fa8eb7446fa4" providerId="AD" clId="Web-{79C9BBA5-9CCE-4A81-0908-53FD57378096}" dt="2019-06-27T16:34:48.374" v="97"/>
          <ac:picMkLst>
            <pc:docMk/>
            <pc:sldMk cId="212901225" sldId="270"/>
            <ac:picMk id="6" creationId="{9F4D30DA-06DA-4B9E-8D82-4589F9CBE567}"/>
          </ac:picMkLst>
        </pc:picChg>
        <pc:picChg chg="add del">
          <ac:chgData name="Cong, Cong (cc2cm)" userId="S::cc2cm@virginia.edu::f07c910d-2f81-4213-8697-fa8eb7446fa4" providerId="AD" clId="Web-{79C9BBA5-9CCE-4A81-0908-53FD57378096}" dt="2019-06-27T16:34:12.685" v="59"/>
          <ac:picMkLst>
            <pc:docMk/>
            <pc:sldMk cId="212901225" sldId="270"/>
            <ac:picMk id="11" creationId="{43F0D110-5DD1-48A3-A36F-718971C38ACA}"/>
          </ac:picMkLst>
        </pc:picChg>
      </pc:sldChg>
      <pc:sldChg chg="new add del">
        <pc:chgData name="Cong, Cong (cc2cm)" userId="S::cc2cm@virginia.edu::f07c910d-2f81-4213-8697-fa8eb7446fa4" providerId="AD" clId="Web-{79C9BBA5-9CCE-4A81-0908-53FD57378096}" dt="2019-06-27T16:34:34.124" v="93"/>
        <pc:sldMkLst>
          <pc:docMk/>
          <pc:sldMk cId="807243805" sldId="272"/>
        </pc:sldMkLst>
      </pc:sldChg>
      <pc:sldChg chg="addSp modSp new">
        <pc:chgData name="Cong, Cong (cc2cm)" userId="S::cc2cm@virginia.edu::f07c910d-2f81-4213-8697-fa8eb7446fa4" providerId="AD" clId="Web-{79C9BBA5-9CCE-4A81-0908-53FD57378096}" dt="2019-06-27T17:11:48.894" v="141" actId="1076"/>
        <pc:sldMkLst>
          <pc:docMk/>
          <pc:sldMk cId="966946240" sldId="272"/>
        </pc:sldMkLst>
        <pc:spChg chg="add mod">
          <ac:chgData name="Cong, Cong (cc2cm)" userId="S::cc2cm@virginia.edu::f07c910d-2f81-4213-8697-fa8eb7446fa4" providerId="AD" clId="Web-{79C9BBA5-9CCE-4A81-0908-53FD57378096}" dt="2019-06-27T17:11:48.894" v="141" actId="1076"/>
          <ac:spMkLst>
            <pc:docMk/>
            <pc:sldMk cId="966946240" sldId="272"/>
            <ac:spMk id="7" creationId="{964140E4-16E9-4D18-AA09-F7429CBED44D}"/>
          </ac:spMkLst>
        </pc:spChg>
        <pc:picChg chg="add mod">
          <ac:chgData name="Cong, Cong (cc2cm)" userId="S::cc2cm@virginia.edu::f07c910d-2f81-4213-8697-fa8eb7446fa4" providerId="AD" clId="Web-{79C9BBA5-9CCE-4A81-0908-53FD57378096}" dt="2019-06-27T17:10:39.204" v="131" actId="1076"/>
          <ac:picMkLst>
            <pc:docMk/>
            <pc:sldMk cId="966946240" sldId="272"/>
            <ac:picMk id="6" creationId="{4DE2AE03-C0BE-450C-80BA-BC339173DAD6}"/>
          </ac:picMkLst>
        </pc:picChg>
      </pc:sldChg>
    </pc:docChg>
  </pc:docChgLst>
  <pc:docChgLst>
    <pc:chgData name="Cong, Cong (cc2cm)" userId="S::cc2cm@virginia.edu::f07c910d-2f81-4213-8697-fa8eb7446fa4" providerId="AD" clId="Web-{AB351B92-06FF-5A95-5C3C-027F6B045874}"/>
    <pc:docChg chg="addSld modSld">
      <pc:chgData name="Cong, Cong (cc2cm)" userId="S::cc2cm@virginia.edu::f07c910d-2f81-4213-8697-fa8eb7446fa4" providerId="AD" clId="Web-{AB351B92-06FF-5A95-5C3C-027F6B045874}" dt="2019-06-28T12:45:06.076" v="80" actId="1076"/>
      <pc:docMkLst>
        <pc:docMk/>
      </pc:docMkLst>
      <pc:sldChg chg="addSp modSp">
        <pc:chgData name="Cong, Cong (cc2cm)" userId="S::cc2cm@virginia.edu::f07c910d-2f81-4213-8697-fa8eb7446fa4" providerId="AD" clId="Web-{AB351B92-06FF-5A95-5C3C-027F6B045874}" dt="2019-06-28T12:39:25.114" v="20" actId="1076"/>
        <pc:sldMkLst>
          <pc:docMk/>
          <pc:sldMk cId="1463822966" sldId="265"/>
        </pc:sldMkLst>
        <pc:spChg chg="add mod">
          <ac:chgData name="Cong, Cong (cc2cm)" userId="S::cc2cm@virginia.edu::f07c910d-2f81-4213-8697-fa8eb7446fa4" providerId="AD" clId="Web-{AB351B92-06FF-5A95-5C3C-027F6B045874}" dt="2019-06-28T12:39:25.114" v="20" actId="1076"/>
          <ac:spMkLst>
            <pc:docMk/>
            <pc:sldMk cId="1463822966" sldId="265"/>
            <ac:spMk id="6" creationId="{08F4D94E-A0FD-48BC-BB8E-A388643971A5}"/>
          </ac:spMkLst>
        </pc:spChg>
      </pc:sldChg>
      <pc:sldChg chg="modSp">
        <pc:chgData name="Cong, Cong (cc2cm)" userId="S::cc2cm@virginia.edu::f07c910d-2f81-4213-8697-fa8eb7446fa4" providerId="AD" clId="Web-{AB351B92-06FF-5A95-5C3C-027F6B045874}" dt="2019-06-28T12:42:57.604" v="36"/>
        <pc:sldMkLst>
          <pc:docMk/>
          <pc:sldMk cId="3149581928" sldId="269"/>
        </pc:sldMkLst>
        <pc:spChg chg="mod">
          <ac:chgData name="Cong, Cong (cc2cm)" userId="S::cc2cm@virginia.edu::f07c910d-2f81-4213-8697-fa8eb7446fa4" providerId="AD" clId="Web-{AB351B92-06FF-5A95-5C3C-027F6B045874}" dt="2019-06-28T12:42:57.604" v="36"/>
          <ac:spMkLst>
            <pc:docMk/>
            <pc:sldMk cId="3149581928" sldId="269"/>
            <ac:spMk id="2" creationId="{F3CA0405-BE44-49C0-87E6-1A6DF1FBC43E}"/>
          </ac:spMkLst>
        </pc:spChg>
      </pc:sldChg>
      <pc:sldChg chg="addSp delSp modSp">
        <pc:chgData name="Cong, Cong (cc2cm)" userId="S::cc2cm@virginia.edu::f07c910d-2f81-4213-8697-fa8eb7446fa4" providerId="AD" clId="Web-{AB351B92-06FF-5A95-5C3C-027F6B045874}" dt="2019-06-28T12:41:59.806" v="35" actId="14100"/>
        <pc:sldMkLst>
          <pc:docMk/>
          <pc:sldMk cId="1735515525" sldId="279"/>
        </pc:sldMkLst>
        <pc:spChg chg="mod">
          <ac:chgData name="Cong, Cong (cc2cm)" userId="S::cc2cm@virginia.edu::f07c910d-2f81-4213-8697-fa8eb7446fa4" providerId="AD" clId="Web-{AB351B92-06FF-5A95-5C3C-027F6B045874}" dt="2019-06-28T12:41:59.806" v="35" actId="14100"/>
          <ac:spMkLst>
            <pc:docMk/>
            <pc:sldMk cId="1735515525" sldId="279"/>
            <ac:spMk id="6" creationId="{2C46C8DC-0EDE-4DE1-8722-1970D052DDFD}"/>
          </ac:spMkLst>
        </pc:spChg>
        <pc:spChg chg="mod">
          <ac:chgData name="Cong, Cong (cc2cm)" userId="S::cc2cm@virginia.edu::f07c910d-2f81-4213-8697-fa8eb7446fa4" providerId="AD" clId="Web-{AB351B92-06FF-5A95-5C3C-027F6B045874}" dt="2019-06-28T12:41:48.555" v="29" actId="14100"/>
          <ac:spMkLst>
            <pc:docMk/>
            <pc:sldMk cId="1735515525" sldId="279"/>
            <ac:spMk id="9" creationId="{E5E5BC47-1B8D-4F9E-B7DC-496FDA6A625C}"/>
          </ac:spMkLst>
        </pc:spChg>
        <pc:picChg chg="del">
          <ac:chgData name="Cong, Cong (cc2cm)" userId="S::cc2cm@virginia.edu::f07c910d-2f81-4213-8697-fa8eb7446fa4" providerId="AD" clId="Web-{AB351B92-06FF-5A95-5C3C-027F6B045874}" dt="2019-06-28T12:41:29.539" v="22"/>
          <ac:picMkLst>
            <pc:docMk/>
            <pc:sldMk cId="1735515525" sldId="279"/>
            <ac:picMk id="5" creationId="{B8205D79-8E17-476E-B26F-A6DF09E77547}"/>
          </ac:picMkLst>
        </pc:picChg>
        <pc:picChg chg="add mod ord">
          <ac:chgData name="Cong, Cong (cc2cm)" userId="S::cc2cm@virginia.edu::f07c910d-2f81-4213-8697-fa8eb7446fa4" providerId="AD" clId="Web-{AB351B92-06FF-5A95-5C3C-027F6B045874}" dt="2019-06-28T12:41:43.276" v="27" actId="1076"/>
          <ac:picMkLst>
            <pc:docMk/>
            <pc:sldMk cId="1735515525" sldId="279"/>
            <ac:picMk id="8" creationId="{DAF15B79-816B-44BD-AEFF-162B29B0CB15}"/>
          </ac:picMkLst>
        </pc:picChg>
        <pc:cxnChg chg="mod">
          <ac:chgData name="Cong, Cong (cc2cm)" userId="S::cc2cm@virginia.edu::f07c910d-2f81-4213-8697-fa8eb7446fa4" providerId="AD" clId="Web-{AB351B92-06FF-5A95-5C3C-027F6B045874}" dt="2019-06-28T12:41:53.493" v="31" actId="1076"/>
          <ac:cxnSpMkLst>
            <pc:docMk/>
            <pc:sldMk cId="1735515525" sldId="279"/>
            <ac:cxnSpMk id="12" creationId="{F2EFCFA1-EF67-4B07-8725-CF03C602C6ED}"/>
          </ac:cxnSpMkLst>
        </pc:cxnChg>
      </pc:sldChg>
      <pc:sldChg chg="add replId">
        <pc:chgData name="Cong, Cong (cc2cm)" userId="S::cc2cm@virginia.edu::f07c910d-2f81-4213-8697-fa8eb7446fa4" providerId="AD" clId="Web-{AB351B92-06FF-5A95-5C3C-027F6B045874}" dt="2019-06-28T12:39:45.192" v="21"/>
        <pc:sldMkLst>
          <pc:docMk/>
          <pc:sldMk cId="4201067666" sldId="281"/>
        </pc:sldMkLst>
      </pc:sldChg>
      <pc:sldChg chg="addSp delSp modSp add replId">
        <pc:chgData name="Cong, Cong (cc2cm)" userId="S::cc2cm@virginia.edu::f07c910d-2f81-4213-8697-fa8eb7446fa4" providerId="AD" clId="Web-{AB351B92-06FF-5A95-5C3C-027F6B045874}" dt="2019-06-28T12:45:06.076" v="80" actId="1076"/>
        <pc:sldMkLst>
          <pc:docMk/>
          <pc:sldMk cId="3115000516" sldId="282"/>
        </pc:sldMkLst>
        <pc:spChg chg="mod">
          <ac:chgData name="Cong, Cong (cc2cm)" userId="S::cc2cm@virginia.edu::f07c910d-2f81-4213-8697-fa8eb7446fa4" providerId="AD" clId="Web-{AB351B92-06FF-5A95-5C3C-027F6B045874}" dt="2019-06-28T12:44:54.686" v="77" actId="1076"/>
          <ac:spMkLst>
            <pc:docMk/>
            <pc:sldMk cId="3115000516" sldId="282"/>
            <ac:spMk id="4" creationId="{00000000-0000-0000-0000-000000000000}"/>
          </ac:spMkLst>
        </pc:spChg>
        <pc:spChg chg="del">
          <ac:chgData name="Cong, Cong (cc2cm)" userId="S::cc2cm@virginia.edu::f07c910d-2f81-4213-8697-fa8eb7446fa4" providerId="AD" clId="Web-{AB351B92-06FF-5A95-5C3C-027F6B045874}" dt="2019-06-28T12:44:01.200" v="38"/>
          <ac:spMkLst>
            <pc:docMk/>
            <pc:sldMk cId="3115000516" sldId="282"/>
            <ac:spMk id="5" creationId="{00000000-0000-0000-0000-000000000000}"/>
          </ac:spMkLst>
        </pc:spChg>
        <pc:spChg chg="add del mod">
          <ac:chgData name="Cong, Cong (cc2cm)" userId="S::cc2cm@virginia.edu::f07c910d-2f81-4213-8697-fa8eb7446fa4" providerId="AD" clId="Web-{AB351B92-06FF-5A95-5C3C-027F6B045874}" dt="2019-06-28T12:44:02.622" v="39"/>
          <ac:spMkLst>
            <pc:docMk/>
            <pc:sldMk cId="3115000516" sldId="282"/>
            <ac:spMk id="6" creationId="{60C26441-6CF1-46DC-A08E-78DE5FAEE7FC}"/>
          </ac:spMkLst>
        </pc:spChg>
        <pc:spChg chg="add mod">
          <ac:chgData name="Cong, Cong (cc2cm)" userId="S::cc2cm@virginia.edu::f07c910d-2f81-4213-8697-fa8eb7446fa4" providerId="AD" clId="Web-{AB351B92-06FF-5A95-5C3C-027F6B045874}" dt="2019-06-28T12:45:06.076" v="80" actId="1076"/>
          <ac:spMkLst>
            <pc:docMk/>
            <pc:sldMk cId="3115000516" sldId="282"/>
            <ac:spMk id="8" creationId="{68AF6590-2CC3-4857-9CD5-0515D85BA563}"/>
          </ac:spMkLst>
        </pc:spChg>
      </pc:sldChg>
    </pc:docChg>
  </pc:docChgLst>
  <pc:docChgLst>
    <pc:chgData name="Cong, Cong (cc2cm)" userId="S::cc2cm@virginia.edu::f07c910d-2f81-4213-8697-fa8eb7446fa4" providerId="AD" clId="Web-{4A164848-3C51-4F71-1777-795A49D9A0EA}"/>
    <pc:docChg chg="addSld modSld">
      <pc:chgData name="Cong, Cong (cc2cm)" userId="S::cc2cm@virginia.edu::f07c910d-2f81-4213-8697-fa8eb7446fa4" providerId="AD" clId="Web-{4A164848-3C51-4F71-1777-795A49D9A0EA}" dt="2019-06-26T17:36:51.772" v="112"/>
      <pc:docMkLst>
        <pc:docMk/>
      </pc:docMkLst>
      <pc:sldChg chg="modSp">
        <pc:chgData name="Cong, Cong (cc2cm)" userId="S::cc2cm@virginia.edu::f07c910d-2f81-4213-8697-fa8eb7446fa4" providerId="AD" clId="Web-{4A164848-3C51-4F71-1777-795A49D9A0EA}" dt="2019-06-26T17:14:37.915" v="1" actId="20577"/>
        <pc:sldMkLst>
          <pc:docMk/>
          <pc:sldMk cId="2747914867" sldId="262"/>
        </pc:sldMkLst>
        <pc:spChg chg="mod">
          <ac:chgData name="Cong, Cong (cc2cm)" userId="S::cc2cm@virginia.edu::f07c910d-2f81-4213-8697-fa8eb7446fa4" providerId="AD" clId="Web-{4A164848-3C51-4F71-1777-795A49D9A0EA}" dt="2019-06-26T17:14:37.915" v="1" actId="20577"/>
          <ac:spMkLst>
            <pc:docMk/>
            <pc:sldMk cId="2747914867" sldId="262"/>
            <ac:spMk id="3" creationId="{00000000-0000-0000-0000-000000000000}"/>
          </ac:spMkLst>
        </pc:spChg>
      </pc:sldChg>
      <pc:sldChg chg="modSp">
        <pc:chgData name="Cong, Cong (cc2cm)" userId="S::cc2cm@virginia.edu::f07c910d-2f81-4213-8697-fa8eb7446fa4" providerId="AD" clId="Web-{4A164848-3C51-4F71-1777-795A49D9A0EA}" dt="2019-06-26T17:19:35.062" v="60" actId="20577"/>
        <pc:sldMkLst>
          <pc:docMk/>
          <pc:sldMk cId="3025142439" sldId="264"/>
        </pc:sldMkLst>
        <pc:spChg chg="mod">
          <ac:chgData name="Cong, Cong (cc2cm)" userId="S::cc2cm@virginia.edu::f07c910d-2f81-4213-8697-fa8eb7446fa4" providerId="AD" clId="Web-{4A164848-3C51-4F71-1777-795A49D9A0EA}" dt="2019-06-26T17:16:14.229" v="18" actId="20577"/>
          <ac:spMkLst>
            <pc:docMk/>
            <pc:sldMk cId="3025142439" sldId="264"/>
            <ac:spMk id="2" creationId="{92C8A024-F1CB-417B-B217-921A4C85C2CD}"/>
          </ac:spMkLst>
        </pc:spChg>
        <pc:spChg chg="mod">
          <ac:chgData name="Cong, Cong (cc2cm)" userId="S::cc2cm@virginia.edu::f07c910d-2f81-4213-8697-fa8eb7446fa4" providerId="AD" clId="Web-{4A164848-3C51-4F71-1777-795A49D9A0EA}" dt="2019-06-26T17:19:35.062" v="60" actId="20577"/>
          <ac:spMkLst>
            <pc:docMk/>
            <pc:sldMk cId="3025142439" sldId="264"/>
            <ac:spMk id="3" creationId="{7FCEB738-866E-48C4-BB16-56D18DD6B486}"/>
          </ac:spMkLst>
        </pc:spChg>
      </pc:sldChg>
      <pc:sldChg chg="addSp delSp modSp addAnim delAnim modAnim">
        <pc:chgData name="Cong, Cong (cc2cm)" userId="S::cc2cm@virginia.edu::f07c910d-2f81-4213-8697-fa8eb7446fa4" providerId="AD" clId="Web-{4A164848-3C51-4F71-1777-795A49D9A0EA}" dt="2019-06-26T17:36:46.429" v="111"/>
        <pc:sldMkLst>
          <pc:docMk/>
          <pc:sldMk cId="1463822966" sldId="265"/>
        </pc:sldMkLst>
        <pc:spChg chg="mod">
          <ac:chgData name="Cong, Cong (cc2cm)" userId="S::cc2cm@virginia.edu::f07c910d-2f81-4213-8697-fa8eb7446fa4" providerId="AD" clId="Web-{4A164848-3C51-4F71-1777-795A49D9A0EA}" dt="2019-06-26T17:17:00.965" v="20" actId="20577"/>
          <ac:spMkLst>
            <pc:docMk/>
            <pc:sldMk cId="1463822966" sldId="265"/>
            <ac:spMk id="2" creationId="{31B208F7-7DBA-488D-9FB8-D1EF473DDDE1}"/>
          </ac:spMkLst>
        </pc:spChg>
        <pc:spChg chg="add del">
          <ac:chgData name="Cong, Cong (cc2cm)" userId="S::cc2cm@virginia.edu::f07c910d-2f81-4213-8697-fa8eb7446fa4" providerId="AD" clId="Web-{4A164848-3C51-4F71-1777-795A49D9A0EA}" dt="2019-06-26T17:34:16.941" v="86"/>
          <ac:spMkLst>
            <pc:docMk/>
            <pc:sldMk cId="1463822966" sldId="265"/>
            <ac:spMk id="10" creationId="{B48494E7-CD15-49DD-90DD-1D1A052F75D0}"/>
          </ac:spMkLst>
        </pc:spChg>
        <pc:spChg chg="add del mod">
          <ac:chgData name="Cong, Cong (cc2cm)" userId="S::cc2cm@virginia.edu::f07c910d-2f81-4213-8697-fa8eb7446fa4" providerId="AD" clId="Web-{4A164848-3C51-4F71-1777-795A49D9A0EA}" dt="2019-06-26T17:36:46.429" v="111"/>
          <ac:spMkLst>
            <pc:docMk/>
            <pc:sldMk cId="1463822966" sldId="265"/>
            <ac:spMk id="12" creationId="{66E340E8-076F-49CD-9654-32A6CCCDAFA6}"/>
          </ac:spMkLst>
        </pc:spChg>
        <pc:picChg chg="mod">
          <ac:chgData name="Cong, Cong (cc2cm)" userId="S::cc2cm@virginia.edu::f07c910d-2f81-4213-8697-fa8eb7446fa4" providerId="AD" clId="Web-{4A164848-3C51-4F71-1777-795A49D9A0EA}" dt="2019-06-26T17:36:21.444" v="106" actId="1076"/>
          <ac:picMkLst>
            <pc:docMk/>
            <pc:sldMk cId="1463822966" sldId="265"/>
            <ac:picMk id="5" creationId="{C9BDA451-A62B-47FB-89C3-411A9E351967}"/>
          </ac:picMkLst>
        </pc:picChg>
        <pc:picChg chg="add del mod">
          <ac:chgData name="Cong, Cong (cc2cm)" userId="S::cc2cm@virginia.edu::f07c910d-2f81-4213-8697-fa8eb7446fa4" providerId="AD" clId="Web-{4A164848-3C51-4F71-1777-795A49D9A0EA}" dt="2019-06-26T17:32:37.517" v="81"/>
          <ac:picMkLst>
            <pc:docMk/>
            <pc:sldMk cId="1463822966" sldId="265"/>
            <ac:picMk id="7" creationId="{0C875789-D953-4515-AC78-F79F9A988896}"/>
          </ac:picMkLst>
        </pc:picChg>
        <pc:picChg chg="add del">
          <ac:chgData name="Cong, Cong (cc2cm)" userId="S::cc2cm@virginia.edu::f07c910d-2f81-4213-8697-fa8eb7446fa4" providerId="AD" clId="Web-{4A164848-3C51-4F71-1777-795A49D9A0EA}" dt="2019-06-26T17:34:16.941" v="87"/>
          <ac:picMkLst>
            <pc:docMk/>
            <pc:sldMk cId="1463822966" sldId="265"/>
            <ac:picMk id="9" creationId="{EEC8BD25-A0B5-4FEB-85DD-5E8F2AA3ECF5}"/>
          </ac:picMkLst>
        </pc:picChg>
        <pc:picChg chg="add del mod">
          <ac:chgData name="Cong, Cong (cc2cm)" userId="S::cc2cm@virginia.edu::f07c910d-2f81-4213-8697-fa8eb7446fa4" providerId="AD" clId="Web-{4A164848-3C51-4F71-1777-795A49D9A0EA}" dt="2019-06-26T17:36:45.147" v="110"/>
          <ac:picMkLst>
            <pc:docMk/>
            <pc:sldMk cId="1463822966" sldId="265"/>
            <ac:picMk id="11" creationId="{43F0D110-5DD1-48A3-A36F-718971C38ACA}"/>
          </ac:picMkLst>
        </pc:picChg>
      </pc:sldChg>
      <pc:sldChg chg="addSp delSp modSp">
        <pc:chgData name="Cong, Cong (cc2cm)" userId="S::cc2cm@virginia.edu::f07c910d-2f81-4213-8697-fa8eb7446fa4" providerId="AD" clId="Web-{4A164848-3C51-4F71-1777-795A49D9A0EA}" dt="2019-06-26T17:35:16.817" v="95" actId="1076"/>
        <pc:sldMkLst>
          <pc:docMk/>
          <pc:sldMk cId="177094961" sldId="266"/>
        </pc:sldMkLst>
        <pc:spChg chg="del mod">
          <ac:chgData name="Cong, Cong (cc2cm)" userId="S::cc2cm@virginia.edu::f07c910d-2f81-4213-8697-fa8eb7446fa4" providerId="AD" clId="Web-{4A164848-3C51-4F71-1777-795A49D9A0EA}" dt="2019-06-26T17:33:43.456" v="83"/>
          <ac:spMkLst>
            <pc:docMk/>
            <pc:sldMk cId="177094961" sldId="266"/>
            <ac:spMk id="13" creationId="{7226A646-8204-49A5-8EFE-21B7AE70E0D7}"/>
          </ac:spMkLst>
        </pc:spChg>
        <pc:spChg chg="mod">
          <ac:chgData name="Cong, Cong (cc2cm)" userId="S::cc2cm@virginia.edu::f07c910d-2f81-4213-8697-fa8eb7446fa4" providerId="AD" clId="Web-{4A164848-3C51-4F71-1777-795A49D9A0EA}" dt="2019-06-26T17:35:16.817" v="95" actId="1076"/>
          <ac:spMkLst>
            <pc:docMk/>
            <pc:sldMk cId="177094961" sldId="266"/>
            <ac:spMk id="14" creationId="{26721DFC-1084-419B-8008-52735E53EEE9}"/>
          </ac:spMkLst>
        </pc:spChg>
        <pc:spChg chg="add del">
          <ac:chgData name="Cong, Cong (cc2cm)" userId="S::cc2cm@virginia.edu::f07c910d-2f81-4213-8697-fa8eb7446fa4" providerId="AD" clId="Web-{4A164848-3C51-4F71-1777-795A49D9A0EA}" dt="2019-06-26T17:34:51.817" v="89"/>
          <ac:spMkLst>
            <pc:docMk/>
            <pc:sldMk cId="177094961" sldId="266"/>
            <ac:spMk id="16" creationId="{934CABBB-FE72-40FF-8131-F69A194FA1D5}"/>
          </ac:spMkLst>
        </pc:spChg>
        <pc:picChg chg="add del mod">
          <ac:chgData name="Cong, Cong (cc2cm)" userId="S::cc2cm@virginia.edu::f07c910d-2f81-4213-8697-fa8eb7446fa4" providerId="AD" clId="Web-{4A164848-3C51-4F71-1777-795A49D9A0EA}" dt="2019-06-26T17:32:28.626" v="72"/>
          <ac:picMkLst>
            <pc:docMk/>
            <pc:sldMk cId="177094961" sldId="266"/>
            <ac:picMk id="3" creationId="{3555FA25-F9BF-4829-B8F6-E7FB0DB0BBA0}"/>
          </ac:picMkLst>
        </pc:picChg>
        <pc:picChg chg="add del">
          <ac:chgData name="Cong, Cong (cc2cm)" userId="S::cc2cm@virginia.edu::f07c910d-2f81-4213-8697-fa8eb7446fa4" providerId="AD" clId="Web-{4A164848-3C51-4F71-1777-795A49D9A0EA}" dt="2019-06-26T17:33:43.456" v="84"/>
          <ac:picMkLst>
            <pc:docMk/>
            <pc:sldMk cId="177094961" sldId="266"/>
            <ac:picMk id="9" creationId="{9325C5AC-6309-4711-930C-B07BDFEA5C37}"/>
          </ac:picMkLst>
        </pc:picChg>
        <pc:picChg chg="mod">
          <ac:chgData name="Cong, Cong (cc2cm)" userId="S::cc2cm@virginia.edu::f07c910d-2f81-4213-8697-fa8eb7446fa4" providerId="AD" clId="Web-{4A164848-3C51-4F71-1777-795A49D9A0EA}" dt="2019-06-26T17:35:13.645" v="94" actId="1076"/>
          <ac:picMkLst>
            <pc:docMk/>
            <pc:sldMk cId="177094961" sldId="266"/>
            <ac:picMk id="11" creationId="{48A4D1FC-AE2B-4B65-8382-825A885C916E}"/>
          </ac:picMkLst>
        </pc:picChg>
        <pc:picChg chg="add del">
          <ac:chgData name="Cong, Cong (cc2cm)" userId="S::cc2cm@virginia.edu::f07c910d-2f81-4213-8697-fa8eb7446fa4" providerId="AD" clId="Web-{4A164848-3C51-4F71-1777-795A49D9A0EA}" dt="2019-06-26T17:34:51.817" v="90"/>
          <ac:picMkLst>
            <pc:docMk/>
            <pc:sldMk cId="177094961" sldId="266"/>
            <ac:picMk id="12" creationId="{F1C38F16-42E7-41A5-A2F6-41B913312548}"/>
          </ac:picMkLst>
        </pc:picChg>
      </pc:sldChg>
      <pc:sldChg chg="delSp add replId delAnim">
        <pc:chgData name="Cong, Cong (cc2cm)" userId="S::cc2cm@virginia.edu::f07c910d-2f81-4213-8697-fa8eb7446fa4" providerId="AD" clId="Web-{4A164848-3C51-4F71-1777-795A49D9A0EA}" dt="2019-06-26T17:36:51.772" v="112"/>
        <pc:sldMkLst>
          <pc:docMk/>
          <pc:sldMk cId="212901225" sldId="270"/>
        </pc:sldMkLst>
        <pc:picChg chg="del">
          <ac:chgData name="Cong, Cong (cc2cm)" userId="S::cc2cm@virginia.edu::f07c910d-2f81-4213-8697-fa8eb7446fa4" providerId="AD" clId="Web-{4A164848-3C51-4F71-1777-795A49D9A0EA}" dt="2019-06-26T17:36:51.772" v="112"/>
          <ac:picMkLst>
            <pc:docMk/>
            <pc:sldMk cId="212901225" sldId="270"/>
            <ac:picMk id="5" creationId="{C9BDA451-A62B-47FB-89C3-411A9E351967}"/>
          </ac:picMkLst>
        </pc:picChg>
      </pc:sldChg>
    </pc:docChg>
  </pc:docChgLst>
  <pc:docChgLst>
    <pc:chgData name="Isch, Calvin (ci3uz)" userId="S::ci3uz@virginia.edu::d1b8b1a6-b223-4c78-a3de-e3d4ac8ab098" providerId="AD" clId="Web-{092119A8-A163-2CA3-E4FC-7CCB022EB059}"/>
    <pc:docChg chg="modSld sldOrd">
      <pc:chgData name="Isch, Calvin (ci3uz)" userId="S::ci3uz@virginia.edu::d1b8b1a6-b223-4c78-a3de-e3d4ac8ab098" providerId="AD" clId="Web-{092119A8-A163-2CA3-E4FC-7CCB022EB059}" dt="2019-06-25T20:32:04.836" v="256" actId="20577"/>
      <pc:docMkLst>
        <pc:docMk/>
      </pc:docMkLst>
      <pc:sldChg chg="modSp">
        <pc:chgData name="Isch, Calvin (ci3uz)" userId="S::ci3uz@virginia.edu::d1b8b1a6-b223-4c78-a3de-e3d4ac8ab098" providerId="AD" clId="Web-{092119A8-A163-2CA3-E4FC-7CCB022EB059}" dt="2019-06-25T20:12:32.270" v="44" actId="1076"/>
        <pc:sldMkLst>
          <pc:docMk/>
          <pc:sldMk cId="3025142439" sldId="264"/>
        </pc:sldMkLst>
        <pc:spChg chg="mod">
          <ac:chgData name="Isch, Calvin (ci3uz)" userId="S::ci3uz@virginia.edu::d1b8b1a6-b223-4c78-a3de-e3d4ac8ab098" providerId="AD" clId="Web-{092119A8-A163-2CA3-E4FC-7CCB022EB059}" dt="2019-06-25T20:11:55.722" v="40" actId="20577"/>
          <ac:spMkLst>
            <pc:docMk/>
            <pc:sldMk cId="3025142439" sldId="264"/>
            <ac:spMk id="3" creationId="{7FCEB738-866E-48C4-BB16-56D18DD6B486}"/>
          </ac:spMkLst>
        </pc:spChg>
        <pc:picChg chg="mod">
          <ac:chgData name="Isch, Calvin (ci3uz)" userId="S::ci3uz@virginia.edu::d1b8b1a6-b223-4c78-a3de-e3d4ac8ab098" providerId="AD" clId="Web-{092119A8-A163-2CA3-E4FC-7CCB022EB059}" dt="2019-06-25T20:12:32.270" v="44" actId="1076"/>
          <ac:picMkLst>
            <pc:docMk/>
            <pc:sldMk cId="3025142439" sldId="264"/>
            <ac:picMk id="5" creationId="{2D54604D-AF26-4591-A9EE-A633E31265B5}"/>
          </ac:picMkLst>
        </pc:picChg>
      </pc:sldChg>
      <pc:sldChg chg="modSp">
        <pc:chgData name="Isch, Calvin (ci3uz)" userId="S::ci3uz@virginia.edu::d1b8b1a6-b223-4c78-a3de-e3d4ac8ab098" providerId="AD" clId="Web-{092119A8-A163-2CA3-E4FC-7CCB022EB059}" dt="2019-06-25T20:13:41.991" v="51" actId="20577"/>
        <pc:sldMkLst>
          <pc:docMk/>
          <pc:sldMk cId="1463822966" sldId="265"/>
        </pc:sldMkLst>
        <pc:spChg chg="mod">
          <ac:chgData name="Isch, Calvin (ci3uz)" userId="S::ci3uz@virginia.edu::d1b8b1a6-b223-4c78-a3de-e3d4ac8ab098" providerId="AD" clId="Web-{092119A8-A163-2CA3-E4FC-7CCB022EB059}" dt="2019-06-25T20:13:41.991" v="51" actId="20577"/>
          <ac:spMkLst>
            <pc:docMk/>
            <pc:sldMk cId="1463822966" sldId="265"/>
            <ac:spMk id="2" creationId="{31B208F7-7DBA-488D-9FB8-D1EF473DDDE1}"/>
          </ac:spMkLst>
        </pc:spChg>
      </pc:sldChg>
      <pc:sldChg chg="modSp">
        <pc:chgData name="Isch, Calvin (ci3uz)" userId="S::ci3uz@virginia.edu::d1b8b1a6-b223-4c78-a3de-e3d4ac8ab098" providerId="AD" clId="Web-{092119A8-A163-2CA3-E4FC-7CCB022EB059}" dt="2019-06-25T20:20:32.206" v="168" actId="20577"/>
        <pc:sldMkLst>
          <pc:docMk/>
          <pc:sldMk cId="177094961" sldId="266"/>
        </pc:sldMkLst>
        <pc:spChg chg="mod">
          <ac:chgData name="Isch, Calvin (ci3uz)" userId="S::ci3uz@virginia.edu::d1b8b1a6-b223-4c78-a3de-e3d4ac8ab098" providerId="AD" clId="Web-{092119A8-A163-2CA3-E4FC-7CCB022EB059}" dt="2019-06-25T20:19:54.018" v="166" actId="20577"/>
          <ac:spMkLst>
            <pc:docMk/>
            <pc:sldMk cId="177094961" sldId="266"/>
            <ac:spMk id="14" creationId="{26721DFC-1084-419B-8008-52735E53EEE9}"/>
          </ac:spMkLst>
        </pc:spChg>
        <pc:spChg chg="mod">
          <ac:chgData name="Isch, Calvin (ci3uz)" userId="S::ci3uz@virginia.edu::d1b8b1a6-b223-4c78-a3de-e3d4ac8ab098" providerId="AD" clId="Web-{092119A8-A163-2CA3-E4FC-7CCB022EB059}" dt="2019-06-25T20:20:32.206" v="168" actId="20577"/>
          <ac:spMkLst>
            <pc:docMk/>
            <pc:sldMk cId="177094961" sldId="266"/>
            <ac:spMk id="15" creationId="{A28FB2A3-C6A0-4834-AB8E-76C8863A7ED7}"/>
          </ac:spMkLst>
        </pc:spChg>
      </pc:sldChg>
      <pc:sldChg chg="ord">
        <pc:chgData name="Isch, Calvin (ci3uz)" userId="S::ci3uz@virginia.edu::d1b8b1a6-b223-4c78-a3de-e3d4ac8ab098" providerId="AD" clId="Web-{092119A8-A163-2CA3-E4FC-7CCB022EB059}" dt="2019-06-25T20:09:16.733" v="1"/>
        <pc:sldMkLst>
          <pc:docMk/>
          <pc:sldMk cId="226152588" sldId="268"/>
        </pc:sldMkLst>
      </pc:sldChg>
      <pc:sldChg chg="modSp modNotes">
        <pc:chgData name="Isch, Calvin (ci3uz)" userId="S::ci3uz@virginia.edu::d1b8b1a6-b223-4c78-a3de-e3d4ac8ab098" providerId="AD" clId="Web-{092119A8-A163-2CA3-E4FC-7CCB022EB059}" dt="2019-06-25T20:32:04.836" v="256" actId="20577"/>
        <pc:sldMkLst>
          <pc:docMk/>
          <pc:sldMk cId="3149581928" sldId="269"/>
        </pc:sldMkLst>
        <pc:spChg chg="mod">
          <ac:chgData name="Isch, Calvin (ci3uz)" userId="S::ci3uz@virginia.edu::d1b8b1a6-b223-4c78-a3de-e3d4ac8ab098" providerId="AD" clId="Web-{092119A8-A163-2CA3-E4FC-7CCB022EB059}" dt="2019-06-25T20:32:04.836" v="256" actId="20577"/>
          <ac:spMkLst>
            <pc:docMk/>
            <pc:sldMk cId="3149581928" sldId="269"/>
            <ac:spMk id="3" creationId="{49CC41E8-729D-4674-A31F-FB2A897270D6}"/>
          </ac:spMkLst>
        </pc:spChg>
        <pc:spChg chg="mod">
          <ac:chgData name="Isch, Calvin (ci3uz)" userId="S::ci3uz@virginia.edu::d1b8b1a6-b223-4c78-a3de-e3d4ac8ab098" providerId="AD" clId="Web-{092119A8-A163-2CA3-E4FC-7CCB022EB059}" dt="2019-06-25T20:25:02.339" v="236" actId="20577"/>
          <ac:spMkLst>
            <pc:docMk/>
            <pc:sldMk cId="3149581928" sldId="269"/>
            <ac:spMk id="4" creationId="{A021386D-66FF-4D22-BE55-3BB9EB9CF6F6}"/>
          </ac:spMkLst>
        </pc:spChg>
      </pc:sldChg>
    </pc:docChg>
  </pc:docChgLst>
  <pc:docChgLst>
    <pc:chgData name="Tobin, Eliza Nicole (ent4pn)" userId="S::ent4pn@virginia.edu::c6f0735e-188b-4a35-9a6a-2de662ec8b5c" providerId="AD" clId="Web-{D8EBE17A-BE3B-C03E-2776-7DC15A8EC01D}"/>
    <pc:docChg chg="addSld delSld modSld">
      <pc:chgData name="Tobin, Eliza Nicole (ent4pn)" userId="S::ent4pn@virginia.edu::c6f0735e-188b-4a35-9a6a-2de662ec8b5c" providerId="AD" clId="Web-{D8EBE17A-BE3B-C03E-2776-7DC15A8EC01D}" dt="2019-06-24T19:03:59.508" v="655" actId="20577"/>
      <pc:docMkLst>
        <pc:docMk/>
      </pc:docMkLst>
      <pc:sldChg chg="delSp modSp">
        <pc:chgData name="Tobin, Eliza Nicole (ent4pn)" userId="S::ent4pn@virginia.edu::c6f0735e-188b-4a35-9a6a-2de662ec8b5c" providerId="AD" clId="Web-{D8EBE17A-BE3B-C03E-2776-7DC15A8EC01D}" dt="2019-06-24T18:34:38.016" v="105" actId="20577"/>
        <pc:sldMkLst>
          <pc:docMk/>
          <pc:sldMk cId="1301978882" sldId="258"/>
        </pc:sldMkLst>
        <pc:spChg chg="mod">
          <ac:chgData name="Tobin, Eliza Nicole (ent4pn)" userId="S::ent4pn@virginia.edu::c6f0735e-188b-4a35-9a6a-2de662ec8b5c" providerId="AD" clId="Web-{D8EBE17A-BE3B-C03E-2776-7DC15A8EC01D}" dt="2019-06-24T18:32:31.619" v="44" actId="20577"/>
          <ac:spMkLst>
            <pc:docMk/>
            <pc:sldMk cId="1301978882" sldId="258"/>
            <ac:spMk id="2" creationId="{00000000-0000-0000-0000-000000000000}"/>
          </ac:spMkLst>
        </pc:spChg>
        <pc:spChg chg="del">
          <ac:chgData name="Tobin, Eliza Nicole (ent4pn)" userId="S::ent4pn@virginia.edu::c6f0735e-188b-4a35-9a6a-2de662ec8b5c" providerId="AD" clId="Web-{D8EBE17A-BE3B-C03E-2776-7DC15A8EC01D}" dt="2019-06-24T18:32:34.197" v="45"/>
          <ac:spMkLst>
            <pc:docMk/>
            <pc:sldMk cId="1301978882" sldId="258"/>
            <ac:spMk id="3" creationId="{00000000-0000-0000-0000-000000000000}"/>
          </ac:spMkLst>
        </pc:spChg>
        <pc:spChg chg="mod">
          <ac:chgData name="Tobin, Eliza Nicole (ent4pn)" userId="S::ent4pn@virginia.edu::c6f0735e-188b-4a35-9a6a-2de662ec8b5c" providerId="AD" clId="Web-{D8EBE17A-BE3B-C03E-2776-7DC15A8EC01D}" dt="2019-06-24T18:33:43.419" v="79" actId="20577"/>
          <ac:spMkLst>
            <pc:docMk/>
            <pc:sldMk cId="1301978882" sldId="258"/>
            <ac:spMk id="4" creationId="{00000000-0000-0000-0000-000000000000}"/>
          </ac:spMkLst>
        </pc:spChg>
        <pc:spChg chg="mod">
          <ac:chgData name="Tobin, Eliza Nicole (ent4pn)" userId="S::ent4pn@virginia.edu::c6f0735e-188b-4a35-9a6a-2de662ec8b5c" providerId="AD" clId="Web-{D8EBE17A-BE3B-C03E-2776-7DC15A8EC01D}" dt="2019-06-24T18:34:38.016" v="105" actId="20577"/>
          <ac:spMkLst>
            <pc:docMk/>
            <pc:sldMk cId="1301978882" sldId="258"/>
            <ac:spMk id="5" creationId="{00000000-0000-0000-0000-000000000000}"/>
          </ac:spMkLst>
        </pc:spChg>
      </pc:sldChg>
      <pc:sldChg chg="del">
        <pc:chgData name="Tobin, Eliza Nicole (ent4pn)" userId="S::ent4pn@virginia.edu::c6f0735e-188b-4a35-9a6a-2de662ec8b5c" providerId="AD" clId="Web-{D8EBE17A-BE3B-C03E-2776-7DC15A8EC01D}" dt="2019-06-24T18:35:00.017" v="106"/>
        <pc:sldMkLst>
          <pc:docMk/>
          <pc:sldMk cId="3441121556" sldId="259"/>
        </pc:sldMkLst>
      </pc:sldChg>
      <pc:sldChg chg="modSp">
        <pc:chgData name="Tobin, Eliza Nicole (ent4pn)" userId="S::ent4pn@virginia.edu::c6f0735e-188b-4a35-9a6a-2de662ec8b5c" providerId="AD" clId="Web-{D8EBE17A-BE3B-C03E-2776-7DC15A8EC01D}" dt="2019-06-24T18:51:06.298" v="450" actId="20577"/>
        <pc:sldMkLst>
          <pc:docMk/>
          <pc:sldMk cId="2747914867" sldId="262"/>
        </pc:sldMkLst>
        <pc:spChg chg="mod">
          <ac:chgData name="Tobin, Eliza Nicole (ent4pn)" userId="S::ent4pn@virginia.edu::c6f0735e-188b-4a35-9a6a-2de662ec8b5c" providerId="AD" clId="Web-{D8EBE17A-BE3B-C03E-2776-7DC15A8EC01D}" dt="2019-06-24T18:35:42.659" v="111" actId="20577"/>
          <ac:spMkLst>
            <pc:docMk/>
            <pc:sldMk cId="2747914867" sldId="262"/>
            <ac:spMk id="2" creationId="{00000000-0000-0000-0000-000000000000}"/>
          </ac:spMkLst>
        </pc:spChg>
        <pc:spChg chg="mod">
          <ac:chgData name="Tobin, Eliza Nicole (ent4pn)" userId="S::ent4pn@virginia.edu::c6f0735e-188b-4a35-9a6a-2de662ec8b5c" providerId="AD" clId="Web-{D8EBE17A-BE3B-C03E-2776-7DC15A8EC01D}" dt="2019-06-24T18:51:06.298" v="450" actId="20577"/>
          <ac:spMkLst>
            <pc:docMk/>
            <pc:sldMk cId="2747914867" sldId="262"/>
            <ac:spMk id="3" creationId="{00000000-0000-0000-0000-000000000000}"/>
          </ac:spMkLst>
        </pc:spChg>
      </pc:sldChg>
      <pc:sldChg chg="modSp new">
        <pc:chgData name="Tobin, Eliza Nicole (ent4pn)" userId="S::ent4pn@virginia.edu::c6f0735e-188b-4a35-9a6a-2de662ec8b5c" providerId="AD" clId="Web-{D8EBE17A-BE3B-C03E-2776-7DC15A8EC01D}" dt="2019-06-24T18:49:31.778" v="442" actId="20577"/>
        <pc:sldMkLst>
          <pc:docMk/>
          <pc:sldMk cId="41266239" sldId="263"/>
        </pc:sldMkLst>
        <pc:spChg chg="mod">
          <ac:chgData name="Tobin, Eliza Nicole (ent4pn)" userId="S::ent4pn@virginia.edu::c6f0735e-188b-4a35-9a6a-2de662ec8b5c" providerId="AD" clId="Web-{D8EBE17A-BE3B-C03E-2776-7DC15A8EC01D}" dt="2019-06-24T18:36:34.974" v="118" actId="20577"/>
          <ac:spMkLst>
            <pc:docMk/>
            <pc:sldMk cId="41266239" sldId="263"/>
            <ac:spMk id="2" creationId="{4E783343-C48C-446A-B9C8-22E564DB2682}"/>
          </ac:spMkLst>
        </pc:spChg>
        <pc:spChg chg="mod">
          <ac:chgData name="Tobin, Eliza Nicole (ent4pn)" userId="S::ent4pn@virginia.edu::c6f0735e-188b-4a35-9a6a-2de662ec8b5c" providerId="AD" clId="Web-{D8EBE17A-BE3B-C03E-2776-7DC15A8EC01D}" dt="2019-06-24T18:49:31.778" v="442" actId="20577"/>
          <ac:spMkLst>
            <pc:docMk/>
            <pc:sldMk cId="41266239" sldId="263"/>
            <ac:spMk id="3" creationId="{711CDCB2-1885-4740-A137-BB16FB98B5A5}"/>
          </ac:spMkLst>
        </pc:spChg>
      </pc:sldChg>
      <pc:sldChg chg="del">
        <pc:chgData name="Tobin, Eliza Nicole (ent4pn)" userId="S::ent4pn@virginia.edu::c6f0735e-188b-4a35-9a6a-2de662ec8b5c" providerId="AD" clId="Web-{D8EBE17A-BE3B-C03E-2776-7DC15A8EC01D}" dt="2019-06-24T18:35:13.252" v="107"/>
        <pc:sldMkLst>
          <pc:docMk/>
          <pc:sldMk cId="1122256038" sldId="263"/>
        </pc:sldMkLst>
      </pc:sldChg>
      <pc:sldChg chg="modSp new">
        <pc:chgData name="Tobin, Eliza Nicole (ent4pn)" userId="S::ent4pn@virginia.edu::c6f0735e-188b-4a35-9a6a-2de662ec8b5c" providerId="AD" clId="Web-{D8EBE17A-BE3B-C03E-2776-7DC15A8EC01D}" dt="2019-06-24T18:51:50.675" v="464" actId="20577"/>
        <pc:sldMkLst>
          <pc:docMk/>
          <pc:sldMk cId="3025142439" sldId="264"/>
        </pc:sldMkLst>
        <pc:spChg chg="mod">
          <ac:chgData name="Tobin, Eliza Nicole (ent4pn)" userId="S::ent4pn@virginia.edu::c6f0735e-188b-4a35-9a6a-2de662ec8b5c" providerId="AD" clId="Web-{D8EBE17A-BE3B-C03E-2776-7DC15A8EC01D}" dt="2019-06-24T18:37:43.368" v="160" actId="20577"/>
          <ac:spMkLst>
            <pc:docMk/>
            <pc:sldMk cId="3025142439" sldId="264"/>
            <ac:spMk id="2" creationId="{92C8A024-F1CB-417B-B217-921A4C85C2CD}"/>
          </ac:spMkLst>
        </pc:spChg>
        <pc:spChg chg="mod">
          <ac:chgData name="Tobin, Eliza Nicole (ent4pn)" userId="S::ent4pn@virginia.edu::c6f0735e-188b-4a35-9a6a-2de662ec8b5c" providerId="AD" clId="Web-{D8EBE17A-BE3B-C03E-2776-7DC15A8EC01D}" dt="2019-06-24T18:51:50.675" v="464" actId="20577"/>
          <ac:spMkLst>
            <pc:docMk/>
            <pc:sldMk cId="3025142439" sldId="264"/>
            <ac:spMk id="3" creationId="{7FCEB738-866E-48C4-BB16-56D18DD6B486}"/>
          </ac:spMkLst>
        </pc:spChg>
      </pc:sldChg>
      <pc:sldChg chg="modSp new">
        <pc:chgData name="Tobin, Eliza Nicole (ent4pn)" userId="S::ent4pn@virginia.edu::c6f0735e-188b-4a35-9a6a-2de662ec8b5c" providerId="AD" clId="Web-{D8EBE17A-BE3B-C03E-2776-7DC15A8EC01D}" dt="2019-06-24T18:56:37.861" v="625" actId="20577"/>
        <pc:sldMkLst>
          <pc:docMk/>
          <pc:sldMk cId="1463822966" sldId="265"/>
        </pc:sldMkLst>
        <pc:spChg chg="mod">
          <ac:chgData name="Tobin, Eliza Nicole (ent4pn)" userId="S::ent4pn@virginia.edu::c6f0735e-188b-4a35-9a6a-2de662ec8b5c" providerId="AD" clId="Web-{D8EBE17A-BE3B-C03E-2776-7DC15A8EC01D}" dt="2019-06-24T18:38:26.855" v="172" actId="20577"/>
          <ac:spMkLst>
            <pc:docMk/>
            <pc:sldMk cId="1463822966" sldId="265"/>
            <ac:spMk id="2" creationId="{31B208F7-7DBA-488D-9FB8-D1EF473DDDE1}"/>
          </ac:spMkLst>
        </pc:spChg>
        <pc:spChg chg="mod">
          <ac:chgData name="Tobin, Eliza Nicole (ent4pn)" userId="S::ent4pn@virginia.edu::c6f0735e-188b-4a35-9a6a-2de662ec8b5c" providerId="AD" clId="Web-{D8EBE17A-BE3B-C03E-2776-7DC15A8EC01D}" dt="2019-06-24T18:56:37.861" v="625" actId="20577"/>
          <ac:spMkLst>
            <pc:docMk/>
            <pc:sldMk cId="1463822966" sldId="265"/>
            <ac:spMk id="3" creationId="{B079B935-5B8F-47EF-8992-884A2A303AA6}"/>
          </ac:spMkLst>
        </pc:spChg>
      </pc:sldChg>
      <pc:sldChg chg="modSp new">
        <pc:chgData name="Tobin, Eliza Nicole (ent4pn)" userId="S::ent4pn@virginia.edu::c6f0735e-188b-4a35-9a6a-2de662ec8b5c" providerId="AD" clId="Web-{D8EBE17A-BE3B-C03E-2776-7DC15A8EC01D}" dt="2019-06-24T19:03:59.508" v="655" actId="20577"/>
        <pc:sldMkLst>
          <pc:docMk/>
          <pc:sldMk cId="177094961" sldId="266"/>
        </pc:sldMkLst>
        <pc:spChg chg="mod">
          <ac:chgData name="Tobin, Eliza Nicole (ent4pn)" userId="S::ent4pn@virginia.edu::c6f0735e-188b-4a35-9a6a-2de662ec8b5c" providerId="AD" clId="Web-{D8EBE17A-BE3B-C03E-2776-7DC15A8EC01D}" dt="2019-06-24T18:38:50.122" v="176" actId="20577"/>
          <ac:spMkLst>
            <pc:docMk/>
            <pc:sldMk cId="177094961" sldId="266"/>
            <ac:spMk id="2" creationId="{CD93875C-FF23-4372-A72A-870679201368}"/>
          </ac:spMkLst>
        </pc:spChg>
        <pc:spChg chg="mod">
          <ac:chgData name="Tobin, Eliza Nicole (ent4pn)" userId="S::ent4pn@virginia.edu::c6f0735e-188b-4a35-9a6a-2de662ec8b5c" providerId="AD" clId="Web-{D8EBE17A-BE3B-C03E-2776-7DC15A8EC01D}" dt="2019-06-24T19:03:59.508" v="655" actId="20577"/>
          <ac:spMkLst>
            <pc:docMk/>
            <pc:sldMk cId="177094961" sldId="266"/>
            <ac:spMk id="3" creationId="{0E2D1469-CABA-43DB-8367-D53BB079B677}"/>
          </ac:spMkLst>
        </pc:spChg>
      </pc:sldChg>
      <pc:sldChg chg="addSp modSp new">
        <pc:chgData name="Tobin, Eliza Nicole (ent4pn)" userId="S::ent4pn@virginia.edu::c6f0735e-188b-4a35-9a6a-2de662ec8b5c" providerId="AD" clId="Web-{D8EBE17A-BE3B-C03E-2776-7DC15A8EC01D}" dt="2019-06-24T18:56:27.173" v="623" actId="20577"/>
        <pc:sldMkLst>
          <pc:docMk/>
          <pc:sldMk cId="1537898825" sldId="267"/>
        </pc:sldMkLst>
        <pc:spChg chg="mod">
          <ac:chgData name="Tobin, Eliza Nicole (ent4pn)" userId="S::ent4pn@virginia.edu::c6f0735e-188b-4a35-9a6a-2de662ec8b5c" providerId="AD" clId="Web-{D8EBE17A-BE3B-C03E-2776-7DC15A8EC01D}" dt="2019-06-24T18:55:19.982" v="573" actId="20577"/>
          <ac:spMkLst>
            <pc:docMk/>
            <pc:sldMk cId="1537898825" sldId="267"/>
            <ac:spMk id="2" creationId="{00AF4F5B-CC37-4536-80B5-BB2151F2182C}"/>
          </ac:spMkLst>
        </pc:spChg>
        <pc:spChg chg="mod">
          <ac:chgData name="Tobin, Eliza Nicole (ent4pn)" userId="S::ent4pn@virginia.edu::c6f0735e-188b-4a35-9a6a-2de662ec8b5c" providerId="AD" clId="Web-{D8EBE17A-BE3B-C03E-2776-7DC15A8EC01D}" dt="2019-06-24T18:56:27.173" v="623" actId="20577"/>
          <ac:spMkLst>
            <pc:docMk/>
            <pc:sldMk cId="1537898825" sldId="267"/>
            <ac:spMk id="3" creationId="{F3F21515-6614-4399-B01B-964D0724B96F}"/>
          </ac:spMkLst>
        </pc:spChg>
        <pc:spChg chg="add mod">
          <ac:chgData name="Tobin, Eliza Nicole (ent4pn)" userId="S::ent4pn@virginia.edu::c6f0735e-188b-4a35-9a6a-2de662ec8b5c" providerId="AD" clId="Web-{D8EBE17A-BE3B-C03E-2776-7DC15A8EC01D}" dt="2019-06-24T18:54:25.198" v="538" actId="20577"/>
          <ac:spMkLst>
            <pc:docMk/>
            <pc:sldMk cId="1537898825" sldId="267"/>
            <ac:spMk id="6" creationId="{EABA2A17-2E94-424B-A929-06B185FCD96F}"/>
          </ac:spMkLst>
        </pc:spChg>
        <pc:spChg chg="add mod">
          <ac:chgData name="Tobin, Eliza Nicole (ent4pn)" userId="S::ent4pn@virginia.edu::c6f0735e-188b-4a35-9a6a-2de662ec8b5c" providerId="AD" clId="Web-{D8EBE17A-BE3B-C03E-2776-7DC15A8EC01D}" dt="2019-06-24T18:55:14.138" v="566" actId="20577"/>
          <ac:spMkLst>
            <pc:docMk/>
            <pc:sldMk cId="1537898825" sldId="267"/>
            <ac:spMk id="8" creationId="{8321E888-04AA-46FA-B963-F2E900F68753}"/>
          </ac:spMkLst>
        </pc:spChg>
        <pc:spChg chg="add mod">
          <ac:chgData name="Tobin, Eliza Nicole (ent4pn)" userId="S::ent4pn@virginia.edu::c6f0735e-188b-4a35-9a6a-2de662ec8b5c" providerId="AD" clId="Web-{D8EBE17A-BE3B-C03E-2776-7DC15A8EC01D}" dt="2019-06-24T18:56:14.985" v="619" actId="20577"/>
          <ac:spMkLst>
            <pc:docMk/>
            <pc:sldMk cId="1537898825" sldId="267"/>
            <ac:spMk id="10" creationId="{57F9E571-97D5-45D1-B927-FA443FC667CD}"/>
          </ac:spMkLst>
        </pc:spChg>
      </pc:sldChg>
    </pc:docChg>
  </pc:docChgLst>
  <pc:docChgLst>
    <pc:chgData name="Isch, Calvin (ci3uz)" userId="S::ci3uz@virginia.edu::d1b8b1a6-b223-4c78-a3de-e3d4ac8ab098" providerId="AD" clId="Web-{1C5B2B43-689C-C5D2-4E17-5BD8F29099D1}"/>
    <pc:docChg chg="modSld">
      <pc:chgData name="Isch, Calvin (ci3uz)" userId="S::ci3uz@virginia.edu::d1b8b1a6-b223-4c78-a3de-e3d4ac8ab098" providerId="AD" clId="Web-{1C5B2B43-689C-C5D2-4E17-5BD8F29099D1}" dt="2019-06-26T17:51:32.587" v="361" actId="20577"/>
      <pc:docMkLst>
        <pc:docMk/>
      </pc:docMkLst>
      <pc:sldChg chg="addSp modSp">
        <pc:chgData name="Isch, Calvin (ci3uz)" userId="S::ci3uz@virginia.edu::d1b8b1a6-b223-4c78-a3de-e3d4ac8ab098" providerId="AD" clId="Web-{1C5B2B43-689C-C5D2-4E17-5BD8F29099D1}" dt="2019-06-26T17:51:04.117" v="354" actId="20577"/>
        <pc:sldMkLst>
          <pc:docMk/>
          <pc:sldMk cId="177094961" sldId="266"/>
        </pc:sldMkLst>
        <pc:spChg chg="mod">
          <ac:chgData name="Isch, Calvin (ci3uz)" userId="S::ci3uz@virginia.edu::d1b8b1a6-b223-4c78-a3de-e3d4ac8ab098" providerId="AD" clId="Web-{1C5B2B43-689C-C5D2-4E17-5BD8F29099D1}" dt="2019-06-26T17:51:04.117" v="354" actId="20577"/>
          <ac:spMkLst>
            <pc:docMk/>
            <pc:sldMk cId="177094961" sldId="266"/>
            <ac:spMk id="2" creationId="{CD93875C-FF23-4372-A72A-870679201368}"/>
          </ac:spMkLst>
        </pc:spChg>
        <pc:spChg chg="add mod">
          <ac:chgData name="Isch, Calvin (ci3uz)" userId="S::ci3uz@virginia.edu::d1b8b1a6-b223-4c78-a3de-e3d4ac8ab098" providerId="AD" clId="Web-{1C5B2B43-689C-C5D2-4E17-5BD8F29099D1}" dt="2019-06-26T17:43:23.055" v="275" actId="1076"/>
          <ac:spMkLst>
            <pc:docMk/>
            <pc:sldMk cId="177094961" sldId="266"/>
            <ac:spMk id="3" creationId="{8F721D33-972A-4843-9395-A8380C945858}"/>
          </ac:spMkLst>
        </pc:spChg>
        <pc:spChg chg="add mod">
          <ac:chgData name="Isch, Calvin (ci3uz)" userId="S::ci3uz@virginia.edu::d1b8b1a6-b223-4c78-a3de-e3d4ac8ab098" providerId="AD" clId="Web-{1C5B2B43-689C-C5D2-4E17-5BD8F29099D1}" dt="2019-06-26T17:50:32.554" v="330" actId="1076"/>
          <ac:spMkLst>
            <pc:docMk/>
            <pc:sldMk cId="177094961" sldId="266"/>
            <ac:spMk id="5" creationId="{61878908-5ACA-4EF4-ADB3-DD118703F945}"/>
          </ac:spMkLst>
        </pc:spChg>
        <pc:spChg chg="mod">
          <ac:chgData name="Isch, Calvin (ci3uz)" userId="S::ci3uz@virginia.edu::d1b8b1a6-b223-4c78-a3de-e3d4ac8ab098" providerId="AD" clId="Web-{1C5B2B43-689C-C5D2-4E17-5BD8F29099D1}" dt="2019-06-26T17:47:33.688" v="309" actId="1076"/>
          <ac:spMkLst>
            <pc:docMk/>
            <pc:sldMk cId="177094961" sldId="266"/>
            <ac:spMk id="14" creationId="{26721DFC-1084-419B-8008-52735E53EEE9}"/>
          </ac:spMkLst>
        </pc:spChg>
        <pc:spChg chg="mod">
          <ac:chgData name="Isch, Calvin (ci3uz)" userId="S::ci3uz@virginia.edu::d1b8b1a6-b223-4c78-a3de-e3d4ac8ab098" providerId="AD" clId="Web-{1C5B2B43-689C-C5D2-4E17-5BD8F29099D1}" dt="2019-06-26T17:50:32.539" v="329" actId="1076"/>
          <ac:spMkLst>
            <pc:docMk/>
            <pc:sldMk cId="177094961" sldId="266"/>
            <ac:spMk id="15" creationId="{A28FB2A3-C6A0-4834-AB8E-76C8863A7ED7}"/>
          </ac:spMkLst>
        </pc:spChg>
        <pc:picChg chg="mod">
          <ac:chgData name="Isch, Calvin (ci3uz)" userId="S::ci3uz@virginia.edu::d1b8b1a6-b223-4c78-a3de-e3d4ac8ab098" providerId="AD" clId="Web-{1C5B2B43-689C-C5D2-4E17-5BD8F29099D1}" dt="2019-06-26T17:47:35.720" v="310" actId="1076"/>
          <ac:picMkLst>
            <pc:docMk/>
            <pc:sldMk cId="177094961" sldId="266"/>
            <ac:picMk id="11" creationId="{48A4D1FC-AE2B-4B65-8382-825A885C916E}"/>
          </ac:picMkLst>
        </pc:picChg>
      </pc:sldChg>
      <pc:sldChg chg="addSp modSp">
        <pc:chgData name="Isch, Calvin (ci3uz)" userId="S::ci3uz@virginia.edu::d1b8b1a6-b223-4c78-a3de-e3d4ac8ab098" providerId="AD" clId="Web-{1C5B2B43-689C-C5D2-4E17-5BD8F29099D1}" dt="2019-06-26T17:51:32.587" v="361" actId="20577"/>
        <pc:sldMkLst>
          <pc:docMk/>
          <pc:sldMk cId="3149581928" sldId="269"/>
        </pc:sldMkLst>
        <pc:spChg chg="mod">
          <ac:chgData name="Isch, Calvin (ci3uz)" userId="S::ci3uz@virginia.edu::d1b8b1a6-b223-4c78-a3de-e3d4ac8ab098" providerId="AD" clId="Web-{1C5B2B43-689C-C5D2-4E17-5BD8F29099D1}" dt="2019-06-26T17:49:45.818" v="322" actId="20577"/>
          <ac:spMkLst>
            <pc:docMk/>
            <pc:sldMk cId="3149581928" sldId="269"/>
            <ac:spMk id="3" creationId="{49CC41E8-729D-4674-A31F-FB2A897270D6}"/>
          </ac:spMkLst>
        </pc:spChg>
        <pc:spChg chg="mod">
          <ac:chgData name="Isch, Calvin (ci3uz)" userId="S::ci3uz@virginia.edu::d1b8b1a6-b223-4c78-a3de-e3d4ac8ab098" providerId="AD" clId="Web-{1C5B2B43-689C-C5D2-4E17-5BD8F29099D1}" dt="2019-06-26T17:51:32.587" v="361" actId="20577"/>
          <ac:spMkLst>
            <pc:docMk/>
            <pc:sldMk cId="3149581928" sldId="269"/>
            <ac:spMk id="4" creationId="{A021386D-66FF-4D22-BE55-3BB9EB9CF6F6}"/>
          </ac:spMkLst>
        </pc:spChg>
        <pc:picChg chg="add mod">
          <ac:chgData name="Isch, Calvin (ci3uz)" userId="S::ci3uz@virginia.edu::d1b8b1a6-b223-4c78-a3de-e3d4ac8ab098" providerId="AD" clId="Web-{1C5B2B43-689C-C5D2-4E17-5BD8F29099D1}" dt="2019-06-26T17:49:28.536" v="318" actId="1076"/>
          <ac:picMkLst>
            <pc:docMk/>
            <pc:sldMk cId="3149581928" sldId="269"/>
            <ac:picMk id="6" creationId="{8F431266-1B63-4345-A372-70C66610AD65}"/>
          </ac:picMkLst>
        </pc:picChg>
      </pc:sldChg>
    </pc:docChg>
  </pc:docChgLst>
  <pc:docChgLst>
    <pc:chgData name="Tobin, Eliza Nicole (ent4pn)" userId="S::ent4pn@virginia.edu::c6f0735e-188b-4a35-9a6a-2de662ec8b5c" providerId="AD" clId="Web-{C0443893-C48A-55ED-087C-A82ACB1EBBB0}"/>
    <pc:docChg chg="modSld">
      <pc:chgData name="Tobin, Eliza Nicole (ent4pn)" userId="S::ent4pn@virginia.edu::c6f0735e-188b-4a35-9a6a-2de662ec8b5c" providerId="AD" clId="Web-{C0443893-C48A-55ED-087C-A82ACB1EBBB0}" dt="2019-06-28T01:57:48.596" v="33" actId="20577"/>
      <pc:docMkLst>
        <pc:docMk/>
      </pc:docMkLst>
      <pc:sldChg chg="modSp">
        <pc:chgData name="Tobin, Eliza Nicole (ent4pn)" userId="S::ent4pn@virginia.edu::c6f0735e-188b-4a35-9a6a-2de662ec8b5c" providerId="AD" clId="Web-{C0443893-C48A-55ED-087C-A82ACB1EBBB0}" dt="2019-06-28T00:55:07.866" v="22" actId="1076"/>
        <pc:sldMkLst>
          <pc:docMk/>
          <pc:sldMk cId="2747914867" sldId="262"/>
        </pc:sldMkLst>
        <pc:spChg chg="mod">
          <ac:chgData name="Tobin, Eliza Nicole (ent4pn)" userId="S::ent4pn@virginia.edu::c6f0735e-188b-4a35-9a6a-2de662ec8b5c" providerId="AD" clId="Web-{C0443893-C48A-55ED-087C-A82ACB1EBBB0}" dt="2019-06-28T00:54:55.584" v="20" actId="20577"/>
          <ac:spMkLst>
            <pc:docMk/>
            <pc:sldMk cId="2747914867" sldId="262"/>
            <ac:spMk id="3" creationId="{00000000-0000-0000-0000-000000000000}"/>
          </ac:spMkLst>
        </pc:spChg>
        <pc:picChg chg="mod">
          <ac:chgData name="Tobin, Eliza Nicole (ent4pn)" userId="S::ent4pn@virginia.edu::c6f0735e-188b-4a35-9a6a-2de662ec8b5c" providerId="AD" clId="Web-{C0443893-C48A-55ED-087C-A82ACB1EBBB0}" dt="2019-06-28T00:55:07.866" v="22" actId="1076"/>
          <ac:picMkLst>
            <pc:docMk/>
            <pc:sldMk cId="2747914867" sldId="262"/>
            <ac:picMk id="6" creationId="{CFDC048B-06D2-4E46-A560-CC13AC92A8DA}"/>
          </ac:picMkLst>
        </pc:picChg>
      </pc:sldChg>
      <pc:sldChg chg="modSp">
        <pc:chgData name="Tobin, Eliza Nicole (ent4pn)" userId="S::ent4pn@virginia.edu::c6f0735e-188b-4a35-9a6a-2de662ec8b5c" providerId="AD" clId="Web-{C0443893-C48A-55ED-087C-A82ACB1EBBB0}" dt="2019-06-28T01:57:48.596" v="33" actId="20577"/>
        <pc:sldMkLst>
          <pc:docMk/>
          <pc:sldMk cId="1498106611" sldId="273"/>
        </pc:sldMkLst>
        <pc:spChg chg="mod">
          <ac:chgData name="Tobin, Eliza Nicole (ent4pn)" userId="S::ent4pn@virginia.edu::c6f0735e-188b-4a35-9a6a-2de662ec8b5c" providerId="AD" clId="Web-{C0443893-C48A-55ED-087C-A82ACB1EBBB0}" dt="2019-06-28T01:57:48.596" v="33" actId="20577"/>
          <ac:spMkLst>
            <pc:docMk/>
            <pc:sldMk cId="1498106611" sldId="273"/>
            <ac:spMk id="3" creationId="{5CB815F9-32AE-4AAC-AF41-8D4E16739340}"/>
          </ac:spMkLst>
        </pc:spChg>
      </pc:sldChg>
    </pc:docChg>
  </pc:docChgLst>
  <pc:docChgLst>
    <pc:chgData name="Isch, Calvin (ci3uz)" userId="S::ci3uz@virginia.edu::d1b8b1a6-b223-4c78-a3de-e3d4ac8ab098" providerId="AD" clId="Web-{5F5AFD20-5621-A615-2CA3-2DC898C23C15}"/>
    <pc:docChg chg="addSld delSld modSld">
      <pc:chgData name="Isch, Calvin (ci3uz)" userId="S::ci3uz@virginia.edu::d1b8b1a6-b223-4c78-a3de-e3d4ac8ab098" providerId="AD" clId="Web-{5F5AFD20-5621-A615-2CA3-2DC898C23C15}" dt="2019-06-25T19:06:13.457" v="61"/>
      <pc:docMkLst>
        <pc:docMk/>
      </pc:docMkLst>
      <pc:sldChg chg="modSp">
        <pc:chgData name="Isch, Calvin (ci3uz)" userId="S::ci3uz@virginia.edu::d1b8b1a6-b223-4c78-a3de-e3d4ac8ab098" providerId="AD" clId="Web-{5F5AFD20-5621-A615-2CA3-2DC898C23C15}" dt="2019-06-25T18:07:00.178" v="0" actId="20577"/>
        <pc:sldMkLst>
          <pc:docMk/>
          <pc:sldMk cId="177094961" sldId="266"/>
        </pc:sldMkLst>
        <pc:spChg chg="mod">
          <ac:chgData name="Isch, Calvin (ci3uz)" userId="S::ci3uz@virginia.edu::d1b8b1a6-b223-4c78-a3de-e3d4ac8ab098" providerId="AD" clId="Web-{5F5AFD20-5621-A615-2CA3-2DC898C23C15}" dt="2019-06-25T18:07:00.178" v="0" actId="20577"/>
          <ac:spMkLst>
            <pc:docMk/>
            <pc:sldMk cId="177094961" sldId="266"/>
            <ac:spMk id="15" creationId="{A28FB2A3-C6A0-4834-AB8E-76C8863A7ED7}"/>
          </ac:spMkLst>
        </pc:spChg>
      </pc:sldChg>
      <pc:sldChg chg="modSp del">
        <pc:chgData name="Isch, Calvin (ci3uz)" userId="S::ci3uz@virginia.edu::d1b8b1a6-b223-4c78-a3de-e3d4ac8ab098" providerId="AD" clId="Web-{5F5AFD20-5621-A615-2CA3-2DC898C23C15}" dt="2019-06-25T19:06:13.457" v="61"/>
        <pc:sldMkLst>
          <pc:docMk/>
          <pc:sldMk cId="1537898825" sldId="267"/>
        </pc:sldMkLst>
        <pc:spChg chg="mod">
          <ac:chgData name="Isch, Calvin (ci3uz)" userId="S::ci3uz@virginia.edu::d1b8b1a6-b223-4c78-a3de-e3d4ac8ab098" providerId="AD" clId="Web-{5F5AFD20-5621-A615-2CA3-2DC898C23C15}" dt="2019-06-25T19:00:41.930" v="15" actId="20577"/>
          <ac:spMkLst>
            <pc:docMk/>
            <pc:sldMk cId="1537898825" sldId="267"/>
            <ac:spMk id="3" creationId="{F3F21515-6614-4399-B01B-964D0724B96F}"/>
          </ac:spMkLst>
        </pc:spChg>
        <pc:spChg chg="mod">
          <ac:chgData name="Isch, Calvin (ci3uz)" userId="S::ci3uz@virginia.edu::d1b8b1a6-b223-4c78-a3de-e3d4ac8ab098" providerId="AD" clId="Web-{5F5AFD20-5621-A615-2CA3-2DC898C23C15}" dt="2019-06-25T19:00:32.883" v="12" actId="20577"/>
          <ac:spMkLst>
            <pc:docMk/>
            <pc:sldMk cId="1537898825" sldId="267"/>
            <ac:spMk id="10" creationId="{57F9E571-97D5-45D1-B927-FA443FC667CD}"/>
          </ac:spMkLst>
        </pc:spChg>
      </pc:sldChg>
      <pc:sldChg chg="modSp new">
        <pc:chgData name="Isch, Calvin (ci3uz)" userId="S::ci3uz@virginia.edu::d1b8b1a6-b223-4c78-a3de-e3d4ac8ab098" providerId="AD" clId="Web-{5F5AFD20-5621-A615-2CA3-2DC898C23C15}" dt="2019-06-25T18:56:35" v="10" actId="20577"/>
        <pc:sldMkLst>
          <pc:docMk/>
          <pc:sldMk cId="226152588" sldId="268"/>
        </pc:sldMkLst>
        <pc:spChg chg="mod">
          <ac:chgData name="Isch, Calvin (ci3uz)" userId="S::ci3uz@virginia.edu::d1b8b1a6-b223-4c78-a3de-e3d4ac8ab098" providerId="AD" clId="Web-{5F5AFD20-5621-A615-2CA3-2DC898C23C15}" dt="2019-06-25T18:56:35" v="10" actId="20577"/>
          <ac:spMkLst>
            <pc:docMk/>
            <pc:sldMk cId="226152588" sldId="268"/>
            <ac:spMk id="2" creationId="{E487F472-BFA0-472D-B048-82D47CB65822}"/>
          </ac:spMkLst>
        </pc:spChg>
      </pc:sldChg>
      <pc:sldChg chg="modSp new">
        <pc:chgData name="Isch, Calvin (ci3uz)" userId="S::ci3uz@virginia.edu::d1b8b1a6-b223-4c78-a3de-e3d4ac8ab098" providerId="AD" clId="Web-{5F5AFD20-5621-A615-2CA3-2DC898C23C15}" dt="2019-06-25T19:06:03.457" v="60" actId="20577"/>
        <pc:sldMkLst>
          <pc:docMk/>
          <pc:sldMk cId="3149581928" sldId="269"/>
        </pc:sldMkLst>
        <pc:spChg chg="mod">
          <ac:chgData name="Isch, Calvin (ci3uz)" userId="S::ci3uz@virginia.edu::d1b8b1a6-b223-4c78-a3de-e3d4ac8ab098" providerId="AD" clId="Web-{5F5AFD20-5621-A615-2CA3-2DC898C23C15}" dt="2019-06-25T19:01:07.650" v="39" actId="20577"/>
          <ac:spMkLst>
            <pc:docMk/>
            <pc:sldMk cId="3149581928" sldId="269"/>
            <ac:spMk id="2" creationId="{F3CA0405-BE44-49C0-87E6-1A6DF1FBC43E}"/>
          </ac:spMkLst>
        </pc:spChg>
        <pc:spChg chg="mod">
          <ac:chgData name="Isch, Calvin (ci3uz)" userId="S::ci3uz@virginia.edu::d1b8b1a6-b223-4c78-a3de-e3d4ac8ab098" providerId="AD" clId="Web-{5F5AFD20-5621-A615-2CA3-2DC898C23C15}" dt="2019-06-25T19:01:36.666" v="59" actId="20577"/>
          <ac:spMkLst>
            <pc:docMk/>
            <pc:sldMk cId="3149581928" sldId="269"/>
            <ac:spMk id="3" creationId="{49CC41E8-729D-4674-A31F-FB2A897270D6}"/>
          </ac:spMkLst>
        </pc:spChg>
        <pc:spChg chg="mod">
          <ac:chgData name="Isch, Calvin (ci3uz)" userId="S::ci3uz@virginia.edu::d1b8b1a6-b223-4c78-a3de-e3d4ac8ab098" providerId="AD" clId="Web-{5F5AFD20-5621-A615-2CA3-2DC898C23C15}" dt="2019-06-25T19:06:03.457" v="60" actId="20577"/>
          <ac:spMkLst>
            <pc:docMk/>
            <pc:sldMk cId="3149581928" sldId="269"/>
            <ac:spMk id="4" creationId="{A021386D-66FF-4D22-BE55-3BB9EB9CF6F6}"/>
          </ac:spMkLst>
        </pc:spChg>
      </pc:sldChg>
    </pc:docChg>
  </pc:docChgLst>
  <pc:docChgLst>
    <pc:chgData name="Cong, Cong (cc2cm)" userId="S::cc2cm@virginia.edu::f07c910d-2f81-4213-8697-fa8eb7446fa4" providerId="AD" clId="Web-{C02125AA-EA01-DCD3-FCE4-71DB61723D61}"/>
    <pc:docChg chg="modSld">
      <pc:chgData name="Cong, Cong (cc2cm)" userId="S::cc2cm@virginia.edu::f07c910d-2f81-4213-8697-fa8eb7446fa4" providerId="AD" clId="Web-{C02125AA-EA01-DCD3-FCE4-71DB61723D61}" dt="2019-06-28T10:51:04.048" v="5" actId="20577"/>
      <pc:docMkLst>
        <pc:docMk/>
      </pc:docMkLst>
      <pc:sldChg chg="modSp">
        <pc:chgData name="Cong, Cong (cc2cm)" userId="S::cc2cm@virginia.edu::f07c910d-2f81-4213-8697-fa8eb7446fa4" providerId="AD" clId="Web-{C02125AA-EA01-DCD3-FCE4-71DB61723D61}" dt="2019-06-28T10:51:04.048" v="5" actId="20577"/>
        <pc:sldMkLst>
          <pc:docMk/>
          <pc:sldMk cId="1463822966" sldId="265"/>
        </pc:sldMkLst>
        <pc:spChg chg="mod">
          <ac:chgData name="Cong, Cong (cc2cm)" userId="S::cc2cm@virginia.edu::f07c910d-2f81-4213-8697-fa8eb7446fa4" providerId="AD" clId="Web-{C02125AA-EA01-DCD3-FCE4-71DB61723D61}" dt="2019-06-28T10:51:04.048" v="5" actId="20577"/>
          <ac:spMkLst>
            <pc:docMk/>
            <pc:sldMk cId="1463822966" sldId="265"/>
            <ac:spMk id="3" creationId="{B079B935-5B8F-47EF-8992-884A2A303AA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59ADF0D-4E3C-824B-B4C4-0F0207B029C3}" type="datetimeFigureOut">
              <a:rPr lang="en-US" smtClean="0"/>
              <a:t>6/28/2019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E0CBC41-3838-4B45-8A94-E5723491687E}" type="slidenum">
              <a:rPr lang="en-US" smtClean="0"/>
              <a:t>‹#›</a:t>
            </a:fld>
            <a:endParaRPr lang="en-US"/>
          </a:p>
        </p:txBody>
      </p:sp>
    </p:spTree>
    <p:extLst>
      <p:ext uri="{BB962C8B-B14F-4D97-AF65-F5344CB8AC3E}">
        <p14:creationId xmlns:p14="http://schemas.microsoft.com/office/powerpoint/2010/main" val="15356388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7A0F2-2E8A-2448-9FE7-271D4943A144}" type="datetimeFigureOut">
              <a:rPr lang="en-US" smtClean="0"/>
              <a:t>6/28/2019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8E8C4F-731C-F24D-9A9E-B4D5C84CE44D}" type="slidenum">
              <a:rPr lang="en-US" smtClean="0"/>
              <a:t>‹#›</a:t>
            </a:fld>
            <a:endParaRPr lang="en-US"/>
          </a:p>
        </p:txBody>
      </p:sp>
    </p:spTree>
    <p:extLst>
      <p:ext uri="{BB962C8B-B14F-4D97-AF65-F5344CB8AC3E}">
        <p14:creationId xmlns:p14="http://schemas.microsoft.com/office/powerpoint/2010/main" val="12151978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Carol Robbins sponsor </a:t>
            </a:r>
          </a:p>
          <a:p>
            <a:pPr marL="171450" indent="-171450">
              <a:buFont typeface="Arial"/>
              <a:buChar char="•"/>
            </a:pPr>
            <a:r>
              <a:rPr lang="en-US" b="1">
                <a:cs typeface="Calibri"/>
              </a:rPr>
              <a:t>NOTES: </a:t>
            </a:r>
            <a:r>
              <a:rPr lang="en-US">
                <a:cs typeface="Calibri"/>
              </a:rPr>
              <a:t>graphics are fuzzy</a:t>
            </a:r>
          </a:p>
          <a:p>
            <a:pPr marL="171450" indent="-171450">
              <a:buFont typeface="Arial"/>
              <a:buChar char="•"/>
            </a:pPr>
            <a:r>
              <a:rPr lang="en-US">
                <a:cs typeface="Calibri"/>
              </a:rPr>
              <a:t>Go into copyright v license</a:t>
            </a:r>
          </a:p>
          <a:p>
            <a:pPr marL="171450" indent="-171450">
              <a:buFont typeface="Arial"/>
              <a:buChar char="•"/>
            </a:pPr>
            <a:endParaRPr lang="en-US" dirty="0">
              <a:cs typeface="Calibri"/>
            </a:endParaRPr>
          </a:p>
          <a:p>
            <a:pPr marL="171450" indent="-171450">
              <a:buFont typeface="Arial"/>
              <a:buChar char="•"/>
            </a:pPr>
            <a:r>
              <a:rPr lang="en-US">
                <a:cs typeface="Calibri"/>
              </a:rPr>
              <a:t>Annual report: metrics?</a:t>
            </a:r>
            <a:endParaRPr lang="en-US"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a:t>
            </a:fld>
            <a:endParaRPr lang="en-US"/>
          </a:p>
        </p:txBody>
      </p:sp>
    </p:spTree>
    <p:extLst>
      <p:ext uri="{BB962C8B-B14F-4D97-AF65-F5344CB8AC3E}">
        <p14:creationId xmlns:p14="http://schemas.microsoft.com/office/powerpoint/2010/main" val="941923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a:cs typeface="Calibri"/>
              </a:rPr>
              <a:t>Defining and measuring the universe of ope source software innovation: What is OSS? What is a universe?</a:t>
            </a:r>
          </a:p>
          <a:p>
            <a:pPr marL="171450" indent="-171450">
              <a:buFont typeface="Arial"/>
              <a:buChar char="•"/>
            </a:pPr>
            <a:r>
              <a:rPr lang="en-US" b="1"/>
              <a:t> </a:t>
            </a:r>
            <a:r>
              <a:rPr lang="en-US" b="1">
                <a:cs typeface="Calibri"/>
              </a:rPr>
              <a:t>Universe: </a:t>
            </a:r>
            <a:r>
              <a:rPr lang="en-US">
                <a:cs typeface="Calibri"/>
              </a:rPr>
              <a:t>scope right now is U.S. even though we acknowledge that OSS often has no boundaries – relevant to the issue of economic measurement in U.S. so focusing on that right now</a:t>
            </a:r>
            <a:endParaRPr lang="en-US" b="1" dirty="0">
              <a:cs typeface="Calibri"/>
            </a:endParaRPr>
          </a:p>
          <a:p>
            <a:pPr marL="171450" indent="-171450">
              <a:buFont typeface="Arial"/>
              <a:buChar char="•"/>
            </a:pPr>
            <a:endParaRPr lang="en-US">
              <a:cs typeface="Calibri"/>
            </a:endParaRPr>
          </a:p>
          <a:p>
            <a:pPr marL="171450" indent="-171450">
              <a:buFont typeface="Arial"/>
              <a:buChar char="•"/>
            </a:pPr>
            <a:endParaRPr lang="en-US">
              <a:cs typeface="Calibri"/>
            </a:endParaRPr>
          </a:p>
          <a:p>
            <a:pPr marL="171450" indent="-171450">
              <a:buFont typeface="Arial"/>
              <a:buChar char="•"/>
            </a:pPr>
            <a:r>
              <a:rPr lang="en-US" b="1" dirty="0">
                <a:cs typeface="Calibri"/>
              </a:rPr>
              <a:t>NOTES: </a:t>
            </a:r>
            <a:r>
              <a:rPr lang="en-US">
                <a:cs typeface="Calibri"/>
              </a:rPr>
              <a:t>is copyright a good measurement of OSS innovation?</a:t>
            </a:r>
            <a:endParaRPr lang="en-US"/>
          </a:p>
          <a:p>
            <a:endParaRPr lang="en-US">
              <a:cs typeface="Calibri"/>
            </a:endParaRPr>
          </a:p>
          <a:p>
            <a:r>
              <a:rPr lang="en-US">
                <a:cs typeface="Calibri"/>
              </a:rPr>
              <a:t>-add foreign sector </a:t>
            </a:r>
          </a:p>
          <a:p>
            <a:r>
              <a:rPr lang="en-US"/>
              <a:t>Software License: "A software license tells others what they can and can't do with your source code" (Github)</a:t>
            </a:r>
          </a:p>
          <a:p>
            <a:endParaRPr lang="en-US"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2</a:t>
            </a:fld>
            <a:endParaRPr lang="en-US"/>
          </a:p>
        </p:txBody>
      </p:sp>
    </p:spTree>
    <p:extLst>
      <p:ext uri="{BB962C8B-B14F-4D97-AF65-F5344CB8AC3E}">
        <p14:creationId xmlns:p14="http://schemas.microsoft.com/office/powerpoint/2010/main" val="3136692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Sans-Serif"/>
              <a:buChar char="•"/>
            </a:pPr>
            <a:r>
              <a:rPr lang="en-US" b="1"/>
              <a:t>ISSUE: </a:t>
            </a:r>
            <a:endParaRPr lang="en-US"/>
          </a:p>
          <a:p>
            <a:pPr marL="342900" lvl="1" indent="-171450">
              <a:buFont typeface="Arial,Sans-Serif"/>
              <a:buChar char="•"/>
            </a:pPr>
            <a:r>
              <a:rPr lang="en-US"/>
              <a:t>current economic indicators do not measure the value of goods and services that do not have market transactions</a:t>
            </a:r>
          </a:p>
          <a:p>
            <a:pPr marL="800100" lvl="2" indent="-171450">
              <a:buFont typeface="Arial,Sans-Serif"/>
              <a:buChar char="•"/>
            </a:pPr>
            <a:r>
              <a:rPr lang="en-US"/>
              <a:t>not captured in surveys nor are in economics measures such as the Gross Domestic Product (GDP). </a:t>
            </a:r>
          </a:p>
          <a:p>
            <a:pPr marL="800100" lvl="2" indent="-171450">
              <a:buFont typeface="Arial,Sans-Serif"/>
              <a:buChar char="•"/>
            </a:pPr>
            <a:r>
              <a:rPr lang="en-US"/>
              <a:t>Want a fuller understanding of innovation/OSS innovation</a:t>
            </a:r>
          </a:p>
          <a:p>
            <a:pPr marL="171450" indent="-171450">
              <a:buFont typeface="Arial,Sans-Serif"/>
              <a:buChar char="•"/>
            </a:pPr>
            <a:r>
              <a:rPr lang="en-US" b="1"/>
              <a:t>GOALS</a:t>
            </a:r>
            <a:endParaRPr lang="en-US"/>
          </a:p>
          <a:p>
            <a:pPr marL="0" lvl="1" indent="-171450">
              <a:buFont typeface="Arial,Sans-Serif"/>
              <a:buChar char="•"/>
            </a:pPr>
            <a:r>
              <a:rPr lang="en-US"/>
              <a:t>Measure the amount of OSS data in existence, especially for purposes of longitudinal comparison </a:t>
            </a:r>
          </a:p>
          <a:p>
            <a:pPr marL="0" lvl="1" indent="-171450">
              <a:buFont typeface="Arial,Sans-Serif"/>
              <a:buChar char="•"/>
            </a:pPr>
            <a:r>
              <a:rPr lang="en-US"/>
              <a:t>Origin: who creates OSS? What is distribution across different groups? - identify 5 sectors: we care because business OSS </a:t>
            </a:r>
          </a:p>
          <a:p>
            <a:pPr marL="0" lvl="1" indent="-171450">
              <a:buFont typeface="Arial,Sans-Serif"/>
              <a:buChar char="•"/>
            </a:pPr>
            <a:r>
              <a:rPr lang="en-US"/>
              <a:t>OSS is a type of research output (there is money going into this but OSS is not captured when we look at the ROI on these projects) that comes not only from businesses but other sectors: important to gain a better understanding of this type of research output</a:t>
            </a:r>
          </a:p>
          <a:p>
            <a:endParaRPr lang="en-US"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3</a:t>
            </a:fld>
            <a:endParaRPr lang="en-US"/>
          </a:p>
        </p:txBody>
      </p:sp>
    </p:spTree>
    <p:extLst>
      <p:ext uri="{BB962C8B-B14F-4D97-AF65-F5344CB8AC3E}">
        <p14:creationId xmlns:p14="http://schemas.microsoft.com/office/powerpoint/2010/main" val="1695736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a:p>
            <a:pPr marL="171450" indent="-171450">
              <a:buFont typeface="Arial"/>
              <a:buChar char="•"/>
            </a:pPr>
            <a:r>
              <a:rPr lang="en-US"/>
              <a:t>People have licenses to define limitations of how other people can use their software (terms of use), people also register the products so that people can have claims when licenses are violated... there are 3 traditional ways to register innovation </a:t>
            </a:r>
            <a:endParaRPr lang="en-US" dirty="0"/>
          </a:p>
          <a:p>
            <a:pPr marL="171450" indent="-171450">
              <a:buFont typeface="Arial"/>
              <a:buChar char="•"/>
            </a:pPr>
            <a:r>
              <a:rPr lang="en-US">
                <a:cs typeface="Calibri"/>
              </a:rPr>
              <a:t>3 typical ways to register innovation/products --&gt; 3 traditional ways innovation is measured: copyright, trademark, patent </a:t>
            </a:r>
            <a:endParaRPr lang="en-US"/>
          </a:p>
          <a:p>
            <a:pPr marL="628650" lvl="1" indent="-171450">
              <a:buFont typeface="Arial"/>
              <a:buChar char="•"/>
            </a:pPr>
            <a:endParaRPr lang="en-US" b="1">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4</a:t>
            </a:fld>
            <a:endParaRPr lang="en-US"/>
          </a:p>
        </p:txBody>
      </p:sp>
    </p:spTree>
    <p:extLst>
      <p:ext uri="{BB962C8B-B14F-4D97-AF65-F5344CB8AC3E}">
        <p14:creationId xmlns:p14="http://schemas.microsoft.com/office/powerpoint/2010/main" val="3955282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 typeface="Arial,Sans-Serif"/>
              <a:buChar char="•"/>
            </a:pPr>
            <a:r>
              <a:rPr lang="en-US"/>
              <a:t>Decided to look at computer file copyright on copyright.gov because it is accessible – will look at the other two next</a:t>
            </a:r>
          </a:p>
          <a:p>
            <a:pPr marL="1828800" lvl="2" indent="-171450">
              <a:buFont typeface="Arial,Sans-Serif"/>
              <a:buChar char="•"/>
            </a:pPr>
            <a:r>
              <a:rPr lang="en-US"/>
              <a:t>Some copyrighted computer files are OSS </a:t>
            </a:r>
          </a:p>
          <a:p>
            <a:pPr marL="628650" lvl="1" indent="-171450">
              <a:buFont typeface="Arial,Sans-Serif"/>
              <a:buChar char="•"/>
            </a:pPr>
            <a:r>
              <a:rPr lang="en-US">
                <a:cs typeface="Calibri"/>
              </a:rPr>
              <a:t>Good way to measure universe of OSS? </a:t>
            </a:r>
            <a:endParaRPr lang="en-US"/>
          </a:p>
          <a:p>
            <a:pPr marL="628650" lvl="1" indent="-171450">
              <a:buFont typeface="Arial,Sans-Serif"/>
              <a:buChar char="•"/>
            </a:pPr>
            <a:r>
              <a:rPr lang="en-US"/>
              <a:t>Also wanted to see if computer file copyright was a good way to measure OSS innovation – </a:t>
            </a:r>
            <a:r>
              <a:rPr lang="en-US" b="1"/>
              <a:t>is computer file copyright a good candidate for our universe?</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5</a:t>
            </a:fld>
            <a:endParaRPr lang="en-US"/>
          </a:p>
        </p:txBody>
      </p:sp>
    </p:spTree>
    <p:extLst>
      <p:ext uri="{BB962C8B-B14F-4D97-AF65-F5344CB8AC3E}">
        <p14:creationId xmlns:p14="http://schemas.microsoft.com/office/powerpoint/2010/main" val="919290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Program written that, for each year, visits every page of copyright data and scrapes the elements (EX. Title, copyright claimant as seen below)</a:t>
            </a:r>
          </a:p>
          <a:p>
            <a:endParaRPr lang="en-US" dirty="0">
              <a:cs typeface="Calibri"/>
            </a:endParaRPr>
          </a:p>
          <a:p>
            <a:pPr marL="171450" indent="-171450">
              <a:buFont typeface="Arial,Sans-Serif"/>
              <a:buChar char="•"/>
            </a:pPr>
            <a:r>
              <a:rPr lang="en-US"/>
              <a:t>First started with data scraping of computer files from the U.S. copyright office </a:t>
            </a:r>
          </a:p>
          <a:p>
            <a:pPr marL="628650" lvl="1" indent="-171450">
              <a:buFont typeface="Arial,Sans-Serif"/>
              <a:buChar char="•"/>
            </a:pPr>
            <a:r>
              <a:rPr lang="en-US"/>
              <a:t>Extracted data from the U.S. copyright office website </a:t>
            </a:r>
          </a:p>
          <a:p>
            <a:pPr marL="628650" lvl="1" indent="-171450">
              <a:buFont typeface="Arial,Sans-Serif"/>
              <a:buChar char="•"/>
            </a:pPr>
            <a:r>
              <a:rPr lang="en-US"/>
              <a:t>Program written that, for each year, visits every page of copyright data and scrapes the elements (EX. Title, copyright claimant as seen below)</a:t>
            </a:r>
          </a:p>
          <a:p>
            <a:pPr marL="628650" lvl="1" indent="-171450">
              <a:buFont typeface="Arial,Sans-Serif"/>
              <a:buChar char="•"/>
            </a:pPr>
            <a:r>
              <a:rPr lang="en-US"/>
              <a:t>Put into our database </a:t>
            </a:r>
          </a:p>
          <a:p>
            <a:pPr marL="285750" indent="-285750">
              <a:buFont typeface="Arial"/>
              <a:buChar char="•"/>
            </a:pPr>
            <a:endParaRPr lang="en-US"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6</a:t>
            </a:fld>
            <a:endParaRPr lang="en-US"/>
          </a:p>
        </p:txBody>
      </p:sp>
    </p:spTree>
    <p:extLst>
      <p:ext uri="{BB962C8B-B14F-4D97-AF65-F5344CB8AC3E}">
        <p14:creationId xmlns:p14="http://schemas.microsoft.com/office/powerpoint/2010/main" val="1389244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8</a:t>
            </a:fld>
            <a:endParaRPr lang="en-US"/>
          </a:p>
        </p:txBody>
      </p:sp>
    </p:spTree>
    <p:extLst>
      <p:ext uri="{BB962C8B-B14F-4D97-AF65-F5344CB8AC3E}">
        <p14:creationId xmlns:p14="http://schemas.microsoft.com/office/powerpoint/2010/main" val="504309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9</a:t>
            </a:fld>
            <a:endParaRPr lang="en-US"/>
          </a:p>
        </p:txBody>
      </p:sp>
    </p:spTree>
    <p:extLst>
      <p:ext uri="{BB962C8B-B14F-4D97-AF65-F5344CB8AC3E}">
        <p14:creationId xmlns:p14="http://schemas.microsoft.com/office/powerpoint/2010/main" val="239404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10</a:t>
            </a:fld>
            <a:endParaRPr lang="en-US"/>
          </a:p>
        </p:txBody>
      </p:sp>
    </p:spTree>
    <p:extLst>
      <p:ext uri="{BB962C8B-B14F-4D97-AF65-F5344CB8AC3E}">
        <p14:creationId xmlns:p14="http://schemas.microsoft.com/office/powerpoint/2010/main" val="513291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11</a:t>
            </a:fld>
            <a:endParaRPr lang="en-US"/>
          </a:p>
        </p:txBody>
      </p:sp>
    </p:spTree>
    <p:extLst>
      <p:ext uri="{BB962C8B-B14F-4D97-AF65-F5344CB8AC3E}">
        <p14:creationId xmlns:p14="http://schemas.microsoft.com/office/powerpoint/2010/main" val="3768730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11</a:t>
            </a:fld>
            <a:endParaRPr lang="en-US"/>
          </a:p>
        </p:txBody>
      </p:sp>
    </p:spTree>
    <p:extLst>
      <p:ext uri="{BB962C8B-B14F-4D97-AF65-F5344CB8AC3E}">
        <p14:creationId xmlns:p14="http://schemas.microsoft.com/office/powerpoint/2010/main" val="939085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Give examples of some of the identified OSS</a:t>
            </a:r>
            <a:endParaRPr lang="en-US">
              <a:cs typeface="Calibri"/>
            </a:endParaRPr>
          </a:p>
          <a:p>
            <a:endParaRPr lang="en-US" b="1" dirty="0">
              <a:cs typeface="Calibri"/>
            </a:endParaRPr>
          </a:p>
          <a:p>
            <a:pPr marL="1085850" lvl="2" indent="-171450">
              <a:spcBef>
                <a:spcPct val="20000"/>
              </a:spcBef>
              <a:buFont typeface="Arial"/>
              <a:buChar char="•"/>
            </a:pPr>
            <a:endParaRPr lang="en-US" dirty="0"/>
          </a:p>
          <a:p>
            <a:pPr marL="171450" indent="-171450">
              <a:buFont typeface="Arial"/>
              <a:buChar char="•"/>
            </a:pPr>
            <a:endParaRPr lang="en-US" b="1"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12</a:t>
            </a:fld>
            <a:endParaRPr lang="en-US"/>
          </a:p>
        </p:txBody>
      </p:sp>
    </p:spTree>
    <p:extLst>
      <p:ext uri="{BB962C8B-B14F-4D97-AF65-F5344CB8AC3E}">
        <p14:creationId xmlns:p14="http://schemas.microsoft.com/office/powerpoint/2010/main" val="3639287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Give examples of some of the identified OSS</a:t>
            </a:r>
            <a:endParaRPr lang="en-US">
              <a:cs typeface="Calibri"/>
            </a:endParaRPr>
          </a:p>
          <a:p>
            <a:endParaRPr lang="en-US" b="1">
              <a:cs typeface="Calibri"/>
            </a:endParaRPr>
          </a:p>
          <a:p>
            <a:pPr marL="1085850" lvl="2" indent="-171450">
              <a:spcBef>
                <a:spcPct val="20000"/>
              </a:spcBef>
              <a:buFont typeface="Arial"/>
              <a:buChar char="•"/>
            </a:pPr>
            <a:endParaRPr lang="en-US"/>
          </a:p>
          <a:p>
            <a:pPr marL="171450" indent="-171450">
              <a:buFont typeface="Arial"/>
              <a:buChar char="•"/>
            </a:pPr>
            <a:endParaRPr lang="en-US" b="1">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13</a:t>
            </a:fld>
            <a:endParaRPr lang="en-US"/>
          </a:p>
        </p:txBody>
      </p:sp>
    </p:spTree>
    <p:extLst>
      <p:ext uri="{BB962C8B-B14F-4D97-AF65-F5344CB8AC3E}">
        <p14:creationId xmlns:p14="http://schemas.microsoft.com/office/powerpoint/2010/main" val="1186966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Other sources </a:t>
            </a:r>
            <a:r>
              <a:rPr lang="en-US" dirty="0">
                <a:cs typeface="Calibri"/>
              </a:rPr>
              <a:t>don't have equal coverage—and ethics</a:t>
            </a:r>
          </a:p>
          <a:p>
            <a:endParaRPr lang="en-US" dirty="0">
              <a:cs typeface="Calibri"/>
            </a:endParaRPr>
          </a:p>
          <a:p>
            <a:r>
              <a:rPr lang="en-US">
                <a:cs typeface="Calibri"/>
              </a:rPr>
              <a:t>uspto</a:t>
            </a:r>
            <a:endParaRPr lang="en-US"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14</a:t>
            </a:fld>
            <a:endParaRPr lang="en-US"/>
          </a:p>
        </p:txBody>
      </p:sp>
    </p:spTree>
    <p:extLst>
      <p:ext uri="{BB962C8B-B14F-4D97-AF65-F5344CB8AC3E}">
        <p14:creationId xmlns:p14="http://schemas.microsoft.com/office/powerpoint/2010/main" val="4180351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Carol Robbins sponsor </a:t>
            </a:r>
          </a:p>
          <a:p>
            <a:pPr marL="171450" indent="-171450">
              <a:buFont typeface="Arial"/>
              <a:buChar char="•"/>
            </a:pPr>
            <a:r>
              <a:rPr lang="en-US" b="1">
                <a:cs typeface="Calibri"/>
              </a:rPr>
              <a:t>NOTES: </a:t>
            </a:r>
            <a:r>
              <a:rPr lang="en-US">
                <a:cs typeface="Calibri"/>
              </a:rPr>
              <a:t>graphics are fuzzy</a:t>
            </a:r>
          </a:p>
          <a:p>
            <a:pPr marL="171450" indent="-171450">
              <a:buFont typeface="Arial"/>
              <a:buChar char="•"/>
            </a:pPr>
            <a:r>
              <a:rPr lang="en-US">
                <a:cs typeface="Calibri"/>
              </a:rPr>
              <a:t>Go into copyright v license</a:t>
            </a:r>
          </a:p>
          <a:p>
            <a:pPr marL="171450" indent="-171450">
              <a:buFont typeface="Arial"/>
              <a:buChar char="•"/>
            </a:pPr>
            <a:endParaRPr lang="en-US" dirty="0">
              <a:cs typeface="Calibri"/>
            </a:endParaRPr>
          </a:p>
          <a:p>
            <a:pPr marL="171450" indent="-171450">
              <a:buFont typeface="Arial"/>
              <a:buChar char="•"/>
            </a:pPr>
            <a:r>
              <a:rPr lang="en-US">
                <a:cs typeface="Calibri"/>
              </a:rPr>
              <a:t>Annual report: metrics?</a:t>
            </a:r>
            <a:endParaRPr lang="en-US" dirty="0">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16</a:t>
            </a:fld>
            <a:endParaRPr lang="en-US"/>
          </a:p>
        </p:txBody>
      </p:sp>
    </p:spTree>
    <p:extLst>
      <p:ext uri="{BB962C8B-B14F-4D97-AF65-F5344CB8AC3E}">
        <p14:creationId xmlns:p14="http://schemas.microsoft.com/office/powerpoint/2010/main" val="11074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6"/>
            <a:ext cx="91440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a:t>PRESENTATION TITLE</a:t>
            </a:r>
          </a:p>
        </p:txBody>
      </p:sp>
      <p:sp>
        <p:nvSpPr>
          <p:cNvPr id="10" name="Text Placeholder 9"/>
          <p:cNvSpPr>
            <a:spLocks noGrp="1"/>
          </p:cNvSpPr>
          <p:nvPr>
            <p:ph type="body" sz="quarter" idx="11" hasCustomPrompt="1"/>
          </p:nvPr>
        </p:nvSpPr>
        <p:spPr>
          <a:xfrm>
            <a:off x="8467" y="2415639"/>
            <a:ext cx="91440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a:t>Subtitle Here</a:t>
            </a:r>
          </a:p>
        </p:txBody>
      </p:sp>
      <p:sp>
        <p:nvSpPr>
          <p:cNvPr id="14" name="Text Placeholder 13"/>
          <p:cNvSpPr>
            <a:spLocks noGrp="1"/>
          </p:cNvSpPr>
          <p:nvPr>
            <p:ph type="body" sz="quarter" idx="12" hasCustomPrompt="1"/>
          </p:nvPr>
        </p:nvSpPr>
        <p:spPr>
          <a:xfrm>
            <a:off x="9071" y="3644102"/>
            <a:ext cx="91440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a:t>OPTIONAL AUTHOR NAME</a:t>
            </a:r>
          </a:p>
        </p:txBody>
      </p:sp>
      <p:sp>
        <p:nvSpPr>
          <p:cNvPr id="16" name="Text Placeholder 15"/>
          <p:cNvSpPr>
            <a:spLocks noGrp="1"/>
          </p:cNvSpPr>
          <p:nvPr>
            <p:ph type="body" sz="quarter" idx="13" hasCustomPrompt="1"/>
          </p:nvPr>
        </p:nvSpPr>
        <p:spPr>
          <a:xfrm>
            <a:off x="0" y="4063683"/>
            <a:ext cx="91440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491140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4205923" y="1473518"/>
            <a:ext cx="4823778" cy="5219382"/>
          </a:xfrm>
          <a:prstGeom prst="rect">
            <a:avLst/>
          </a:prstGeom>
        </p:spPr>
        <p:txBody>
          <a:bodyPr vert="horz"/>
          <a:lstStyle>
            <a:lvl1pPr marL="0" indent="0">
              <a:buFontTx/>
              <a:buNone/>
              <a:defRPr sz="4400" baseline="30000">
                <a:solidFill>
                  <a:schemeClr val="tx1">
                    <a:lumMod val="65000"/>
                    <a:lumOff val="35000"/>
                  </a:schemeClr>
                </a:solidFill>
                <a:latin typeface="ITC Franklin Gothic Std Book Extra Compressed"/>
              </a:defRPr>
            </a:lvl1pPr>
          </a:lstStyle>
          <a:p>
            <a:pPr lvl="0"/>
            <a:r>
              <a:rPr lang="en-US"/>
              <a:t>1. Introduction Title Placed Here</a:t>
            </a:r>
          </a:p>
          <a:p>
            <a:pPr lvl="0"/>
            <a:r>
              <a:rPr lang="en-US"/>
              <a:t>2. Purpose Title Here</a:t>
            </a:r>
          </a:p>
          <a:p>
            <a:pPr lvl="0"/>
            <a:r>
              <a:rPr lang="en-US"/>
              <a:t>3. Description Title Would Go Here</a:t>
            </a:r>
          </a:p>
          <a:p>
            <a:pPr lvl="0"/>
            <a:r>
              <a:rPr lang="en-US"/>
              <a:t>4. </a:t>
            </a:r>
            <a:r>
              <a:rPr lang="en-US" err="1"/>
              <a:t>Lorem</a:t>
            </a:r>
            <a:r>
              <a:rPr lang="en-US"/>
              <a:t> </a:t>
            </a:r>
            <a:r>
              <a:rPr lang="en-US" err="1"/>
              <a:t>Etam</a:t>
            </a:r>
            <a:r>
              <a:rPr lang="en-US"/>
              <a:t> Would Go Here</a:t>
            </a:r>
          </a:p>
          <a:p>
            <a:pPr lvl="0"/>
            <a:r>
              <a:rPr lang="en-US"/>
              <a:t>5. </a:t>
            </a:r>
            <a:r>
              <a:rPr lang="en-US" err="1"/>
              <a:t>Ipsum</a:t>
            </a:r>
            <a:r>
              <a:rPr lang="en-US"/>
              <a:t> Dolor Would Go Here</a:t>
            </a:r>
          </a:p>
          <a:p>
            <a:pPr lvl="0"/>
            <a:r>
              <a:rPr lang="en-US"/>
              <a:t>6. Methodology Would Be Placed Here</a:t>
            </a:r>
          </a:p>
          <a:p>
            <a:pPr lvl="0"/>
            <a:r>
              <a:rPr lang="en-US"/>
              <a:t>7. Research Title Would Go Here</a:t>
            </a:r>
          </a:p>
          <a:p>
            <a:pPr lvl="0"/>
            <a:r>
              <a:rPr lang="en-US"/>
              <a:t>8. Findings Another Title Would Go Here</a:t>
            </a:r>
          </a:p>
        </p:txBody>
      </p:sp>
    </p:spTree>
    <p:extLst>
      <p:ext uri="{BB962C8B-B14F-4D97-AF65-F5344CB8AC3E}">
        <p14:creationId xmlns:p14="http://schemas.microsoft.com/office/powerpoint/2010/main" val="353082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1: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3737225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1: long text">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0" y="614069"/>
            <a:ext cx="9144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10" name="Text Placeholder 9"/>
          <p:cNvSpPr>
            <a:spLocks noGrp="1"/>
          </p:cNvSpPr>
          <p:nvPr>
            <p:ph type="body" sz="quarter" idx="14" hasCustomPrompt="1"/>
          </p:nvPr>
        </p:nvSpPr>
        <p:spPr>
          <a:xfrm>
            <a:off x="484188" y="1817688"/>
            <a:ext cx="4064721"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1" name="Text Placeholder 9"/>
          <p:cNvSpPr>
            <a:spLocks noGrp="1"/>
          </p:cNvSpPr>
          <p:nvPr>
            <p:ph type="body" sz="quarter" idx="15" hasCustomPrompt="1"/>
          </p:nvPr>
        </p:nvSpPr>
        <p:spPr>
          <a:xfrm>
            <a:off x="4713289" y="1817688"/>
            <a:ext cx="3948112"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3" name="Slide Number Placeholder 5"/>
          <p:cNvSpPr>
            <a:spLocks noGrp="1"/>
          </p:cNvSpPr>
          <p:nvPr>
            <p:ph type="sldNum" sz="quarter" idx="4"/>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2084561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1: bulleted tex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622300"/>
            <a:ext cx="9144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12" name="Text Placeholder 11"/>
          <p:cNvSpPr>
            <a:spLocks noGrp="1"/>
          </p:cNvSpPr>
          <p:nvPr>
            <p:ph type="body" sz="quarter" idx="11" hasCustomPrompt="1"/>
          </p:nvPr>
        </p:nvSpPr>
        <p:spPr>
          <a:xfrm>
            <a:off x="3004820" y="1689100"/>
            <a:ext cx="3180080"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13" name="Slide Number Placeholder 5"/>
          <p:cNvSpPr>
            <a:spLocks noGrp="1"/>
          </p:cNvSpPr>
          <p:nvPr>
            <p:ph type="sldNum" sz="quarter" idx="4"/>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3078770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1: short text">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a:xfrm>
            <a:off x="0" y="614069"/>
            <a:ext cx="9144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1" name="Text Placeholder 10"/>
          <p:cNvSpPr>
            <a:spLocks noGrp="1"/>
          </p:cNvSpPr>
          <p:nvPr>
            <p:ph type="body" sz="quarter" idx="14" hasCustomPrompt="1"/>
          </p:nvPr>
        </p:nvSpPr>
        <p:spPr>
          <a:xfrm>
            <a:off x="1447800" y="1816100"/>
            <a:ext cx="619760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
        <p:nvSpPr>
          <p:cNvPr id="12" name="Slide Number Placeholder 5"/>
          <p:cNvSpPr>
            <a:spLocks noGrp="1"/>
          </p:cNvSpPr>
          <p:nvPr>
            <p:ph type="sldNum" sz="quarter" idx="4"/>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916638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1: table">
    <p:spTree>
      <p:nvGrpSpPr>
        <p:cNvPr id="1" name=""/>
        <p:cNvGrpSpPr/>
        <p:nvPr/>
      </p:nvGrpSpPr>
      <p:grpSpPr>
        <a:xfrm>
          <a:off x="0" y="0"/>
          <a:ext cx="0" cy="0"/>
          <a:chOff x="0" y="0"/>
          <a:chExt cx="0" cy="0"/>
        </a:xfrm>
      </p:grpSpPr>
      <p:sp>
        <p:nvSpPr>
          <p:cNvPr id="11" name="Slide Number Placeholder 5"/>
          <p:cNvSpPr>
            <a:spLocks noGrp="1"/>
          </p:cNvSpPr>
          <p:nvPr>
            <p:ph type="sldNum" sz="quarter" idx="10"/>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622300"/>
            <a:ext cx="9144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1489510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1: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65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2: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1492538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2: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614069"/>
            <a:ext cx="9144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484188" y="1817688"/>
            <a:ext cx="4064721"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4713289" y="1817688"/>
            <a:ext cx="3948112"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Tree>
    <p:extLst>
      <p:ext uri="{BB962C8B-B14F-4D97-AF65-F5344CB8AC3E}">
        <p14:creationId xmlns:p14="http://schemas.microsoft.com/office/powerpoint/2010/main" val="2877523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2: bulleted text">
    <p:spTree>
      <p:nvGrpSpPr>
        <p:cNvPr id="1" name=""/>
        <p:cNvGrpSpPr/>
        <p:nvPr/>
      </p:nvGrpSpPr>
      <p:grpSpPr>
        <a:xfrm>
          <a:off x="0" y="0"/>
          <a:ext cx="0" cy="0"/>
          <a:chOff x="0" y="0"/>
          <a:chExt cx="0" cy="0"/>
        </a:xfrm>
      </p:grpSpPr>
      <p:sp>
        <p:nvSpPr>
          <p:cNvPr id="8" name="Text Placeholder 11"/>
          <p:cNvSpPr>
            <a:spLocks noGrp="1"/>
          </p:cNvSpPr>
          <p:nvPr>
            <p:ph type="body" sz="quarter" idx="11" hasCustomPrompt="1"/>
          </p:nvPr>
        </p:nvSpPr>
        <p:spPr>
          <a:xfrm>
            <a:off x="3004820" y="1689100"/>
            <a:ext cx="3180080"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9" name="Slide Number Placeholder 8"/>
          <p:cNvSpPr>
            <a:spLocks noGrp="1"/>
          </p:cNvSpPr>
          <p:nvPr>
            <p:ph type="sldNum" sz="quarter" idx="12"/>
          </p:nvPr>
        </p:nvSpPr>
        <p:spPr/>
        <p:txBody>
          <a:bodyPr/>
          <a:lstStyle/>
          <a:p>
            <a:fld id="{0F418C06-167A-E646-9EF6-18275B625F6B}" type="slidenum">
              <a:rPr lang="en-US" smtClean="0"/>
              <a:pPr/>
              <a:t>‹#›</a:t>
            </a:fld>
            <a:endParaRPr lang="en-US"/>
          </a:p>
        </p:txBody>
      </p:sp>
      <p:sp>
        <p:nvSpPr>
          <p:cNvPr id="10" name="Text Placeholder 7"/>
          <p:cNvSpPr>
            <a:spLocks noGrp="1"/>
          </p:cNvSpPr>
          <p:nvPr>
            <p:ph type="body" sz="quarter" idx="10" hasCustomPrompt="1"/>
          </p:nvPr>
        </p:nvSpPr>
        <p:spPr>
          <a:xfrm>
            <a:off x="0" y="622300"/>
            <a:ext cx="9144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Tree>
    <p:extLst>
      <p:ext uri="{BB962C8B-B14F-4D97-AF65-F5344CB8AC3E}">
        <p14:creationId xmlns:p14="http://schemas.microsoft.com/office/powerpoint/2010/main" val="65969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2: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a:p>
        </p:txBody>
      </p:sp>
      <p:sp>
        <p:nvSpPr>
          <p:cNvPr id="5" name="Text Placeholder 7"/>
          <p:cNvSpPr>
            <a:spLocks noGrp="1"/>
          </p:cNvSpPr>
          <p:nvPr>
            <p:ph type="body" sz="quarter" idx="13" hasCustomPrompt="1"/>
          </p:nvPr>
        </p:nvSpPr>
        <p:spPr>
          <a:xfrm>
            <a:off x="0" y="614069"/>
            <a:ext cx="9144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6" name="Text Placeholder 10"/>
          <p:cNvSpPr>
            <a:spLocks noGrp="1"/>
          </p:cNvSpPr>
          <p:nvPr>
            <p:ph type="body" sz="quarter" idx="14" hasCustomPrompt="1"/>
          </p:nvPr>
        </p:nvSpPr>
        <p:spPr>
          <a:xfrm>
            <a:off x="1447800" y="1816100"/>
            <a:ext cx="619760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Tree>
    <p:extLst>
      <p:ext uri="{BB962C8B-B14F-4D97-AF65-F5344CB8AC3E}">
        <p14:creationId xmlns:p14="http://schemas.microsoft.com/office/powerpoint/2010/main" val="2415120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2: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a:p>
        </p:txBody>
      </p:sp>
      <p:sp>
        <p:nvSpPr>
          <p:cNvPr id="13" name="Text Placeholder 7"/>
          <p:cNvSpPr>
            <a:spLocks noGrp="1"/>
          </p:cNvSpPr>
          <p:nvPr>
            <p:ph type="body" sz="quarter" idx="11" hasCustomPrompt="1"/>
          </p:nvPr>
        </p:nvSpPr>
        <p:spPr>
          <a:xfrm>
            <a:off x="0" y="622300"/>
            <a:ext cx="9144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2583308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2: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976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3: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1318242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3: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1223669"/>
            <a:ext cx="9144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484188" y="2185433"/>
            <a:ext cx="4064721"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4713289" y="2185433"/>
            <a:ext cx="3948112"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1" name="TextBox 10"/>
          <p:cNvSpPr txBox="1"/>
          <p:nvPr userDrawn="1"/>
        </p:nvSpPr>
        <p:spPr>
          <a:xfrm>
            <a:off x="-330200" y="2133600"/>
            <a:ext cx="184666"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2179693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3: bulleted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1" hasCustomPrompt="1"/>
          </p:nvPr>
        </p:nvSpPr>
        <p:spPr>
          <a:xfrm>
            <a:off x="0" y="1219200"/>
            <a:ext cx="9144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9" name="Text Placeholder 11"/>
          <p:cNvSpPr>
            <a:spLocks noGrp="1"/>
          </p:cNvSpPr>
          <p:nvPr>
            <p:ph type="body" sz="quarter" idx="12" hasCustomPrompt="1"/>
          </p:nvPr>
        </p:nvSpPr>
        <p:spPr>
          <a:xfrm>
            <a:off x="3004820" y="2006600"/>
            <a:ext cx="3180080" cy="3886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Tree>
    <p:extLst>
      <p:ext uri="{BB962C8B-B14F-4D97-AF65-F5344CB8AC3E}">
        <p14:creationId xmlns:p14="http://schemas.microsoft.com/office/powerpoint/2010/main" val="22456473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3: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a:p>
        </p:txBody>
      </p:sp>
      <p:sp>
        <p:nvSpPr>
          <p:cNvPr id="9" name="Text Placeholder 7"/>
          <p:cNvSpPr>
            <a:spLocks noGrp="1"/>
          </p:cNvSpPr>
          <p:nvPr>
            <p:ph type="body" sz="quarter" idx="13" hasCustomPrompt="1"/>
          </p:nvPr>
        </p:nvSpPr>
        <p:spPr>
          <a:xfrm>
            <a:off x="0" y="1236369"/>
            <a:ext cx="9144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0" name="Text Placeholder 10"/>
          <p:cNvSpPr>
            <a:spLocks noGrp="1"/>
          </p:cNvSpPr>
          <p:nvPr>
            <p:ph type="body" sz="quarter" idx="14" hasCustomPrompt="1"/>
          </p:nvPr>
        </p:nvSpPr>
        <p:spPr>
          <a:xfrm>
            <a:off x="1447800" y="2298700"/>
            <a:ext cx="619760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Tree>
    <p:extLst>
      <p:ext uri="{BB962C8B-B14F-4D97-AF65-F5344CB8AC3E}">
        <p14:creationId xmlns:p14="http://schemas.microsoft.com/office/powerpoint/2010/main" val="13538036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3: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1244600"/>
            <a:ext cx="9144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9999677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3: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7758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placeholder">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889000" y="660400"/>
            <a:ext cx="7454900" cy="4965700"/>
          </a:xfrm>
          <a:prstGeom prst="rect">
            <a:avLst/>
          </a:prstGeom>
        </p:spPr>
        <p:txBody>
          <a:bodyPr vert="horz"/>
          <a:lstStyle>
            <a:lvl1pPr marL="0" indent="0">
              <a:buFontTx/>
              <a:buNone/>
              <a:defRPr baseline="0"/>
            </a:lvl1pPr>
          </a:lstStyle>
          <a:p>
            <a:r>
              <a:rPr lang="en-US"/>
              <a:t>Drag/Insert Image here</a:t>
            </a:r>
          </a:p>
        </p:txBody>
      </p:sp>
      <p:sp>
        <p:nvSpPr>
          <p:cNvPr id="10" name="Text Placeholder 9"/>
          <p:cNvSpPr>
            <a:spLocks noGrp="1"/>
          </p:cNvSpPr>
          <p:nvPr>
            <p:ph type="body" sz="quarter" idx="11" hasCustomPrompt="1"/>
          </p:nvPr>
        </p:nvSpPr>
        <p:spPr>
          <a:xfrm>
            <a:off x="889000" y="5786967"/>
            <a:ext cx="4851400" cy="402160"/>
          </a:xfrm>
          <a:prstGeom prst="rect">
            <a:avLst/>
          </a:prstGeom>
        </p:spPr>
        <p:txBody>
          <a:bodyPr vert="horz"/>
          <a:lstStyle>
            <a:lvl1pPr marL="0" indent="0">
              <a:buFontTx/>
              <a:buNone/>
              <a:defRPr sz="2000" baseline="0">
                <a:solidFill>
                  <a:schemeClr val="tx2">
                    <a:lumMod val="75000"/>
                  </a:schemeClr>
                </a:solidFill>
                <a:latin typeface="ITC Franklin Gothic Std Demi Compressed"/>
              </a:defRPr>
            </a:lvl1pPr>
          </a:lstStyle>
          <a:p>
            <a:pPr lvl="0"/>
            <a:r>
              <a:rPr lang="en-US"/>
              <a:t>TITLE FOR IMAGE HERE</a:t>
            </a:r>
          </a:p>
        </p:txBody>
      </p:sp>
      <p:sp>
        <p:nvSpPr>
          <p:cNvPr id="12" name="Text Placeholder 11"/>
          <p:cNvSpPr>
            <a:spLocks noGrp="1"/>
          </p:cNvSpPr>
          <p:nvPr>
            <p:ph type="body" sz="quarter" idx="12" hasCustomPrompt="1"/>
          </p:nvPr>
        </p:nvSpPr>
        <p:spPr>
          <a:xfrm>
            <a:off x="889000" y="6189127"/>
            <a:ext cx="7454900" cy="355600"/>
          </a:xfrm>
          <a:prstGeom prst="rect">
            <a:avLst/>
          </a:prstGeom>
        </p:spPr>
        <p:txBody>
          <a:bodyPr vert="horz"/>
          <a:lstStyle>
            <a:lvl1pPr marL="0" indent="0">
              <a:buFontTx/>
              <a:buNone/>
              <a:defRPr sz="1400" baseline="0">
                <a:solidFill>
                  <a:schemeClr val="tx2">
                    <a:lumMod val="75000"/>
                  </a:schemeClr>
                </a:solidFill>
                <a:latin typeface="ITC Franklin Gothic Std Book Compressed"/>
              </a:defRPr>
            </a:lvl1pPr>
          </a:lstStyle>
          <a:p>
            <a:pPr lvl="0"/>
            <a:r>
              <a:rPr lang="en-US"/>
              <a:t>Subtitle And Description For Image Here</a:t>
            </a:r>
          </a:p>
        </p:txBody>
      </p:sp>
    </p:spTree>
    <p:extLst>
      <p:ext uri="{BB962C8B-B14F-4D97-AF65-F5344CB8AC3E}">
        <p14:creationId xmlns:p14="http://schemas.microsoft.com/office/powerpoint/2010/main" val="13195629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5.xml"/><Relationship Id="rId7" Type="http://schemas.openxmlformats.org/officeDocument/2006/relationships/image" Target="../media/image1.jp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3.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6.em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11.xml"/><Relationship Id="rId7" Type="http://schemas.openxmlformats.org/officeDocument/2006/relationships/image" Target="../media/image1.jp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5.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6.xml"/><Relationship Id="rId1" Type="http://schemas.openxmlformats.org/officeDocument/2006/relationships/slideLayout" Target="../slideLayouts/slideLayout14.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17.xml"/><Relationship Id="rId7" Type="http://schemas.openxmlformats.org/officeDocument/2006/relationships/image" Target="../media/image1.jp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7.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0.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8" name="Rectangle 7"/>
          <p:cNvSpPr/>
          <p:nvPr userDrawn="1"/>
        </p:nvSpPr>
        <p:spPr>
          <a:xfrm>
            <a:off x="0" y="-10160"/>
            <a:ext cx="9144000" cy="5232400"/>
          </a:xfrm>
          <a:prstGeom prst="rect">
            <a:avLst/>
          </a:prstGeom>
          <a:solidFill>
            <a:srgbClr val="012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12158"/>
              </a:solidFill>
            </a:endParaRPr>
          </a:p>
        </p:txBody>
      </p:sp>
      <p:pic>
        <p:nvPicPr>
          <p:cNvPr id="13" name="Picture 12" descr="dotted_line_white.png"/>
          <p:cNvPicPr>
            <a:picLocks noChangeAspect="1"/>
          </p:cNvPicPr>
          <p:nvPr userDrawn="1"/>
        </p:nvPicPr>
        <p:blipFill rotWithShape="1">
          <a:blip r:embed="rId4">
            <a:extLst>
              <a:ext uri="{28A0092B-C50C-407E-A947-70E740481C1C}">
                <a14:useLocalDpi xmlns:a14="http://schemas.microsoft.com/office/drawing/2010/main" val="0"/>
              </a:ext>
            </a:extLst>
          </a:blip>
          <a:srcRect r="60437"/>
          <a:stretch/>
        </p:blipFill>
        <p:spPr>
          <a:xfrm>
            <a:off x="868947" y="3207552"/>
            <a:ext cx="7486316" cy="282039"/>
          </a:xfrm>
          <a:prstGeom prst="rect">
            <a:avLst/>
          </a:prstGeom>
        </p:spPr>
      </p:pic>
      <p:pic>
        <p:nvPicPr>
          <p:cNvPr id="3" name="Picture 2">
            <a:extLst>
              <a:ext uri="{FF2B5EF4-FFF2-40B4-BE49-F238E27FC236}">
                <a16:creationId xmlns:a16="http://schemas.microsoft.com/office/drawing/2014/main" id="{D2163758-D40C-E645-8713-B342A6A913BA}"/>
              </a:ext>
            </a:extLst>
          </p:cNvPr>
          <p:cNvPicPr>
            <a:picLocks noChangeAspect="1"/>
          </p:cNvPicPr>
          <p:nvPr userDrawn="1"/>
        </p:nvPicPr>
        <p:blipFill>
          <a:blip r:embed="rId5"/>
          <a:stretch>
            <a:fillRect/>
          </a:stretch>
        </p:blipFill>
        <p:spPr>
          <a:xfrm>
            <a:off x="1194041" y="5546194"/>
            <a:ext cx="6836127" cy="1176711"/>
          </a:xfrm>
          <a:prstGeom prst="rect">
            <a:avLst/>
          </a:prstGeom>
        </p:spPr>
      </p:pic>
    </p:spTree>
    <p:extLst>
      <p:ext uri="{BB962C8B-B14F-4D97-AF65-F5344CB8AC3E}">
        <p14:creationId xmlns:p14="http://schemas.microsoft.com/office/powerpoint/2010/main" val="1172351213"/>
      </p:ext>
    </p:extLst>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contents_orange.jpg"/>
          <p:cNvPicPr>
            <a:picLocks noChangeAspect="1"/>
          </p:cNvPicPr>
          <p:nvPr userDrawn="1"/>
        </p:nvPicPr>
        <p:blipFill>
          <a:blip r:embed="rId4">
            <a:clrChange>
              <a:clrFrom>
                <a:srgbClr val="FFFFFF"/>
              </a:clrFrom>
              <a:clrTo>
                <a:srgbClr val="FFFFFF">
                  <a:alpha val="0"/>
                </a:srgbClr>
              </a:clrTo>
            </a:clrChange>
            <a:alphaModFix/>
            <a:extLst>
              <a:ext uri="{28A0092B-C50C-407E-A947-70E740481C1C}">
                <a14:useLocalDpi xmlns:a14="http://schemas.microsoft.com/office/drawing/2010/main" val="0"/>
              </a:ext>
            </a:extLst>
          </a:blip>
          <a:stretch>
            <a:fillRect/>
          </a:stretch>
        </p:blipFill>
        <p:spPr>
          <a:xfrm>
            <a:off x="87702" y="329675"/>
            <a:ext cx="2783767" cy="2138861"/>
          </a:xfrm>
          <a:prstGeom prst="rect">
            <a:avLst/>
          </a:prstGeom>
        </p:spPr>
      </p:pic>
    </p:spTree>
    <p:extLst>
      <p:ext uri="{BB962C8B-B14F-4D97-AF65-F5344CB8AC3E}">
        <p14:creationId xmlns:p14="http://schemas.microsoft.com/office/powerpoint/2010/main" val="2159087170"/>
      </p:ext>
    </p:extLst>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brushedge_solid_blue.png"/>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29" y="5194968"/>
            <a:ext cx="9144000" cy="1676400"/>
          </a:xfrm>
          <a:prstGeom prst="rect">
            <a:avLst/>
          </a:prstGeom>
        </p:spPr>
      </p:pic>
      <p:pic>
        <p:nvPicPr>
          <p:cNvPr id="8" name="Picture 7" descr="UVA_Primary_white.eps"/>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71771" y="6324412"/>
            <a:ext cx="1353129" cy="333562"/>
          </a:xfrm>
          <a:prstGeom prst="rect">
            <a:avLst/>
          </a:prstGeom>
        </p:spPr>
      </p:pic>
      <p:sp>
        <p:nvSpPr>
          <p:cNvPr id="6" name="Slide Number Placeholder 5"/>
          <p:cNvSpPr>
            <a:spLocks noGrp="1"/>
          </p:cNvSpPr>
          <p:nvPr>
            <p:ph type="sldNum" sz="quarter" idx="4"/>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735567757"/>
      </p:ext>
    </p:extLst>
  </p:cSld>
  <p:clrMap bg1="lt1" tx1="dk1" bg2="lt2" tx2="dk2" accent1="accent1" accent2="accent2" accent3="accent3" accent4="accent4" accent5="accent5" accent6="accent6" hlink="hlink" folHlink="folHlink"/>
  <p:sldLayoutIdLst>
    <p:sldLayoutId id="2147483678" r:id="rId1"/>
    <p:sldLayoutId id="2147483653" r:id="rId2"/>
    <p:sldLayoutId id="2147483654" r:id="rId3"/>
    <p:sldLayoutId id="2147483656" r:id="rId4"/>
    <p:sldLayoutId id="2147483657"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060" r="15387" b="-16499"/>
          <a:stretch/>
        </p:blipFill>
        <p:spPr>
          <a:xfrm>
            <a:off x="-1" y="0"/>
            <a:ext cx="9155371" cy="7569200"/>
          </a:xfrm>
          <a:prstGeom prst="rect">
            <a:avLst/>
          </a:prstGeom>
        </p:spPr>
      </p:pic>
      <p:pic>
        <p:nvPicPr>
          <p:cNvPr id="8" name="Picture 7" descr="brushedge_solid_blue.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9" y="5194968"/>
            <a:ext cx="9144000" cy="1676400"/>
          </a:xfrm>
          <a:prstGeom prst="rect">
            <a:avLst/>
          </a:prstGeom>
        </p:spPr>
      </p:pic>
      <p:pic>
        <p:nvPicPr>
          <p:cNvPr id="9" name="Picture 8" descr="UVA_Primary_white.eps"/>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371771" y="6324412"/>
            <a:ext cx="1353129" cy="333562"/>
          </a:xfrm>
          <a:prstGeom prst="rect">
            <a:avLst/>
          </a:prstGeom>
        </p:spPr>
      </p:pic>
    </p:spTree>
    <p:extLst>
      <p:ext uri="{BB962C8B-B14F-4D97-AF65-F5344CB8AC3E}">
        <p14:creationId xmlns:p14="http://schemas.microsoft.com/office/powerpoint/2010/main" val="449219711"/>
      </p:ext>
    </p:extLst>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userDrawn="1"/>
        </p:nvSpPr>
        <p:spPr>
          <a:xfrm>
            <a:off x="-14711" y="5978147"/>
            <a:ext cx="9170081"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8" name="Picture 7" descr="UVA_Primary_white.eps"/>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7371771" y="6324412"/>
            <a:ext cx="1353129" cy="333562"/>
          </a:xfrm>
          <a:prstGeom prst="rect">
            <a:avLst/>
          </a:prstGeom>
        </p:spPr>
      </p:pic>
      <p:sp>
        <p:nvSpPr>
          <p:cNvPr id="9" name="Slide Number Placeholder 5"/>
          <p:cNvSpPr>
            <a:spLocks noGrp="1"/>
          </p:cNvSpPr>
          <p:nvPr>
            <p:ph type="sldNum" sz="quarter" idx="4"/>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787865795"/>
      </p:ext>
    </p:extLst>
  </p:cSld>
  <p:clrMap bg1="lt1" tx1="dk1" bg2="lt2" tx2="dk2" accent1="accent1" accent2="accent2" accent3="accent3" accent4="accent4" accent5="accent5" accent6="accent6" hlink="hlink" folHlink="folHlink"/>
  <p:sldLayoutIdLst>
    <p:sldLayoutId id="2147483679" r:id="rId1"/>
    <p:sldLayoutId id="2147483659" r:id="rId2"/>
    <p:sldLayoutId id="2147483660" r:id="rId3"/>
    <p:sldLayoutId id="2147483662" r:id="rId4"/>
    <p:sldLayoutId id="2147483663"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060" r="15387" b="-16499"/>
          <a:stretch/>
        </p:blipFill>
        <p:spPr>
          <a:xfrm>
            <a:off x="-1" y="0"/>
            <a:ext cx="9155371" cy="7569200"/>
          </a:xfrm>
          <a:prstGeom prst="rect">
            <a:avLst/>
          </a:prstGeom>
        </p:spPr>
      </p:pic>
      <p:sp>
        <p:nvSpPr>
          <p:cNvPr id="8" name="Rectangle 3"/>
          <p:cNvSpPr/>
          <p:nvPr userDrawn="1"/>
        </p:nvSpPr>
        <p:spPr>
          <a:xfrm>
            <a:off x="-14711" y="5978147"/>
            <a:ext cx="9170081"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9" name="Picture 8" descr="UVA_Primary_white.eps"/>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371771" y="6324412"/>
            <a:ext cx="1353129" cy="333562"/>
          </a:xfrm>
          <a:prstGeom prst="rect">
            <a:avLst/>
          </a:prstGeom>
        </p:spPr>
      </p:pic>
    </p:spTree>
    <p:extLst>
      <p:ext uri="{BB962C8B-B14F-4D97-AF65-F5344CB8AC3E}">
        <p14:creationId xmlns:p14="http://schemas.microsoft.com/office/powerpoint/2010/main" val="214172888"/>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userDrawn="1"/>
        </p:nvSpPr>
        <p:spPr>
          <a:xfrm>
            <a:off x="-14711" y="5978147"/>
            <a:ext cx="9170081"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8" name="Rectangle 6"/>
          <p:cNvSpPr/>
          <p:nvPr userDrawn="1"/>
        </p:nvSpPr>
        <p:spPr>
          <a:xfrm>
            <a:off x="1" y="0"/>
            <a:ext cx="9145300"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9" name="Picture 8" descr="UVA_Primary_white.eps"/>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39706" y="277922"/>
            <a:ext cx="1408412" cy="347190"/>
          </a:xfrm>
          <a:prstGeom prst="rect">
            <a:avLst/>
          </a:prstGeom>
        </p:spPr>
      </p:pic>
      <p:sp>
        <p:nvSpPr>
          <p:cNvPr id="10" name="Slide Number Placeholder 5"/>
          <p:cNvSpPr>
            <a:spLocks noGrp="1"/>
          </p:cNvSpPr>
          <p:nvPr>
            <p:ph type="sldNum" sz="quarter" idx="4"/>
          </p:nvPr>
        </p:nvSpPr>
        <p:spPr>
          <a:xfrm>
            <a:off x="295564" y="6460255"/>
            <a:ext cx="21336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587998656"/>
      </p:ext>
    </p:extLst>
  </p:cSld>
  <p:clrMap bg1="lt1" tx1="dk1" bg2="lt2" tx2="dk2" accent1="accent1" accent2="accent2" accent3="accent3" accent4="accent4" accent5="accent5" accent6="accent6" hlink="hlink" folHlink="folHlink"/>
  <p:sldLayoutIdLst>
    <p:sldLayoutId id="2147483680" r:id="rId1"/>
    <p:sldLayoutId id="2147483665" r:id="rId2"/>
    <p:sldLayoutId id="2147483666" r:id="rId3"/>
    <p:sldLayoutId id="2147483668" r:id="rId4"/>
    <p:sldLayoutId id="214748366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060" r="15387" b="-16499"/>
          <a:stretch/>
        </p:blipFill>
        <p:spPr>
          <a:xfrm>
            <a:off x="-1" y="0"/>
            <a:ext cx="9155371" cy="7569200"/>
          </a:xfrm>
          <a:prstGeom prst="rect">
            <a:avLst/>
          </a:prstGeom>
        </p:spPr>
      </p:pic>
      <p:pic>
        <p:nvPicPr>
          <p:cNvPr id="8" name="Picture 7"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49" r="10121" b="-16499"/>
          <a:stretch/>
        </p:blipFill>
        <p:spPr>
          <a:xfrm>
            <a:off x="-14711" y="457200"/>
            <a:ext cx="9158711" cy="6974051"/>
          </a:xfrm>
          <a:prstGeom prst="rect">
            <a:avLst/>
          </a:prstGeom>
        </p:spPr>
      </p:pic>
      <p:sp>
        <p:nvSpPr>
          <p:cNvPr id="9" name="Rectangle 3"/>
          <p:cNvSpPr/>
          <p:nvPr userDrawn="1"/>
        </p:nvSpPr>
        <p:spPr>
          <a:xfrm>
            <a:off x="-14711" y="5978147"/>
            <a:ext cx="9170081"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10" name="Rectangle 6"/>
          <p:cNvSpPr/>
          <p:nvPr userDrawn="1"/>
        </p:nvSpPr>
        <p:spPr>
          <a:xfrm>
            <a:off x="-2630" y="0"/>
            <a:ext cx="9145300"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11" name="Picture 10" descr="UVA_Primary_white.eps"/>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49775" y="277922"/>
            <a:ext cx="1408412" cy="347190"/>
          </a:xfrm>
          <a:prstGeom prst="rect">
            <a:avLst/>
          </a:prstGeom>
        </p:spPr>
      </p:pic>
    </p:spTree>
    <p:extLst>
      <p:ext uri="{BB962C8B-B14F-4D97-AF65-F5344CB8AC3E}">
        <p14:creationId xmlns:p14="http://schemas.microsoft.com/office/powerpoint/2010/main" val="862877668"/>
      </p:ext>
    </p:extLst>
  </p:cSld>
  <p:clrMap bg1="lt1" tx1="dk1" bg2="lt2" tx2="dk2" accent1="accent1" accent2="accent2" accent3="accent3" accent4="accent4" accent5="accent5" accent6="accent6" hlink="hlink" folHlink="folHlink"/>
  <p:sldLayoutIdLst>
    <p:sldLayoutId id="2147483675"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9535126"/>
      </p:ext>
    </p:extLst>
  </p:cSld>
  <p:clrMap bg1="lt1" tx1="dk1" bg2="lt2" tx2="dk2" accent1="accent1" accent2="accent2" accent3="accent3" accent4="accent4" accent5="accent5" accent6="accent6" hlink="hlink" folHlink="folHlink"/>
  <p:sldLayoutIdLst>
    <p:sldLayoutId id="214748367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anchor="t"/>
          <a:lstStyle/>
          <a:p>
            <a:r>
              <a:rPr lang="en-US" sz="2800"/>
              <a:t>Defining and Measuring the Universe of Open Source Software Innovation</a:t>
            </a:r>
          </a:p>
        </p:txBody>
      </p:sp>
      <p:sp>
        <p:nvSpPr>
          <p:cNvPr id="4" name="Text Placeholder 3"/>
          <p:cNvSpPr>
            <a:spLocks noGrp="1"/>
          </p:cNvSpPr>
          <p:nvPr>
            <p:ph type="body" sz="quarter" idx="12"/>
          </p:nvPr>
        </p:nvSpPr>
        <p:spPr/>
        <p:txBody>
          <a:bodyPr vert="horz" anchor="t"/>
          <a:lstStyle/>
          <a:p>
            <a:r>
              <a:rPr lang="en-US" sz="2000" err="1"/>
              <a:t>Gizem</a:t>
            </a:r>
            <a:r>
              <a:rPr lang="en-US" sz="2000"/>
              <a:t> Korkmaz, </a:t>
            </a:r>
            <a:r>
              <a:rPr lang="en-US" sz="2000" err="1"/>
              <a:t>Bayoan</a:t>
            </a:r>
            <a:r>
              <a:rPr lang="en-US" sz="2000"/>
              <a:t> Calderon, Cong </a:t>
            </a:r>
            <a:r>
              <a:rPr lang="en-US" sz="2000" err="1"/>
              <a:t>Cong</a:t>
            </a:r>
            <a:r>
              <a:rPr lang="en-US" sz="2000"/>
              <a:t>, Eliza Tobin, Calvin Isch</a:t>
            </a:r>
          </a:p>
        </p:txBody>
      </p:sp>
      <p:sp>
        <p:nvSpPr>
          <p:cNvPr id="5" name="Text Placeholder 4"/>
          <p:cNvSpPr>
            <a:spLocks noGrp="1"/>
          </p:cNvSpPr>
          <p:nvPr>
            <p:ph type="body" sz="quarter" idx="13"/>
          </p:nvPr>
        </p:nvSpPr>
        <p:spPr/>
        <p:txBody>
          <a:bodyPr vert="horz" anchor="t"/>
          <a:lstStyle/>
          <a:p>
            <a:r>
              <a:rPr lang="en-US"/>
              <a:t>Sponsor:  Carol Robbins, National Science Foundation, National Center for Science and Engineering Statistics</a:t>
            </a:r>
          </a:p>
        </p:txBody>
      </p:sp>
    </p:spTree>
    <p:extLst>
      <p:ext uri="{BB962C8B-B14F-4D97-AF65-F5344CB8AC3E}">
        <p14:creationId xmlns:p14="http://schemas.microsoft.com/office/powerpoint/2010/main" val="1301978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anchor="t"/>
          <a:lstStyle/>
          <a:p>
            <a:r>
              <a:rPr lang="en-US"/>
              <a:t>Overview </a:t>
            </a:r>
          </a:p>
        </p:txBody>
      </p:sp>
      <p:sp>
        <p:nvSpPr>
          <p:cNvPr id="3" name="Text Placeholder 2"/>
          <p:cNvSpPr>
            <a:spLocks noGrp="1"/>
          </p:cNvSpPr>
          <p:nvPr>
            <p:ph type="body" sz="quarter" idx="11"/>
          </p:nvPr>
        </p:nvSpPr>
        <p:spPr>
          <a:xfrm>
            <a:off x="882409" y="1501904"/>
            <a:ext cx="7689277" cy="4013200"/>
          </a:xfrm>
        </p:spPr>
        <p:txBody>
          <a:bodyPr vert="horz" anchor="t"/>
          <a:lstStyle/>
          <a:p>
            <a:r>
              <a:rPr lang="en-US" b="1" dirty="0"/>
              <a:t>Open Source Software (OSS): "a computer software</a:t>
            </a:r>
            <a:r>
              <a:rPr lang="en-US" dirty="0"/>
              <a:t>, with its source code made available with a </a:t>
            </a:r>
            <a:r>
              <a:rPr lang="en-US" b="1" dirty="0"/>
              <a:t>license</a:t>
            </a:r>
            <a:r>
              <a:rPr lang="en-US" dirty="0"/>
              <a:t>, in which the copyright holder provides the rights to study, change, and distribute the software to anyone and for any purpose.</a:t>
            </a:r>
            <a:r>
              <a:rPr lang="en-US"/>
              <a:t>" (Open Source Initiative)</a:t>
            </a:r>
            <a:endParaRPr lang="en-US" sz="2000" b="1" dirty="0">
              <a:solidFill>
                <a:srgbClr val="17375E"/>
              </a:solidFill>
            </a:endParaRP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a:p>
          <a:p>
            <a:pPr marL="0" indent="0">
              <a:buNone/>
            </a:pPr>
            <a:endParaRPr lang="en-US">
              <a:solidFill>
                <a:srgbClr val="17375E"/>
              </a:solidFill>
              <a:cs typeface="Calibri"/>
            </a:endParaRPr>
          </a:p>
        </p:txBody>
      </p:sp>
      <p:sp>
        <p:nvSpPr>
          <p:cNvPr id="4" name="Slide Number Placeholder 3"/>
          <p:cNvSpPr>
            <a:spLocks noGrp="1"/>
          </p:cNvSpPr>
          <p:nvPr>
            <p:ph type="sldNum" sz="quarter" idx="4"/>
          </p:nvPr>
        </p:nvSpPr>
        <p:spPr/>
        <p:txBody>
          <a:bodyPr/>
          <a:lstStyle/>
          <a:p>
            <a:fld id="{0F418C06-167A-E646-9EF6-18275B625F6B}" type="slidenum">
              <a:rPr lang="en-US" smtClean="0"/>
              <a:pPr/>
              <a:t>2</a:t>
            </a:fld>
            <a:endParaRPr lang="en-US"/>
          </a:p>
        </p:txBody>
      </p:sp>
      <p:pic>
        <p:nvPicPr>
          <p:cNvPr id="6" name="Picture 6">
            <a:extLst>
              <a:ext uri="{FF2B5EF4-FFF2-40B4-BE49-F238E27FC236}">
                <a16:creationId xmlns:a16="http://schemas.microsoft.com/office/drawing/2014/main" id="{CFDC048B-06D2-4E46-A560-CC13AC92A8DA}"/>
              </a:ext>
            </a:extLst>
          </p:cNvPr>
          <p:cNvPicPr>
            <a:picLocks noChangeAspect="1"/>
          </p:cNvPicPr>
          <p:nvPr/>
        </p:nvPicPr>
        <p:blipFill>
          <a:blip r:embed="rId3"/>
          <a:stretch>
            <a:fillRect/>
          </a:stretch>
        </p:blipFill>
        <p:spPr>
          <a:xfrm>
            <a:off x="2716476" y="3193307"/>
            <a:ext cx="4032233" cy="2570743"/>
          </a:xfrm>
          <a:prstGeom prst="rect">
            <a:avLst/>
          </a:prstGeom>
        </p:spPr>
      </p:pic>
    </p:spTree>
    <p:extLst>
      <p:ext uri="{BB962C8B-B14F-4D97-AF65-F5344CB8AC3E}">
        <p14:creationId xmlns:p14="http://schemas.microsoft.com/office/powerpoint/2010/main" val="2747914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140EE6-901D-4159-98C1-872584FA69A1}"/>
              </a:ext>
            </a:extLst>
          </p:cNvPr>
          <p:cNvSpPr>
            <a:spLocks noGrp="1"/>
          </p:cNvSpPr>
          <p:nvPr>
            <p:ph type="body" sz="quarter" idx="10"/>
          </p:nvPr>
        </p:nvSpPr>
        <p:spPr/>
        <p:txBody>
          <a:bodyPr vert="horz" anchor="t"/>
          <a:lstStyle/>
          <a:p>
            <a:r>
              <a:rPr lang="en-US"/>
              <a:t>Overview Continued</a:t>
            </a:r>
            <a:endParaRPr lang="en-US" dirty="0"/>
          </a:p>
        </p:txBody>
      </p:sp>
      <p:sp>
        <p:nvSpPr>
          <p:cNvPr id="3" name="Text Placeholder 2">
            <a:extLst>
              <a:ext uri="{FF2B5EF4-FFF2-40B4-BE49-F238E27FC236}">
                <a16:creationId xmlns:a16="http://schemas.microsoft.com/office/drawing/2014/main" id="{5CB815F9-32AE-4AAC-AF41-8D4E16739340}"/>
              </a:ext>
            </a:extLst>
          </p:cNvPr>
          <p:cNvSpPr>
            <a:spLocks noGrp="1"/>
          </p:cNvSpPr>
          <p:nvPr>
            <p:ph type="body" sz="quarter" idx="11"/>
          </p:nvPr>
        </p:nvSpPr>
        <p:spPr>
          <a:xfrm>
            <a:off x="484712" y="1523847"/>
            <a:ext cx="8302922" cy="4150911"/>
          </a:xfrm>
        </p:spPr>
        <p:txBody>
          <a:bodyPr vert="horz" anchor="t"/>
          <a:lstStyle/>
          <a:p>
            <a:r>
              <a:rPr lang="en-US" b="1" dirty="0"/>
              <a:t>Issue: </a:t>
            </a:r>
            <a:r>
              <a:rPr lang="en-US" dirty="0"/>
              <a:t>There are no commonly used metrics to measure the amount of open source software (OSS) in existence and OSS is not captured in the nation's gross domestic product (GDP)</a:t>
            </a:r>
          </a:p>
          <a:p>
            <a:endParaRPr lang="en-US" dirty="0"/>
          </a:p>
          <a:p>
            <a:r>
              <a:rPr lang="en-US" b="1" dirty="0"/>
              <a:t>Goals:</a:t>
            </a:r>
            <a:endParaRPr lang="en-US" dirty="0"/>
          </a:p>
          <a:p>
            <a:pPr lvl="1"/>
            <a:r>
              <a:rPr lang="en-US" sz="1600">
                <a:solidFill>
                  <a:schemeClr val="accent1">
                    <a:lumMod val="50000"/>
                  </a:schemeClr>
                </a:solidFill>
                <a:cs typeface="Calibri"/>
              </a:rPr>
              <a:t>Amount in existence</a:t>
            </a:r>
          </a:p>
          <a:p>
            <a:pPr lvl="2"/>
            <a:r>
              <a:rPr lang="en-US" sz="1600">
                <a:solidFill>
                  <a:schemeClr val="accent1">
                    <a:lumMod val="50000"/>
                  </a:schemeClr>
                </a:solidFill>
                <a:cs typeface="Calibri"/>
              </a:rPr>
              <a:t>Longitudinal comparisons</a:t>
            </a:r>
          </a:p>
          <a:p>
            <a:pPr lvl="1"/>
            <a:r>
              <a:rPr lang="en-US" sz="1600">
                <a:solidFill>
                  <a:schemeClr val="accent1">
                    <a:lumMod val="50000"/>
                  </a:schemeClr>
                </a:solidFill>
                <a:cs typeface="Calibri"/>
              </a:rPr>
              <a:t>Identify developers (who creates OSS?)</a:t>
            </a:r>
          </a:p>
          <a:p>
            <a:pPr lvl="1"/>
            <a:r>
              <a:rPr lang="en-US" sz="1600">
                <a:solidFill>
                  <a:schemeClr val="accent1">
                    <a:lumMod val="50000"/>
                  </a:schemeClr>
                </a:solidFill>
                <a:cs typeface="Calibri"/>
              </a:rPr>
              <a:t>Measure research output of OSS by sector</a:t>
            </a:r>
          </a:p>
          <a:p>
            <a:pPr lvl="1"/>
            <a:endParaRPr lang="en-US" sz="1600" dirty="0">
              <a:solidFill>
                <a:schemeClr val="accent1">
                  <a:lumMod val="50000"/>
                </a:schemeClr>
              </a:solidFill>
              <a:latin typeface="Calibri"/>
              <a:cs typeface="Calibri"/>
            </a:endParaRPr>
          </a:p>
          <a:p>
            <a:pPr lvl="1"/>
            <a:endParaRPr lang="en-US" sz="1600" dirty="0">
              <a:solidFill>
                <a:schemeClr val="accent1">
                  <a:lumMod val="50000"/>
                </a:schemeClr>
              </a:solidFill>
              <a:latin typeface="Calibri"/>
              <a:cs typeface="Calibri"/>
            </a:endParaRPr>
          </a:p>
          <a:p>
            <a:r>
              <a:rPr lang="en-US" b="1">
                <a:solidFill>
                  <a:srgbClr val="002060"/>
                </a:solidFill>
                <a:latin typeface="Calibri"/>
                <a:cs typeface="Calibri"/>
              </a:rPr>
              <a:t>Universe: </a:t>
            </a:r>
            <a:r>
              <a:rPr lang="en-US">
                <a:solidFill>
                  <a:srgbClr val="002060"/>
                </a:solidFill>
                <a:latin typeface="Calibri"/>
                <a:cs typeface="Calibri"/>
              </a:rPr>
              <a:t>All registered open source software</a:t>
            </a:r>
            <a:endParaRPr lang="en-US" b="1" dirty="0">
              <a:solidFill>
                <a:srgbClr val="17375E"/>
              </a:solidFill>
            </a:endParaRPr>
          </a:p>
          <a:p>
            <a:pPr lvl="1"/>
            <a:endParaRPr lang="en-US" sz="2000">
              <a:solidFill>
                <a:schemeClr val="accent1">
                  <a:lumMod val="50000"/>
                </a:schemeClr>
              </a:solidFill>
              <a:latin typeface="ITC Franklin Gothic Std Book Compressed"/>
            </a:endParaRPr>
          </a:p>
        </p:txBody>
      </p:sp>
      <p:sp>
        <p:nvSpPr>
          <p:cNvPr id="4" name="Slide Number Placeholder 3">
            <a:extLst>
              <a:ext uri="{FF2B5EF4-FFF2-40B4-BE49-F238E27FC236}">
                <a16:creationId xmlns:a16="http://schemas.microsoft.com/office/drawing/2014/main" id="{7BE1E96D-8B97-48AC-988D-6F58ED65C05A}"/>
              </a:ext>
            </a:extLst>
          </p:cNvPr>
          <p:cNvSpPr>
            <a:spLocks noGrp="1"/>
          </p:cNvSpPr>
          <p:nvPr>
            <p:ph type="sldNum" sz="quarter" idx="4"/>
          </p:nvPr>
        </p:nvSpPr>
        <p:spPr/>
        <p:txBody>
          <a:bodyPr/>
          <a:lstStyle/>
          <a:p>
            <a:fld id="{0F418C06-167A-E646-9EF6-18275B625F6B}" type="slidenum">
              <a:rPr lang="en-US" smtClean="0"/>
              <a:pPr/>
              <a:t>3</a:t>
            </a:fld>
            <a:endParaRPr lang="en-US"/>
          </a:p>
        </p:txBody>
      </p:sp>
    </p:spTree>
    <p:extLst>
      <p:ext uri="{BB962C8B-B14F-4D97-AF65-F5344CB8AC3E}">
        <p14:creationId xmlns:p14="http://schemas.microsoft.com/office/powerpoint/2010/main" val="1498106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783343-C48C-446A-B9C8-22E564DB2682}"/>
              </a:ext>
            </a:extLst>
          </p:cNvPr>
          <p:cNvSpPr>
            <a:spLocks noGrp="1"/>
          </p:cNvSpPr>
          <p:nvPr>
            <p:ph type="body" sz="quarter" idx="10"/>
          </p:nvPr>
        </p:nvSpPr>
        <p:spPr>
          <a:xfrm>
            <a:off x="0" y="333107"/>
            <a:ext cx="9144000" cy="457200"/>
          </a:xfrm>
        </p:spPr>
        <p:txBody>
          <a:bodyPr vert="horz" anchor="t"/>
          <a:lstStyle/>
          <a:p>
            <a:r>
              <a:rPr lang="en-US"/>
              <a:t>Data Discovery</a:t>
            </a:r>
          </a:p>
        </p:txBody>
      </p:sp>
      <p:sp>
        <p:nvSpPr>
          <p:cNvPr id="3" name="Text Placeholder 2">
            <a:extLst>
              <a:ext uri="{FF2B5EF4-FFF2-40B4-BE49-F238E27FC236}">
                <a16:creationId xmlns:a16="http://schemas.microsoft.com/office/drawing/2014/main" id="{711CDCB2-1885-4740-A137-BB16FB98B5A5}"/>
              </a:ext>
            </a:extLst>
          </p:cNvPr>
          <p:cNvSpPr>
            <a:spLocks noGrp="1"/>
          </p:cNvSpPr>
          <p:nvPr>
            <p:ph type="body" sz="quarter" idx="11"/>
          </p:nvPr>
        </p:nvSpPr>
        <p:spPr>
          <a:xfrm>
            <a:off x="613494" y="1096490"/>
            <a:ext cx="8126017" cy="4715524"/>
          </a:xfrm>
        </p:spPr>
        <p:txBody>
          <a:bodyPr vert="horz" anchor="t"/>
          <a:lstStyle/>
          <a:p>
            <a:r>
              <a:rPr lang="en-US">
                <a:latin typeface="ITC Franklin Gothic Std Book Co"/>
              </a:rPr>
              <a:t>Licenses define limitations of use</a:t>
            </a:r>
          </a:p>
          <a:p>
            <a:pPr lvl="1"/>
            <a:r>
              <a:rPr lang="en-US" sz="1600" b="1">
                <a:solidFill>
                  <a:schemeClr val="tx2"/>
                </a:solidFill>
                <a:latin typeface="ITC Franklin Gothic Std Book Co"/>
              </a:rPr>
              <a:t>Product registration:</a:t>
            </a:r>
            <a:r>
              <a:rPr lang="en-US" sz="1600">
                <a:solidFill>
                  <a:schemeClr val="tx2"/>
                </a:solidFill>
                <a:latin typeface="ITC Franklin Gothic Std Book Co"/>
              </a:rPr>
              <a:t> provides developers with claims when licenses are violated</a:t>
            </a:r>
            <a:endParaRPr lang="en-US" sz="1600">
              <a:solidFill>
                <a:schemeClr val="tx2"/>
              </a:solidFill>
              <a:latin typeface="ITC Franklin Gothic Std Book Co"/>
              <a:cs typeface="Calibri"/>
            </a:endParaRPr>
          </a:p>
          <a:p>
            <a:pPr lvl="1"/>
            <a:endParaRPr lang="en-US" sz="1600" dirty="0">
              <a:solidFill>
                <a:schemeClr val="tx2"/>
              </a:solidFill>
              <a:latin typeface="ITC Franklin Gothic Std Book Co"/>
            </a:endParaRPr>
          </a:p>
          <a:p>
            <a:r>
              <a:rPr lang="en-US">
                <a:latin typeface="ITC Franklin Gothic Std Book Co"/>
              </a:rPr>
              <a:t>Three traditional ways to register innovation: </a:t>
            </a:r>
            <a:endParaRPr lang="en-US" sz="1600">
              <a:solidFill>
                <a:srgbClr val="17375E"/>
              </a:solidFill>
              <a:latin typeface="ITC Franklin Gothic Std Book Co"/>
              <a:cs typeface="Calibri"/>
            </a:endParaRPr>
          </a:p>
          <a:p>
            <a:pPr lvl="1"/>
            <a:r>
              <a:rPr lang="en-US" sz="1600">
                <a:solidFill>
                  <a:srgbClr val="17375E"/>
                </a:solidFill>
                <a:latin typeface="ITC Franklin Gothic Std Book Co"/>
              </a:rPr>
              <a:t>Copyright </a:t>
            </a:r>
            <a:endParaRPr lang="en-US" sz="1600">
              <a:solidFill>
                <a:srgbClr val="17375E"/>
              </a:solidFill>
              <a:latin typeface="ITC Franklin Gothic Std Book Co"/>
              <a:cs typeface="Calibri"/>
            </a:endParaRPr>
          </a:p>
          <a:p>
            <a:pPr lvl="1"/>
            <a:endParaRPr lang="en-US" sz="1600" dirty="0">
              <a:solidFill>
                <a:srgbClr val="17375E"/>
              </a:solidFill>
              <a:latin typeface="ITC Franklin Gothic Std Book Co"/>
            </a:endParaRPr>
          </a:p>
          <a:p>
            <a:pPr lvl="1"/>
            <a:endParaRPr lang="en-US" sz="1600" dirty="0">
              <a:solidFill>
                <a:srgbClr val="17375E"/>
              </a:solidFill>
              <a:latin typeface="ITC Franklin Gothic Std Book Co"/>
            </a:endParaRPr>
          </a:p>
          <a:p>
            <a:pPr lvl="1"/>
            <a:r>
              <a:rPr lang="en-US" sz="1600">
                <a:solidFill>
                  <a:srgbClr val="17375E"/>
                </a:solidFill>
                <a:latin typeface="ITC Franklin Gothic Std Book Co"/>
              </a:rPr>
              <a:t> Trademark</a:t>
            </a:r>
            <a:endParaRPr lang="en-US" sz="1600" dirty="0">
              <a:solidFill>
                <a:srgbClr val="17375E"/>
              </a:solidFill>
              <a:latin typeface="ITC Franklin Gothic Std Book Co"/>
            </a:endParaRPr>
          </a:p>
          <a:p>
            <a:pPr lvl="1"/>
            <a:endParaRPr lang="en-US" sz="1600" dirty="0">
              <a:solidFill>
                <a:srgbClr val="17375E"/>
              </a:solidFill>
              <a:latin typeface="ITC Franklin Gothic Std Book Co"/>
            </a:endParaRPr>
          </a:p>
          <a:p>
            <a:pPr lvl="1"/>
            <a:endParaRPr lang="en-US" sz="1600" dirty="0">
              <a:solidFill>
                <a:srgbClr val="17375E"/>
              </a:solidFill>
              <a:latin typeface="ITC Franklin Gothic Std Book Co"/>
            </a:endParaRPr>
          </a:p>
          <a:p>
            <a:pPr lvl="1"/>
            <a:r>
              <a:rPr lang="en-US" sz="1600">
                <a:solidFill>
                  <a:srgbClr val="17375E"/>
                </a:solidFill>
                <a:latin typeface="ITC Franklin Gothic Std Book Co"/>
              </a:rPr>
              <a:t> Patent </a:t>
            </a:r>
            <a:endParaRPr lang="en-US" sz="1600">
              <a:solidFill>
                <a:srgbClr val="17375E"/>
              </a:solidFill>
              <a:latin typeface="ITC Franklin Gothic Std Book Co"/>
              <a:cs typeface="Calibri"/>
            </a:endParaRPr>
          </a:p>
          <a:p>
            <a:pPr marL="0" indent="0">
              <a:buNone/>
            </a:pPr>
            <a:endParaRPr lang="en-US" b="1" dirty="0"/>
          </a:p>
          <a:p>
            <a:pPr lvl="1"/>
            <a:endParaRPr lang="en-US" sz="1600" dirty="0">
              <a:solidFill>
                <a:srgbClr val="17375E"/>
              </a:solidFill>
              <a:latin typeface="ITC Franklin Gothic Std Book Co"/>
              <a:ea typeface="+mn-lt"/>
              <a:cs typeface="+mn-lt"/>
            </a:endParaRPr>
          </a:p>
          <a:p>
            <a:pPr lvl="1"/>
            <a:endParaRPr lang="en-US" sz="1600" dirty="0">
              <a:solidFill>
                <a:srgbClr val="17375E"/>
              </a:solidFill>
              <a:latin typeface="ITC Franklin Gothic Std Book Co"/>
              <a:ea typeface="+mn-lt"/>
              <a:cs typeface="+mn-lt"/>
            </a:endParaRPr>
          </a:p>
          <a:p>
            <a:pPr lvl="1"/>
            <a:endParaRPr lang="en-US" sz="1600" dirty="0">
              <a:solidFill>
                <a:srgbClr val="17375E"/>
              </a:solidFill>
              <a:latin typeface="ITC Franklin Gothic Std Book Co"/>
              <a:ea typeface="+mn-lt"/>
              <a:cs typeface="+mn-lt"/>
            </a:endParaRPr>
          </a:p>
          <a:p>
            <a:pPr marL="457200" lvl="1" indent="0">
              <a:buNone/>
            </a:pPr>
            <a:endParaRPr lang="en-US" sz="1600" dirty="0">
              <a:solidFill>
                <a:srgbClr val="17375E"/>
              </a:solidFill>
              <a:latin typeface="ITC Franklin Gothic Std Book Co"/>
              <a:ea typeface="+mn-lt"/>
              <a:cs typeface="+mn-lt"/>
            </a:endParaRPr>
          </a:p>
          <a:p>
            <a:endParaRPr lang="en-US" sz="1600" dirty="0">
              <a:solidFill>
                <a:srgbClr val="17375E"/>
              </a:solidFill>
              <a:latin typeface="ITC Franklin Gothic Std Book Co"/>
              <a:ea typeface="+mn-lt"/>
              <a:cs typeface="+mn-lt"/>
            </a:endParaRPr>
          </a:p>
          <a:p>
            <a:pPr lvl="2"/>
            <a:endParaRPr lang="en-US" sz="1200" dirty="0">
              <a:solidFill>
                <a:srgbClr val="17375E"/>
              </a:solidFill>
              <a:latin typeface="ITC Franklin Gothic Std Book Co"/>
              <a:ea typeface="+mn-lt"/>
              <a:cs typeface="+mn-lt"/>
            </a:endParaRPr>
          </a:p>
          <a:p>
            <a:endParaRPr lang="en-US" dirty="0">
              <a:solidFill>
                <a:srgbClr val="17375E"/>
              </a:solidFill>
              <a:latin typeface="ITC Franklin Gothic Std Book Co"/>
              <a:ea typeface="+mn-lt"/>
              <a:cs typeface="+mn-lt"/>
            </a:endParaRPr>
          </a:p>
          <a:p>
            <a:endParaRPr lang="en-US" dirty="0">
              <a:solidFill>
                <a:srgbClr val="17375E"/>
              </a:solidFill>
              <a:latin typeface="ITC Franklin Gothic Std Book Co"/>
              <a:cs typeface="Calibri"/>
            </a:endParaRPr>
          </a:p>
          <a:p>
            <a:pPr lvl="1"/>
            <a:endParaRPr lang="en-US" sz="1600" dirty="0">
              <a:solidFill>
                <a:srgbClr val="000000"/>
              </a:solidFill>
              <a:latin typeface="ITC Franklin Gothic Std Book Co"/>
              <a:cs typeface="Calibri"/>
            </a:endParaRPr>
          </a:p>
          <a:p>
            <a:pPr marL="457200" lvl="1" indent="0">
              <a:buNone/>
            </a:pPr>
            <a:endParaRPr lang="en-US" sz="1600" dirty="0">
              <a:solidFill>
                <a:srgbClr val="000000"/>
              </a:solidFill>
              <a:latin typeface="ITC Franklin Gothic Std Book Co"/>
              <a:cs typeface="Calibri"/>
            </a:endParaRPr>
          </a:p>
          <a:p>
            <a:endParaRPr lang="en-US" dirty="0">
              <a:solidFill>
                <a:srgbClr val="17375E"/>
              </a:solidFill>
              <a:latin typeface="ITC Franklin Gothic Std Book Co"/>
              <a:cs typeface="Calibri"/>
            </a:endParaRPr>
          </a:p>
          <a:p>
            <a:endParaRPr lang="en-US" dirty="0">
              <a:solidFill>
                <a:srgbClr val="17375E"/>
              </a:solidFill>
              <a:latin typeface="ITC Franklin Gothic Std Book Co"/>
              <a:cs typeface="Calibri"/>
            </a:endParaRPr>
          </a:p>
        </p:txBody>
      </p:sp>
      <p:sp>
        <p:nvSpPr>
          <p:cNvPr id="4" name="Slide Number Placeholder 3">
            <a:extLst>
              <a:ext uri="{FF2B5EF4-FFF2-40B4-BE49-F238E27FC236}">
                <a16:creationId xmlns:a16="http://schemas.microsoft.com/office/drawing/2014/main" id="{D3BFDEDA-DCDD-4646-B497-6A276AD5741E}"/>
              </a:ext>
            </a:extLst>
          </p:cNvPr>
          <p:cNvSpPr>
            <a:spLocks noGrp="1"/>
          </p:cNvSpPr>
          <p:nvPr>
            <p:ph type="sldNum" sz="quarter" idx="4"/>
          </p:nvPr>
        </p:nvSpPr>
        <p:spPr/>
        <p:txBody>
          <a:bodyPr/>
          <a:lstStyle/>
          <a:p>
            <a:fld id="{0F418C06-167A-E646-9EF6-18275B625F6B}" type="slidenum">
              <a:rPr lang="en-US" smtClean="0"/>
              <a:pPr/>
              <a:t>4</a:t>
            </a:fld>
            <a:endParaRPr lang="en-US"/>
          </a:p>
        </p:txBody>
      </p:sp>
      <p:pic>
        <p:nvPicPr>
          <p:cNvPr id="7" name="Picture 7">
            <a:extLst>
              <a:ext uri="{FF2B5EF4-FFF2-40B4-BE49-F238E27FC236}">
                <a16:creationId xmlns:a16="http://schemas.microsoft.com/office/drawing/2014/main" id="{B11340B7-8855-456C-AE03-D2A32989D716}"/>
              </a:ext>
            </a:extLst>
          </p:cNvPr>
          <p:cNvPicPr>
            <a:picLocks noChangeAspect="1"/>
          </p:cNvPicPr>
          <p:nvPr/>
        </p:nvPicPr>
        <p:blipFill>
          <a:blip r:embed="rId3"/>
          <a:stretch>
            <a:fillRect/>
          </a:stretch>
        </p:blipFill>
        <p:spPr>
          <a:xfrm>
            <a:off x="3991153" y="3454318"/>
            <a:ext cx="1391728" cy="1185818"/>
          </a:xfrm>
          <a:prstGeom prst="rect">
            <a:avLst/>
          </a:prstGeom>
        </p:spPr>
      </p:pic>
      <p:pic>
        <p:nvPicPr>
          <p:cNvPr id="10" name="Picture 10" descr="A close up of electronics&#10;&#10;Description generated with very high confidence">
            <a:extLst>
              <a:ext uri="{FF2B5EF4-FFF2-40B4-BE49-F238E27FC236}">
                <a16:creationId xmlns:a16="http://schemas.microsoft.com/office/drawing/2014/main" id="{90363F8D-B6CF-4B4E-96C6-D36EC686787E}"/>
              </a:ext>
            </a:extLst>
          </p:cNvPr>
          <p:cNvPicPr>
            <a:picLocks noChangeAspect="1"/>
          </p:cNvPicPr>
          <p:nvPr/>
        </p:nvPicPr>
        <p:blipFill>
          <a:blip r:embed="rId4"/>
          <a:stretch>
            <a:fillRect/>
          </a:stretch>
        </p:blipFill>
        <p:spPr>
          <a:xfrm>
            <a:off x="2179607" y="4698468"/>
            <a:ext cx="1492371" cy="1328573"/>
          </a:xfrm>
          <a:prstGeom prst="rect">
            <a:avLst/>
          </a:prstGeom>
        </p:spPr>
      </p:pic>
      <p:pic>
        <p:nvPicPr>
          <p:cNvPr id="13" name="Picture 13" descr="A picture containing text&#10;&#10;Description generated with very high confidence">
            <a:extLst>
              <a:ext uri="{FF2B5EF4-FFF2-40B4-BE49-F238E27FC236}">
                <a16:creationId xmlns:a16="http://schemas.microsoft.com/office/drawing/2014/main" id="{8208B3D9-E6F5-4C8D-A9B6-F9977D773E41}"/>
              </a:ext>
            </a:extLst>
          </p:cNvPr>
          <p:cNvPicPr>
            <a:picLocks noChangeAspect="1"/>
          </p:cNvPicPr>
          <p:nvPr/>
        </p:nvPicPr>
        <p:blipFill>
          <a:blip r:embed="rId5"/>
          <a:stretch>
            <a:fillRect/>
          </a:stretch>
        </p:blipFill>
        <p:spPr>
          <a:xfrm>
            <a:off x="5860211" y="2715882"/>
            <a:ext cx="1492372" cy="994915"/>
          </a:xfrm>
          <a:prstGeom prst="rect">
            <a:avLst/>
          </a:prstGeom>
        </p:spPr>
      </p:pic>
    </p:spTree>
    <p:extLst>
      <p:ext uri="{BB962C8B-B14F-4D97-AF65-F5344CB8AC3E}">
        <p14:creationId xmlns:p14="http://schemas.microsoft.com/office/powerpoint/2010/main" val="4126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C63E8A-134D-4950-B4F9-009A33CDB33E}"/>
              </a:ext>
            </a:extLst>
          </p:cNvPr>
          <p:cNvSpPr>
            <a:spLocks noGrp="1"/>
          </p:cNvSpPr>
          <p:nvPr>
            <p:ph type="body" sz="quarter" idx="10"/>
          </p:nvPr>
        </p:nvSpPr>
        <p:spPr/>
        <p:txBody>
          <a:bodyPr vert="horz" anchor="t"/>
          <a:lstStyle/>
          <a:p>
            <a:r>
              <a:rPr lang="en-US" dirty="0"/>
              <a:t>Copyright Data Discovery</a:t>
            </a:r>
          </a:p>
        </p:txBody>
      </p:sp>
      <p:sp>
        <p:nvSpPr>
          <p:cNvPr id="3" name="Text Placeholder 2">
            <a:extLst>
              <a:ext uri="{FF2B5EF4-FFF2-40B4-BE49-F238E27FC236}">
                <a16:creationId xmlns:a16="http://schemas.microsoft.com/office/drawing/2014/main" id="{453DFE40-D147-4348-9970-09B4AEE857B3}"/>
              </a:ext>
            </a:extLst>
          </p:cNvPr>
          <p:cNvSpPr>
            <a:spLocks noGrp="1"/>
          </p:cNvSpPr>
          <p:nvPr>
            <p:ph type="body" sz="quarter" idx="11"/>
          </p:nvPr>
        </p:nvSpPr>
        <p:spPr>
          <a:xfrm>
            <a:off x="195519" y="1689100"/>
            <a:ext cx="8159703" cy="4357477"/>
          </a:xfrm>
        </p:spPr>
        <p:txBody>
          <a:bodyPr vert="horz" anchor="t"/>
          <a:lstStyle/>
          <a:p>
            <a:r>
              <a:rPr lang="en-US">
                <a:solidFill>
                  <a:schemeClr val="tx2"/>
                </a:solidFill>
              </a:rPr>
              <a:t>Beginning with looking at </a:t>
            </a:r>
            <a:r>
              <a:rPr lang="en-US" b="1">
                <a:solidFill>
                  <a:schemeClr val="tx2"/>
                </a:solidFill>
              </a:rPr>
              <a:t>software copyrighted in U.S.</a:t>
            </a:r>
            <a:endParaRPr lang="en-US" dirty="0">
              <a:solidFill>
                <a:schemeClr val="tx2"/>
              </a:solidFill>
            </a:endParaRPr>
          </a:p>
          <a:p>
            <a:pPr lvl="1"/>
            <a:r>
              <a:rPr lang="en-US" sz="1600" b="1">
                <a:solidFill>
                  <a:schemeClr val="tx2"/>
                </a:solidFill>
                <a:latin typeface="Calibri"/>
                <a:cs typeface="Calibri"/>
              </a:rPr>
              <a:t>Copyright: </a:t>
            </a:r>
            <a:r>
              <a:rPr lang="en-US" sz="1600">
                <a:solidFill>
                  <a:schemeClr val="tx2"/>
                </a:solidFill>
                <a:latin typeface="Calibri"/>
                <a:cs typeface="Calibri"/>
              </a:rPr>
              <a:t>"a form of </a:t>
            </a:r>
            <a:r>
              <a:rPr lang="en-US" sz="1600" b="1">
                <a:solidFill>
                  <a:schemeClr val="tx2"/>
                </a:solidFill>
                <a:latin typeface="Calibri"/>
                <a:cs typeface="Calibri"/>
              </a:rPr>
              <a:t>protection</a:t>
            </a:r>
            <a:r>
              <a:rPr lang="en-US" sz="1600">
                <a:solidFill>
                  <a:schemeClr val="tx2"/>
                </a:solidFill>
                <a:latin typeface="Calibri"/>
                <a:cs typeface="Calibri"/>
              </a:rPr>
              <a:t> provided by the laws of the United States </a:t>
            </a:r>
            <a:r>
              <a:rPr lang="en-US" sz="1600" b="1">
                <a:solidFill>
                  <a:schemeClr val="tx2"/>
                </a:solidFill>
                <a:latin typeface="Calibri"/>
                <a:cs typeface="Calibri"/>
              </a:rPr>
              <a:t>to the authors of ‘original works of authorship’</a:t>
            </a:r>
            <a:r>
              <a:rPr lang="en-US" sz="1600">
                <a:solidFill>
                  <a:schemeClr val="tx2"/>
                </a:solidFill>
                <a:latin typeface="Calibri"/>
                <a:cs typeface="Calibri"/>
              </a:rPr>
              <a:t> that are </a:t>
            </a:r>
            <a:r>
              <a:rPr lang="en-US" sz="1600" b="1">
                <a:solidFill>
                  <a:schemeClr val="tx2"/>
                </a:solidFill>
                <a:latin typeface="Calibri"/>
                <a:cs typeface="Calibri"/>
              </a:rPr>
              <a:t>fixed</a:t>
            </a:r>
            <a:r>
              <a:rPr lang="en-US" sz="1600">
                <a:solidFill>
                  <a:schemeClr val="tx2"/>
                </a:solidFill>
                <a:latin typeface="Calibri"/>
                <a:cs typeface="Calibri"/>
              </a:rPr>
              <a:t> in a tangible </a:t>
            </a:r>
            <a:r>
              <a:rPr lang="en-US" sz="1600" b="1">
                <a:solidFill>
                  <a:schemeClr val="tx2"/>
                </a:solidFill>
                <a:latin typeface="Calibri"/>
                <a:cs typeface="Calibri"/>
              </a:rPr>
              <a:t>form of expression</a:t>
            </a:r>
            <a:r>
              <a:rPr lang="en-US" sz="1600">
                <a:solidFill>
                  <a:schemeClr val="tx2"/>
                </a:solidFill>
                <a:latin typeface="Calibri"/>
                <a:cs typeface="Calibri"/>
              </a:rPr>
              <a:t>” (U.S. Copyright Office)</a:t>
            </a:r>
            <a:endParaRPr lang="en-US" sz="1600">
              <a:solidFill>
                <a:schemeClr val="tx2"/>
              </a:solidFill>
            </a:endParaRPr>
          </a:p>
          <a:p>
            <a:r>
              <a:rPr lang="en-US" b="1">
                <a:solidFill>
                  <a:schemeClr val="tx2"/>
                </a:solidFill>
              </a:rPr>
              <a:t>Why?</a:t>
            </a:r>
            <a:endParaRPr lang="en-US" dirty="0">
              <a:solidFill>
                <a:schemeClr val="tx2"/>
              </a:solidFill>
            </a:endParaRPr>
          </a:p>
          <a:p>
            <a:pPr lvl="1"/>
            <a:r>
              <a:rPr lang="en-US" sz="1600">
                <a:solidFill>
                  <a:schemeClr val="tx2"/>
                </a:solidFill>
              </a:rPr>
              <a:t>Accessible</a:t>
            </a:r>
            <a:endParaRPr lang="en-US" sz="1600">
              <a:solidFill>
                <a:schemeClr val="tx2"/>
              </a:solidFill>
              <a:cs typeface="Calibri"/>
            </a:endParaRPr>
          </a:p>
          <a:p>
            <a:pPr lvl="1"/>
            <a:r>
              <a:rPr lang="en-US" sz="1600">
                <a:solidFill>
                  <a:schemeClr val="tx2"/>
                </a:solidFill>
              </a:rPr>
              <a:t>Some copyrighted computer files are OSS</a:t>
            </a:r>
            <a:endParaRPr lang="en-US" sz="1600">
              <a:solidFill>
                <a:schemeClr val="tx2"/>
              </a:solidFill>
              <a:cs typeface="Calibri"/>
            </a:endParaRPr>
          </a:p>
          <a:p>
            <a:r>
              <a:rPr lang="en-US" b="1">
                <a:solidFill>
                  <a:schemeClr val="tx2"/>
                </a:solidFill>
              </a:rPr>
              <a:t>Question: </a:t>
            </a:r>
            <a:r>
              <a:rPr lang="en-US">
                <a:solidFill>
                  <a:schemeClr val="tx2"/>
                </a:solidFill>
              </a:rPr>
              <a:t>Is copyright a good measure of the universe OSS?</a:t>
            </a:r>
            <a:endParaRPr lang="en-US" dirty="0">
              <a:solidFill>
                <a:schemeClr val="tx2"/>
              </a:solidFill>
            </a:endParaRPr>
          </a:p>
          <a:p>
            <a:endParaRPr lang="en-US" dirty="0">
              <a:solidFill>
                <a:schemeClr val="tx2"/>
              </a:solidFill>
            </a:endParaRPr>
          </a:p>
        </p:txBody>
      </p:sp>
      <p:sp>
        <p:nvSpPr>
          <p:cNvPr id="4" name="Slide Number Placeholder 3">
            <a:extLst>
              <a:ext uri="{FF2B5EF4-FFF2-40B4-BE49-F238E27FC236}">
                <a16:creationId xmlns:a16="http://schemas.microsoft.com/office/drawing/2014/main" id="{A84EA0F9-479A-4D59-AD90-C4F5E334B373}"/>
              </a:ext>
            </a:extLst>
          </p:cNvPr>
          <p:cNvSpPr>
            <a:spLocks noGrp="1"/>
          </p:cNvSpPr>
          <p:nvPr>
            <p:ph type="sldNum" sz="quarter" idx="4"/>
          </p:nvPr>
        </p:nvSpPr>
        <p:spPr/>
        <p:txBody>
          <a:bodyPr/>
          <a:lstStyle/>
          <a:p>
            <a:fld id="{0F418C06-167A-E646-9EF6-18275B625F6B}" type="slidenum">
              <a:rPr lang="en-US" smtClean="0"/>
              <a:pPr/>
              <a:t>5</a:t>
            </a:fld>
            <a:endParaRPr lang="en-US"/>
          </a:p>
        </p:txBody>
      </p:sp>
    </p:spTree>
    <p:extLst>
      <p:ext uri="{BB962C8B-B14F-4D97-AF65-F5344CB8AC3E}">
        <p14:creationId xmlns:p14="http://schemas.microsoft.com/office/powerpoint/2010/main" val="95448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BD0CAA-4B05-4DB4-9947-5359F5393D3B}"/>
              </a:ext>
            </a:extLst>
          </p:cNvPr>
          <p:cNvSpPr>
            <a:spLocks noGrp="1"/>
          </p:cNvSpPr>
          <p:nvPr>
            <p:ph type="body" sz="quarter" idx="10"/>
          </p:nvPr>
        </p:nvSpPr>
        <p:spPr/>
        <p:txBody>
          <a:bodyPr vert="horz" anchor="t"/>
          <a:lstStyle/>
          <a:p>
            <a:r>
              <a:rPr lang="en-US" dirty="0"/>
              <a:t>Copyright Data Description &amp; Collection</a:t>
            </a:r>
          </a:p>
        </p:txBody>
      </p:sp>
      <p:sp>
        <p:nvSpPr>
          <p:cNvPr id="4" name="Slide Number Placeholder 3">
            <a:extLst>
              <a:ext uri="{FF2B5EF4-FFF2-40B4-BE49-F238E27FC236}">
                <a16:creationId xmlns:a16="http://schemas.microsoft.com/office/drawing/2014/main" id="{A3FC2744-A800-41F3-B73C-2D1D27B6360D}"/>
              </a:ext>
            </a:extLst>
          </p:cNvPr>
          <p:cNvSpPr>
            <a:spLocks noGrp="1"/>
          </p:cNvSpPr>
          <p:nvPr>
            <p:ph type="sldNum" sz="quarter" idx="4"/>
          </p:nvPr>
        </p:nvSpPr>
        <p:spPr/>
        <p:txBody>
          <a:bodyPr/>
          <a:lstStyle/>
          <a:p>
            <a:fld id="{0F418C06-167A-E646-9EF6-18275B625F6B}" type="slidenum">
              <a:rPr lang="en-US" smtClean="0"/>
              <a:pPr/>
              <a:t>6</a:t>
            </a:fld>
            <a:endParaRPr lang="en-US"/>
          </a:p>
        </p:txBody>
      </p:sp>
      <p:sp>
        <p:nvSpPr>
          <p:cNvPr id="8" name="Text Placeholder 2">
            <a:extLst>
              <a:ext uri="{FF2B5EF4-FFF2-40B4-BE49-F238E27FC236}">
                <a16:creationId xmlns:a16="http://schemas.microsoft.com/office/drawing/2014/main" id="{30CA7313-CC32-47A5-BE36-4BA55FDD5667}"/>
              </a:ext>
            </a:extLst>
          </p:cNvPr>
          <p:cNvSpPr>
            <a:spLocks noGrp="1"/>
          </p:cNvSpPr>
          <p:nvPr>
            <p:ph type="body" sz="quarter" idx="11"/>
          </p:nvPr>
        </p:nvSpPr>
        <p:spPr>
          <a:xfrm>
            <a:off x="496819" y="1598302"/>
            <a:ext cx="7758132" cy="4426332"/>
          </a:xfrm>
        </p:spPr>
        <p:txBody>
          <a:bodyPr vert="horz" anchor="t"/>
          <a:lstStyle/>
          <a:p>
            <a:pPr marL="0" indent="0">
              <a:buNone/>
            </a:pPr>
            <a:endParaRPr lang="en-US" dirty="0">
              <a:cs typeface="Calibri"/>
            </a:endParaRPr>
          </a:p>
          <a:p>
            <a:r>
              <a:rPr lang="en-US" b="1" dirty="0">
                <a:solidFill>
                  <a:srgbClr val="17375E"/>
                </a:solidFill>
                <a:cs typeface="Calibri"/>
              </a:rPr>
              <a:t>Data Scraping: </a:t>
            </a:r>
            <a:endParaRPr lang="en-US">
              <a:solidFill>
                <a:srgbClr val="000000"/>
              </a:solidFill>
              <a:latin typeface="Calibri"/>
              <a:cs typeface="Calibri"/>
            </a:endParaRPr>
          </a:p>
          <a:p>
            <a:pPr marL="0" indent="0">
              <a:buNone/>
            </a:pPr>
            <a:r>
              <a:rPr lang="en-US">
                <a:solidFill>
                  <a:srgbClr val="17375E"/>
                </a:solidFill>
                <a:cs typeface="Calibri"/>
              </a:rPr>
              <a:t>      U</a:t>
            </a:r>
            <a:r>
              <a:rPr lang="en-US">
                <a:solidFill>
                  <a:srgbClr val="17375E"/>
                </a:solidFill>
                <a:latin typeface="ITC Franklin Gothic Std Book Compressed"/>
                <a:cs typeface="Calibri"/>
              </a:rPr>
              <a:t>.S. Copyright </a:t>
            </a:r>
            <a:r>
              <a:rPr lang="en-US">
                <a:solidFill>
                  <a:srgbClr val="17375E"/>
                </a:solidFill>
                <a:cs typeface="Calibri"/>
              </a:rPr>
              <a:t>Office through Library of Congress</a:t>
            </a:r>
            <a:endParaRPr lang="en-US">
              <a:solidFill>
                <a:srgbClr val="000000"/>
              </a:solidFill>
              <a:latin typeface="Calibri"/>
              <a:cs typeface="Calibri"/>
            </a:endParaRPr>
          </a:p>
          <a:p>
            <a:pPr marL="0" indent="0">
              <a:buNone/>
            </a:pPr>
            <a:endParaRPr lang="en-US">
              <a:solidFill>
                <a:srgbClr val="17375E"/>
              </a:solidFill>
              <a:cs typeface="Calibri"/>
            </a:endParaRPr>
          </a:p>
          <a:p>
            <a:r>
              <a:rPr lang="en-US" b="1">
                <a:solidFill>
                  <a:srgbClr val="17375E"/>
                </a:solidFill>
                <a:cs typeface="Calibri"/>
              </a:rPr>
              <a:t>Program</a:t>
            </a:r>
            <a:r>
              <a:rPr lang="en-US" b="1">
                <a:solidFill>
                  <a:srgbClr val="17375E"/>
                </a:solidFill>
                <a:latin typeface="ITC Franklin Gothic Std Book Compressed"/>
                <a:cs typeface="Calibri"/>
              </a:rPr>
              <a:t>:</a:t>
            </a:r>
            <a:r>
              <a:rPr lang="en-US">
                <a:solidFill>
                  <a:srgbClr val="17375E"/>
                </a:solidFill>
                <a:cs typeface="Calibri"/>
              </a:rPr>
              <a:t> For every year,</a:t>
            </a:r>
            <a:r>
              <a:rPr lang="en-US">
                <a:solidFill>
                  <a:srgbClr val="17375E"/>
                </a:solidFill>
                <a:latin typeface="ITC Franklin Gothic Std Book Compressed"/>
                <a:cs typeface="Calibri"/>
              </a:rPr>
              <a:t> visits every page of copyright data in order to</a:t>
            </a:r>
            <a:r>
              <a:rPr lang="en-US">
                <a:solidFill>
                  <a:srgbClr val="17375E"/>
                </a:solidFill>
                <a:cs typeface="Calibri"/>
              </a:rPr>
              <a:t> retrieve </a:t>
            </a:r>
            <a:r>
              <a:rPr lang="en-US">
                <a:solidFill>
                  <a:srgbClr val="17375E"/>
                </a:solidFill>
                <a:latin typeface="ITC Franklin Gothic Std Book Compressed"/>
                <a:cs typeface="Calibri"/>
              </a:rPr>
              <a:t>the HTML </a:t>
            </a:r>
            <a:r>
              <a:rPr lang="en-US">
                <a:solidFill>
                  <a:srgbClr val="17375E"/>
                </a:solidFill>
                <a:cs typeface="Calibri"/>
              </a:rPr>
              <a:t>elements of all "computer files"</a:t>
            </a:r>
            <a:endParaRPr lang="en-US">
              <a:solidFill>
                <a:srgbClr val="000000"/>
              </a:solidFill>
              <a:latin typeface="Calibri"/>
              <a:cs typeface="Calibri"/>
            </a:endParaRPr>
          </a:p>
          <a:p>
            <a:r>
              <a:rPr lang="en-US">
                <a:solidFill>
                  <a:srgbClr val="17375E"/>
                </a:solidFill>
                <a:cs typeface="Calibri"/>
              </a:rPr>
              <a:t>2000 – 2014</a:t>
            </a:r>
            <a:endParaRPr lang="en-US" dirty="0">
              <a:solidFill>
                <a:srgbClr val="17375E"/>
              </a:solidFill>
              <a:cs typeface="Calibri"/>
            </a:endParaRPr>
          </a:p>
          <a:p>
            <a:r>
              <a:rPr lang="en-US">
                <a:solidFill>
                  <a:srgbClr val="17375E"/>
                </a:solidFill>
                <a:cs typeface="Calibri"/>
              </a:rPr>
              <a:t>110,650 copyrights scraped</a:t>
            </a:r>
            <a:endParaRPr lang="en-US" dirty="0">
              <a:solidFill>
                <a:srgbClr val="17375E"/>
              </a:solidFill>
              <a:cs typeface="Calibri"/>
            </a:endParaRPr>
          </a:p>
          <a:p>
            <a:r>
              <a:rPr lang="en-US">
                <a:solidFill>
                  <a:srgbClr val="17375E"/>
                </a:solidFill>
                <a:cs typeface="Calibri"/>
              </a:rPr>
              <a:t>Put</a:t>
            </a:r>
            <a:r>
              <a:rPr lang="en-US">
                <a:solidFill>
                  <a:srgbClr val="17375E"/>
                </a:solidFill>
                <a:latin typeface="ITC Franklin Gothic Std Book Compressed"/>
                <a:cs typeface="Calibri"/>
              </a:rPr>
              <a:t> data into our database </a:t>
            </a:r>
            <a:endParaRPr lang="en-US">
              <a:solidFill>
                <a:srgbClr val="000000"/>
              </a:solidFill>
              <a:latin typeface="Calibri"/>
              <a:cs typeface="Calibri"/>
            </a:endParaRPr>
          </a:p>
          <a:p>
            <a:endParaRPr lang="en-US" dirty="0">
              <a:solidFill>
                <a:srgbClr val="17375E"/>
              </a:solidFill>
              <a:latin typeface="ITC Franklin Gothic Std Book Compressed"/>
              <a:cs typeface="Calibri"/>
            </a:endParaRPr>
          </a:p>
          <a:p>
            <a:pPr lvl="1"/>
            <a:endParaRPr lang="en-US" dirty="0">
              <a:solidFill>
                <a:srgbClr val="17375E"/>
              </a:solidFill>
              <a:latin typeface="ITC Franklin Gothic Std Book Compressed"/>
              <a:cs typeface="Calibri"/>
            </a:endParaRPr>
          </a:p>
          <a:p>
            <a:endParaRPr lang="en-US" dirty="0">
              <a:solidFill>
                <a:srgbClr val="17375E"/>
              </a:solidFill>
              <a:latin typeface="ITC Franklin Gothic Std Book Compressed"/>
              <a:cs typeface="Calibri"/>
            </a:endParaRPr>
          </a:p>
          <a:p>
            <a:endParaRPr lang="en-US" dirty="0">
              <a:solidFill>
                <a:srgbClr val="17375E"/>
              </a:solidFill>
              <a:cs typeface="Calibri"/>
            </a:endParaRPr>
          </a:p>
          <a:p>
            <a:pPr lvl="1"/>
            <a:endParaRPr lang="en-US" dirty="0">
              <a:solidFill>
                <a:srgbClr val="17375E"/>
              </a:solidFill>
              <a:latin typeface="ITC Franklin Gothic Std Book Compressed"/>
              <a:cs typeface="Calibri"/>
            </a:endParaRPr>
          </a:p>
          <a:p>
            <a:endParaRPr lang="en-US" dirty="0">
              <a:solidFill>
                <a:srgbClr val="17375E"/>
              </a:solidFill>
              <a:cs typeface="Calibri"/>
            </a:endParaRPr>
          </a:p>
          <a:p>
            <a:pPr marL="0" indent="0">
              <a:buNone/>
            </a:pPr>
            <a:endParaRPr lang="en-US">
              <a:solidFill>
                <a:srgbClr val="17375E"/>
              </a:solidFill>
              <a:cs typeface="Calibri"/>
            </a:endParaRPr>
          </a:p>
          <a:p>
            <a:endParaRPr lang="en-US" b="1" dirty="0">
              <a:solidFill>
                <a:srgbClr val="17375E"/>
              </a:solidFill>
              <a:cs typeface="Calibri"/>
            </a:endParaRPr>
          </a:p>
          <a:p>
            <a:pPr lvl="1"/>
            <a:endParaRPr lang="en-US">
              <a:solidFill>
                <a:srgbClr val="000000"/>
              </a:solidFill>
              <a:latin typeface="Calibri"/>
              <a:cs typeface="Calibri"/>
            </a:endParaRPr>
          </a:p>
          <a:p>
            <a:endParaRPr lang="en-US">
              <a:solidFill>
                <a:srgbClr val="17375E"/>
              </a:solidFill>
              <a:cs typeface="Calibri"/>
            </a:endParaRPr>
          </a:p>
        </p:txBody>
      </p:sp>
      <p:pic>
        <p:nvPicPr>
          <p:cNvPr id="3" name="Picture 4">
            <a:extLst>
              <a:ext uri="{FF2B5EF4-FFF2-40B4-BE49-F238E27FC236}">
                <a16:creationId xmlns:a16="http://schemas.microsoft.com/office/drawing/2014/main" id="{3F9189CD-CC39-4887-91EF-DF0FC31F032D}"/>
              </a:ext>
            </a:extLst>
          </p:cNvPr>
          <p:cNvPicPr>
            <a:picLocks noChangeAspect="1"/>
          </p:cNvPicPr>
          <p:nvPr/>
        </p:nvPicPr>
        <p:blipFill>
          <a:blip r:embed="rId3"/>
          <a:stretch>
            <a:fillRect/>
          </a:stretch>
        </p:blipFill>
        <p:spPr>
          <a:xfrm>
            <a:off x="6391876" y="1734353"/>
            <a:ext cx="2281806" cy="482220"/>
          </a:xfrm>
          <a:prstGeom prst="rect">
            <a:avLst/>
          </a:prstGeom>
        </p:spPr>
      </p:pic>
    </p:spTree>
    <p:extLst>
      <p:ext uri="{BB962C8B-B14F-4D97-AF65-F5344CB8AC3E}">
        <p14:creationId xmlns:p14="http://schemas.microsoft.com/office/powerpoint/2010/main" val="285496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1381F1-C726-4EF8-9C09-CD2999B0FBF0}"/>
              </a:ext>
            </a:extLst>
          </p:cNvPr>
          <p:cNvSpPr>
            <a:spLocks noGrp="1"/>
          </p:cNvSpPr>
          <p:nvPr>
            <p:ph type="sldNum" sz="quarter" idx="10"/>
          </p:nvPr>
        </p:nvSpPr>
        <p:spPr/>
        <p:txBody>
          <a:bodyPr/>
          <a:lstStyle/>
          <a:p>
            <a:fld id="{0F418C06-167A-E646-9EF6-18275B625F6B}" type="slidenum">
              <a:rPr lang="en-US" smtClean="0"/>
              <a:pPr/>
              <a:t>7</a:t>
            </a:fld>
            <a:endParaRPr lang="en-US"/>
          </a:p>
        </p:txBody>
      </p:sp>
      <p:sp>
        <p:nvSpPr>
          <p:cNvPr id="49" name="Text Placeholder 1">
            <a:extLst>
              <a:ext uri="{FF2B5EF4-FFF2-40B4-BE49-F238E27FC236}">
                <a16:creationId xmlns:a16="http://schemas.microsoft.com/office/drawing/2014/main" id="{975CFC70-A53B-4A46-B94A-4B97EB9C64EF}"/>
              </a:ext>
            </a:extLst>
          </p:cNvPr>
          <p:cNvSpPr txBox="1">
            <a:spLocks/>
          </p:cNvSpPr>
          <p:nvPr/>
        </p:nvSpPr>
        <p:spPr>
          <a:xfrm>
            <a:off x="0" y="622300"/>
            <a:ext cx="9144000" cy="457200"/>
          </a:xfrm>
          <a:prstGeom prst="rect">
            <a:avLst/>
          </a:prstGeom>
        </p:spPr>
        <p:txBody>
          <a:bodyPr vert="horz" lIns="91440" tIns="45720" rIns="91440" bIns="45720" rtlCol="0" anchor="t"/>
          <a:lstStyle>
            <a:defPPr>
              <a:defRPr lang="en-US"/>
            </a:defPPr>
            <a:lvl1pPr marL="0" algn="l" defTabSz="457200" rtl="0" eaLnBrk="1" latinLnBrk="0" hangingPunct="1">
              <a:defRPr sz="1800" kern="1200" baseline="0">
                <a:solidFill>
                  <a:schemeClr val="bg1"/>
                </a:solidFill>
                <a:latin typeface="ITC Franklin Gothic Std Book Extra Compressed"/>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solidFill>
                  <a:schemeClr val="tx2">
                    <a:lumMod val="75000"/>
                  </a:schemeClr>
                </a:solidFill>
                <a:latin typeface="ITC Franklin Gothic Std Demi Compressed"/>
              </a:rPr>
              <a:t>Copyright Data Exploration</a:t>
            </a:r>
          </a:p>
        </p:txBody>
      </p:sp>
      <p:sp>
        <p:nvSpPr>
          <p:cNvPr id="103" name="Oval 102">
            <a:extLst>
              <a:ext uri="{FF2B5EF4-FFF2-40B4-BE49-F238E27FC236}">
                <a16:creationId xmlns:a16="http://schemas.microsoft.com/office/drawing/2014/main" id="{F4FB92DE-7E4A-4733-8F39-C124D9D09023}"/>
              </a:ext>
            </a:extLst>
          </p:cNvPr>
          <p:cNvSpPr/>
          <p:nvPr/>
        </p:nvSpPr>
        <p:spPr>
          <a:xfrm>
            <a:off x="209089" y="2221714"/>
            <a:ext cx="3614056" cy="3156856"/>
          </a:xfrm>
          <a:prstGeom prst="ellipse">
            <a:avLst/>
          </a:prstGeom>
          <a:solidFill>
            <a:schemeClr val="tx2"/>
          </a:solidFill>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4" name="Oval 103">
            <a:extLst>
              <a:ext uri="{FF2B5EF4-FFF2-40B4-BE49-F238E27FC236}">
                <a16:creationId xmlns:a16="http://schemas.microsoft.com/office/drawing/2014/main" id="{FC6AE265-7FF6-4A9A-A81B-06EC3D776068}"/>
              </a:ext>
            </a:extLst>
          </p:cNvPr>
          <p:cNvSpPr/>
          <p:nvPr/>
        </p:nvSpPr>
        <p:spPr>
          <a:xfrm>
            <a:off x="939928" y="3288709"/>
            <a:ext cx="2148115" cy="2082800"/>
          </a:xfrm>
          <a:prstGeom prst="ellipse">
            <a:avLst/>
          </a:prstGeom>
          <a:solidFill>
            <a:schemeClr val="accent5"/>
          </a:solidFill>
          <a:ln>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rgbClr val="FFFFFF"/>
              </a:solidFill>
            </a:endParaRPr>
          </a:p>
        </p:txBody>
      </p:sp>
      <p:sp>
        <p:nvSpPr>
          <p:cNvPr id="105" name="Oval 104">
            <a:extLst>
              <a:ext uri="{FF2B5EF4-FFF2-40B4-BE49-F238E27FC236}">
                <a16:creationId xmlns:a16="http://schemas.microsoft.com/office/drawing/2014/main" id="{80D44B26-1254-4612-BDCF-8489005797FB}"/>
              </a:ext>
            </a:extLst>
          </p:cNvPr>
          <p:cNvSpPr/>
          <p:nvPr/>
        </p:nvSpPr>
        <p:spPr>
          <a:xfrm>
            <a:off x="1539868" y="4427729"/>
            <a:ext cx="950686" cy="950687"/>
          </a:xfrm>
          <a:prstGeom prst="ellipse">
            <a:avLst/>
          </a:prstGeom>
          <a:solidFill>
            <a:schemeClr val="accent6"/>
          </a:solidFill>
          <a:ln>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rgbClr val="FFFFFF"/>
              </a:solidFill>
            </a:endParaRPr>
          </a:p>
        </p:txBody>
      </p:sp>
      <p:sp>
        <p:nvSpPr>
          <p:cNvPr id="106" name="TextBox 105">
            <a:extLst>
              <a:ext uri="{FF2B5EF4-FFF2-40B4-BE49-F238E27FC236}">
                <a16:creationId xmlns:a16="http://schemas.microsoft.com/office/drawing/2014/main" id="{E35B978E-5950-4782-A0B3-F0530F943F5D}"/>
              </a:ext>
            </a:extLst>
          </p:cNvPr>
          <p:cNvSpPr txBox="1"/>
          <p:nvPr/>
        </p:nvSpPr>
        <p:spPr>
          <a:xfrm>
            <a:off x="652089" y="2732699"/>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FFFF"/>
                </a:solidFill>
              </a:rPr>
              <a:t>Copyrights</a:t>
            </a:r>
            <a:endParaRPr lang="en-US" sz="2400" b="1">
              <a:solidFill>
                <a:srgbClr val="FFFFFF"/>
              </a:solidFill>
              <a:cs typeface="Calibri"/>
            </a:endParaRPr>
          </a:p>
        </p:txBody>
      </p:sp>
      <p:sp>
        <p:nvSpPr>
          <p:cNvPr id="107" name="TextBox 106">
            <a:extLst>
              <a:ext uri="{FF2B5EF4-FFF2-40B4-BE49-F238E27FC236}">
                <a16:creationId xmlns:a16="http://schemas.microsoft.com/office/drawing/2014/main" id="{3DC0566D-FECD-4217-B5B9-E56FEBA6A21F}"/>
              </a:ext>
            </a:extLst>
          </p:cNvPr>
          <p:cNvSpPr txBox="1"/>
          <p:nvPr/>
        </p:nvSpPr>
        <p:spPr>
          <a:xfrm>
            <a:off x="652088" y="358671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FFFF"/>
                </a:solidFill>
              </a:rPr>
              <a:t>Computer</a:t>
            </a:r>
            <a:endParaRPr lang="en-US" sz="2400" b="1">
              <a:solidFill>
                <a:srgbClr val="FFFFFF"/>
              </a:solidFill>
              <a:cs typeface="Calibri"/>
            </a:endParaRPr>
          </a:p>
          <a:p>
            <a:pPr algn="ctr"/>
            <a:r>
              <a:rPr lang="en-US" sz="2400" b="1" dirty="0">
                <a:solidFill>
                  <a:srgbClr val="FFFFFF"/>
                </a:solidFill>
              </a:rPr>
              <a:t>files</a:t>
            </a:r>
            <a:endParaRPr lang="en-US" sz="2400" b="1" dirty="0">
              <a:solidFill>
                <a:srgbClr val="FFFFFF"/>
              </a:solidFill>
              <a:cs typeface="Calibri"/>
            </a:endParaRPr>
          </a:p>
        </p:txBody>
      </p:sp>
      <p:sp>
        <p:nvSpPr>
          <p:cNvPr id="108" name="TextBox 107">
            <a:extLst>
              <a:ext uri="{FF2B5EF4-FFF2-40B4-BE49-F238E27FC236}">
                <a16:creationId xmlns:a16="http://schemas.microsoft.com/office/drawing/2014/main" id="{962DAA7B-1C45-4C6D-9F73-F4B7CA2EF446}"/>
              </a:ext>
            </a:extLst>
          </p:cNvPr>
          <p:cNvSpPr txBox="1"/>
          <p:nvPr/>
        </p:nvSpPr>
        <p:spPr>
          <a:xfrm>
            <a:off x="637710" y="4668574"/>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FFFF"/>
                </a:solidFill>
                <a:cs typeface="Calibri"/>
              </a:rPr>
              <a:t>OSS</a:t>
            </a:r>
          </a:p>
        </p:txBody>
      </p:sp>
      <p:sp>
        <p:nvSpPr>
          <p:cNvPr id="109" name="TextBox 108">
            <a:extLst>
              <a:ext uri="{FF2B5EF4-FFF2-40B4-BE49-F238E27FC236}">
                <a16:creationId xmlns:a16="http://schemas.microsoft.com/office/drawing/2014/main" id="{156193CD-34DF-44E6-AE78-F0F722197CF0}"/>
              </a:ext>
            </a:extLst>
          </p:cNvPr>
          <p:cNvSpPr txBox="1"/>
          <p:nvPr/>
        </p:nvSpPr>
        <p:spPr>
          <a:xfrm>
            <a:off x="4099191" y="2226164"/>
            <a:ext cx="4813538"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chemeClr val="tx2">
                    <a:lumMod val="75000"/>
                  </a:schemeClr>
                </a:solidFill>
                <a:latin typeface="ITC Franklin Gothic Std Book Compressed"/>
              </a:rPr>
              <a:t>Can we identify sectors that developed software?</a:t>
            </a:r>
          </a:p>
          <a:p>
            <a:endParaRPr lang="en-US" sz="2200" dirty="0">
              <a:solidFill>
                <a:schemeClr val="tx2">
                  <a:lumMod val="75000"/>
                </a:schemeClr>
              </a:solidFill>
              <a:latin typeface="ITC Franklin Gothic Std Book Compressed"/>
            </a:endParaRPr>
          </a:p>
          <a:p>
            <a:r>
              <a:rPr lang="en-US" sz="2200" dirty="0">
                <a:solidFill>
                  <a:schemeClr val="tx2">
                    <a:lumMod val="75000"/>
                  </a:schemeClr>
                </a:solidFill>
                <a:latin typeface="ITC Franklin Gothic Std Book Compressed"/>
              </a:rPr>
              <a:t>Can we identify OSS in the computer file copyrights?</a:t>
            </a:r>
          </a:p>
          <a:p>
            <a:endParaRPr lang="en-US" sz="2200" dirty="0">
              <a:solidFill>
                <a:schemeClr val="tx2">
                  <a:lumMod val="75000"/>
                </a:schemeClr>
              </a:solidFill>
              <a:latin typeface="ITC Franklin Gothic Std Book Compressed"/>
            </a:endParaRPr>
          </a:p>
          <a:p>
            <a:r>
              <a:rPr lang="en-US" sz="2200" dirty="0">
                <a:solidFill>
                  <a:schemeClr val="tx2">
                    <a:lumMod val="75000"/>
                  </a:schemeClr>
                </a:solidFill>
                <a:latin typeface="ITC Franklin Gothic Std Book Compressed"/>
              </a:rPr>
              <a:t>Are copyrights a good measure of the OSS universe?</a:t>
            </a:r>
          </a:p>
        </p:txBody>
      </p:sp>
    </p:spTree>
    <p:extLst>
      <p:ext uri="{BB962C8B-B14F-4D97-AF65-F5344CB8AC3E}">
        <p14:creationId xmlns:p14="http://schemas.microsoft.com/office/powerpoint/2010/main" val="3737258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417369" y="1356451"/>
            <a:ext cx="7840003" cy="4013200"/>
          </a:xfrm>
        </p:spPr>
        <p:txBody>
          <a:bodyPr vert="horz" anchor="t"/>
          <a:lstStyle/>
          <a:p>
            <a:r>
              <a:rPr lang="en-US"/>
              <a:t>Can we identify sectors who file the copyright?</a:t>
            </a:r>
          </a:p>
          <a:p>
            <a:pPr marL="742950" indent="-285750">
              <a:buFont typeface="Arial,Sans-Serif"/>
              <a:buChar char="–"/>
            </a:pPr>
            <a:endParaRPr lang="en-US"/>
          </a:p>
          <a:p>
            <a:pPr>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8</a:t>
            </a:fld>
            <a:endParaRPr lang="en-US"/>
          </a:p>
        </p:txBody>
      </p:sp>
      <p:pic>
        <p:nvPicPr>
          <p:cNvPr id="5" name="Picture 5" descr="A screenshot of a cell phone&#10;&#10;Description generated with very high confidence">
            <a:extLst>
              <a:ext uri="{FF2B5EF4-FFF2-40B4-BE49-F238E27FC236}">
                <a16:creationId xmlns:a16="http://schemas.microsoft.com/office/drawing/2014/main" id="{B8205D79-8E17-476E-B26F-A6DF09E77547}"/>
              </a:ext>
            </a:extLst>
          </p:cNvPr>
          <p:cNvPicPr>
            <a:picLocks noChangeAspect="1"/>
          </p:cNvPicPr>
          <p:nvPr/>
        </p:nvPicPr>
        <p:blipFill>
          <a:blip r:embed="rId3"/>
          <a:stretch>
            <a:fillRect/>
          </a:stretch>
        </p:blipFill>
        <p:spPr>
          <a:xfrm>
            <a:off x="1972955" y="2265359"/>
            <a:ext cx="3946891" cy="3661578"/>
          </a:xfrm>
          <a:prstGeom prst="rect">
            <a:avLst/>
          </a:prstGeom>
        </p:spPr>
      </p:pic>
      <p:sp>
        <p:nvSpPr>
          <p:cNvPr id="7" name="TextBox 6">
            <a:extLst>
              <a:ext uri="{FF2B5EF4-FFF2-40B4-BE49-F238E27FC236}">
                <a16:creationId xmlns:a16="http://schemas.microsoft.com/office/drawing/2014/main" id="{010C41D2-F9A2-440D-8FE0-C44876AA7F43}"/>
              </a:ext>
            </a:extLst>
          </p:cNvPr>
          <p:cNvSpPr txBox="1"/>
          <p:nvPr/>
        </p:nvSpPr>
        <p:spPr>
          <a:xfrm>
            <a:off x="2030056" y="1909740"/>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2">
                    <a:lumMod val="75000"/>
                  </a:schemeClr>
                </a:solidFill>
                <a:cs typeface="Calibri"/>
              </a:rPr>
              <a:t>Names of claimants in the copyright data</a:t>
            </a:r>
          </a:p>
        </p:txBody>
      </p:sp>
    </p:spTree>
    <p:extLst>
      <p:ext uri="{BB962C8B-B14F-4D97-AF65-F5344CB8AC3E}">
        <p14:creationId xmlns:p14="http://schemas.microsoft.com/office/powerpoint/2010/main" val="176989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417369" y="1356451"/>
            <a:ext cx="7840003" cy="4013200"/>
          </a:xfrm>
        </p:spPr>
        <p:txBody>
          <a:bodyPr vert="horz" anchor="t"/>
          <a:lstStyle/>
          <a:p>
            <a:r>
              <a:rPr lang="en-US"/>
              <a:t>Can we identify sectors who file the copyright?</a:t>
            </a:r>
          </a:p>
          <a:p>
            <a:pPr marL="742950" indent="-285750">
              <a:buFont typeface="Arial,Sans-Serif"/>
              <a:buChar char="–"/>
            </a:pPr>
            <a:endParaRPr lang="en-US"/>
          </a:p>
          <a:p>
            <a:pPr>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9</a:t>
            </a:fld>
            <a:endParaRPr lang="en-US"/>
          </a:p>
        </p:txBody>
      </p:sp>
      <p:pic>
        <p:nvPicPr>
          <p:cNvPr id="5" name="Picture 5" descr="A screenshot of a cell phone&#10;&#10;Description generated with very high confidence">
            <a:extLst>
              <a:ext uri="{FF2B5EF4-FFF2-40B4-BE49-F238E27FC236}">
                <a16:creationId xmlns:a16="http://schemas.microsoft.com/office/drawing/2014/main" id="{B8205D79-8E17-476E-B26F-A6DF09E77547}"/>
              </a:ext>
            </a:extLst>
          </p:cNvPr>
          <p:cNvPicPr>
            <a:picLocks noChangeAspect="1"/>
          </p:cNvPicPr>
          <p:nvPr/>
        </p:nvPicPr>
        <p:blipFill>
          <a:blip r:embed="rId3"/>
          <a:stretch>
            <a:fillRect/>
          </a:stretch>
        </p:blipFill>
        <p:spPr>
          <a:xfrm>
            <a:off x="1972955" y="2265359"/>
            <a:ext cx="3946891" cy="3661578"/>
          </a:xfrm>
          <a:prstGeom prst="rect">
            <a:avLst/>
          </a:prstGeom>
        </p:spPr>
      </p:pic>
      <p:sp>
        <p:nvSpPr>
          <p:cNvPr id="7" name="TextBox 6">
            <a:extLst>
              <a:ext uri="{FF2B5EF4-FFF2-40B4-BE49-F238E27FC236}">
                <a16:creationId xmlns:a16="http://schemas.microsoft.com/office/drawing/2014/main" id="{010C41D2-F9A2-440D-8FE0-C44876AA7F43}"/>
              </a:ext>
            </a:extLst>
          </p:cNvPr>
          <p:cNvSpPr txBox="1"/>
          <p:nvPr/>
        </p:nvSpPr>
        <p:spPr>
          <a:xfrm>
            <a:off x="2030056" y="1909740"/>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2">
                    <a:lumMod val="75000"/>
                  </a:schemeClr>
                </a:solidFill>
                <a:cs typeface="Calibri"/>
              </a:rPr>
              <a:t>Names of claimants in the copyright data</a:t>
            </a:r>
          </a:p>
        </p:txBody>
      </p:sp>
      <p:sp>
        <p:nvSpPr>
          <p:cNvPr id="8" name="Rectangle 7">
            <a:extLst>
              <a:ext uri="{FF2B5EF4-FFF2-40B4-BE49-F238E27FC236}">
                <a16:creationId xmlns:a16="http://schemas.microsoft.com/office/drawing/2014/main" id="{B1105D69-BED9-45F4-98DA-C584C1339523}"/>
              </a:ext>
            </a:extLst>
          </p:cNvPr>
          <p:cNvSpPr/>
          <p:nvPr/>
        </p:nvSpPr>
        <p:spPr>
          <a:xfrm>
            <a:off x="3283527" y="2895235"/>
            <a:ext cx="345636" cy="63396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F7900F28-B5B4-4627-A830-18691399A238}"/>
              </a:ext>
            </a:extLst>
          </p:cNvPr>
          <p:cNvSpPr/>
          <p:nvPr/>
        </p:nvSpPr>
        <p:spPr>
          <a:xfrm>
            <a:off x="3456709" y="3564870"/>
            <a:ext cx="345636" cy="339559"/>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F1C332D7-1763-4626-B3BE-0E6AC4EE6F60}"/>
              </a:ext>
            </a:extLst>
          </p:cNvPr>
          <p:cNvSpPr txBox="1"/>
          <p:nvPr/>
        </p:nvSpPr>
        <p:spPr>
          <a:xfrm>
            <a:off x="6098907" y="3250563"/>
            <a:ext cx="105756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dirty="0">
                <a:solidFill>
                  <a:srgbClr val="C00000"/>
                </a:solidFill>
              </a:rPr>
              <a:t>Business</a:t>
            </a:r>
          </a:p>
        </p:txBody>
      </p:sp>
      <p:cxnSp>
        <p:nvCxnSpPr>
          <p:cNvPr id="11" name="Straight Arrow Connector 10">
            <a:extLst>
              <a:ext uri="{FF2B5EF4-FFF2-40B4-BE49-F238E27FC236}">
                <a16:creationId xmlns:a16="http://schemas.microsoft.com/office/drawing/2014/main" id="{9955D030-33D6-4622-9D3C-622B02560A4C}"/>
              </a:ext>
            </a:extLst>
          </p:cNvPr>
          <p:cNvCxnSpPr/>
          <p:nvPr/>
        </p:nvCxnSpPr>
        <p:spPr>
          <a:xfrm flipH="1" flipV="1">
            <a:off x="3916855" y="3395719"/>
            <a:ext cx="2194910" cy="1401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490569B8-2396-436F-AC0E-DDE9771BE64C}"/>
              </a:ext>
            </a:extLst>
          </p:cNvPr>
          <p:cNvSpPr/>
          <p:nvPr/>
        </p:nvSpPr>
        <p:spPr>
          <a:xfrm>
            <a:off x="3614363" y="4510800"/>
            <a:ext cx="336878" cy="22569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09731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9" descr="A screenshot of a cell phone&#10;&#10;Description generated with very high confidence">
            <a:extLst>
              <a:ext uri="{FF2B5EF4-FFF2-40B4-BE49-F238E27FC236}">
                <a16:creationId xmlns:a16="http://schemas.microsoft.com/office/drawing/2014/main" id="{DAF15B79-816B-44BD-AEFF-162B29B0CB15}"/>
              </a:ext>
            </a:extLst>
          </p:cNvPr>
          <p:cNvPicPr>
            <a:picLocks noChangeAspect="1"/>
          </p:cNvPicPr>
          <p:nvPr/>
        </p:nvPicPr>
        <p:blipFill>
          <a:blip r:embed="rId3"/>
          <a:stretch>
            <a:fillRect/>
          </a:stretch>
        </p:blipFill>
        <p:spPr>
          <a:xfrm>
            <a:off x="2117558" y="2258767"/>
            <a:ext cx="3968233" cy="3762379"/>
          </a:xfrm>
          <a:prstGeom prst="rect">
            <a:avLst/>
          </a:prstGeom>
        </p:spPr>
      </p:pic>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417369" y="1356451"/>
            <a:ext cx="7840003" cy="4013200"/>
          </a:xfrm>
        </p:spPr>
        <p:txBody>
          <a:bodyPr vert="horz" anchor="t"/>
          <a:lstStyle/>
          <a:p>
            <a:r>
              <a:rPr lang="en-US"/>
              <a:t>Can we identify sectors who file the copyright?</a:t>
            </a:r>
          </a:p>
          <a:p>
            <a:pPr marL="742950" indent="-285750">
              <a:buFont typeface="Arial,Sans-Serif"/>
              <a:buChar char="–"/>
            </a:pPr>
            <a:endParaRPr lang="en-US"/>
          </a:p>
          <a:p>
            <a:pPr>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10</a:t>
            </a:fld>
            <a:endParaRPr lang="en-US"/>
          </a:p>
        </p:txBody>
      </p:sp>
      <p:sp>
        <p:nvSpPr>
          <p:cNvPr id="7" name="TextBox 6">
            <a:extLst>
              <a:ext uri="{FF2B5EF4-FFF2-40B4-BE49-F238E27FC236}">
                <a16:creationId xmlns:a16="http://schemas.microsoft.com/office/drawing/2014/main" id="{010C41D2-F9A2-440D-8FE0-C44876AA7F43}"/>
              </a:ext>
            </a:extLst>
          </p:cNvPr>
          <p:cNvSpPr txBox="1"/>
          <p:nvPr/>
        </p:nvSpPr>
        <p:spPr>
          <a:xfrm>
            <a:off x="2030056" y="1909740"/>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2">
                    <a:lumMod val="75000"/>
                  </a:schemeClr>
                </a:solidFill>
                <a:cs typeface="Calibri"/>
              </a:rPr>
              <a:t>Names of claimants in the copyright data</a:t>
            </a:r>
          </a:p>
        </p:txBody>
      </p:sp>
      <p:sp>
        <p:nvSpPr>
          <p:cNvPr id="9" name="Rectangle 8">
            <a:extLst>
              <a:ext uri="{FF2B5EF4-FFF2-40B4-BE49-F238E27FC236}">
                <a16:creationId xmlns:a16="http://schemas.microsoft.com/office/drawing/2014/main" id="{E5E5BC47-1B8D-4F9E-B7DC-496FDA6A625C}"/>
              </a:ext>
            </a:extLst>
          </p:cNvPr>
          <p:cNvSpPr/>
          <p:nvPr/>
        </p:nvSpPr>
        <p:spPr>
          <a:xfrm>
            <a:off x="2118347" y="2589584"/>
            <a:ext cx="1764510" cy="1337329"/>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2C46C8DC-0EDE-4DE1-8722-1970D052DDFD}"/>
              </a:ext>
            </a:extLst>
          </p:cNvPr>
          <p:cNvSpPr txBox="1"/>
          <p:nvPr/>
        </p:nvSpPr>
        <p:spPr>
          <a:xfrm>
            <a:off x="6223581" y="3078450"/>
            <a:ext cx="161539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dirty="0">
                <a:solidFill>
                  <a:srgbClr val="C00000"/>
                </a:solidFill>
              </a:rPr>
              <a:t>Government</a:t>
            </a:r>
          </a:p>
        </p:txBody>
      </p:sp>
      <p:cxnSp>
        <p:nvCxnSpPr>
          <p:cNvPr id="12" name="Straight Arrow Connector 11">
            <a:extLst>
              <a:ext uri="{FF2B5EF4-FFF2-40B4-BE49-F238E27FC236}">
                <a16:creationId xmlns:a16="http://schemas.microsoft.com/office/drawing/2014/main" id="{F2EFCFA1-EF67-4B07-8725-CF03C602C6ED}"/>
              </a:ext>
            </a:extLst>
          </p:cNvPr>
          <p:cNvCxnSpPr/>
          <p:nvPr/>
        </p:nvCxnSpPr>
        <p:spPr>
          <a:xfrm flipH="1" flipV="1">
            <a:off x="4041529" y="3223606"/>
            <a:ext cx="2194910" cy="1401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35515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417369" y="1356451"/>
            <a:ext cx="7840003" cy="4013200"/>
          </a:xfrm>
        </p:spPr>
        <p:txBody>
          <a:bodyPr vert="horz" anchor="t"/>
          <a:lstStyle/>
          <a:p>
            <a:r>
              <a:rPr lang="en-US"/>
              <a:t>Can we identify sectors who file the copyright?</a:t>
            </a:r>
          </a:p>
          <a:p>
            <a:pPr marL="742950" indent="-285750">
              <a:buFont typeface="Arial,Sans-Serif"/>
              <a:buChar char="–"/>
            </a:pPr>
            <a:endParaRPr lang="en-US"/>
          </a:p>
          <a:p>
            <a:pPr>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11</a:t>
            </a:fld>
            <a:endParaRPr lang="en-US"/>
          </a:p>
        </p:txBody>
      </p:sp>
      <p:pic>
        <p:nvPicPr>
          <p:cNvPr id="5" name="Picture 5" descr="A screenshot of a cell phone&#10;&#10;Description generated with very high confidence">
            <a:extLst>
              <a:ext uri="{FF2B5EF4-FFF2-40B4-BE49-F238E27FC236}">
                <a16:creationId xmlns:a16="http://schemas.microsoft.com/office/drawing/2014/main" id="{B8205D79-8E17-476E-B26F-A6DF09E77547}"/>
              </a:ext>
            </a:extLst>
          </p:cNvPr>
          <p:cNvPicPr>
            <a:picLocks noChangeAspect="1"/>
          </p:cNvPicPr>
          <p:nvPr/>
        </p:nvPicPr>
        <p:blipFill>
          <a:blip r:embed="rId3"/>
          <a:stretch>
            <a:fillRect/>
          </a:stretch>
        </p:blipFill>
        <p:spPr>
          <a:xfrm>
            <a:off x="1972955" y="2265359"/>
            <a:ext cx="3946891" cy="3661578"/>
          </a:xfrm>
          <a:prstGeom prst="rect">
            <a:avLst/>
          </a:prstGeom>
        </p:spPr>
      </p:pic>
      <p:sp>
        <p:nvSpPr>
          <p:cNvPr id="7" name="TextBox 6">
            <a:extLst>
              <a:ext uri="{FF2B5EF4-FFF2-40B4-BE49-F238E27FC236}">
                <a16:creationId xmlns:a16="http://schemas.microsoft.com/office/drawing/2014/main" id="{010C41D2-F9A2-440D-8FE0-C44876AA7F43}"/>
              </a:ext>
            </a:extLst>
          </p:cNvPr>
          <p:cNvSpPr txBox="1"/>
          <p:nvPr/>
        </p:nvSpPr>
        <p:spPr>
          <a:xfrm>
            <a:off x="2030056" y="1909740"/>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2">
                    <a:lumMod val="75000"/>
                  </a:schemeClr>
                </a:solidFill>
                <a:cs typeface="Calibri"/>
              </a:rPr>
              <a:t>Names of claimants in the copyright data</a:t>
            </a:r>
          </a:p>
        </p:txBody>
      </p:sp>
      <p:sp>
        <p:nvSpPr>
          <p:cNvPr id="9" name="Rectangle 8">
            <a:extLst>
              <a:ext uri="{FF2B5EF4-FFF2-40B4-BE49-F238E27FC236}">
                <a16:creationId xmlns:a16="http://schemas.microsoft.com/office/drawing/2014/main" id="{E5E5BC47-1B8D-4F9E-B7DC-496FDA6A625C}"/>
              </a:ext>
            </a:extLst>
          </p:cNvPr>
          <p:cNvSpPr/>
          <p:nvPr/>
        </p:nvSpPr>
        <p:spPr>
          <a:xfrm>
            <a:off x="2030845" y="3945871"/>
            <a:ext cx="1742635" cy="38574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2C46C8DC-0EDE-4DE1-8722-1970D052DDFD}"/>
              </a:ext>
            </a:extLst>
          </p:cNvPr>
          <p:cNvSpPr txBox="1"/>
          <p:nvPr/>
        </p:nvSpPr>
        <p:spPr>
          <a:xfrm>
            <a:off x="6081390" y="3986287"/>
            <a:ext cx="105756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dirty="0">
                <a:solidFill>
                  <a:srgbClr val="C00000"/>
                </a:solidFill>
              </a:rPr>
              <a:t>Individual</a:t>
            </a:r>
          </a:p>
        </p:txBody>
      </p:sp>
      <p:cxnSp>
        <p:nvCxnSpPr>
          <p:cNvPr id="12" name="Straight Arrow Connector 11">
            <a:extLst>
              <a:ext uri="{FF2B5EF4-FFF2-40B4-BE49-F238E27FC236}">
                <a16:creationId xmlns:a16="http://schemas.microsoft.com/office/drawing/2014/main" id="{F2EFCFA1-EF67-4B07-8725-CF03C602C6ED}"/>
              </a:ext>
            </a:extLst>
          </p:cNvPr>
          <p:cNvCxnSpPr/>
          <p:nvPr/>
        </p:nvCxnSpPr>
        <p:spPr>
          <a:xfrm flipH="1" flipV="1">
            <a:off x="3899338" y="4131443"/>
            <a:ext cx="2194910" cy="1401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0106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417369" y="1356451"/>
            <a:ext cx="7840003" cy="4013200"/>
          </a:xfrm>
        </p:spPr>
        <p:txBody>
          <a:bodyPr vert="horz" anchor="t"/>
          <a:lstStyle/>
          <a:p>
            <a:r>
              <a:rPr lang="en-US" dirty="0"/>
              <a:t>Identified sectors for 81% of copyright claimants</a:t>
            </a:r>
          </a:p>
          <a:p>
            <a:r>
              <a:rPr lang="en-US" dirty="0"/>
              <a:t>98% accuracy based on random check</a:t>
            </a:r>
          </a:p>
          <a:p>
            <a:pPr marL="742950" indent="-285750">
              <a:buFont typeface="Arial,Sans-Serif"/>
              <a:buChar char="–"/>
            </a:pPr>
            <a:endParaRPr lang="en-US" dirty="0"/>
          </a:p>
          <a:p>
            <a:pPr>
              <a:buFont typeface="Arial,Sans-Serif"/>
              <a:buChar char="–"/>
            </a:pPr>
            <a:r>
              <a:rPr lang="en-US" b="1" dirty="0"/>
              <a:t>Sector Categorization:</a:t>
            </a:r>
            <a:endParaRPr lang="en-US" dirty="0"/>
          </a:p>
          <a:p>
            <a:pPr lvl="1">
              <a:buFont typeface="Arial,Sans-Serif"/>
              <a:buChar char="–"/>
            </a:pPr>
            <a:r>
              <a:rPr lang="en-US" sz="2000" dirty="0">
                <a:latin typeface="ITC Franklin Gothic Std Book Compressed"/>
              </a:rPr>
              <a:t>Business</a:t>
            </a:r>
          </a:p>
          <a:p>
            <a:pPr lvl="1">
              <a:buFont typeface="Arial,Sans-Serif"/>
              <a:buChar char="–"/>
            </a:pPr>
            <a:r>
              <a:rPr lang="en-US" sz="2000" dirty="0">
                <a:latin typeface="ITC Franklin Gothic Std Book Compressed"/>
              </a:rPr>
              <a:t>Government</a:t>
            </a:r>
          </a:p>
          <a:p>
            <a:pPr lvl="1">
              <a:buFont typeface="Arial,Sans-Serif"/>
              <a:buChar char="–"/>
            </a:pPr>
            <a:r>
              <a:rPr lang="en-US" sz="2000" dirty="0">
                <a:latin typeface="ITC Franklin Gothic Std Book Compressed"/>
              </a:rPr>
              <a:t>Nonprofits</a:t>
            </a:r>
          </a:p>
          <a:p>
            <a:pPr lvl="1">
              <a:buFont typeface="Arial,Sans-Serif"/>
              <a:buChar char="–"/>
            </a:pPr>
            <a:r>
              <a:rPr lang="en-US" sz="2000" dirty="0">
                <a:latin typeface="ITC Franklin Gothic Std Book Compressed"/>
              </a:rPr>
              <a:t>Universities</a:t>
            </a:r>
          </a:p>
          <a:p>
            <a:pPr lvl="1">
              <a:buFont typeface="Arial,Sans-Serif"/>
              <a:buChar char="–"/>
            </a:pPr>
            <a:r>
              <a:rPr lang="en-US" sz="2000" dirty="0">
                <a:latin typeface="ITC Franklin Gothic Std Book Compressed"/>
              </a:rPr>
              <a:t>Individuals</a:t>
            </a:r>
          </a:p>
          <a:p>
            <a:pPr lvl="1">
              <a:buFont typeface="Arial,Sans-Serif"/>
              <a:buChar char="–"/>
            </a:pPr>
            <a:r>
              <a:rPr lang="en-US" sz="2000" dirty="0">
                <a:latin typeface="ITC Franklin Gothic Std Book Compressed"/>
              </a:rPr>
              <a:t>Foreign</a:t>
            </a: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12</a:t>
            </a:fld>
            <a:endParaRPr lang="en-US"/>
          </a:p>
        </p:txBody>
      </p:sp>
      <p:pic>
        <p:nvPicPr>
          <p:cNvPr id="9" name="Picture 10" descr="A screenshot of a cell phone&#10;&#10;Description generated with high confidence">
            <a:extLst>
              <a:ext uri="{FF2B5EF4-FFF2-40B4-BE49-F238E27FC236}">
                <a16:creationId xmlns:a16="http://schemas.microsoft.com/office/drawing/2014/main" id="{F8E9B03A-73D7-4D81-91FB-FE9AE6CA5845}"/>
              </a:ext>
            </a:extLst>
          </p:cNvPr>
          <p:cNvPicPr>
            <a:picLocks noChangeAspect="1"/>
          </p:cNvPicPr>
          <p:nvPr/>
        </p:nvPicPr>
        <p:blipFill rotWithShape="1">
          <a:blip r:embed="rId3"/>
          <a:srcRect l="1351" t="3394" r="1544" b="16971"/>
          <a:stretch/>
        </p:blipFill>
        <p:spPr>
          <a:xfrm>
            <a:off x="4397696" y="2567823"/>
            <a:ext cx="4482179" cy="2717801"/>
          </a:xfrm>
          <a:prstGeom prst="rect">
            <a:avLst/>
          </a:prstGeom>
        </p:spPr>
      </p:pic>
      <p:sp>
        <p:nvSpPr>
          <p:cNvPr id="5" name="TextBox 4">
            <a:extLst>
              <a:ext uri="{FF2B5EF4-FFF2-40B4-BE49-F238E27FC236}">
                <a16:creationId xmlns:a16="http://schemas.microsoft.com/office/drawing/2014/main" id="{1C05B0EA-33E4-42A1-AE5A-42F02534EDBF}"/>
              </a:ext>
            </a:extLst>
          </p:cNvPr>
          <p:cNvSpPr txBox="1"/>
          <p:nvPr/>
        </p:nvSpPr>
        <p:spPr>
          <a:xfrm>
            <a:off x="4760227" y="5189410"/>
            <a:ext cx="389708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tx2">
                    <a:lumMod val="75000"/>
                  </a:schemeClr>
                </a:solidFill>
                <a:cs typeface="Calibri"/>
              </a:rPr>
              <a:t>Business is the largest sector in copyright records</a:t>
            </a:r>
          </a:p>
        </p:txBody>
      </p:sp>
      <p:sp>
        <p:nvSpPr>
          <p:cNvPr id="6" name="TextBox 5">
            <a:extLst>
              <a:ext uri="{FF2B5EF4-FFF2-40B4-BE49-F238E27FC236}">
                <a16:creationId xmlns:a16="http://schemas.microsoft.com/office/drawing/2014/main" id="{08F4D94E-A0FD-48BC-BB8E-A388643971A5}"/>
              </a:ext>
            </a:extLst>
          </p:cNvPr>
          <p:cNvSpPr txBox="1"/>
          <p:nvPr/>
        </p:nvSpPr>
        <p:spPr>
          <a:xfrm>
            <a:off x="4337931" y="3922295"/>
            <a:ext cx="686894" cy="33855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dirty="0">
                <a:solidFill>
                  <a:schemeClr val="tx1">
                    <a:lumMod val="65000"/>
                    <a:lumOff val="35000"/>
                  </a:schemeClr>
                </a:solidFill>
                <a:latin typeface="Arial"/>
                <a:cs typeface="Arial"/>
              </a:rPr>
              <a:t>0.3%</a:t>
            </a:r>
          </a:p>
        </p:txBody>
      </p:sp>
    </p:spTree>
    <p:extLst>
      <p:ext uri="{BB962C8B-B14F-4D97-AF65-F5344CB8AC3E}">
        <p14:creationId xmlns:p14="http://schemas.microsoft.com/office/powerpoint/2010/main" val="1463822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ell phone&#10;&#10;Description generated with high confidence">
            <a:extLst>
              <a:ext uri="{FF2B5EF4-FFF2-40B4-BE49-F238E27FC236}">
                <a16:creationId xmlns:a16="http://schemas.microsoft.com/office/drawing/2014/main" id="{65E99D5E-3DE6-4AAF-982A-7FBA1E85EB7D}"/>
              </a:ext>
            </a:extLst>
          </p:cNvPr>
          <p:cNvPicPr>
            <a:picLocks noChangeAspect="1"/>
          </p:cNvPicPr>
          <p:nvPr/>
        </p:nvPicPr>
        <p:blipFill>
          <a:blip r:embed="rId3"/>
          <a:stretch>
            <a:fillRect/>
          </a:stretch>
        </p:blipFill>
        <p:spPr>
          <a:xfrm>
            <a:off x="4340364" y="1474902"/>
            <a:ext cx="4782457" cy="2964449"/>
          </a:xfrm>
          <a:prstGeom prst="rect">
            <a:avLst/>
          </a:prstGeom>
        </p:spPr>
      </p:pic>
      <p:sp>
        <p:nvSpPr>
          <p:cNvPr id="2" name="Text Placeholder 1">
            <a:extLst>
              <a:ext uri="{FF2B5EF4-FFF2-40B4-BE49-F238E27FC236}">
                <a16:creationId xmlns:a16="http://schemas.microsoft.com/office/drawing/2014/main" id="{CD93875C-FF23-4372-A72A-870679201368}"/>
              </a:ext>
            </a:extLst>
          </p:cNvPr>
          <p:cNvSpPr>
            <a:spLocks noGrp="1"/>
          </p:cNvSpPr>
          <p:nvPr>
            <p:ph type="body" sz="quarter" idx="10"/>
          </p:nvPr>
        </p:nvSpPr>
        <p:spPr>
          <a:xfrm>
            <a:off x="0" y="222939"/>
            <a:ext cx="9144000" cy="663766"/>
          </a:xfrm>
        </p:spPr>
        <p:txBody>
          <a:bodyPr vert="horz" anchor="t"/>
          <a:lstStyle/>
          <a:p>
            <a:r>
              <a:rPr lang="en-US" sz="2400" b="1" dirty="0"/>
              <a:t>Findings:</a:t>
            </a:r>
            <a:endParaRPr lang="en-US" b="1" dirty="0"/>
          </a:p>
          <a:p>
            <a:r>
              <a:rPr lang="en-US" sz="2400" dirty="0"/>
              <a:t>Difficulties finding OSS in the decreasing copyrights</a:t>
            </a:r>
          </a:p>
        </p:txBody>
      </p:sp>
      <p:sp>
        <p:nvSpPr>
          <p:cNvPr id="4" name="Slide Number Placeholder 3">
            <a:extLst>
              <a:ext uri="{FF2B5EF4-FFF2-40B4-BE49-F238E27FC236}">
                <a16:creationId xmlns:a16="http://schemas.microsoft.com/office/drawing/2014/main" id="{D43119CF-D4DF-49B2-A6B4-6544B3BCBA0F}"/>
              </a:ext>
            </a:extLst>
          </p:cNvPr>
          <p:cNvSpPr>
            <a:spLocks noGrp="1"/>
          </p:cNvSpPr>
          <p:nvPr>
            <p:ph type="sldNum" sz="quarter" idx="4"/>
          </p:nvPr>
        </p:nvSpPr>
        <p:spPr/>
        <p:txBody>
          <a:bodyPr/>
          <a:lstStyle/>
          <a:p>
            <a:fld id="{0F418C06-167A-E646-9EF6-18275B625F6B}" type="slidenum">
              <a:rPr lang="en-US" smtClean="0"/>
              <a:pPr/>
              <a:t>13</a:t>
            </a:fld>
            <a:endParaRPr lang="en-US"/>
          </a:p>
        </p:txBody>
      </p:sp>
      <p:sp>
        <p:nvSpPr>
          <p:cNvPr id="15" name="TextBox 14">
            <a:extLst>
              <a:ext uri="{FF2B5EF4-FFF2-40B4-BE49-F238E27FC236}">
                <a16:creationId xmlns:a16="http://schemas.microsoft.com/office/drawing/2014/main" id="{A28FB2A3-C6A0-4834-AB8E-76C8863A7ED7}"/>
              </a:ext>
            </a:extLst>
          </p:cNvPr>
          <p:cNvSpPr txBox="1"/>
          <p:nvPr/>
        </p:nvSpPr>
        <p:spPr>
          <a:xfrm>
            <a:off x="-1685924" y="3542881"/>
            <a:ext cx="816428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600" dirty="0">
                <a:solidFill>
                  <a:srgbClr val="002060"/>
                </a:solidFill>
              </a:rPr>
              <a:t>55 </a:t>
            </a:r>
            <a:endParaRPr lang="en-US" sz="9600" dirty="0">
              <a:solidFill>
                <a:srgbClr val="002060"/>
              </a:solidFill>
              <a:cs typeface="Calibri"/>
            </a:endParaRPr>
          </a:p>
        </p:txBody>
      </p:sp>
      <p:sp>
        <p:nvSpPr>
          <p:cNvPr id="3" name="Text Placeholder 2">
            <a:extLst>
              <a:ext uri="{FF2B5EF4-FFF2-40B4-BE49-F238E27FC236}">
                <a16:creationId xmlns:a16="http://schemas.microsoft.com/office/drawing/2014/main" id="{8F721D33-972A-4843-9395-A8380C945858}"/>
              </a:ext>
            </a:extLst>
          </p:cNvPr>
          <p:cNvSpPr txBox="1">
            <a:spLocks/>
          </p:cNvSpPr>
          <p:nvPr/>
        </p:nvSpPr>
        <p:spPr>
          <a:xfrm>
            <a:off x="302760" y="1643516"/>
            <a:ext cx="4064721" cy="3567112"/>
          </a:xfrm>
          <a:prstGeom prst="rect">
            <a:avLst/>
          </a:prstGeom>
        </p:spPr>
        <p:txBody>
          <a:bodyPr vert="horz"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000" b="1" dirty="0">
                <a:solidFill>
                  <a:schemeClr val="tx1">
                    <a:lumMod val="75000"/>
                    <a:lumOff val="25000"/>
                  </a:schemeClr>
                </a:solidFill>
                <a:cs typeface="Calibri"/>
              </a:rPr>
              <a:t>Identifying OSS in the data</a:t>
            </a:r>
            <a:endParaRPr lang="en-US"/>
          </a:p>
          <a:p>
            <a:pPr marL="285750" indent="-285750"/>
            <a:r>
              <a:rPr lang="en-US" sz="2000" dirty="0">
                <a:solidFill>
                  <a:schemeClr val="tx1">
                    <a:lumMod val="75000"/>
                    <a:lumOff val="25000"/>
                  </a:schemeClr>
                </a:solidFill>
              </a:rPr>
              <a:t>Queried the database for OSS-identifiable characteristics</a:t>
            </a:r>
            <a:endParaRPr lang="en-US" sz="2000" dirty="0">
              <a:solidFill>
                <a:schemeClr val="tx1">
                  <a:lumMod val="75000"/>
                  <a:lumOff val="25000"/>
                </a:schemeClr>
              </a:solidFill>
              <a:cs typeface="Calibri"/>
            </a:endParaRPr>
          </a:p>
          <a:p>
            <a:pPr lvl="1"/>
            <a:r>
              <a:rPr lang="en-US" sz="1600" dirty="0">
                <a:solidFill>
                  <a:schemeClr val="tx1">
                    <a:lumMod val="75000"/>
                    <a:lumOff val="25000"/>
                  </a:schemeClr>
                </a:solidFill>
              </a:rPr>
              <a:t>Typical terms:  "OSS", "Free Software"</a:t>
            </a:r>
            <a:endParaRPr lang="en-US" sz="1600" dirty="0">
              <a:solidFill>
                <a:schemeClr val="tx1">
                  <a:lumMod val="75000"/>
                  <a:lumOff val="25000"/>
                </a:schemeClr>
              </a:solidFill>
              <a:cs typeface="Calibri"/>
            </a:endParaRPr>
          </a:p>
          <a:p>
            <a:pPr lvl="1"/>
            <a:r>
              <a:rPr lang="en-US" sz="1600" dirty="0">
                <a:solidFill>
                  <a:schemeClr val="tx1">
                    <a:lumMod val="75000"/>
                    <a:lumOff val="25000"/>
                  </a:schemeClr>
                </a:solidFill>
                <a:cs typeface="Calibri"/>
              </a:rPr>
              <a:t>Licenses: MIT, APACHE, BSD, GNU, GPL</a:t>
            </a:r>
          </a:p>
          <a:p>
            <a:pPr lvl="1"/>
            <a:r>
              <a:rPr lang="en-US" sz="1600" dirty="0">
                <a:solidFill>
                  <a:schemeClr val="tx1">
                    <a:lumMod val="75000"/>
                    <a:lumOff val="25000"/>
                  </a:schemeClr>
                </a:solidFill>
                <a:cs typeface="Calibri"/>
              </a:rPr>
              <a:t>Large Programs: R, Python, Android</a:t>
            </a:r>
          </a:p>
        </p:txBody>
      </p:sp>
      <p:sp>
        <p:nvSpPr>
          <p:cNvPr id="5" name="TextBox 4">
            <a:extLst>
              <a:ext uri="{FF2B5EF4-FFF2-40B4-BE49-F238E27FC236}">
                <a16:creationId xmlns:a16="http://schemas.microsoft.com/office/drawing/2014/main" id="{61878908-5ACA-4EF4-ADB3-DD118703F945}"/>
              </a:ext>
            </a:extLst>
          </p:cNvPr>
          <p:cNvSpPr txBox="1"/>
          <p:nvPr/>
        </p:nvSpPr>
        <p:spPr>
          <a:xfrm>
            <a:off x="1197429" y="488405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2060"/>
                </a:solidFill>
              </a:rPr>
              <a:t>Identified so far</a:t>
            </a:r>
            <a:endParaRPr lang="en-US" sz="2400" dirty="0"/>
          </a:p>
        </p:txBody>
      </p:sp>
      <p:sp>
        <p:nvSpPr>
          <p:cNvPr id="12" name="TextBox 1">
            <a:extLst>
              <a:ext uri="{FF2B5EF4-FFF2-40B4-BE49-F238E27FC236}">
                <a16:creationId xmlns:a16="http://schemas.microsoft.com/office/drawing/2014/main" id="{D97815C4-87B1-43E7-B0CE-644C5EE45363}"/>
              </a:ext>
            </a:extLst>
          </p:cNvPr>
          <p:cNvSpPr txBox="1"/>
          <p:nvPr/>
        </p:nvSpPr>
        <p:spPr>
          <a:xfrm>
            <a:off x="4987951" y="4593824"/>
            <a:ext cx="389708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solidFill>
                  <a:schemeClr val="tx2">
                    <a:lumMod val="75000"/>
                  </a:schemeClr>
                </a:solidFill>
                <a:cs typeface="Calibri"/>
              </a:rPr>
              <a:t>The number of computer-file copyright applications is decreasing</a:t>
            </a:r>
          </a:p>
        </p:txBody>
      </p:sp>
      <p:pic>
        <p:nvPicPr>
          <p:cNvPr id="6" name="Picture 6" descr="A screenshot of a cell phone&#10;&#10;Description generated with very high confidence">
            <a:extLst>
              <a:ext uri="{FF2B5EF4-FFF2-40B4-BE49-F238E27FC236}">
                <a16:creationId xmlns:a16="http://schemas.microsoft.com/office/drawing/2014/main" id="{FB971827-5E29-444B-B02C-C7D71E725182}"/>
              </a:ext>
            </a:extLst>
          </p:cNvPr>
          <p:cNvPicPr>
            <a:picLocks noChangeAspect="1"/>
          </p:cNvPicPr>
          <p:nvPr/>
        </p:nvPicPr>
        <p:blipFill rotWithShape="1">
          <a:blip r:embed="rId4"/>
          <a:srcRect t="-59" r="-131" b="45304"/>
          <a:stretch/>
        </p:blipFill>
        <p:spPr>
          <a:xfrm>
            <a:off x="554658" y="5373656"/>
            <a:ext cx="2746796" cy="712002"/>
          </a:xfrm>
          <a:prstGeom prst="rect">
            <a:avLst/>
          </a:prstGeom>
        </p:spPr>
      </p:pic>
      <p:pic>
        <p:nvPicPr>
          <p:cNvPr id="8" name="Picture 8" descr="A screenshot of a cell phone&#10;&#10;Description generated with very high confidence">
            <a:extLst>
              <a:ext uri="{FF2B5EF4-FFF2-40B4-BE49-F238E27FC236}">
                <a16:creationId xmlns:a16="http://schemas.microsoft.com/office/drawing/2014/main" id="{51484C58-8845-4F5F-A8AE-F56CE1F521B4}"/>
              </a:ext>
            </a:extLst>
          </p:cNvPr>
          <p:cNvPicPr>
            <a:picLocks noChangeAspect="1"/>
          </p:cNvPicPr>
          <p:nvPr/>
        </p:nvPicPr>
        <p:blipFill rotWithShape="1">
          <a:blip r:embed="rId5"/>
          <a:srcRect t="8" r="4167" b="55545"/>
          <a:stretch/>
        </p:blipFill>
        <p:spPr>
          <a:xfrm>
            <a:off x="3254315" y="5371239"/>
            <a:ext cx="1240738" cy="713074"/>
          </a:xfrm>
          <a:prstGeom prst="rect">
            <a:avLst/>
          </a:prstGeom>
        </p:spPr>
      </p:pic>
    </p:spTree>
    <p:extLst>
      <p:ext uri="{BB962C8B-B14F-4D97-AF65-F5344CB8AC3E}">
        <p14:creationId xmlns:p14="http://schemas.microsoft.com/office/powerpoint/2010/main" val="177094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03EA492-FBF7-4DB2-98F7-97FC399A2493}"/>
              </a:ext>
            </a:extLst>
          </p:cNvPr>
          <p:cNvSpPr txBox="1">
            <a:spLocks/>
          </p:cNvSpPr>
          <p:nvPr/>
        </p:nvSpPr>
        <p:spPr>
          <a:xfrm>
            <a:off x="302760" y="1643516"/>
            <a:ext cx="4064721" cy="3567112"/>
          </a:xfrm>
          <a:prstGeom prst="rect">
            <a:avLst/>
          </a:prstGeom>
        </p:spPr>
        <p:txBody>
          <a:bodyPr vert="horz"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000" b="1">
                <a:solidFill>
                  <a:schemeClr val="tx1">
                    <a:lumMod val="75000"/>
                    <a:lumOff val="25000"/>
                  </a:schemeClr>
                </a:solidFill>
                <a:cs typeface="Calibri"/>
              </a:rPr>
              <a:t>Identifying OSS in the data</a:t>
            </a:r>
            <a:endParaRPr lang="en-US"/>
          </a:p>
          <a:p>
            <a:pPr marL="285750" indent="-285750"/>
            <a:r>
              <a:rPr lang="en-US" sz="2000">
                <a:solidFill>
                  <a:schemeClr val="tx1">
                    <a:lumMod val="75000"/>
                    <a:lumOff val="25000"/>
                  </a:schemeClr>
                </a:solidFill>
              </a:rPr>
              <a:t>Queried the database for OSS-identifiable characteristics</a:t>
            </a:r>
            <a:endParaRPr lang="en-US" sz="2000">
              <a:solidFill>
                <a:schemeClr val="tx1">
                  <a:lumMod val="75000"/>
                  <a:lumOff val="25000"/>
                </a:schemeClr>
              </a:solidFill>
              <a:cs typeface="Calibri"/>
            </a:endParaRPr>
          </a:p>
          <a:p>
            <a:pPr lvl="1"/>
            <a:r>
              <a:rPr lang="en-US" sz="1600">
                <a:solidFill>
                  <a:schemeClr val="tx1">
                    <a:lumMod val="75000"/>
                    <a:lumOff val="25000"/>
                  </a:schemeClr>
                </a:solidFill>
              </a:rPr>
              <a:t>Typical terms:  "OSS", "Free Software"</a:t>
            </a:r>
            <a:endParaRPr lang="en-US" sz="1600">
              <a:solidFill>
                <a:schemeClr val="tx1">
                  <a:lumMod val="75000"/>
                  <a:lumOff val="25000"/>
                </a:schemeClr>
              </a:solidFill>
              <a:cs typeface="Calibri"/>
            </a:endParaRPr>
          </a:p>
          <a:p>
            <a:pPr lvl="1"/>
            <a:r>
              <a:rPr lang="en-US" sz="1600">
                <a:solidFill>
                  <a:schemeClr val="tx1">
                    <a:lumMod val="75000"/>
                    <a:lumOff val="25000"/>
                  </a:schemeClr>
                </a:solidFill>
                <a:cs typeface="Calibri"/>
              </a:rPr>
              <a:t>Licenses: MIT, APACHE, BSD, GNU, GPL</a:t>
            </a:r>
          </a:p>
          <a:p>
            <a:pPr lvl="1"/>
            <a:r>
              <a:rPr lang="en-US" sz="1600">
                <a:solidFill>
                  <a:schemeClr val="tx1">
                    <a:lumMod val="75000"/>
                    <a:lumOff val="25000"/>
                  </a:schemeClr>
                </a:solidFill>
                <a:cs typeface="Calibri"/>
              </a:rPr>
              <a:t>Large Programs: R, Python, Android</a:t>
            </a:r>
          </a:p>
        </p:txBody>
      </p:sp>
      <p:sp>
        <p:nvSpPr>
          <p:cNvPr id="19" name="TextBox 18">
            <a:extLst>
              <a:ext uri="{FF2B5EF4-FFF2-40B4-BE49-F238E27FC236}">
                <a16:creationId xmlns:a16="http://schemas.microsoft.com/office/drawing/2014/main" id="{8C38A028-9785-40C1-B4A3-86033C60DB5E}"/>
              </a:ext>
            </a:extLst>
          </p:cNvPr>
          <p:cNvSpPr txBox="1"/>
          <p:nvPr/>
        </p:nvSpPr>
        <p:spPr>
          <a:xfrm>
            <a:off x="1197429" y="488405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2060"/>
                </a:solidFill>
              </a:rPr>
              <a:t>Identified so far</a:t>
            </a:r>
            <a:endParaRPr lang="en-US" sz="2400"/>
          </a:p>
        </p:txBody>
      </p:sp>
      <p:sp>
        <p:nvSpPr>
          <p:cNvPr id="9" name="TextBox 8">
            <a:extLst>
              <a:ext uri="{FF2B5EF4-FFF2-40B4-BE49-F238E27FC236}">
                <a16:creationId xmlns:a16="http://schemas.microsoft.com/office/drawing/2014/main" id="{72422585-BBE3-48AD-BD9A-787D799F2EE0}"/>
              </a:ext>
            </a:extLst>
          </p:cNvPr>
          <p:cNvSpPr txBox="1"/>
          <p:nvPr/>
        </p:nvSpPr>
        <p:spPr>
          <a:xfrm>
            <a:off x="-1685924" y="3542881"/>
            <a:ext cx="816428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600">
                <a:solidFill>
                  <a:srgbClr val="002060"/>
                </a:solidFill>
              </a:rPr>
              <a:t>55 </a:t>
            </a:r>
            <a:endParaRPr lang="en-US" sz="9600">
              <a:solidFill>
                <a:srgbClr val="002060"/>
              </a:solidFill>
              <a:cs typeface="Calibri"/>
            </a:endParaRPr>
          </a:p>
        </p:txBody>
      </p:sp>
      <p:pic>
        <p:nvPicPr>
          <p:cNvPr id="7" name="Picture 6" descr="A screenshot of a cell phone&#10;&#10;Description generated with very high confidence">
            <a:extLst>
              <a:ext uri="{FF2B5EF4-FFF2-40B4-BE49-F238E27FC236}">
                <a16:creationId xmlns:a16="http://schemas.microsoft.com/office/drawing/2014/main" id="{470C155F-044E-439E-92FD-6D943F8360F3}"/>
              </a:ext>
            </a:extLst>
          </p:cNvPr>
          <p:cNvPicPr>
            <a:picLocks noChangeAspect="1"/>
          </p:cNvPicPr>
          <p:nvPr/>
        </p:nvPicPr>
        <p:blipFill rotWithShape="1">
          <a:blip r:embed="rId3"/>
          <a:srcRect t="-59" r="-131" b="45304"/>
          <a:stretch/>
        </p:blipFill>
        <p:spPr>
          <a:xfrm>
            <a:off x="554658" y="5373656"/>
            <a:ext cx="2746796" cy="712002"/>
          </a:xfrm>
          <a:prstGeom prst="rect">
            <a:avLst/>
          </a:prstGeom>
        </p:spPr>
      </p:pic>
      <p:pic>
        <p:nvPicPr>
          <p:cNvPr id="8" name="Picture 8" descr="A screenshot of a cell phone&#10;&#10;Description generated with very high confidence">
            <a:extLst>
              <a:ext uri="{FF2B5EF4-FFF2-40B4-BE49-F238E27FC236}">
                <a16:creationId xmlns:a16="http://schemas.microsoft.com/office/drawing/2014/main" id="{2DD215FC-168C-4906-83A6-17C3CB41FA63}"/>
              </a:ext>
            </a:extLst>
          </p:cNvPr>
          <p:cNvPicPr>
            <a:picLocks noChangeAspect="1"/>
          </p:cNvPicPr>
          <p:nvPr/>
        </p:nvPicPr>
        <p:blipFill rotWithShape="1">
          <a:blip r:embed="rId4"/>
          <a:srcRect t="8" r="4167" b="55545"/>
          <a:stretch/>
        </p:blipFill>
        <p:spPr>
          <a:xfrm>
            <a:off x="3254315" y="5371239"/>
            <a:ext cx="1240738" cy="713074"/>
          </a:xfrm>
          <a:prstGeom prst="rect">
            <a:avLst/>
          </a:prstGeom>
        </p:spPr>
      </p:pic>
      <p:sp>
        <p:nvSpPr>
          <p:cNvPr id="2" name="Text Placeholder 1">
            <a:extLst>
              <a:ext uri="{FF2B5EF4-FFF2-40B4-BE49-F238E27FC236}">
                <a16:creationId xmlns:a16="http://schemas.microsoft.com/office/drawing/2014/main" id="{CD93875C-FF23-4372-A72A-870679201368}"/>
              </a:ext>
            </a:extLst>
          </p:cNvPr>
          <p:cNvSpPr>
            <a:spLocks noGrp="1"/>
          </p:cNvSpPr>
          <p:nvPr>
            <p:ph type="body" sz="quarter" idx="10"/>
          </p:nvPr>
        </p:nvSpPr>
        <p:spPr>
          <a:xfrm>
            <a:off x="0" y="222939"/>
            <a:ext cx="9144000" cy="663766"/>
          </a:xfrm>
        </p:spPr>
        <p:txBody>
          <a:bodyPr vert="horz" anchor="t"/>
          <a:lstStyle/>
          <a:p>
            <a:r>
              <a:rPr lang="en-US" sz="2400" b="1"/>
              <a:t>Findings:</a:t>
            </a:r>
            <a:endParaRPr lang="en-US" b="1"/>
          </a:p>
          <a:p>
            <a:r>
              <a:rPr lang="en-US" sz="2400"/>
              <a:t>Difficulties finding OSS in the decreasing copyrights</a:t>
            </a:r>
          </a:p>
        </p:txBody>
      </p:sp>
      <p:sp>
        <p:nvSpPr>
          <p:cNvPr id="4" name="Slide Number Placeholder 3">
            <a:extLst>
              <a:ext uri="{FF2B5EF4-FFF2-40B4-BE49-F238E27FC236}">
                <a16:creationId xmlns:a16="http://schemas.microsoft.com/office/drawing/2014/main" id="{D43119CF-D4DF-49B2-A6B4-6544B3BCBA0F}"/>
              </a:ext>
            </a:extLst>
          </p:cNvPr>
          <p:cNvSpPr>
            <a:spLocks noGrp="1"/>
          </p:cNvSpPr>
          <p:nvPr>
            <p:ph type="sldNum" sz="quarter" idx="4"/>
          </p:nvPr>
        </p:nvSpPr>
        <p:spPr/>
        <p:txBody>
          <a:bodyPr/>
          <a:lstStyle/>
          <a:p>
            <a:fld id="{0F418C06-167A-E646-9EF6-18275B625F6B}" type="slidenum">
              <a:rPr lang="en-US" smtClean="0"/>
              <a:pPr/>
              <a:t>14</a:t>
            </a:fld>
            <a:endParaRPr lang="en-US"/>
          </a:p>
        </p:txBody>
      </p:sp>
      <p:pic>
        <p:nvPicPr>
          <p:cNvPr id="10" name="Picture 9" descr="A screenshot of a cell phone&#10;&#10;Description generated with high confidence">
            <a:extLst>
              <a:ext uri="{FF2B5EF4-FFF2-40B4-BE49-F238E27FC236}">
                <a16:creationId xmlns:a16="http://schemas.microsoft.com/office/drawing/2014/main" id="{65E99D5E-3DE6-4AAF-982A-7FBA1E85EB7D}"/>
              </a:ext>
            </a:extLst>
          </p:cNvPr>
          <p:cNvPicPr>
            <a:picLocks noChangeAspect="1"/>
          </p:cNvPicPr>
          <p:nvPr/>
        </p:nvPicPr>
        <p:blipFill>
          <a:blip r:embed="rId5"/>
          <a:stretch>
            <a:fillRect/>
          </a:stretch>
        </p:blipFill>
        <p:spPr>
          <a:xfrm>
            <a:off x="4093622" y="1474902"/>
            <a:ext cx="4963885" cy="3073306"/>
          </a:xfrm>
          <a:prstGeom prst="rect">
            <a:avLst/>
          </a:prstGeom>
        </p:spPr>
      </p:pic>
      <p:sp>
        <p:nvSpPr>
          <p:cNvPr id="12" name="TextBox 1">
            <a:extLst>
              <a:ext uri="{FF2B5EF4-FFF2-40B4-BE49-F238E27FC236}">
                <a16:creationId xmlns:a16="http://schemas.microsoft.com/office/drawing/2014/main" id="{D97815C4-87B1-43E7-B0CE-644C5EE45363}"/>
              </a:ext>
            </a:extLst>
          </p:cNvPr>
          <p:cNvSpPr txBox="1"/>
          <p:nvPr/>
        </p:nvSpPr>
        <p:spPr>
          <a:xfrm>
            <a:off x="4987952" y="4593824"/>
            <a:ext cx="389708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solidFill>
                  <a:schemeClr val="tx2">
                    <a:lumMod val="75000"/>
                  </a:schemeClr>
                </a:solidFill>
                <a:cs typeface="Calibri"/>
              </a:rPr>
              <a:t>The number of computer-file copyright applications is decreasing</a:t>
            </a:r>
          </a:p>
        </p:txBody>
      </p:sp>
      <p:sp>
        <p:nvSpPr>
          <p:cNvPr id="6" name="TextBox 5">
            <a:extLst>
              <a:ext uri="{FF2B5EF4-FFF2-40B4-BE49-F238E27FC236}">
                <a16:creationId xmlns:a16="http://schemas.microsoft.com/office/drawing/2014/main" id="{1E9316F5-59FB-4106-96CC-3B4DEA41FBE5}"/>
              </a:ext>
            </a:extLst>
          </p:cNvPr>
          <p:cNvSpPr txBox="1"/>
          <p:nvPr/>
        </p:nvSpPr>
        <p:spPr>
          <a:xfrm rot="19980000">
            <a:off x="81018" y="1467892"/>
            <a:ext cx="8977085"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800" b="1">
                <a:solidFill>
                  <a:srgbClr val="FF0000"/>
                </a:solidFill>
              </a:rPr>
              <a:t>Copyrights are NOT a good source for OSS</a:t>
            </a:r>
            <a:endParaRPr lang="en-US" sz="8800"/>
          </a:p>
        </p:txBody>
      </p:sp>
    </p:spTree>
    <p:extLst>
      <p:ext uri="{BB962C8B-B14F-4D97-AF65-F5344CB8AC3E}">
        <p14:creationId xmlns:p14="http://schemas.microsoft.com/office/powerpoint/2010/main" val="100345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CA0405-BE44-49C0-87E6-1A6DF1FBC43E}"/>
              </a:ext>
            </a:extLst>
          </p:cNvPr>
          <p:cNvSpPr>
            <a:spLocks noGrp="1"/>
          </p:cNvSpPr>
          <p:nvPr>
            <p:ph type="body" sz="quarter" idx="13"/>
          </p:nvPr>
        </p:nvSpPr>
        <p:spPr/>
        <p:txBody>
          <a:bodyPr vert="horz" anchor="t"/>
          <a:lstStyle/>
          <a:p>
            <a:r>
              <a:rPr lang="en-US" dirty="0">
                <a:solidFill>
                  <a:srgbClr val="1F497D"/>
                </a:solidFill>
              </a:rPr>
              <a:t>Challenges and Next Steps:</a:t>
            </a:r>
          </a:p>
        </p:txBody>
      </p:sp>
      <p:sp>
        <p:nvSpPr>
          <p:cNvPr id="4" name="Text Placeholder 3">
            <a:extLst>
              <a:ext uri="{FF2B5EF4-FFF2-40B4-BE49-F238E27FC236}">
                <a16:creationId xmlns:a16="http://schemas.microsoft.com/office/drawing/2014/main" id="{A021386D-66FF-4D22-BE55-3BB9EB9CF6F6}"/>
              </a:ext>
            </a:extLst>
          </p:cNvPr>
          <p:cNvSpPr>
            <a:spLocks noGrp="1"/>
          </p:cNvSpPr>
          <p:nvPr>
            <p:ph type="body" sz="quarter" idx="15"/>
          </p:nvPr>
        </p:nvSpPr>
        <p:spPr>
          <a:xfrm>
            <a:off x="4713289" y="1649908"/>
            <a:ext cx="4122283" cy="3567112"/>
          </a:xfrm>
        </p:spPr>
        <p:txBody>
          <a:bodyPr vert="horz" anchor="t"/>
          <a:lstStyle/>
          <a:p>
            <a:pPr algn="ctr"/>
            <a:r>
              <a:rPr lang="en-US" b="1" dirty="0">
                <a:solidFill>
                  <a:schemeClr val="tx1">
                    <a:lumMod val="75000"/>
                    <a:lumOff val="25000"/>
                  </a:schemeClr>
                </a:solidFill>
                <a:latin typeface="ITC Franklin Gothic"/>
              </a:rPr>
              <a:t>Explore alternative data sources </a:t>
            </a:r>
            <a:endParaRPr lang="en-US" dirty="0">
              <a:solidFill>
                <a:schemeClr val="tx1">
                  <a:lumMod val="75000"/>
                  <a:lumOff val="25000"/>
                </a:schemeClr>
              </a:solidFill>
              <a:latin typeface="ITC Franklin Gothic"/>
            </a:endParaRPr>
          </a:p>
          <a:p>
            <a:pPr marL="285750" indent="-285750">
              <a:buFont typeface="Arial"/>
              <a:buChar char="•"/>
            </a:pPr>
            <a:r>
              <a:rPr lang="en-US" dirty="0">
                <a:solidFill>
                  <a:schemeClr val="tx1">
                    <a:lumMod val="75000"/>
                    <a:lumOff val="25000"/>
                  </a:schemeClr>
                </a:solidFill>
                <a:latin typeface="ITC Franklin Gothic"/>
              </a:rPr>
              <a:t>Code.gov - Government OSS</a:t>
            </a:r>
          </a:p>
          <a:p>
            <a:pPr marL="1028700" lvl="1"/>
            <a:r>
              <a:rPr lang="en-US" sz="1800" dirty="0">
                <a:solidFill>
                  <a:schemeClr val="tx1">
                    <a:lumMod val="75000"/>
                    <a:lumOff val="25000"/>
                  </a:schemeClr>
                </a:solidFill>
                <a:latin typeface="ITC Franklin Gothic"/>
              </a:rPr>
              <a:t>Create government sector universe</a:t>
            </a:r>
            <a:endParaRPr lang="en-US" sz="1800" dirty="0">
              <a:solidFill>
                <a:schemeClr val="tx1">
                  <a:lumMod val="75000"/>
                  <a:lumOff val="25000"/>
                </a:schemeClr>
              </a:solidFill>
              <a:latin typeface="ITC Franklin Gothic"/>
              <a:cs typeface="Calibri"/>
            </a:endParaRPr>
          </a:p>
          <a:p>
            <a:pPr marL="1028700" lvl="1"/>
            <a:r>
              <a:rPr lang="en-US" sz="1800" dirty="0">
                <a:solidFill>
                  <a:schemeClr val="tx1">
                    <a:lumMod val="75000"/>
                    <a:lumOff val="25000"/>
                  </a:schemeClr>
                </a:solidFill>
                <a:latin typeface="ITC Franklin Gothic"/>
              </a:rPr>
              <a:t>Scrape their repos (GitHub, Bitbucket, </a:t>
            </a:r>
            <a:r>
              <a:rPr lang="en-US" sz="1800" dirty="0" err="1">
                <a:solidFill>
                  <a:schemeClr val="tx1">
                    <a:lumMod val="75000"/>
                    <a:lumOff val="25000"/>
                  </a:schemeClr>
                </a:solidFill>
                <a:latin typeface="ITC Franklin Gothic"/>
              </a:rPr>
              <a:t>SourceForge</a:t>
            </a:r>
            <a:r>
              <a:rPr lang="en-US" sz="1800" dirty="0">
                <a:solidFill>
                  <a:schemeClr val="tx1">
                    <a:lumMod val="75000"/>
                    <a:lumOff val="25000"/>
                  </a:schemeClr>
                </a:solidFill>
                <a:latin typeface="ITC Franklin Gothic"/>
              </a:rPr>
              <a:t>, etc.)</a:t>
            </a:r>
            <a:endParaRPr lang="en-US" sz="1200">
              <a:solidFill>
                <a:schemeClr val="tx1">
                  <a:lumMod val="75000"/>
                  <a:lumOff val="25000"/>
                </a:schemeClr>
              </a:solidFill>
              <a:latin typeface="ITC Franklin Gothic"/>
            </a:endParaRPr>
          </a:p>
          <a:p>
            <a:pPr marL="1028700" lvl="1"/>
            <a:endParaRPr lang="en-US" sz="1000" b="1" dirty="0">
              <a:solidFill>
                <a:schemeClr val="tx1">
                  <a:lumMod val="75000"/>
                  <a:lumOff val="25000"/>
                </a:schemeClr>
              </a:solidFill>
              <a:latin typeface="ITC Franklin Gothic"/>
            </a:endParaRPr>
          </a:p>
          <a:p>
            <a:r>
              <a:rPr lang="en-US" sz="2000" b="1" dirty="0">
                <a:solidFill>
                  <a:schemeClr val="tx1">
                    <a:lumMod val="75000"/>
                    <a:lumOff val="25000"/>
                  </a:schemeClr>
                </a:solidFill>
                <a:latin typeface="ITC Franklin Gothic"/>
              </a:rPr>
              <a:t>       Redefine the universe</a:t>
            </a:r>
            <a:endParaRPr lang="en-US" sz="2000" dirty="0">
              <a:solidFill>
                <a:schemeClr val="tx1">
                  <a:lumMod val="75000"/>
                  <a:lumOff val="25000"/>
                </a:schemeClr>
              </a:solidFill>
              <a:latin typeface="ITC Franklin Gothic"/>
            </a:endParaRPr>
          </a:p>
          <a:p>
            <a:pPr marL="285750" indent="-285750">
              <a:buFont typeface="Arial,Sans-Serif"/>
              <a:buChar char="•"/>
            </a:pPr>
            <a:r>
              <a:rPr lang="en-US" dirty="0">
                <a:solidFill>
                  <a:schemeClr val="tx1">
                    <a:lumMod val="75000"/>
                    <a:lumOff val="25000"/>
                  </a:schemeClr>
                </a:solidFill>
              </a:rPr>
              <a:t>Perhaps registration is not a common practice—change definition of the universe </a:t>
            </a:r>
          </a:p>
          <a:p>
            <a:pPr marL="1028700" lvl="1">
              <a:buFont typeface="Arial,Sans-Serif"/>
              <a:buChar char="•"/>
            </a:pPr>
            <a:r>
              <a:rPr lang="en-US" sz="2000" dirty="0">
                <a:solidFill>
                  <a:schemeClr val="tx1">
                    <a:lumMod val="75000"/>
                    <a:lumOff val="25000"/>
                  </a:schemeClr>
                </a:solidFill>
                <a:latin typeface="ITC Franklin Gothic Std Book Condensed"/>
              </a:rPr>
              <a:t>GitHub repositories with OSI-approved licenses  </a:t>
            </a:r>
            <a:endParaRPr lang="en-US" sz="2000" dirty="0">
              <a:solidFill>
                <a:schemeClr val="tx1">
                  <a:lumMod val="75000"/>
                  <a:lumOff val="25000"/>
                </a:schemeClr>
              </a:solidFill>
            </a:endParaRPr>
          </a:p>
          <a:p>
            <a:endParaRPr lang="en-US" dirty="0">
              <a:solidFill>
                <a:schemeClr val="tx1">
                  <a:lumMod val="75000"/>
                  <a:lumOff val="25000"/>
                </a:schemeClr>
              </a:solidFill>
              <a:latin typeface="ITC Franklin Gothic"/>
            </a:endParaRPr>
          </a:p>
          <a:p>
            <a:pPr marL="285750" indent="-285750">
              <a:buFont typeface="Arial"/>
              <a:buChar char="•"/>
            </a:pPr>
            <a:endParaRPr lang="en-US" dirty="0">
              <a:solidFill>
                <a:schemeClr val="tx1">
                  <a:lumMod val="75000"/>
                  <a:lumOff val="25000"/>
                </a:schemeClr>
              </a:solidFill>
              <a:latin typeface="ITC Franklin Gothic"/>
            </a:endParaRPr>
          </a:p>
        </p:txBody>
      </p:sp>
      <p:sp>
        <p:nvSpPr>
          <p:cNvPr id="5" name="Slide Number Placeholder 4">
            <a:extLst>
              <a:ext uri="{FF2B5EF4-FFF2-40B4-BE49-F238E27FC236}">
                <a16:creationId xmlns:a16="http://schemas.microsoft.com/office/drawing/2014/main" id="{A90CB2EB-9129-4B9A-9BBB-1A42A0D117B7}"/>
              </a:ext>
            </a:extLst>
          </p:cNvPr>
          <p:cNvSpPr>
            <a:spLocks noGrp="1"/>
          </p:cNvSpPr>
          <p:nvPr>
            <p:ph type="sldNum" sz="quarter" idx="4"/>
          </p:nvPr>
        </p:nvSpPr>
        <p:spPr/>
        <p:txBody>
          <a:bodyPr/>
          <a:lstStyle/>
          <a:p>
            <a:fld id="{0F418C06-167A-E646-9EF6-18275B625F6B}" type="slidenum">
              <a:rPr lang="en-US" smtClean="0"/>
              <a:pPr/>
              <a:t>15</a:t>
            </a:fld>
            <a:endParaRPr lang="en-US"/>
          </a:p>
        </p:txBody>
      </p:sp>
      <p:pic>
        <p:nvPicPr>
          <p:cNvPr id="6" name="Picture 6" descr="A screenshot of a cell phone&#10;&#10;Description generated with very high confidence">
            <a:extLst>
              <a:ext uri="{FF2B5EF4-FFF2-40B4-BE49-F238E27FC236}">
                <a16:creationId xmlns:a16="http://schemas.microsoft.com/office/drawing/2014/main" id="{8F431266-1B63-4345-A372-70C66610AD65}"/>
              </a:ext>
            </a:extLst>
          </p:cNvPr>
          <p:cNvPicPr>
            <a:picLocks noChangeAspect="1"/>
          </p:cNvPicPr>
          <p:nvPr/>
        </p:nvPicPr>
        <p:blipFill>
          <a:blip r:embed="rId3"/>
          <a:stretch>
            <a:fillRect/>
          </a:stretch>
        </p:blipFill>
        <p:spPr>
          <a:xfrm>
            <a:off x="522514" y="4507956"/>
            <a:ext cx="4187372" cy="1173117"/>
          </a:xfrm>
          <a:prstGeom prst="rect">
            <a:avLst/>
          </a:prstGeom>
        </p:spPr>
      </p:pic>
      <p:sp>
        <p:nvSpPr>
          <p:cNvPr id="9" name="TextBox 8">
            <a:extLst>
              <a:ext uri="{FF2B5EF4-FFF2-40B4-BE49-F238E27FC236}">
                <a16:creationId xmlns:a16="http://schemas.microsoft.com/office/drawing/2014/main" id="{CC1BDB50-43C5-4CC4-ABE7-6E7B343AA8D5}"/>
              </a:ext>
            </a:extLst>
          </p:cNvPr>
          <p:cNvSpPr txBox="1"/>
          <p:nvPr/>
        </p:nvSpPr>
        <p:spPr>
          <a:xfrm>
            <a:off x="740229" y="1502229"/>
            <a:ext cx="354874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t>What about Patents and Trademarks?</a:t>
            </a:r>
          </a:p>
        </p:txBody>
      </p:sp>
      <p:pic>
        <p:nvPicPr>
          <p:cNvPr id="14" name="Picture 14">
            <a:extLst>
              <a:ext uri="{FF2B5EF4-FFF2-40B4-BE49-F238E27FC236}">
                <a16:creationId xmlns:a16="http://schemas.microsoft.com/office/drawing/2014/main" id="{37F8DE2D-DC70-4616-9590-14D45257B990}"/>
              </a:ext>
            </a:extLst>
          </p:cNvPr>
          <p:cNvPicPr>
            <a:picLocks noChangeAspect="1"/>
          </p:cNvPicPr>
          <p:nvPr/>
        </p:nvPicPr>
        <p:blipFill>
          <a:blip r:embed="rId4"/>
          <a:stretch>
            <a:fillRect/>
          </a:stretch>
        </p:blipFill>
        <p:spPr>
          <a:xfrm>
            <a:off x="2786743" y="2710542"/>
            <a:ext cx="1436915" cy="1444172"/>
          </a:xfrm>
          <a:prstGeom prst="rect">
            <a:avLst/>
          </a:prstGeom>
        </p:spPr>
      </p:pic>
      <p:pic>
        <p:nvPicPr>
          <p:cNvPr id="16" name="Picture 16" descr="A close up of a sign&#10;&#10;Description generated with very high confidence">
            <a:extLst>
              <a:ext uri="{FF2B5EF4-FFF2-40B4-BE49-F238E27FC236}">
                <a16:creationId xmlns:a16="http://schemas.microsoft.com/office/drawing/2014/main" id="{FE65B38E-58DF-40C8-90E1-196DB9C4F2D1}"/>
              </a:ext>
            </a:extLst>
          </p:cNvPr>
          <p:cNvPicPr>
            <a:picLocks noChangeAspect="1"/>
          </p:cNvPicPr>
          <p:nvPr/>
        </p:nvPicPr>
        <p:blipFill>
          <a:blip r:embed="rId5"/>
          <a:stretch>
            <a:fillRect/>
          </a:stretch>
        </p:blipFill>
        <p:spPr>
          <a:xfrm>
            <a:off x="957943" y="2688770"/>
            <a:ext cx="1436915" cy="1436915"/>
          </a:xfrm>
          <a:prstGeom prst="rect">
            <a:avLst/>
          </a:prstGeom>
        </p:spPr>
      </p:pic>
    </p:spTree>
    <p:extLst>
      <p:ext uri="{BB962C8B-B14F-4D97-AF65-F5344CB8AC3E}">
        <p14:creationId xmlns:p14="http://schemas.microsoft.com/office/powerpoint/2010/main" val="314958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anchor="t"/>
          <a:lstStyle/>
          <a:p>
            <a:r>
              <a:rPr lang="en-US" sz="2800"/>
              <a:t>Defining and Measuring the Universe of Open Source Software Innovation</a:t>
            </a:r>
          </a:p>
        </p:txBody>
      </p:sp>
      <p:sp>
        <p:nvSpPr>
          <p:cNvPr id="4" name="Text Placeholder 3"/>
          <p:cNvSpPr>
            <a:spLocks noGrp="1"/>
          </p:cNvSpPr>
          <p:nvPr>
            <p:ph type="body" sz="quarter" idx="12"/>
          </p:nvPr>
        </p:nvSpPr>
        <p:spPr>
          <a:xfrm>
            <a:off x="-1867" y="2933145"/>
            <a:ext cx="9144000" cy="419581"/>
          </a:xfrm>
        </p:spPr>
        <p:txBody>
          <a:bodyPr vert="horz" anchor="t"/>
          <a:lstStyle/>
          <a:p>
            <a:r>
              <a:rPr lang="en-US" sz="2400" dirty="0"/>
              <a:t>THANK YOU</a:t>
            </a:r>
          </a:p>
        </p:txBody>
      </p:sp>
      <p:sp>
        <p:nvSpPr>
          <p:cNvPr id="8" name="Text Placeholder 3">
            <a:extLst>
              <a:ext uri="{FF2B5EF4-FFF2-40B4-BE49-F238E27FC236}">
                <a16:creationId xmlns:a16="http://schemas.microsoft.com/office/drawing/2014/main" id="{68AF6590-2CC3-4857-9CD5-0515D85BA563}"/>
              </a:ext>
            </a:extLst>
          </p:cNvPr>
          <p:cNvSpPr txBox="1">
            <a:spLocks/>
          </p:cNvSpPr>
          <p:nvPr/>
        </p:nvSpPr>
        <p:spPr>
          <a:xfrm>
            <a:off x="84906" y="3774627"/>
            <a:ext cx="9144000" cy="419581"/>
          </a:xfrm>
          <a:prstGeom prst="rect">
            <a:avLst/>
          </a:prstGeom>
        </p:spPr>
        <p:txBody>
          <a:bodyPr vert="horz" anchor="t"/>
          <a:lstStyle>
            <a:lvl1pPr marL="0" indent="0" algn="ctr" defTabSz="457200" rtl="0" eaLnBrk="1" latinLnBrk="0" hangingPunct="1">
              <a:spcBef>
                <a:spcPct val="20000"/>
              </a:spcBef>
              <a:buFontTx/>
              <a:buNone/>
              <a:defRPr sz="2800" kern="1200" baseline="0">
                <a:solidFill>
                  <a:schemeClr val="bg1"/>
                </a:solidFill>
                <a:latin typeface="ITC Franklin Gothic Std Book Compressed"/>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600" dirty="0"/>
              <a:t>QUESTIONS?</a:t>
            </a:r>
          </a:p>
        </p:txBody>
      </p:sp>
    </p:spTree>
    <p:extLst>
      <p:ext uri="{BB962C8B-B14F-4D97-AF65-F5344CB8AC3E}">
        <p14:creationId xmlns:p14="http://schemas.microsoft.com/office/powerpoint/2010/main" val="3115000516"/>
      </p:ext>
    </p:extLst>
  </p:cSld>
  <p:clrMapOvr>
    <a:masterClrMapping/>
  </p:clrMapOvr>
</p:sld>
</file>

<file path=ppt/theme/theme1.xml><?xml version="1.0" encoding="utf-8"?>
<a:theme xmlns:a="http://schemas.openxmlformats.org/drawingml/2006/main" name="title p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1: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2: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3: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92EF6C-D6BB-4608-BA35-E518DFB13D6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9398C21-B80A-44CA-B9D6-C49F82F3EA4B}"/>
</file>

<file path=customXml/itemProps3.xml><?xml version="1.0" encoding="utf-8"?>
<ds:datastoreItem xmlns:ds="http://schemas.openxmlformats.org/officeDocument/2006/customXml" ds:itemID="{5FC8BCE4-E7A4-4F71-BE85-274BB623D4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16</Slides>
  <Notes>15</Notes>
  <HiddenSlides>0</HiddenSlides>
  <ScaleCrop>false</ScaleCrop>
  <HeadingPairs>
    <vt:vector size="4" baseType="variant">
      <vt:variant>
        <vt:lpstr>Theme</vt:lpstr>
      </vt:variant>
      <vt:variant>
        <vt:i4>9</vt:i4>
      </vt:variant>
      <vt:variant>
        <vt:lpstr>Slide Titles</vt:lpstr>
      </vt:variant>
      <vt:variant>
        <vt:i4>16</vt:i4>
      </vt:variant>
    </vt:vector>
  </HeadingPairs>
  <TitlesOfParts>
    <vt:vector size="25" baseType="lpstr">
      <vt:lpstr>title page</vt:lpstr>
      <vt:lpstr>contents</vt:lpstr>
      <vt:lpstr>O1</vt:lpstr>
      <vt:lpstr>O1: image</vt:lpstr>
      <vt:lpstr>O2</vt:lpstr>
      <vt:lpstr>O2: image</vt:lpstr>
      <vt:lpstr>O3</vt:lpstr>
      <vt:lpstr>O3: image</vt:lpstr>
      <vt:lpstr>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Mikale</dc:creator>
  <cp:revision>5272</cp:revision>
  <dcterms:created xsi:type="dcterms:W3CDTF">2016-06-30T12:32:58Z</dcterms:created>
  <dcterms:modified xsi:type="dcterms:W3CDTF">2019-06-28T12:45:10Z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
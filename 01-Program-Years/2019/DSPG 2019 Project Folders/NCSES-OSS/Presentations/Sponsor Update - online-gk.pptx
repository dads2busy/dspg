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theme/theme4.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5.xml" ContentType="application/vnd.openxmlformats-officedocument.theme+xml"/>
  <Override PartName="/ppt/slideLayouts/slideLayout22.xml" ContentType="application/vnd.openxmlformats-officedocument.presentationml.slideLayout+xml"/>
  <Override PartName="/ppt/theme/theme6.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7.xml" ContentType="application/vnd.openxmlformats-officedocument.theme+xml"/>
  <Override PartName="/ppt/slideLayouts/slideLayout33.xml" ContentType="application/vnd.openxmlformats-officedocument.presentationml.slideLayout+xml"/>
  <Override PartName="/ppt/theme/theme8.xml" ContentType="application/vnd.openxmlformats-officedocument.theme+xml"/>
  <Override PartName="/ppt/slideLayouts/slideLayout34.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50" r:id="rId5"/>
    <p:sldMasterId id="2147483652" r:id="rId6"/>
    <p:sldMasterId id="2147483670" r:id="rId7"/>
    <p:sldMasterId id="2147483658" r:id="rId8"/>
    <p:sldMasterId id="2147483672" r:id="rId9"/>
    <p:sldMasterId id="2147483664" r:id="rId10"/>
    <p:sldMasterId id="2147483674" r:id="rId11"/>
    <p:sldMasterId id="2147483676" r:id="rId12"/>
  </p:sldMasterIdLst>
  <p:notesMasterIdLst>
    <p:notesMasterId r:id="rId30"/>
  </p:notesMasterIdLst>
  <p:handoutMasterIdLst>
    <p:handoutMasterId r:id="rId31"/>
  </p:handoutMasterIdLst>
  <p:sldIdLst>
    <p:sldId id="258" r:id="rId13"/>
    <p:sldId id="540" r:id="rId14"/>
    <p:sldId id="538" r:id="rId15"/>
    <p:sldId id="539" r:id="rId16"/>
    <p:sldId id="537" r:id="rId17"/>
    <p:sldId id="536" r:id="rId18"/>
    <p:sldId id="535" r:id="rId19"/>
    <p:sldId id="534" r:id="rId20"/>
    <p:sldId id="533" r:id="rId21"/>
    <p:sldId id="532" r:id="rId22"/>
    <p:sldId id="531" r:id="rId23"/>
    <p:sldId id="530" r:id="rId24"/>
    <p:sldId id="529" r:id="rId25"/>
    <p:sldId id="528" r:id="rId26"/>
    <p:sldId id="527" r:id="rId27"/>
    <p:sldId id="526" r:id="rId28"/>
    <p:sldId id="525" r:id="rId29"/>
  </p:sldIdLst>
  <p:sldSz cx="109728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45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cDonald, Sarah (sm9dv)" initials="M(" lastIdx="1" clrIdx="0">
    <p:extLst>
      <p:ext uri="{19B8F6BF-5375-455C-9EA6-DF929625EA0E}">
        <p15:presenceInfo xmlns:p15="http://schemas.microsoft.com/office/powerpoint/2012/main" userId="S::sm9dv@virginia.edu::9e8bfd15-d485-472e-bdd9-a28a60bbc615" providerId="AD"/>
      </p:ext>
    </p:extLst>
  </p:cmAuthor>
  <p:cmAuthor id="2" name="Thurston, Joel (jt9sz)" initials="T(" lastIdx="2" clrIdx="1">
    <p:extLst>
      <p:ext uri="{19B8F6BF-5375-455C-9EA6-DF929625EA0E}">
        <p15:presenceInfo xmlns:p15="http://schemas.microsoft.com/office/powerpoint/2012/main" userId="S::jt9sz@virginia.edu::0b817237-2e4a-4a07-ab95-9daea5bb590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4"/>
  </p:normalViewPr>
  <p:slideViewPr>
    <p:cSldViewPr snapToGrid="0">
      <p:cViewPr varScale="1">
        <p:scale>
          <a:sx n="119" d="100"/>
          <a:sy n="119" d="100"/>
        </p:scale>
        <p:origin x="1208" y="192"/>
      </p:cViewPr>
      <p:guideLst>
        <p:guide orient="horz" pos="2160"/>
        <p:guide pos="3456"/>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slide" Target="slides/slide9.xml"/><Relationship Id="rId34"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slide" Target="slides/slide17.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2.xml"/><Relationship Id="rId32"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tableStyles" Target="tableStyles.xml"/><Relationship Id="rId10" Type="http://schemas.openxmlformats.org/officeDocument/2006/relationships/slideMaster" Target="slideMasters/slideMaster7.xml"/><Relationship Id="rId19" Type="http://schemas.openxmlformats.org/officeDocument/2006/relationships/slide" Target="slides/slide7.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Master" Target="slideMasters/slideMaster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59ADF0D-4E3C-824B-B4C4-0F0207B029C3}" type="datetimeFigureOut">
              <a:rPr lang="en-US" smtClean="0"/>
              <a:t>7/31/19</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E0CBC41-3838-4B45-8A94-E5723491687E}" type="slidenum">
              <a:rPr lang="en-US" smtClean="0"/>
              <a:t>‹#›</a:t>
            </a:fld>
            <a:endParaRPr lang="en-US"/>
          </a:p>
        </p:txBody>
      </p:sp>
    </p:spTree>
    <p:extLst>
      <p:ext uri="{BB962C8B-B14F-4D97-AF65-F5344CB8AC3E}">
        <p14:creationId xmlns:p14="http://schemas.microsoft.com/office/powerpoint/2010/main" val="153563888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8C7A0F2-2E8A-2448-9FE7-271D4943A144}" type="datetimeFigureOut">
              <a:rPr lang="en-US" smtClean="0"/>
              <a:t>7/31/19</a:t>
            </a:fld>
            <a:endParaRPr lang="en-US"/>
          </a:p>
        </p:txBody>
      </p:sp>
      <p:sp>
        <p:nvSpPr>
          <p:cNvPr id="4" name="Slide Image Placeholder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B8E8C4F-731C-F24D-9A9E-B4D5C84CE44D}" type="slidenum">
              <a:rPr lang="en-US" smtClean="0"/>
              <a:t>‹#›</a:t>
            </a:fld>
            <a:endParaRPr lang="en-US"/>
          </a:p>
        </p:txBody>
      </p:sp>
    </p:spTree>
    <p:extLst>
      <p:ext uri="{BB962C8B-B14F-4D97-AF65-F5344CB8AC3E}">
        <p14:creationId xmlns:p14="http://schemas.microsoft.com/office/powerpoint/2010/main" val="1215197847"/>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5800"/>
            <a:ext cx="5486400" cy="3429000"/>
          </a:xfrm>
        </p:spPr>
      </p:sp>
      <p:sp>
        <p:nvSpPr>
          <p:cNvPr id="3" name="Notes Placeholder 2"/>
          <p:cNvSpPr>
            <a:spLocks noGrp="1"/>
          </p:cNvSpPr>
          <p:nvPr>
            <p:ph type="body" idx="1"/>
          </p:nvPr>
        </p:nvSpPr>
        <p:spPr/>
        <p:txBody>
          <a:bodyPr/>
          <a:lstStyle/>
          <a:p>
            <a:pPr marL="171450" indent="-171450">
              <a:buFont typeface="Arial"/>
              <a:buChar char="•"/>
            </a:pPr>
            <a:r>
              <a:rPr lang="en-US" b="1">
                <a:cs typeface="Calibri"/>
              </a:rPr>
              <a:t>Defining and measuring the universe of ope source software innovation: What is OSS? What is a universe?</a:t>
            </a:r>
          </a:p>
          <a:p>
            <a:pPr marL="171450" indent="-171450">
              <a:buFont typeface="Arial"/>
              <a:buChar char="•"/>
            </a:pPr>
            <a:r>
              <a:rPr lang="en-US" b="1"/>
              <a:t> </a:t>
            </a:r>
            <a:r>
              <a:rPr lang="en-US" b="1">
                <a:cs typeface="Calibri"/>
              </a:rPr>
              <a:t>Universe: </a:t>
            </a:r>
            <a:r>
              <a:rPr lang="en-US">
                <a:cs typeface="Calibri"/>
              </a:rPr>
              <a:t>scope right now is U.S. even though we acknowledge that OSS often has no boundaries – relevant to the issue of economic measurement in U.S. so focusing on that right now</a:t>
            </a:r>
            <a:endParaRPr lang="en-US" b="1">
              <a:cs typeface="Calibri"/>
            </a:endParaRPr>
          </a:p>
          <a:p>
            <a:pPr marL="171450" indent="-171450">
              <a:buFont typeface="Arial"/>
              <a:buChar char="•"/>
            </a:pPr>
            <a:endParaRPr lang="en-US">
              <a:cs typeface="Calibri"/>
            </a:endParaRPr>
          </a:p>
          <a:p>
            <a:pPr marL="171450" indent="-171450">
              <a:buFont typeface="Arial"/>
              <a:buChar char="•"/>
            </a:pPr>
            <a:endParaRPr lang="en-US">
              <a:cs typeface="Calibri"/>
            </a:endParaRPr>
          </a:p>
          <a:p>
            <a:pPr marL="171450" indent="-171450">
              <a:buFont typeface="Arial"/>
              <a:buChar char="•"/>
            </a:pPr>
            <a:r>
              <a:rPr lang="en-US" b="1">
                <a:cs typeface="Calibri"/>
              </a:rPr>
              <a:t>NOTES: </a:t>
            </a:r>
            <a:r>
              <a:rPr lang="en-US">
                <a:cs typeface="Calibri"/>
              </a:rPr>
              <a:t>is copyright a good measurement of OSS innovation?</a:t>
            </a:r>
            <a:endParaRPr lang="en-US"/>
          </a:p>
          <a:p>
            <a:endParaRPr lang="en-US">
              <a:cs typeface="Calibri"/>
            </a:endParaRPr>
          </a:p>
          <a:p>
            <a:r>
              <a:rPr lang="en-US">
                <a:cs typeface="Calibri"/>
              </a:rPr>
              <a:t>-add foreign sector </a:t>
            </a:r>
          </a:p>
          <a:p>
            <a:r>
              <a:rPr lang="en-US"/>
              <a:t>Software License: "A software license tells others what they can and can't do with your source code" (Github)</a:t>
            </a:r>
          </a:p>
          <a:p>
            <a:endParaRPr lang="en-US">
              <a:cs typeface="Calibri"/>
            </a:endParaRPr>
          </a:p>
        </p:txBody>
      </p:sp>
      <p:sp>
        <p:nvSpPr>
          <p:cNvPr id="4" name="Slide Number Placeholder 3"/>
          <p:cNvSpPr>
            <a:spLocks noGrp="1"/>
          </p:cNvSpPr>
          <p:nvPr>
            <p:ph type="sldNum" sz="quarter" idx="5"/>
          </p:nvPr>
        </p:nvSpPr>
        <p:spPr/>
        <p:txBody>
          <a:bodyPr/>
          <a:lstStyle/>
          <a:p>
            <a:fld id="{5B8E8C4F-731C-F24D-9A9E-B4D5C84CE44D}" type="slidenum">
              <a:rPr lang="en-US" smtClean="0"/>
              <a:t>2</a:t>
            </a:fld>
            <a:endParaRPr lang="en-US"/>
          </a:p>
        </p:txBody>
      </p:sp>
    </p:spTree>
    <p:extLst>
      <p:ext uri="{BB962C8B-B14F-4D97-AF65-F5344CB8AC3E}">
        <p14:creationId xmlns:p14="http://schemas.microsoft.com/office/powerpoint/2010/main" val="27942462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5800"/>
            <a:ext cx="5486400" cy="3429000"/>
          </a:xfrm>
        </p:spPr>
      </p:sp>
      <p:sp>
        <p:nvSpPr>
          <p:cNvPr id="3" name="Notes Placeholder 2"/>
          <p:cNvSpPr>
            <a:spLocks noGrp="1"/>
          </p:cNvSpPr>
          <p:nvPr>
            <p:ph type="body" idx="1"/>
          </p:nvPr>
        </p:nvSpPr>
        <p:spPr/>
        <p:txBody>
          <a:bodyPr/>
          <a:lstStyle/>
          <a:p>
            <a:pPr marL="171450" indent="-171450">
              <a:buFont typeface="Arial"/>
              <a:buChar char="•"/>
            </a:pPr>
            <a:r>
              <a:rPr lang="en-US" b="1">
                <a:cs typeface="Calibri"/>
              </a:rPr>
              <a:t>Defining and measuring the universe of ope source software innovation: What is OSS? What is a universe?</a:t>
            </a:r>
          </a:p>
          <a:p>
            <a:pPr marL="171450" indent="-171450">
              <a:buFont typeface="Arial"/>
              <a:buChar char="•"/>
            </a:pPr>
            <a:r>
              <a:rPr lang="en-US" b="1"/>
              <a:t> </a:t>
            </a:r>
            <a:r>
              <a:rPr lang="en-US" b="1">
                <a:cs typeface="Calibri"/>
              </a:rPr>
              <a:t>Universe: </a:t>
            </a:r>
            <a:r>
              <a:rPr lang="en-US">
                <a:cs typeface="Calibri"/>
              </a:rPr>
              <a:t>scope right now is U.S. even though we acknowledge that OSS often has no boundaries – relevant to the issue of economic measurement in U.S. so focusing on that right now</a:t>
            </a:r>
            <a:endParaRPr lang="en-US" b="1">
              <a:cs typeface="Calibri"/>
            </a:endParaRPr>
          </a:p>
          <a:p>
            <a:pPr marL="171450" indent="-171450">
              <a:buFont typeface="Arial"/>
              <a:buChar char="•"/>
            </a:pPr>
            <a:endParaRPr lang="en-US">
              <a:cs typeface="Calibri"/>
            </a:endParaRPr>
          </a:p>
          <a:p>
            <a:pPr marL="171450" indent="-171450">
              <a:buFont typeface="Arial"/>
              <a:buChar char="•"/>
            </a:pPr>
            <a:endParaRPr lang="en-US">
              <a:cs typeface="Calibri"/>
            </a:endParaRPr>
          </a:p>
          <a:p>
            <a:pPr marL="171450" indent="-171450">
              <a:buFont typeface="Arial"/>
              <a:buChar char="•"/>
            </a:pPr>
            <a:r>
              <a:rPr lang="en-US" b="1">
                <a:cs typeface="Calibri"/>
              </a:rPr>
              <a:t>NOTES: </a:t>
            </a:r>
            <a:r>
              <a:rPr lang="en-US">
                <a:cs typeface="Calibri"/>
              </a:rPr>
              <a:t>is copyright a good measurement of OSS innovation?</a:t>
            </a:r>
            <a:endParaRPr lang="en-US"/>
          </a:p>
          <a:p>
            <a:endParaRPr lang="en-US">
              <a:cs typeface="Calibri"/>
            </a:endParaRPr>
          </a:p>
          <a:p>
            <a:r>
              <a:rPr lang="en-US">
                <a:cs typeface="Calibri"/>
              </a:rPr>
              <a:t>-add foreign sector </a:t>
            </a:r>
          </a:p>
          <a:p>
            <a:r>
              <a:rPr lang="en-US"/>
              <a:t>Software License: "A software license tells others what they can and can't do with your source code" (Github)</a:t>
            </a:r>
          </a:p>
          <a:p>
            <a:endParaRPr lang="en-US">
              <a:cs typeface="Calibri"/>
            </a:endParaRPr>
          </a:p>
        </p:txBody>
      </p:sp>
      <p:sp>
        <p:nvSpPr>
          <p:cNvPr id="4" name="Slide Number Placeholder 3"/>
          <p:cNvSpPr>
            <a:spLocks noGrp="1"/>
          </p:cNvSpPr>
          <p:nvPr>
            <p:ph type="sldNum" sz="quarter" idx="5"/>
          </p:nvPr>
        </p:nvSpPr>
        <p:spPr/>
        <p:txBody>
          <a:bodyPr/>
          <a:lstStyle/>
          <a:p>
            <a:fld id="{5B8E8C4F-731C-F24D-9A9E-B4D5C84CE44D}" type="slidenum">
              <a:rPr lang="en-US" smtClean="0"/>
              <a:t>3</a:t>
            </a:fld>
            <a:endParaRPr lang="en-US"/>
          </a:p>
        </p:txBody>
      </p:sp>
    </p:spTree>
    <p:extLst>
      <p:ext uri="{BB962C8B-B14F-4D97-AF65-F5344CB8AC3E}">
        <p14:creationId xmlns:p14="http://schemas.microsoft.com/office/powerpoint/2010/main" val="31366929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5800"/>
            <a:ext cx="5486400" cy="3429000"/>
          </a:xfrm>
        </p:spPr>
      </p:sp>
      <p:sp>
        <p:nvSpPr>
          <p:cNvPr id="3" name="Notes Placeholder 2"/>
          <p:cNvSpPr>
            <a:spLocks noGrp="1"/>
          </p:cNvSpPr>
          <p:nvPr>
            <p:ph type="body" idx="1"/>
          </p:nvPr>
        </p:nvSpPr>
        <p:spPr/>
        <p:txBody>
          <a:bodyPr/>
          <a:lstStyle/>
          <a:p>
            <a:pPr marL="171450" indent="-171450">
              <a:buFont typeface="Arial,Sans-Serif"/>
              <a:buChar char="•"/>
            </a:pPr>
            <a:r>
              <a:rPr lang="en-US" b="1"/>
              <a:t>ISSUE: </a:t>
            </a:r>
            <a:endParaRPr lang="en-US"/>
          </a:p>
          <a:p>
            <a:pPr marL="342900" lvl="1" indent="-171450">
              <a:buFont typeface="Arial,Sans-Serif"/>
              <a:buChar char="•"/>
            </a:pPr>
            <a:r>
              <a:rPr lang="en-US"/>
              <a:t>current economic indicators do not measure the value of goods and services that do not have market transactions</a:t>
            </a:r>
          </a:p>
          <a:p>
            <a:pPr marL="800100" lvl="2" indent="-171450">
              <a:buFont typeface="Arial,Sans-Serif"/>
              <a:buChar char="•"/>
            </a:pPr>
            <a:r>
              <a:rPr lang="en-US"/>
              <a:t>not captured in surveys nor are in economics measures such as the Gross Domestic Product (GDP). </a:t>
            </a:r>
          </a:p>
          <a:p>
            <a:pPr marL="800100" lvl="2" indent="-171450">
              <a:buFont typeface="Arial,Sans-Serif"/>
              <a:buChar char="•"/>
            </a:pPr>
            <a:r>
              <a:rPr lang="en-US"/>
              <a:t>Want a fuller understanding of innovation/OSS innovation</a:t>
            </a:r>
          </a:p>
          <a:p>
            <a:pPr marL="171450" indent="-171450">
              <a:buFont typeface="Arial,Sans-Serif"/>
              <a:buChar char="•"/>
            </a:pPr>
            <a:r>
              <a:rPr lang="en-US" b="1"/>
              <a:t>GOALS</a:t>
            </a:r>
            <a:endParaRPr lang="en-US"/>
          </a:p>
          <a:p>
            <a:pPr marL="0" lvl="1" indent="-171450">
              <a:buFont typeface="Arial,Sans-Serif"/>
              <a:buChar char="•"/>
            </a:pPr>
            <a:r>
              <a:rPr lang="en-US"/>
              <a:t>Measure the amount of OSS data in existence, especially for purposes of longitudinal comparison </a:t>
            </a:r>
          </a:p>
          <a:p>
            <a:pPr marL="0" lvl="1" indent="-171450">
              <a:buFont typeface="Arial,Sans-Serif"/>
              <a:buChar char="•"/>
            </a:pPr>
            <a:r>
              <a:rPr lang="en-US"/>
              <a:t>Origin: who creates OSS? What is distribution across different groups? - identify 5 sectors: we care because business OSS </a:t>
            </a:r>
          </a:p>
          <a:p>
            <a:pPr marL="0" lvl="1" indent="-171450">
              <a:buFont typeface="Arial,Sans-Serif"/>
              <a:buChar char="•"/>
            </a:pPr>
            <a:r>
              <a:rPr lang="en-US"/>
              <a:t>OSS is a type of research output (there is money going into this but OSS is not captured when we look at the ROI on these projects) that comes not only from businesses but other sectors: important to gain a better understanding of this type of research output</a:t>
            </a:r>
          </a:p>
          <a:p>
            <a:endParaRPr lang="en-US">
              <a:cs typeface="Calibri"/>
            </a:endParaRPr>
          </a:p>
        </p:txBody>
      </p:sp>
      <p:sp>
        <p:nvSpPr>
          <p:cNvPr id="4" name="Slide Number Placeholder 3"/>
          <p:cNvSpPr>
            <a:spLocks noGrp="1"/>
          </p:cNvSpPr>
          <p:nvPr>
            <p:ph type="sldNum" sz="quarter" idx="5"/>
          </p:nvPr>
        </p:nvSpPr>
        <p:spPr/>
        <p:txBody>
          <a:bodyPr/>
          <a:lstStyle/>
          <a:p>
            <a:fld id="{5B8E8C4F-731C-F24D-9A9E-B4D5C84CE44D}" type="slidenum">
              <a:rPr lang="en-US" smtClean="0"/>
              <a:t>5</a:t>
            </a:fld>
            <a:endParaRPr lang="en-US"/>
          </a:p>
        </p:txBody>
      </p:sp>
    </p:spTree>
    <p:extLst>
      <p:ext uri="{BB962C8B-B14F-4D97-AF65-F5344CB8AC3E}">
        <p14:creationId xmlns:p14="http://schemas.microsoft.com/office/powerpoint/2010/main" val="16957362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5800"/>
            <a:ext cx="5486400" cy="3429000"/>
          </a:xfrm>
        </p:spPr>
      </p:sp>
      <p:sp>
        <p:nvSpPr>
          <p:cNvPr id="3" name="Notes Placeholder 2"/>
          <p:cNvSpPr>
            <a:spLocks noGrp="1"/>
          </p:cNvSpPr>
          <p:nvPr>
            <p:ph type="body" idx="1"/>
          </p:nvPr>
        </p:nvSpPr>
        <p:spPr/>
        <p:txBody>
          <a:bodyPr/>
          <a:lstStyle/>
          <a:p>
            <a:endParaRPr lang="en-US">
              <a:cs typeface="Calibri"/>
            </a:endParaRPr>
          </a:p>
          <a:p>
            <a:pPr marL="171450" indent="-171450">
              <a:buFont typeface="Arial"/>
              <a:buChar char="•"/>
            </a:pPr>
            <a:r>
              <a:rPr lang="en-US"/>
              <a:t>People have licenses to define limitations of how other people can use their software (terms of use), people also register the products so that people can have claims when licenses are violated... there are 3 traditional ways to register innovation </a:t>
            </a:r>
          </a:p>
          <a:p>
            <a:pPr marL="171450" indent="-171450">
              <a:buFont typeface="Arial"/>
              <a:buChar char="•"/>
            </a:pPr>
            <a:r>
              <a:rPr lang="en-US">
                <a:cs typeface="Calibri"/>
              </a:rPr>
              <a:t>3 typical ways to register innovation/products --&gt; 3 traditional ways innovation is measured: copyright, trademark, patent </a:t>
            </a:r>
            <a:endParaRPr lang="en-US"/>
          </a:p>
          <a:p>
            <a:pPr marL="628650" lvl="1" indent="-171450">
              <a:buFont typeface="Arial"/>
              <a:buChar char="•"/>
            </a:pPr>
            <a:endParaRPr lang="en-US" b="1">
              <a:cs typeface="Calibri"/>
            </a:endParaRPr>
          </a:p>
        </p:txBody>
      </p:sp>
      <p:sp>
        <p:nvSpPr>
          <p:cNvPr id="4" name="Slide Number Placeholder 3"/>
          <p:cNvSpPr>
            <a:spLocks noGrp="1"/>
          </p:cNvSpPr>
          <p:nvPr>
            <p:ph type="sldNum" sz="quarter" idx="5"/>
          </p:nvPr>
        </p:nvSpPr>
        <p:spPr/>
        <p:txBody>
          <a:bodyPr/>
          <a:lstStyle/>
          <a:p>
            <a:fld id="{5B8E8C4F-731C-F24D-9A9E-B4D5C84CE44D}" type="slidenum">
              <a:rPr lang="en-US" smtClean="0"/>
              <a:t>6</a:t>
            </a:fld>
            <a:endParaRPr lang="en-US"/>
          </a:p>
        </p:txBody>
      </p:sp>
    </p:spTree>
    <p:extLst>
      <p:ext uri="{BB962C8B-B14F-4D97-AF65-F5344CB8AC3E}">
        <p14:creationId xmlns:p14="http://schemas.microsoft.com/office/powerpoint/2010/main" val="39552824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5800"/>
            <a:ext cx="5486400" cy="3429000"/>
          </a:xfrm>
        </p:spPr>
      </p:sp>
      <p:sp>
        <p:nvSpPr>
          <p:cNvPr id="3" name="Notes Placeholder 2"/>
          <p:cNvSpPr>
            <a:spLocks noGrp="1"/>
          </p:cNvSpPr>
          <p:nvPr>
            <p:ph type="body" idx="1"/>
          </p:nvPr>
        </p:nvSpPr>
        <p:spPr/>
        <p:txBody>
          <a:bodyPr/>
          <a:lstStyle/>
          <a:p>
            <a:pPr marL="628650" lvl="1" indent="-171450">
              <a:buFont typeface="Arial,Sans-Serif"/>
              <a:buChar char="•"/>
            </a:pPr>
            <a:r>
              <a:rPr lang="en-US"/>
              <a:t>Decided to look at computer file copyright on copyright.gov because it is accessible – will look at the other two next</a:t>
            </a:r>
          </a:p>
          <a:p>
            <a:pPr marL="1828800" lvl="2" indent="-171450">
              <a:buFont typeface="Arial,Sans-Serif"/>
              <a:buChar char="•"/>
            </a:pPr>
            <a:r>
              <a:rPr lang="en-US"/>
              <a:t>Some copyrighted computer files are OSS </a:t>
            </a:r>
          </a:p>
          <a:p>
            <a:pPr marL="628650" lvl="1" indent="-171450">
              <a:buFont typeface="Arial,Sans-Serif"/>
              <a:buChar char="•"/>
            </a:pPr>
            <a:r>
              <a:rPr lang="en-US">
                <a:cs typeface="Calibri"/>
              </a:rPr>
              <a:t>Good way to measure universe of OSS? </a:t>
            </a:r>
            <a:endParaRPr lang="en-US"/>
          </a:p>
          <a:p>
            <a:pPr marL="628650" lvl="1" indent="-171450">
              <a:buFont typeface="Arial,Sans-Serif"/>
              <a:buChar char="•"/>
            </a:pPr>
            <a:r>
              <a:rPr lang="en-US"/>
              <a:t>Also wanted to see if computer file copyright was a good way to measure OSS innovation – </a:t>
            </a:r>
            <a:r>
              <a:rPr lang="en-US" b="1"/>
              <a:t>is computer file copyright a good candidate for our universe?</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5B8E8C4F-731C-F24D-9A9E-B4D5C84CE44D}" type="slidenum">
              <a:rPr lang="en-US" smtClean="0"/>
              <a:t>7</a:t>
            </a:fld>
            <a:endParaRPr lang="en-US"/>
          </a:p>
        </p:txBody>
      </p:sp>
    </p:spTree>
    <p:extLst>
      <p:ext uri="{BB962C8B-B14F-4D97-AF65-F5344CB8AC3E}">
        <p14:creationId xmlns:p14="http://schemas.microsoft.com/office/powerpoint/2010/main" val="9192900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5800"/>
            <a:ext cx="5486400" cy="3429000"/>
          </a:xfrm>
        </p:spPr>
      </p:sp>
      <p:sp>
        <p:nvSpPr>
          <p:cNvPr id="3" name="Notes Placeholder 2"/>
          <p:cNvSpPr>
            <a:spLocks noGrp="1"/>
          </p:cNvSpPr>
          <p:nvPr>
            <p:ph type="body" idx="1"/>
          </p:nvPr>
        </p:nvSpPr>
        <p:spPr/>
        <p:txBody>
          <a:bodyPr/>
          <a:lstStyle/>
          <a:p>
            <a:pPr marL="285750" indent="-285750">
              <a:buFont typeface="Arial"/>
              <a:buChar char="•"/>
            </a:pPr>
            <a:r>
              <a:rPr lang="en-US"/>
              <a:t>Program written that, for each year, visits every page of copyright data and scrapes the elements (EX. Title, copyright claimant as seen below)</a:t>
            </a:r>
          </a:p>
          <a:p>
            <a:endParaRPr lang="en-US">
              <a:cs typeface="Calibri"/>
            </a:endParaRPr>
          </a:p>
          <a:p>
            <a:pPr marL="171450" indent="-171450">
              <a:buFont typeface="Arial,Sans-Serif"/>
              <a:buChar char="•"/>
            </a:pPr>
            <a:r>
              <a:rPr lang="en-US"/>
              <a:t>First started with data scraping of computer files from the U.S. copyright office </a:t>
            </a:r>
          </a:p>
          <a:p>
            <a:pPr marL="628650" lvl="1" indent="-171450">
              <a:buFont typeface="Arial,Sans-Serif"/>
              <a:buChar char="•"/>
            </a:pPr>
            <a:r>
              <a:rPr lang="en-US"/>
              <a:t>Extracted data from the U.S. copyright office website </a:t>
            </a:r>
          </a:p>
          <a:p>
            <a:pPr marL="628650" lvl="1" indent="-171450">
              <a:buFont typeface="Arial,Sans-Serif"/>
              <a:buChar char="•"/>
            </a:pPr>
            <a:r>
              <a:rPr lang="en-US"/>
              <a:t>Program written that, for each year, visits every page of copyright data and scrapes the elements (EX. Title, copyright claimant as seen below)</a:t>
            </a:r>
          </a:p>
          <a:p>
            <a:pPr marL="628650" lvl="1" indent="-171450">
              <a:buFont typeface="Arial,Sans-Serif"/>
              <a:buChar char="•"/>
            </a:pPr>
            <a:r>
              <a:rPr lang="en-US"/>
              <a:t>Put into our database </a:t>
            </a:r>
          </a:p>
          <a:p>
            <a:pPr marL="285750" indent="-285750">
              <a:buFont typeface="Arial"/>
              <a:buChar char="•"/>
            </a:pPr>
            <a:endParaRPr lang="en-US">
              <a:cs typeface="Calibri"/>
            </a:endParaRPr>
          </a:p>
        </p:txBody>
      </p:sp>
      <p:sp>
        <p:nvSpPr>
          <p:cNvPr id="4" name="Slide Number Placeholder 3"/>
          <p:cNvSpPr>
            <a:spLocks noGrp="1"/>
          </p:cNvSpPr>
          <p:nvPr>
            <p:ph type="sldNum" sz="quarter" idx="5"/>
          </p:nvPr>
        </p:nvSpPr>
        <p:spPr/>
        <p:txBody>
          <a:bodyPr/>
          <a:lstStyle/>
          <a:p>
            <a:fld id="{5B8E8C4F-731C-F24D-9A9E-B4D5C84CE44D}" type="slidenum">
              <a:rPr lang="en-US" smtClean="0"/>
              <a:t>8</a:t>
            </a:fld>
            <a:endParaRPr lang="en-US"/>
          </a:p>
        </p:txBody>
      </p:sp>
    </p:spTree>
    <p:extLst>
      <p:ext uri="{BB962C8B-B14F-4D97-AF65-F5344CB8AC3E}">
        <p14:creationId xmlns:p14="http://schemas.microsoft.com/office/powerpoint/2010/main" val="13892442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5800"/>
            <a:ext cx="5486400" cy="3429000"/>
          </a:xfrm>
        </p:spPr>
      </p:sp>
      <p:sp>
        <p:nvSpPr>
          <p:cNvPr id="3" name="Notes Placeholder 2"/>
          <p:cNvSpPr>
            <a:spLocks noGrp="1"/>
          </p:cNvSpPr>
          <p:nvPr>
            <p:ph type="body" idx="1"/>
          </p:nvPr>
        </p:nvSpPr>
        <p:spPr/>
        <p:txBody>
          <a:bodyPr/>
          <a:lstStyle/>
          <a:p>
            <a:r>
              <a:rPr lang="en-US">
                <a:cs typeface="Calibri"/>
              </a:rPr>
              <a:t>Unidentified and overlaps</a:t>
            </a:r>
          </a:p>
        </p:txBody>
      </p:sp>
      <p:sp>
        <p:nvSpPr>
          <p:cNvPr id="4" name="Slide Number Placeholder 3"/>
          <p:cNvSpPr>
            <a:spLocks noGrp="1"/>
          </p:cNvSpPr>
          <p:nvPr>
            <p:ph type="sldNum" sz="quarter" idx="5"/>
          </p:nvPr>
        </p:nvSpPr>
        <p:spPr/>
        <p:txBody>
          <a:bodyPr/>
          <a:lstStyle/>
          <a:p>
            <a:fld id="{5B8E8C4F-731C-F24D-9A9E-B4D5C84CE44D}" type="slidenum">
              <a:rPr lang="en-US" smtClean="0"/>
              <a:t>10</a:t>
            </a:fld>
            <a:endParaRPr lang="en-US"/>
          </a:p>
        </p:txBody>
      </p:sp>
    </p:spTree>
    <p:extLst>
      <p:ext uri="{BB962C8B-B14F-4D97-AF65-F5344CB8AC3E}">
        <p14:creationId xmlns:p14="http://schemas.microsoft.com/office/powerpoint/2010/main" val="5043096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5800"/>
            <a:ext cx="5486400" cy="3429000"/>
          </a:xfrm>
        </p:spPr>
      </p:sp>
      <p:sp>
        <p:nvSpPr>
          <p:cNvPr id="3" name="Notes Placeholder 2"/>
          <p:cNvSpPr>
            <a:spLocks noGrp="1"/>
          </p:cNvSpPr>
          <p:nvPr>
            <p:ph type="body" idx="1"/>
          </p:nvPr>
        </p:nvSpPr>
        <p:spPr/>
        <p:txBody>
          <a:bodyPr/>
          <a:lstStyle/>
          <a:p>
            <a:r>
              <a:rPr lang="en-US">
                <a:cs typeface="Calibri"/>
              </a:rPr>
              <a:t>Unidentified and overlaps</a:t>
            </a:r>
          </a:p>
        </p:txBody>
      </p:sp>
      <p:sp>
        <p:nvSpPr>
          <p:cNvPr id="4" name="Slide Number Placeholder 3"/>
          <p:cNvSpPr>
            <a:spLocks noGrp="1"/>
          </p:cNvSpPr>
          <p:nvPr>
            <p:ph type="sldNum" sz="quarter" idx="5"/>
          </p:nvPr>
        </p:nvSpPr>
        <p:spPr/>
        <p:txBody>
          <a:bodyPr/>
          <a:lstStyle/>
          <a:p>
            <a:fld id="{5B8E8C4F-731C-F24D-9A9E-B4D5C84CE44D}" type="slidenum">
              <a:rPr lang="en-US" smtClean="0"/>
              <a:t>11</a:t>
            </a:fld>
            <a:endParaRPr lang="en-US"/>
          </a:p>
        </p:txBody>
      </p:sp>
    </p:spTree>
    <p:extLst>
      <p:ext uri="{BB962C8B-B14F-4D97-AF65-F5344CB8AC3E}">
        <p14:creationId xmlns:p14="http://schemas.microsoft.com/office/powerpoint/2010/main" val="2394045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5800"/>
            <a:ext cx="5486400" cy="3429000"/>
          </a:xfrm>
        </p:spPr>
      </p:sp>
      <p:sp>
        <p:nvSpPr>
          <p:cNvPr id="3" name="Notes Placeholder 2"/>
          <p:cNvSpPr>
            <a:spLocks noGrp="1"/>
          </p:cNvSpPr>
          <p:nvPr>
            <p:ph type="body" idx="1"/>
          </p:nvPr>
        </p:nvSpPr>
        <p:spPr/>
        <p:txBody>
          <a:bodyPr/>
          <a:lstStyle/>
          <a:p>
            <a:r>
              <a:rPr lang="en-US">
                <a:cs typeface="Calibri"/>
              </a:rPr>
              <a:t>Unidentified and overlaps</a:t>
            </a:r>
          </a:p>
        </p:txBody>
      </p:sp>
      <p:sp>
        <p:nvSpPr>
          <p:cNvPr id="4" name="Slide Number Placeholder 3"/>
          <p:cNvSpPr>
            <a:spLocks noGrp="1"/>
          </p:cNvSpPr>
          <p:nvPr>
            <p:ph type="sldNum" sz="quarter" idx="5"/>
          </p:nvPr>
        </p:nvSpPr>
        <p:spPr/>
        <p:txBody>
          <a:bodyPr/>
          <a:lstStyle/>
          <a:p>
            <a:fld id="{5B8E8C4F-731C-F24D-9A9E-B4D5C84CE44D}" type="slidenum">
              <a:rPr lang="en-US" smtClean="0"/>
              <a:t>12</a:t>
            </a:fld>
            <a:endParaRPr lang="en-US"/>
          </a:p>
        </p:txBody>
      </p:sp>
    </p:spTree>
    <p:extLst>
      <p:ext uri="{BB962C8B-B14F-4D97-AF65-F5344CB8AC3E}">
        <p14:creationId xmlns:p14="http://schemas.microsoft.com/office/powerpoint/2010/main" val="5132919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5800"/>
            <a:ext cx="5486400" cy="3429000"/>
          </a:xfrm>
        </p:spPr>
      </p:sp>
      <p:sp>
        <p:nvSpPr>
          <p:cNvPr id="3" name="Notes Placeholder 2"/>
          <p:cNvSpPr>
            <a:spLocks noGrp="1"/>
          </p:cNvSpPr>
          <p:nvPr>
            <p:ph type="body" idx="1"/>
          </p:nvPr>
        </p:nvSpPr>
        <p:spPr/>
        <p:txBody>
          <a:bodyPr/>
          <a:lstStyle/>
          <a:p>
            <a:r>
              <a:rPr lang="en-US">
                <a:cs typeface="Calibri"/>
              </a:rPr>
              <a:t>Unidentified and overlaps</a:t>
            </a:r>
          </a:p>
        </p:txBody>
      </p:sp>
      <p:sp>
        <p:nvSpPr>
          <p:cNvPr id="4" name="Slide Number Placeholder 3"/>
          <p:cNvSpPr>
            <a:spLocks noGrp="1"/>
          </p:cNvSpPr>
          <p:nvPr>
            <p:ph type="sldNum" sz="quarter" idx="5"/>
          </p:nvPr>
        </p:nvSpPr>
        <p:spPr/>
        <p:txBody>
          <a:bodyPr/>
          <a:lstStyle/>
          <a:p>
            <a:fld id="{5B8E8C4F-731C-F24D-9A9E-B4D5C84CE44D}" type="slidenum">
              <a:rPr lang="en-US" smtClean="0"/>
              <a:t>13</a:t>
            </a:fld>
            <a:endParaRPr lang="en-US"/>
          </a:p>
        </p:txBody>
      </p:sp>
    </p:spTree>
    <p:extLst>
      <p:ext uri="{BB962C8B-B14F-4D97-AF65-F5344CB8AC3E}">
        <p14:creationId xmlns:p14="http://schemas.microsoft.com/office/powerpoint/2010/main" val="37687304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5800"/>
            <a:ext cx="5486400" cy="3429000"/>
          </a:xfrm>
        </p:spPr>
      </p:sp>
      <p:sp>
        <p:nvSpPr>
          <p:cNvPr id="3" name="Notes Placeholder 2"/>
          <p:cNvSpPr>
            <a:spLocks noGrp="1"/>
          </p:cNvSpPr>
          <p:nvPr>
            <p:ph type="body" idx="1"/>
          </p:nvPr>
        </p:nvSpPr>
        <p:spPr/>
        <p:txBody>
          <a:bodyPr/>
          <a:lstStyle/>
          <a:p>
            <a:r>
              <a:rPr lang="en-US">
                <a:cs typeface="Calibri"/>
              </a:rPr>
              <a:t>Unidentified and overlaps</a:t>
            </a:r>
          </a:p>
        </p:txBody>
      </p:sp>
      <p:sp>
        <p:nvSpPr>
          <p:cNvPr id="4" name="Slide Number Placeholder 3"/>
          <p:cNvSpPr>
            <a:spLocks noGrp="1"/>
          </p:cNvSpPr>
          <p:nvPr>
            <p:ph type="sldNum" sz="quarter" idx="5"/>
          </p:nvPr>
        </p:nvSpPr>
        <p:spPr/>
        <p:txBody>
          <a:bodyPr/>
          <a:lstStyle/>
          <a:p>
            <a:fld id="{5B8E8C4F-731C-F24D-9A9E-B4D5C84CE44D}" type="slidenum">
              <a:rPr lang="en-US" smtClean="0"/>
              <a:t>14</a:t>
            </a:fld>
            <a:endParaRPr lang="en-US"/>
          </a:p>
        </p:txBody>
      </p:sp>
    </p:spTree>
    <p:extLst>
      <p:ext uri="{BB962C8B-B14F-4D97-AF65-F5344CB8AC3E}">
        <p14:creationId xmlns:p14="http://schemas.microsoft.com/office/powerpoint/2010/main" val="9390851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5800"/>
            <a:ext cx="5486400" cy="3429000"/>
          </a:xfrm>
        </p:spPr>
      </p:sp>
      <p:sp>
        <p:nvSpPr>
          <p:cNvPr id="3" name="Notes Placeholder 2"/>
          <p:cNvSpPr>
            <a:spLocks noGrp="1"/>
          </p:cNvSpPr>
          <p:nvPr>
            <p:ph type="body" idx="1"/>
          </p:nvPr>
        </p:nvSpPr>
        <p:spPr/>
        <p:txBody>
          <a:bodyPr/>
          <a:lstStyle/>
          <a:p>
            <a:r>
              <a:rPr lang="en-US" b="1">
                <a:cs typeface="Calibri"/>
              </a:rPr>
              <a:t>Give examples of some of the identified OSS</a:t>
            </a:r>
            <a:endParaRPr lang="en-US">
              <a:cs typeface="Calibri"/>
            </a:endParaRPr>
          </a:p>
          <a:p>
            <a:endParaRPr lang="en-US" b="1">
              <a:cs typeface="Calibri"/>
            </a:endParaRPr>
          </a:p>
          <a:p>
            <a:pPr marL="1085850" lvl="2" indent="-171450">
              <a:spcBef>
                <a:spcPct val="20000"/>
              </a:spcBef>
              <a:buFont typeface="Arial"/>
              <a:buChar char="•"/>
            </a:pPr>
            <a:endParaRPr lang="en-US"/>
          </a:p>
          <a:p>
            <a:pPr marL="171450" indent="-171450">
              <a:buFont typeface="Arial"/>
              <a:buChar char="•"/>
            </a:pPr>
            <a:endParaRPr lang="en-US" b="1">
              <a:cs typeface="Calibri"/>
            </a:endParaRPr>
          </a:p>
        </p:txBody>
      </p:sp>
      <p:sp>
        <p:nvSpPr>
          <p:cNvPr id="4" name="Slide Number Placeholder 3"/>
          <p:cNvSpPr>
            <a:spLocks noGrp="1"/>
          </p:cNvSpPr>
          <p:nvPr>
            <p:ph type="sldNum" sz="quarter" idx="5"/>
          </p:nvPr>
        </p:nvSpPr>
        <p:spPr/>
        <p:txBody>
          <a:bodyPr/>
          <a:lstStyle/>
          <a:p>
            <a:fld id="{5B8E8C4F-731C-F24D-9A9E-B4D5C84CE44D}" type="slidenum">
              <a:rPr lang="en-US" smtClean="0"/>
              <a:t>15</a:t>
            </a:fld>
            <a:endParaRPr lang="en-US"/>
          </a:p>
        </p:txBody>
      </p:sp>
    </p:spTree>
    <p:extLst>
      <p:ext uri="{BB962C8B-B14F-4D97-AF65-F5344CB8AC3E}">
        <p14:creationId xmlns:p14="http://schemas.microsoft.com/office/powerpoint/2010/main" val="36392870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5800"/>
            <a:ext cx="5486400" cy="3429000"/>
          </a:xfrm>
        </p:spPr>
      </p:sp>
      <p:sp>
        <p:nvSpPr>
          <p:cNvPr id="3" name="Notes Placeholder 2"/>
          <p:cNvSpPr>
            <a:spLocks noGrp="1"/>
          </p:cNvSpPr>
          <p:nvPr>
            <p:ph type="body" idx="1"/>
          </p:nvPr>
        </p:nvSpPr>
        <p:spPr/>
        <p:txBody>
          <a:bodyPr/>
          <a:lstStyle/>
          <a:p>
            <a:r>
              <a:rPr lang="en-US" b="1">
                <a:cs typeface="Calibri"/>
              </a:rPr>
              <a:t>Give examples of some of the identified OSS</a:t>
            </a:r>
            <a:endParaRPr lang="en-US">
              <a:cs typeface="Calibri"/>
            </a:endParaRPr>
          </a:p>
          <a:p>
            <a:endParaRPr lang="en-US" b="1">
              <a:cs typeface="Calibri"/>
            </a:endParaRPr>
          </a:p>
          <a:p>
            <a:pPr marL="1085850" lvl="2" indent="-171450">
              <a:spcBef>
                <a:spcPct val="20000"/>
              </a:spcBef>
              <a:buFont typeface="Arial"/>
              <a:buChar char="•"/>
            </a:pPr>
            <a:endParaRPr lang="en-US"/>
          </a:p>
          <a:p>
            <a:pPr marL="171450" indent="-171450">
              <a:buFont typeface="Arial"/>
              <a:buChar char="•"/>
            </a:pPr>
            <a:endParaRPr lang="en-US" b="1">
              <a:cs typeface="Calibri"/>
            </a:endParaRPr>
          </a:p>
        </p:txBody>
      </p:sp>
      <p:sp>
        <p:nvSpPr>
          <p:cNvPr id="4" name="Slide Number Placeholder 3"/>
          <p:cNvSpPr>
            <a:spLocks noGrp="1"/>
          </p:cNvSpPr>
          <p:nvPr>
            <p:ph type="sldNum" sz="quarter" idx="5"/>
          </p:nvPr>
        </p:nvSpPr>
        <p:spPr/>
        <p:txBody>
          <a:bodyPr/>
          <a:lstStyle/>
          <a:p>
            <a:fld id="{5B8E8C4F-731C-F24D-9A9E-B4D5C84CE44D}" type="slidenum">
              <a:rPr lang="en-US" smtClean="0"/>
              <a:t>16</a:t>
            </a:fld>
            <a:endParaRPr lang="en-US"/>
          </a:p>
        </p:txBody>
      </p:sp>
    </p:spTree>
    <p:extLst>
      <p:ext uri="{BB962C8B-B14F-4D97-AF65-F5344CB8AC3E}">
        <p14:creationId xmlns:p14="http://schemas.microsoft.com/office/powerpoint/2010/main" val="11869667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5800"/>
            <a:ext cx="5486400" cy="3429000"/>
          </a:xfrm>
        </p:spPr>
      </p:sp>
      <p:sp>
        <p:nvSpPr>
          <p:cNvPr id="3" name="Notes Placeholder 2"/>
          <p:cNvSpPr>
            <a:spLocks noGrp="1"/>
          </p:cNvSpPr>
          <p:nvPr>
            <p:ph type="body" idx="1"/>
          </p:nvPr>
        </p:nvSpPr>
        <p:spPr/>
        <p:txBody>
          <a:bodyPr/>
          <a:lstStyle/>
          <a:p>
            <a:r>
              <a:rPr lang="en-US">
                <a:cs typeface="Calibri"/>
              </a:rPr>
              <a:t>Other sources don't have equal coverage—and ethics</a:t>
            </a:r>
          </a:p>
          <a:p>
            <a:endParaRPr lang="en-US">
              <a:cs typeface="Calibri"/>
            </a:endParaRPr>
          </a:p>
          <a:p>
            <a:r>
              <a:rPr lang="en-US">
                <a:cs typeface="Calibri"/>
              </a:rPr>
              <a:t>uspto</a:t>
            </a:r>
          </a:p>
        </p:txBody>
      </p:sp>
      <p:sp>
        <p:nvSpPr>
          <p:cNvPr id="4" name="Slide Number Placeholder 3"/>
          <p:cNvSpPr>
            <a:spLocks noGrp="1"/>
          </p:cNvSpPr>
          <p:nvPr>
            <p:ph type="sldNum" sz="quarter" idx="5"/>
          </p:nvPr>
        </p:nvSpPr>
        <p:spPr/>
        <p:txBody>
          <a:bodyPr/>
          <a:lstStyle/>
          <a:p>
            <a:fld id="{5B8E8C4F-731C-F24D-9A9E-B4D5C84CE44D}" type="slidenum">
              <a:rPr lang="en-US" smtClean="0"/>
              <a:t>17</a:t>
            </a:fld>
            <a:endParaRPr lang="en-US"/>
          </a:p>
        </p:txBody>
      </p:sp>
    </p:spTree>
    <p:extLst>
      <p:ext uri="{BB962C8B-B14F-4D97-AF65-F5344CB8AC3E}">
        <p14:creationId xmlns:p14="http://schemas.microsoft.com/office/powerpoint/2010/main" val="41803515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ag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0" y="1682758"/>
            <a:ext cx="10972800" cy="732883"/>
          </a:xfrm>
          <a:prstGeom prst="rect">
            <a:avLst/>
          </a:prstGeom>
        </p:spPr>
        <p:txBody>
          <a:bodyPr vert="horz"/>
          <a:lstStyle>
            <a:lvl1pPr marL="0" indent="0" algn="ctr">
              <a:buFontTx/>
              <a:buNone/>
              <a:defRPr sz="5400">
                <a:solidFill>
                  <a:schemeClr val="bg1"/>
                </a:solidFill>
                <a:latin typeface="ITC Franklin Gothic Std Demi Compressed"/>
              </a:defRPr>
            </a:lvl1pPr>
          </a:lstStyle>
          <a:p>
            <a:pPr lvl="0"/>
            <a:r>
              <a:rPr lang="en-US"/>
              <a:t>PRESENTATION TITLE</a:t>
            </a:r>
          </a:p>
        </p:txBody>
      </p:sp>
      <p:sp>
        <p:nvSpPr>
          <p:cNvPr id="10" name="Text Placeholder 9"/>
          <p:cNvSpPr>
            <a:spLocks noGrp="1"/>
          </p:cNvSpPr>
          <p:nvPr>
            <p:ph type="body" sz="quarter" idx="11" hasCustomPrompt="1"/>
          </p:nvPr>
        </p:nvSpPr>
        <p:spPr>
          <a:xfrm>
            <a:off x="10160" y="2415639"/>
            <a:ext cx="10972800" cy="773112"/>
          </a:xfrm>
          <a:prstGeom prst="rect">
            <a:avLst/>
          </a:prstGeom>
        </p:spPr>
        <p:txBody>
          <a:bodyPr vert="horz"/>
          <a:lstStyle>
            <a:lvl1pPr marL="0" indent="0" algn="ctr">
              <a:buFontTx/>
              <a:buNone/>
              <a:defRPr sz="4400" baseline="0">
                <a:solidFill>
                  <a:schemeClr val="bg1"/>
                </a:solidFill>
                <a:latin typeface="ITC Franklin Gothic Std Demi Extra Compressed"/>
              </a:defRPr>
            </a:lvl1pPr>
          </a:lstStyle>
          <a:p>
            <a:pPr lvl="0"/>
            <a:r>
              <a:rPr lang="en-US"/>
              <a:t>Subtitle Here</a:t>
            </a:r>
          </a:p>
        </p:txBody>
      </p:sp>
      <p:sp>
        <p:nvSpPr>
          <p:cNvPr id="14" name="Text Placeholder 13"/>
          <p:cNvSpPr>
            <a:spLocks noGrp="1"/>
          </p:cNvSpPr>
          <p:nvPr>
            <p:ph type="body" sz="quarter" idx="12" hasCustomPrompt="1"/>
          </p:nvPr>
        </p:nvSpPr>
        <p:spPr>
          <a:xfrm>
            <a:off x="10885" y="3644105"/>
            <a:ext cx="10972800" cy="419581"/>
          </a:xfrm>
          <a:prstGeom prst="rect">
            <a:avLst/>
          </a:prstGeom>
        </p:spPr>
        <p:txBody>
          <a:bodyPr vert="horz"/>
          <a:lstStyle>
            <a:lvl1pPr marL="0" indent="0" algn="ctr">
              <a:buFontTx/>
              <a:buNone/>
              <a:defRPr sz="2800" baseline="0">
                <a:solidFill>
                  <a:schemeClr val="bg1"/>
                </a:solidFill>
                <a:latin typeface="ITC Franklin Gothic Std Book Compressed"/>
              </a:defRPr>
            </a:lvl1pPr>
          </a:lstStyle>
          <a:p>
            <a:pPr lvl="0"/>
            <a:r>
              <a:rPr lang="en-US"/>
              <a:t>OPTIONAL AUTHOR NAME</a:t>
            </a:r>
          </a:p>
        </p:txBody>
      </p:sp>
      <p:sp>
        <p:nvSpPr>
          <p:cNvPr id="16" name="Text Placeholder 15"/>
          <p:cNvSpPr>
            <a:spLocks noGrp="1"/>
          </p:cNvSpPr>
          <p:nvPr>
            <p:ph type="body" sz="quarter" idx="13" hasCustomPrompt="1"/>
          </p:nvPr>
        </p:nvSpPr>
        <p:spPr>
          <a:xfrm>
            <a:off x="0" y="4063686"/>
            <a:ext cx="10972800" cy="346075"/>
          </a:xfrm>
          <a:prstGeom prst="rect">
            <a:avLst/>
          </a:prstGeom>
        </p:spPr>
        <p:txBody>
          <a:bodyPr vert="horz"/>
          <a:lstStyle>
            <a:lvl1pPr marL="0" indent="0" algn="ctr">
              <a:buFontTx/>
              <a:buNone/>
              <a:defRPr sz="1600" b="0" i="1" baseline="0">
                <a:solidFill>
                  <a:schemeClr val="bg1"/>
                </a:solidFill>
                <a:latin typeface="ITC Franklin Gothic Std Book"/>
              </a:defRPr>
            </a:lvl1pPr>
          </a:lstStyle>
          <a:p>
            <a:pPr lvl="0"/>
            <a:r>
              <a:rPr lang="en-US"/>
              <a:t>August 27th, 2016</a:t>
            </a:r>
          </a:p>
        </p:txBody>
      </p:sp>
    </p:spTree>
    <p:extLst>
      <p:ext uri="{BB962C8B-B14F-4D97-AF65-F5344CB8AC3E}">
        <p14:creationId xmlns:p14="http://schemas.microsoft.com/office/powerpoint/2010/main" val="4911403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11" name="Text Placeholder 10"/>
          <p:cNvSpPr>
            <a:spLocks noGrp="1"/>
          </p:cNvSpPr>
          <p:nvPr>
            <p:ph type="body" sz="quarter" idx="11" hasCustomPrompt="1"/>
          </p:nvPr>
        </p:nvSpPr>
        <p:spPr>
          <a:xfrm>
            <a:off x="5047107" y="1473518"/>
            <a:ext cx="5788534" cy="5219382"/>
          </a:xfrm>
          <a:prstGeom prst="rect">
            <a:avLst/>
          </a:prstGeom>
        </p:spPr>
        <p:txBody>
          <a:bodyPr vert="horz"/>
          <a:lstStyle>
            <a:lvl1pPr marL="0" indent="0">
              <a:buFontTx/>
              <a:buNone/>
              <a:defRPr sz="4400" baseline="30000">
                <a:solidFill>
                  <a:schemeClr val="tx1">
                    <a:lumMod val="65000"/>
                    <a:lumOff val="35000"/>
                  </a:schemeClr>
                </a:solidFill>
                <a:latin typeface="ITC Franklin Gothic Std Book Extra Compressed"/>
              </a:defRPr>
            </a:lvl1pPr>
          </a:lstStyle>
          <a:p>
            <a:pPr lvl="0"/>
            <a:r>
              <a:rPr lang="en-US"/>
              <a:t>1. Introduction Title Placed Here</a:t>
            </a:r>
          </a:p>
          <a:p>
            <a:pPr lvl="0"/>
            <a:r>
              <a:rPr lang="en-US"/>
              <a:t>2. Purpose Title Here</a:t>
            </a:r>
          </a:p>
          <a:p>
            <a:pPr lvl="0"/>
            <a:r>
              <a:rPr lang="en-US"/>
              <a:t>3. Description Title Would Go Here</a:t>
            </a:r>
          </a:p>
          <a:p>
            <a:pPr lvl="0"/>
            <a:r>
              <a:rPr lang="en-US"/>
              <a:t>4. </a:t>
            </a:r>
            <a:r>
              <a:rPr lang="en-US" err="1"/>
              <a:t>Lorem</a:t>
            </a:r>
            <a:r>
              <a:rPr lang="en-US"/>
              <a:t> </a:t>
            </a:r>
            <a:r>
              <a:rPr lang="en-US" err="1"/>
              <a:t>Etam</a:t>
            </a:r>
            <a:r>
              <a:rPr lang="en-US"/>
              <a:t> Would Go Here</a:t>
            </a:r>
          </a:p>
          <a:p>
            <a:pPr lvl="0"/>
            <a:r>
              <a:rPr lang="en-US"/>
              <a:t>5. </a:t>
            </a:r>
            <a:r>
              <a:rPr lang="en-US" err="1"/>
              <a:t>Ipsum</a:t>
            </a:r>
            <a:r>
              <a:rPr lang="en-US"/>
              <a:t> Dolor Would Go Here</a:t>
            </a:r>
          </a:p>
          <a:p>
            <a:pPr lvl="0"/>
            <a:r>
              <a:rPr lang="en-US"/>
              <a:t>6. Methodology Would Be Placed Here</a:t>
            </a:r>
          </a:p>
          <a:p>
            <a:pPr lvl="0"/>
            <a:r>
              <a:rPr lang="en-US"/>
              <a:t>7. Research Title Would Go Here</a:t>
            </a:r>
          </a:p>
          <a:p>
            <a:pPr lvl="0"/>
            <a:r>
              <a:rPr lang="en-US"/>
              <a:t>8. Findings Another Title Would Go Here</a:t>
            </a:r>
          </a:p>
        </p:txBody>
      </p:sp>
    </p:spTree>
    <p:extLst>
      <p:ext uri="{BB962C8B-B14F-4D97-AF65-F5344CB8AC3E}">
        <p14:creationId xmlns:p14="http://schemas.microsoft.com/office/powerpoint/2010/main" val="3530823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1: backgroun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0F418C06-167A-E646-9EF6-18275B625F6B}" type="slidenum">
              <a:rPr lang="en-US" smtClean="0"/>
              <a:pPr/>
              <a:t>‹#›</a:t>
            </a:fld>
            <a:endParaRPr lang="en-US"/>
          </a:p>
        </p:txBody>
      </p:sp>
    </p:spTree>
    <p:extLst>
      <p:ext uri="{BB962C8B-B14F-4D97-AF65-F5344CB8AC3E}">
        <p14:creationId xmlns:p14="http://schemas.microsoft.com/office/powerpoint/2010/main" val="3737225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1: long text">
    <p:spTree>
      <p:nvGrpSpPr>
        <p:cNvPr id="1" name=""/>
        <p:cNvGrpSpPr/>
        <p:nvPr/>
      </p:nvGrpSpPr>
      <p:grpSpPr>
        <a:xfrm>
          <a:off x="0" y="0"/>
          <a:ext cx="0" cy="0"/>
          <a:chOff x="0" y="0"/>
          <a:chExt cx="0" cy="0"/>
        </a:xfrm>
      </p:grpSpPr>
      <p:sp>
        <p:nvSpPr>
          <p:cNvPr id="8" name="Text Placeholder 7"/>
          <p:cNvSpPr>
            <a:spLocks noGrp="1"/>
          </p:cNvSpPr>
          <p:nvPr>
            <p:ph type="body" sz="quarter" idx="13" hasCustomPrompt="1"/>
          </p:nvPr>
        </p:nvSpPr>
        <p:spPr>
          <a:xfrm>
            <a:off x="0" y="614069"/>
            <a:ext cx="10972800" cy="508150"/>
          </a:xfrm>
          <a:prstGeom prst="rect">
            <a:avLst/>
          </a:prstGeom>
        </p:spPr>
        <p:txBody>
          <a:bodyPr vert="horz"/>
          <a:lstStyle>
            <a:lvl1pPr marL="0" indent="0" algn="ctr">
              <a:buFontTx/>
              <a:buNone/>
              <a:defRPr baseline="0">
                <a:solidFill>
                  <a:schemeClr val="accent6">
                    <a:lumMod val="75000"/>
                  </a:schemeClr>
                </a:solidFill>
                <a:latin typeface="ITC Franklin Gothic Std Demi Compressed"/>
              </a:defRPr>
            </a:lvl1pPr>
          </a:lstStyle>
          <a:p>
            <a:pPr lvl="0"/>
            <a:r>
              <a:rPr lang="en-US"/>
              <a:t>LONG PARAGRAPH TEMPLATE TITLE</a:t>
            </a:r>
          </a:p>
        </p:txBody>
      </p:sp>
      <p:sp>
        <p:nvSpPr>
          <p:cNvPr id="10" name="Text Placeholder 9"/>
          <p:cNvSpPr>
            <a:spLocks noGrp="1"/>
          </p:cNvSpPr>
          <p:nvPr>
            <p:ph type="body" sz="quarter" idx="14" hasCustomPrompt="1"/>
          </p:nvPr>
        </p:nvSpPr>
        <p:spPr>
          <a:xfrm>
            <a:off x="581028" y="1817688"/>
            <a:ext cx="4877665" cy="3567112"/>
          </a:xfrm>
          <a:prstGeom prst="rect">
            <a:avLst/>
          </a:prstGeom>
        </p:spPr>
        <p:txBody>
          <a:bodyPr vert="horz"/>
          <a:lstStyle>
            <a:lvl1pPr marL="0" indent="0" algn="l">
              <a:buFontTx/>
              <a:buNone/>
              <a:defRPr sz="1800" baseline="0">
                <a:solidFill>
                  <a:schemeClr val="tx1">
                    <a:lumMod val="65000"/>
                    <a:lumOff val="35000"/>
                  </a:schemeClr>
                </a:solidFill>
                <a:latin typeface="ITC Franklin Gothic Std Book Condensed"/>
              </a:defRPr>
            </a:lvl1pPr>
          </a:lstStyle>
          <a:p>
            <a:pPr lvl="0"/>
            <a:r>
              <a:rPr lang="en-US" err="1"/>
              <a:t>Suspendisse</a:t>
            </a:r>
            <a:r>
              <a:rPr lang="en-US"/>
              <a:t> </a:t>
            </a:r>
            <a:r>
              <a:rPr lang="en-US" err="1"/>
              <a:t>potenti</a:t>
            </a:r>
            <a:r>
              <a:rPr lang="en-US"/>
              <a:t>. </a:t>
            </a:r>
            <a:r>
              <a:rPr lang="en-US" err="1"/>
              <a:t>Nunc</a:t>
            </a:r>
            <a:r>
              <a:rPr lang="en-US"/>
              <a:t> vitae </a:t>
            </a:r>
            <a:r>
              <a:rPr lang="en-US" err="1"/>
              <a:t>neque</a:t>
            </a:r>
            <a:r>
              <a:rPr lang="en-US"/>
              <a:t> et </a:t>
            </a:r>
            <a:r>
              <a:rPr lang="en-US" err="1"/>
              <a:t>purus</a:t>
            </a:r>
            <a:r>
              <a:rPr lang="en-US"/>
              <a:t> </a:t>
            </a:r>
            <a:r>
              <a:rPr lang="en-US" err="1"/>
              <a:t>tincidunt</a:t>
            </a:r>
            <a:r>
              <a:rPr lang="en-US"/>
              <a:t> </a:t>
            </a:r>
            <a:r>
              <a:rPr lang="en-US" err="1"/>
              <a:t>bibendum</a:t>
            </a:r>
            <a:r>
              <a:rPr lang="en-US"/>
              <a:t> vitae </a:t>
            </a:r>
            <a:r>
              <a:rPr lang="en-US" err="1"/>
              <a:t>sollicitudin</a:t>
            </a:r>
            <a:r>
              <a:rPr lang="en-US"/>
              <a:t> </a:t>
            </a:r>
            <a:r>
              <a:rPr lang="en-US" err="1"/>
              <a:t>urna</a:t>
            </a:r>
            <a:r>
              <a:rPr lang="en-US"/>
              <a:t>. </a:t>
            </a:r>
            <a:r>
              <a:rPr lang="en-US" err="1"/>
              <a:t>Cras</a:t>
            </a:r>
            <a:r>
              <a:rPr lang="en-US"/>
              <a:t> </a:t>
            </a:r>
            <a:r>
              <a:rPr lang="en-US" err="1"/>
              <a:t>eros</a:t>
            </a:r>
            <a:r>
              <a:rPr lang="en-US"/>
              <a:t> dolor, </a:t>
            </a:r>
            <a:r>
              <a:rPr lang="en-US" err="1"/>
              <a:t>finibus</a:t>
            </a:r>
            <a:r>
              <a:rPr lang="en-US"/>
              <a:t> in </a:t>
            </a:r>
            <a:r>
              <a:rPr lang="en-US" err="1"/>
              <a:t>risus</a:t>
            </a:r>
            <a:r>
              <a:rPr lang="en-US"/>
              <a:t> </a:t>
            </a:r>
            <a:r>
              <a:rPr lang="en-US" err="1"/>
              <a:t>etus</a:t>
            </a:r>
            <a:r>
              <a:rPr lang="en-US"/>
              <a:t>, </a:t>
            </a:r>
            <a:r>
              <a:rPr lang="en-US" err="1"/>
              <a:t>hendrerit</a:t>
            </a:r>
            <a:r>
              <a:rPr lang="en-US"/>
              <a:t> </a:t>
            </a:r>
            <a:r>
              <a:rPr lang="en-US" err="1"/>
              <a:t>porta</a:t>
            </a:r>
            <a:r>
              <a:rPr lang="en-US"/>
              <a:t> </a:t>
            </a:r>
            <a:r>
              <a:rPr lang="en-US" err="1"/>
              <a:t>augue</a:t>
            </a:r>
            <a:r>
              <a:rPr lang="en-US"/>
              <a:t>. </a:t>
            </a:r>
            <a:r>
              <a:rPr lang="en-US" err="1"/>
              <a:t>Suspendisse</a:t>
            </a:r>
            <a:r>
              <a:rPr lang="en-US"/>
              <a:t> com </a:t>
            </a:r>
            <a:r>
              <a:rPr lang="en-US" err="1"/>
              <a:t>turpis</a:t>
            </a:r>
            <a:r>
              <a:rPr lang="en-US"/>
              <a:t> </a:t>
            </a:r>
            <a:r>
              <a:rPr lang="en-US" err="1"/>
              <a:t>nec</a:t>
            </a:r>
            <a:r>
              <a:rPr lang="en-US"/>
              <a:t> </a:t>
            </a:r>
            <a:r>
              <a:rPr lang="en-US" err="1"/>
              <a:t>vulputate</a:t>
            </a:r>
            <a:r>
              <a:rPr lang="en-US"/>
              <a:t> </a:t>
            </a:r>
            <a:r>
              <a:rPr lang="en-US" err="1"/>
              <a:t>vehicula</a:t>
            </a:r>
            <a:r>
              <a:rPr lang="en-US"/>
              <a:t>. </a:t>
            </a:r>
            <a:r>
              <a:rPr lang="en-US" err="1"/>
              <a:t>Nunc</a:t>
            </a:r>
            <a:r>
              <a:rPr lang="en-US"/>
              <a:t> </a:t>
            </a:r>
            <a:r>
              <a:rPr lang="en-US" err="1"/>
              <a:t>commodo</a:t>
            </a:r>
            <a:r>
              <a:rPr lang="en-US"/>
              <a:t> </a:t>
            </a:r>
            <a:r>
              <a:rPr lang="en-US" err="1"/>
              <a:t>leo</a:t>
            </a:r>
            <a:r>
              <a:rPr lang="en-US"/>
              <a:t> </a:t>
            </a:r>
            <a:r>
              <a:rPr lang="en-US" err="1"/>
              <a:t>justo</a:t>
            </a:r>
            <a:r>
              <a:rPr lang="en-US"/>
              <a:t> </a:t>
            </a:r>
            <a:r>
              <a:rPr lang="en-US" err="1"/>
              <a:t>cursus</a:t>
            </a:r>
            <a:r>
              <a:rPr lang="en-US"/>
              <a:t>, </a:t>
            </a:r>
            <a:r>
              <a:rPr lang="en-US" err="1"/>
              <a:t>vel</a:t>
            </a:r>
            <a:r>
              <a:rPr lang="en-US"/>
              <a:t> </a:t>
            </a:r>
            <a:r>
              <a:rPr lang="en-US" err="1"/>
              <a:t>ultricies</a:t>
            </a:r>
            <a:r>
              <a:rPr lang="en-US"/>
              <a:t> </a:t>
            </a:r>
            <a:r>
              <a:rPr lang="en-US" err="1"/>
              <a:t>odio</a:t>
            </a:r>
            <a:r>
              <a:rPr lang="en-US"/>
              <a:t> </a:t>
            </a:r>
            <a:r>
              <a:rPr lang="en-US" err="1"/>
              <a:t>varius</a:t>
            </a:r>
            <a:r>
              <a:rPr lang="en-US"/>
              <a:t>. </a:t>
            </a:r>
            <a:r>
              <a:rPr lang="en-US" err="1"/>
              <a:t>Quisquety</a:t>
            </a:r>
            <a:r>
              <a:rPr lang="en-US"/>
              <a:t> </a:t>
            </a:r>
            <a:r>
              <a:rPr lang="en-US" err="1"/>
              <a:t>pharetra</a:t>
            </a:r>
            <a:r>
              <a:rPr lang="en-US"/>
              <a:t> dolor </a:t>
            </a:r>
            <a:r>
              <a:rPr lang="en-US" err="1"/>
              <a:t>eu</a:t>
            </a:r>
            <a:r>
              <a:rPr lang="en-US"/>
              <a:t> </a:t>
            </a:r>
            <a:r>
              <a:rPr lang="en-US" err="1"/>
              <a:t>aliquam</a:t>
            </a:r>
            <a:r>
              <a:rPr lang="en-US"/>
              <a:t> </a:t>
            </a:r>
            <a:r>
              <a:rPr lang="en-US" err="1"/>
              <a:t>sagittis</a:t>
            </a:r>
            <a:r>
              <a:rPr lang="en-US"/>
              <a:t>. </a:t>
            </a:r>
            <a:r>
              <a:rPr lang="en-US" err="1"/>
              <a:t>Aliquam</a:t>
            </a:r>
            <a:r>
              <a:rPr lang="en-US"/>
              <a:t> </a:t>
            </a:r>
            <a:r>
              <a:rPr lang="en-US" err="1"/>
              <a:t>neque</a:t>
            </a:r>
            <a:r>
              <a:rPr lang="en-US"/>
              <a:t> </a:t>
            </a:r>
            <a:r>
              <a:rPr lang="en-US" err="1"/>
              <a:t>massa</a:t>
            </a:r>
            <a:r>
              <a:rPr lang="en-US"/>
              <a:t>, </a:t>
            </a:r>
            <a:r>
              <a:rPr lang="en-US" err="1"/>
              <a:t>ornare</a:t>
            </a:r>
            <a:r>
              <a:rPr lang="en-US"/>
              <a:t> at </a:t>
            </a:r>
            <a:r>
              <a:rPr lang="en-US" err="1"/>
              <a:t>commodo</a:t>
            </a:r>
            <a:r>
              <a:rPr lang="en-US"/>
              <a:t> sit </a:t>
            </a:r>
            <a:r>
              <a:rPr lang="en-US" err="1"/>
              <a:t>amet</a:t>
            </a:r>
            <a:r>
              <a:rPr lang="en-US"/>
              <a:t>, un semper </a:t>
            </a:r>
            <a:r>
              <a:rPr lang="en-US" err="1"/>
              <a:t>sed</a:t>
            </a:r>
            <a:r>
              <a:rPr lang="en-US"/>
              <a:t> </a:t>
            </a:r>
            <a:r>
              <a:rPr lang="en-US" err="1"/>
              <a:t>erat</a:t>
            </a:r>
            <a:r>
              <a:rPr lang="en-US"/>
              <a:t>. </a:t>
            </a:r>
            <a:r>
              <a:rPr lang="en-US" err="1"/>
              <a:t>Suspendisse</a:t>
            </a:r>
            <a:r>
              <a:rPr lang="en-US"/>
              <a:t> </a:t>
            </a:r>
            <a:r>
              <a:rPr lang="en-US" err="1"/>
              <a:t>rhoncus</a:t>
            </a:r>
            <a:r>
              <a:rPr lang="en-US"/>
              <a:t>, </a:t>
            </a:r>
            <a:r>
              <a:rPr lang="en-US" err="1"/>
              <a:t>nunc</a:t>
            </a:r>
            <a:r>
              <a:rPr lang="en-US"/>
              <a:t> vitae dictum </a:t>
            </a:r>
            <a:r>
              <a:rPr lang="en-US" err="1"/>
              <a:t>pretium</a:t>
            </a:r>
            <a:r>
              <a:rPr lang="en-US"/>
              <a:t>, </a:t>
            </a:r>
            <a:r>
              <a:rPr lang="en-US" err="1"/>
              <a:t>libero</a:t>
            </a:r>
            <a:r>
              <a:rPr lang="en-US"/>
              <a:t> </a:t>
            </a:r>
            <a:r>
              <a:rPr lang="en-US" err="1"/>
              <a:t>purus</a:t>
            </a:r>
            <a:r>
              <a:rPr lang="en-US"/>
              <a:t> </a:t>
            </a:r>
            <a:r>
              <a:rPr lang="en-US" err="1"/>
              <a:t>convallis</a:t>
            </a:r>
            <a:r>
              <a:rPr lang="en-US"/>
              <a:t> </a:t>
            </a:r>
            <a:r>
              <a:rPr lang="en-US" err="1"/>
              <a:t>tortor</a:t>
            </a:r>
            <a:r>
              <a:rPr lang="en-US"/>
              <a:t>, </a:t>
            </a:r>
            <a:r>
              <a:rPr lang="en-US" err="1"/>
              <a:t>eget</a:t>
            </a:r>
            <a:r>
              <a:rPr lang="en-US"/>
              <a:t> </a:t>
            </a:r>
            <a:r>
              <a:rPr lang="en-US" err="1"/>
              <a:t>ultricies</a:t>
            </a:r>
            <a:r>
              <a:rPr lang="en-US"/>
              <a:t> </a:t>
            </a:r>
            <a:r>
              <a:rPr lang="en-US" err="1"/>
              <a:t>sapien</a:t>
            </a:r>
            <a:r>
              <a:rPr lang="en-US"/>
              <a:t>.</a:t>
            </a:r>
          </a:p>
        </p:txBody>
      </p:sp>
      <p:sp>
        <p:nvSpPr>
          <p:cNvPr id="11" name="Text Placeholder 9"/>
          <p:cNvSpPr>
            <a:spLocks noGrp="1"/>
          </p:cNvSpPr>
          <p:nvPr>
            <p:ph type="body" sz="quarter" idx="15" hasCustomPrompt="1"/>
          </p:nvPr>
        </p:nvSpPr>
        <p:spPr>
          <a:xfrm>
            <a:off x="5655948" y="1817688"/>
            <a:ext cx="4737734" cy="3567112"/>
          </a:xfrm>
          <a:prstGeom prst="rect">
            <a:avLst/>
          </a:prstGeom>
        </p:spPr>
        <p:txBody>
          <a:bodyPr vert="horz"/>
          <a:lstStyle>
            <a:lvl1pPr marL="0" indent="0" algn="l">
              <a:buFontTx/>
              <a:buNone/>
              <a:defRPr sz="1800" baseline="0">
                <a:solidFill>
                  <a:schemeClr val="tx1">
                    <a:lumMod val="65000"/>
                    <a:lumOff val="35000"/>
                  </a:schemeClr>
                </a:solidFill>
                <a:latin typeface="ITC Franklin Gothic Std Book Condensed"/>
              </a:defRPr>
            </a:lvl1pPr>
          </a:lstStyle>
          <a:p>
            <a:pPr lvl="0"/>
            <a:r>
              <a:rPr lang="en-US" err="1"/>
              <a:t>suspendisse</a:t>
            </a:r>
            <a:r>
              <a:rPr lang="en-US"/>
              <a:t> </a:t>
            </a:r>
            <a:r>
              <a:rPr lang="en-US" err="1"/>
              <a:t>potenti</a:t>
            </a:r>
            <a:r>
              <a:rPr lang="en-US"/>
              <a:t>. </a:t>
            </a:r>
            <a:r>
              <a:rPr lang="en-US" err="1"/>
              <a:t>Nunc</a:t>
            </a:r>
            <a:r>
              <a:rPr lang="en-US"/>
              <a:t> vitae </a:t>
            </a:r>
            <a:r>
              <a:rPr lang="en-US" err="1"/>
              <a:t>neque</a:t>
            </a:r>
            <a:r>
              <a:rPr lang="en-US"/>
              <a:t> et </a:t>
            </a:r>
            <a:r>
              <a:rPr lang="en-US" err="1"/>
              <a:t>puri</a:t>
            </a:r>
            <a:r>
              <a:rPr lang="en-US"/>
              <a:t> </a:t>
            </a:r>
            <a:r>
              <a:rPr lang="en-US" err="1"/>
              <a:t>tincidunt</a:t>
            </a:r>
            <a:r>
              <a:rPr lang="en-US"/>
              <a:t> </a:t>
            </a:r>
            <a:r>
              <a:rPr lang="en-US" err="1"/>
              <a:t>bibendum</a:t>
            </a:r>
            <a:r>
              <a:rPr lang="en-US"/>
              <a:t> vitae </a:t>
            </a:r>
            <a:r>
              <a:rPr lang="en-US" err="1"/>
              <a:t>sollicitudin</a:t>
            </a:r>
            <a:r>
              <a:rPr lang="en-US"/>
              <a:t> </a:t>
            </a:r>
            <a:r>
              <a:rPr lang="en-US" err="1"/>
              <a:t>urna</a:t>
            </a:r>
            <a:r>
              <a:rPr lang="en-US"/>
              <a:t>. </a:t>
            </a:r>
            <a:r>
              <a:rPr lang="en-US" err="1"/>
              <a:t>Cras</a:t>
            </a:r>
            <a:r>
              <a:rPr lang="en-US"/>
              <a:t> </a:t>
            </a:r>
            <a:r>
              <a:rPr lang="en-US" err="1"/>
              <a:t>eros</a:t>
            </a:r>
            <a:r>
              <a:rPr lang="en-US"/>
              <a:t> dolor, </a:t>
            </a:r>
            <a:r>
              <a:rPr lang="en-US" err="1"/>
              <a:t>finibus</a:t>
            </a:r>
            <a:r>
              <a:rPr lang="en-US"/>
              <a:t> in </a:t>
            </a:r>
            <a:r>
              <a:rPr lang="en-US" err="1"/>
              <a:t>risus</a:t>
            </a:r>
            <a:r>
              <a:rPr lang="en-US"/>
              <a:t> et, </a:t>
            </a:r>
            <a:r>
              <a:rPr lang="en-US" err="1"/>
              <a:t>hendrerit</a:t>
            </a:r>
            <a:r>
              <a:rPr lang="en-US"/>
              <a:t> </a:t>
            </a:r>
            <a:r>
              <a:rPr lang="en-US" err="1"/>
              <a:t>porta</a:t>
            </a:r>
            <a:r>
              <a:rPr lang="en-US"/>
              <a:t> </a:t>
            </a:r>
            <a:r>
              <a:rPr lang="en-US" err="1"/>
              <a:t>augue</a:t>
            </a:r>
            <a:r>
              <a:rPr lang="en-US"/>
              <a:t>. </a:t>
            </a:r>
            <a:r>
              <a:rPr lang="en-US" err="1"/>
              <a:t>Suspendisse</a:t>
            </a:r>
            <a:r>
              <a:rPr lang="en-US"/>
              <a:t> com </a:t>
            </a:r>
            <a:r>
              <a:rPr lang="en-US" err="1"/>
              <a:t>turpis</a:t>
            </a:r>
            <a:r>
              <a:rPr lang="en-US"/>
              <a:t> </a:t>
            </a:r>
            <a:r>
              <a:rPr lang="en-US" err="1"/>
              <a:t>nec</a:t>
            </a:r>
            <a:r>
              <a:rPr lang="en-US"/>
              <a:t> </a:t>
            </a:r>
            <a:r>
              <a:rPr lang="en-US" err="1"/>
              <a:t>vulputate</a:t>
            </a:r>
            <a:r>
              <a:rPr lang="en-US"/>
              <a:t> </a:t>
            </a:r>
            <a:r>
              <a:rPr lang="en-US" err="1"/>
              <a:t>vehicula</a:t>
            </a:r>
            <a:r>
              <a:rPr lang="en-US"/>
              <a:t>. </a:t>
            </a:r>
            <a:r>
              <a:rPr lang="en-US" err="1"/>
              <a:t>Nunc</a:t>
            </a:r>
            <a:r>
              <a:rPr lang="en-US"/>
              <a:t> </a:t>
            </a:r>
            <a:r>
              <a:rPr lang="en-US" err="1"/>
              <a:t>commodo</a:t>
            </a:r>
            <a:r>
              <a:rPr lang="en-US"/>
              <a:t> </a:t>
            </a:r>
            <a:r>
              <a:rPr lang="en-US" err="1"/>
              <a:t>leo</a:t>
            </a:r>
            <a:r>
              <a:rPr lang="en-US"/>
              <a:t> et </a:t>
            </a:r>
            <a:r>
              <a:rPr lang="en-US" err="1"/>
              <a:t>justo</a:t>
            </a:r>
            <a:r>
              <a:rPr lang="en-US"/>
              <a:t> </a:t>
            </a:r>
            <a:r>
              <a:rPr lang="en-US" err="1"/>
              <a:t>cursus</a:t>
            </a:r>
            <a:r>
              <a:rPr lang="en-US"/>
              <a:t>, </a:t>
            </a:r>
            <a:r>
              <a:rPr lang="en-US" err="1"/>
              <a:t>vel</a:t>
            </a:r>
            <a:r>
              <a:rPr lang="en-US"/>
              <a:t> </a:t>
            </a:r>
            <a:r>
              <a:rPr lang="en-US" err="1"/>
              <a:t>ultricies</a:t>
            </a:r>
            <a:r>
              <a:rPr lang="en-US"/>
              <a:t> </a:t>
            </a:r>
            <a:r>
              <a:rPr lang="en-US" err="1"/>
              <a:t>odio</a:t>
            </a:r>
            <a:r>
              <a:rPr lang="en-US"/>
              <a:t> </a:t>
            </a:r>
            <a:r>
              <a:rPr lang="en-US" err="1"/>
              <a:t>varius</a:t>
            </a:r>
            <a:r>
              <a:rPr lang="en-US"/>
              <a:t>. </a:t>
            </a:r>
            <a:r>
              <a:rPr lang="en-US" err="1"/>
              <a:t>Quisque</a:t>
            </a:r>
            <a:r>
              <a:rPr lang="en-US"/>
              <a:t> </a:t>
            </a:r>
            <a:r>
              <a:rPr lang="en-US" err="1"/>
              <a:t>pharetra</a:t>
            </a:r>
            <a:r>
              <a:rPr lang="en-US"/>
              <a:t> dolor </a:t>
            </a:r>
            <a:r>
              <a:rPr lang="en-US" err="1"/>
              <a:t>eu</a:t>
            </a:r>
            <a:r>
              <a:rPr lang="en-US"/>
              <a:t> </a:t>
            </a:r>
            <a:r>
              <a:rPr lang="en-US" err="1"/>
              <a:t>aliquam</a:t>
            </a:r>
            <a:r>
              <a:rPr lang="en-US"/>
              <a:t> </a:t>
            </a:r>
            <a:r>
              <a:rPr lang="en-US" err="1"/>
              <a:t>sagittis</a:t>
            </a:r>
            <a:r>
              <a:rPr lang="en-US"/>
              <a:t>. </a:t>
            </a:r>
            <a:r>
              <a:rPr lang="en-US" err="1"/>
              <a:t>Aliquam</a:t>
            </a:r>
            <a:r>
              <a:rPr lang="en-US"/>
              <a:t> </a:t>
            </a:r>
            <a:r>
              <a:rPr lang="en-US" err="1"/>
              <a:t>neque</a:t>
            </a:r>
            <a:r>
              <a:rPr lang="en-US"/>
              <a:t> </a:t>
            </a:r>
            <a:r>
              <a:rPr lang="en-US" err="1"/>
              <a:t>massa</a:t>
            </a:r>
            <a:r>
              <a:rPr lang="en-US"/>
              <a:t>, </a:t>
            </a:r>
            <a:r>
              <a:rPr lang="en-US" err="1"/>
              <a:t>orn</a:t>
            </a:r>
            <a:r>
              <a:rPr lang="en-US"/>
              <a:t> at </a:t>
            </a:r>
            <a:r>
              <a:rPr lang="en-US" err="1"/>
              <a:t>commodo</a:t>
            </a:r>
            <a:r>
              <a:rPr lang="en-US"/>
              <a:t> sit </a:t>
            </a:r>
            <a:r>
              <a:rPr lang="en-US" err="1"/>
              <a:t>amet</a:t>
            </a:r>
            <a:r>
              <a:rPr lang="en-US"/>
              <a:t>, semper </a:t>
            </a:r>
            <a:r>
              <a:rPr lang="en-US" err="1"/>
              <a:t>sed</a:t>
            </a:r>
            <a:r>
              <a:rPr lang="en-US"/>
              <a:t> </a:t>
            </a:r>
            <a:r>
              <a:rPr lang="en-US" err="1"/>
              <a:t>erat</a:t>
            </a:r>
            <a:r>
              <a:rPr lang="en-US"/>
              <a:t>. </a:t>
            </a:r>
            <a:r>
              <a:rPr lang="en-US" err="1"/>
              <a:t>Disse</a:t>
            </a:r>
            <a:r>
              <a:rPr lang="en-US"/>
              <a:t> </a:t>
            </a:r>
            <a:r>
              <a:rPr lang="en-US" err="1"/>
              <a:t>rhoncus</a:t>
            </a:r>
            <a:r>
              <a:rPr lang="en-US"/>
              <a:t>, </a:t>
            </a:r>
            <a:r>
              <a:rPr lang="en-US" err="1"/>
              <a:t>nunc</a:t>
            </a:r>
            <a:r>
              <a:rPr lang="en-US"/>
              <a:t> vitae dictum </a:t>
            </a:r>
            <a:r>
              <a:rPr lang="en-US" err="1"/>
              <a:t>pretium</a:t>
            </a:r>
            <a:r>
              <a:rPr lang="en-US"/>
              <a:t>, </a:t>
            </a:r>
            <a:r>
              <a:rPr lang="en-US" err="1"/>
              <a:t>libero</a:t>
            </a:r>
            <a:r>
              <a:rPr lang="en-US"/>
              <a:t> </a:t>
            </a:r>
            <a:r>
              <a:rPr lang="en-US" err="1"/>
              <a:t>purus</a:t>
            </a:r>
            <a:r>
              <a:rPr lang="en-US"/>
              <a:t> </a:t>
            </a:r>
            <a:r>
              <a:rPr lang="en-US" err="1"/>
              <a:t>convallis</a:t>
            </a:r>
            <a:r>
              <a:rPr lang="en-US"/>
              <a:t> </a:t>
            </a:r>
            <a:r>
              <a:rPr lang="en-US" err="1"/>
              <a:t>tortor</a:t>
            </a:r>
            <a:r>
              <a:rPr lang="en-US"/>
              <a:t>, </a:t>
            </a:r>
            <a:r>
              <a:rPr lang="en-US" err="1"/>
              <a:t>eget</a:t>
            </a:r>
            <a:r>
              <a:rPr lang="en-US"/>
              <a:t> </a:t>
            </a:r>
            <a:r>
              <a:rPr lang="en-US" err="1"/>
              <a:t>ultricies</a:t>
            </a:r>
            <a:r>
              <a:rPr lang="en-US"/>
              <a:t>.</a:t>
            </a:r>
          </a:p>
        </p:txBody>
      </p:sp>
      <p:sp>
        <p:nvSpPr>
          <p:cNvPr id="13" name="Slide Number Placeholder 5"/>
          <p:cNvSpPr>
            <a:spLocks noGrp="1"/>
          </p:cNvSpPr>
          <p:nvPr>
            <p:ph type="sldNum" sz="quarter" idx="4"/>
          </p:nvPr>
        </p:nvSpPr>
        <p:spPr>
          <a:xfrm>
            <a:off x="354677" y="6460258"/>
            <a:ext cx="2560320" cy="365125"/>
          </a:xfrm>
          <a:prstGeom prst="rect">
            <a:avLst/>
          </a:prstGeom>
        </p:spPr>
        <p:txBody>
          <a:bodyPr vert="horz" lIns="91440" tIns="45720" rIns="91440" bIns="45720" rtlCol="0" anchor="ctr"/>
          <a:lstStyle>
            <a:lvl1pPr algn="l">
              <a:defRPr sz="1800" baseline="0">
                <a:solidFill>
                  <a:schemeClr val="bg1"/>
                </a:solidFill>
                <a:latin typeface="ITC Franklin Gothic Std Book Extra Compressed"/>
              </a:defRPr>
            </a:lvl1pPr>
          </a:lstStyle>
          <a:p>
            <a:fld id="{0F418C06-167A-E646-9EF6-18275B625F6B}" type="slidenum">
              <a:rPr lang="en-US" smtClean="0"/>
              <a:pPr/>
              <a:t>‹#›</a:t>
            </a:fld>
            <a:endParaRPr lang="en-US"/>
          </a:p>
        </p:txBody>
      </p:sp>
    </p:spTree>
    <p:extLst>
      <p:ext uri="{BB962C8B-B14F-4D97-AF65-F5344CB8AC3E}">
        <p14:creationId xmlns:p14="http://schemas.microsoft.com/office/powerpoint/2010/main" val="2084561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1: bulleted text">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0" y="622300"/>
            <a:ext cx="10972800" cy="457200"/>
          </a:xfrm>
          <a:prstGeom prst="rect">
            <a:avLst/>
          </a:prstGeom>
        </p:spPr>
        <p:txBody>
          <a:bodyPr vert="horz"/>
          <a:lstStyle>
            <a:lvl1pPr marL="0" indent="0" algn="ctr">
              <a:buFontTx/>
              <a:buNone/>
              <a:defRPr baseline="0">
                <a:solidFill>
                  <a:schemeClr val="tx2">
                    <a:lumMod val="75000"/>
                  </a:schemeClr>
                </a:solidFill>
                <a:latin typeface="ITC Franklin Gothic Std Demi Compressed"/>
              </a:defRPr>
            </a:lvl1pPr>
          </a:lstStyle>
          <a:p>
            <a:pPr lvl="0"/>
            <a:r>
              <a:rPr lang="en-US"/>
              <a:t>TITLE FOR A LIST HERE</a:t>
            </a:r>
          </a:p>
        </p:txBody>
      </p:sp>
      <p:sp>
        <p:nvSpPr>
          <p:cNvPr id="12" name="Text Placeholder 11"/>
          <p:cNvSpPr>
            <a:spLocks noGrp="1"/>
          </p:cNvSpPr>
          <p:nvPr>
            <p:ph type="body" sz="quarter" idx="11" hasCustomPrompt="1"/>
          </p:nvPr>
        </p:nvSpPr>
        <p:spPr>
          <a:xfrm>
            <a:off x="3605784" y="1689100"/>
            <a:ext cx="3816096" cy="4013200"/>
          </a:xfrm>
          <a:prstGeom prst="rect">
            <a:avLst/>
          </a:prstGeom>
        </p:spPr>
        <p:txBody>
          <a:bodyPr vert="horz"/>
          <a:lstStyle>
            <a:lvl1pPr marL="342907" indent="-342907">
              <a:buFont typeface="Arial"/>
              <a:buChar char="•"/>
              <a:defRPr sz="2000" baseline="0">
                <a:solidFill>
                  <a:schemeClr val="tx2">
                    <a:lumMod val="75000"/>
                  </a:schemeClr>
                </a:solidFill>
                <a:latin typeface="ITC Franklin Gothic Std Book Compressed"/>
              </a:defRPr>
            </a:lvl1pPr>
          </a:lstStyle>
          <a:p>
            <a:pPr lvl="0"/>
            <a:r>
              <a:rPr lang="en-US" err="1"/>
              <a:t>Lorem</a:t>
            </a:r>
            <a:r>
              <a:rPr lang="en-US"/>
              <a:t> </a:t>
            </a:r>
            <a:r>
              <a:rPr lang="en-US" err="1"/>
              <a:t>Ipsum</a:t>
            </a:r>
            <a:r>
              <a:rPr lang="en-US"/>
              <a:t> Dolor </a:t>
            </a:r>
          </a:p>
          <a:p>
            <a:pPr lvl="0"/>
            <a:r>
              <a:rPr lang="en-US" err="1"/>
              <a:t>Ishnack</a:t>
            </a:r>
            <a:r>
              <a:rPr lang="en-US"/>
              <a:t> Mansions Epson</a:t>
            </a:r>
          </a:p>
          <a:p>
            <a:pPr lvl="0"/>
            <a:r>
              <a:rPr lang="en-US"/>
              <a:t>Et Su </a:t>
            </a:r>
            <a:r>
              <a:rPr lang="en-US" err="1"/>
              <a:t>Domine</a:t>
            </a:r>
            <a:r>
              <a:rPr lang="en-US"/>
              <a:t> Antes</a:t>
            </a:r>
          </a:p>
          <a:p>
            <a:pPr lvl="0"/>
            <a:r>
              <a:rPr lang="en-US" err="1"/>
              <a:t>Lorem</a:t>
            </a:r>
            <a:r>
              <a:rPr lang="en-US"/>
              <a:t> </a:t>
            </a:r>
            <a:r>
              <a:rPr lang="en-US" err="1"/>
              <a:t>Ipsum</a:t>
            </a:r>
            <a:r>
              <a:rPr lang="en-US"/>
              <a:t> Dolor </a:t>
            </a:r>
          </a:p>
          <a:p>
            <a:pPr lvl="0"/>
            <a:r>
              <a:rPr lang="en-US" err="1"/>
              <a:t>Ishnack</a:t>
            </a:r>
            <a:r>
              <a:rPr lang="en-US"/>
              <a:t> Mansions Epson</a:t>
            </a:r>
          </a:p>
          <a:p>
            <a:pPr lvl="0"/>
            <a:r>
              <a:rPr lang="en-US" err="1"/>
              <a:t>Lorem</a:t>
            </a:r>
            <a:r>
              <a:rPr lang="en-US"/>
              <a:t> </a:t>
            </a:r>
            <a:r>
              <a:rPr lang="en-US" err="1"/>
              <a:t>Ipsum</a:t>
            </a:r>
            <a:r>
              <a:rPr lang="en-US"/>
              <a:t> Dolor </a:t>
            </a:r>
          </a:p>
          <a:p>
            <a:pPr lvl="0"/>
            <a:r>
              <a:rPr lang="en-US" err="1"/>
              <a:t>Ishnack</a:t>
            </a:r>
            <a:r>
              <a:rPr lang="en-US"/>
              <a:t> Mansions Epson</a:t>
            </a:r>
          </a:p>
          <a:p>
            <a:pPr lvl="0"/>
            <a:r>
              <a:rPr lang="en-US"/>
              <a:t>Et Su </a:t>
            </a:r>
            <a:r>
              <a:rPr lang="en-US" err="1"/>
              <a:t>Domine</a:t>
            </a:r>
            <a:r>
              <a:rPr lang="en-US"/>
              <a:t> Antes</a:t>
            </a:r>
          </a:p>
          <a:p>
            <a:pPr lvl="0"/>
            <a:r>
              <a:rPr lang="en-US" err="1"/>
              <a:t>Lorem</a:t>
            </a:r>
            <a:r>
              <a:rPr lang="en-US"/>
              <a:t> </a:t>
            </a:r>
            <a:r>
              <a:rPr lang="en-US" err="1"/>
              <a:t>Ipsum</a:t>
            </a:r>
            <a:r>
              <a:rPr lang="en-US"/>
              <a:t> Dolor </a:t>
            </a:r>
          </a:p>
          <a:p>
            <a:pPr lvl="0"/>
            <a:r>
              <a:rPr lang="en-US" err="1"/>
              <a:t>Ishnack</a:t>
            </a:r>
            <a:r>
              <a:rPr lang="en-US"/>
              <a:t> Mansions Epson</a:t>
            </a:r>
          </a:p>
        </p:txBody>
      </p:sp>
      <p:sp>
        <p:nvSpPr>
          <p:cNvPr id="13" name="Slide Number Placeholder 5"/>
          <p:cNvSpPr>
            <a:spLocks noGrp="1"/>
          </p:cNvSpPr>
          <p:nvPr>
            <p:ph type="sldNum" sz="quarter" idx="4"/>
          </p:nvPr>
        </p:nvSpPr>
        <p:spPr>
          <a:xfrm>
            <a:off x="354677" y="6460258"/>
            <a:ext cx="2560320" cy="365125"/>
          </a:xfrm>
          <a:prstGeom prst="rect">
            <a:avLst/>
          </a:prstGeom>
        </p:spPr>
        <p:txBody>
          <a:bodyPr vert="horz" lIns="91440" tIns="45720" rIns="91440" bIns="45720" rtlCol="0" anchor="ctr"/>
          <a:lstStyle>
            <a:lvl1pPr algn="l">
              <a:defRPr sz="1800" baseline="0">
                <a:solidFill>
                  <a:schemeClr val="bg1"/>
                </a:solidFill>
                <a:latin typeface="ITC Franklin Gothic Std Book Extra Compressed"/>
              </a:defRPr>
            </a:lvl1pPr>
          </a:lstStyle>
          <a:p>
            <a:fld id="{0F418C06-167A-E646-9EF6-18275B625F6B}" type="slidenum">
              <a:rPr lang="en-US" smtClean="0"/>
              <a:pPr/>
              <a:t>‹#›</a:t>
            </a:fld>
            <a:endParaRPr lang="en-US"/>
          </a:p>
        </p:txBody>
      </p:sp>
    </p:spTree>
    <p:extLst>
      <p:ext uri="{BB962C8B-B14F-4D97-AF65-F5344CB8AC3E}">
        <p14:creationId xmlns:p14="http://schemas.microsoft.com/office/powerpoint/2010/main" val="30787707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1: short text">
    <p:spTree>
      <p:nvGrpSpPr>
        <p:cNvPr id="1" name=""/>
        <p:cNvGrpSpPr/>
        <p:nvPr/>
      </p:nvGrpSpPr>
      <p:grpSpPr>
        <a:xfrm>
          <a:off x="0" y="0"/>
          <a:ext cx="0" cy="0"/>
          <a:chOff x="0" y="0"/>
          <a:chExt cx="0" cy="0"/>
        </a:xfrm>
      </p:grpSpPr>
      <p:sp>
        <p:nvSpPr>
          <p:cNvPr id="9" name="Text Placeholder 7"/>
          <p:cNvSpPr>
            <a:spLocks noGrp="1"/>
          </p:cNvSpPr>
          <p:nvPr>
            <p:ph type="body" sz="quarter" idx="13" hasCustomPrompt="1"/>
          </p:nvPr>
        </p:nvSpPr>
        <p:spPr>
          <a:xfrm>
            <a:off x="0" y="614069"/>
            <a:ext cx="10972800" cy="508150"/>
          </a:xfrm>
          <a:prstGeom prst="rect">
            <a:avLst/>
          </a:prstGeom>
        </p:spPr>
        <p:txBody>
          <a:bodyPr vert="horz"/>
          <a:lstStyle>
            <a:lvl1pPr marL="0" indent="0" algn="ctr">
              <a:buFontTx/>
              <a:buNone/>
              <a:defRPr baseline="0">
                <a:solidFill>
                  <a:schemeClr val="accent6">
                    <a:lumMod val="75000"/>
                  </a:schemeClr>
                </a:solidFill>
                <a:latin typeface="ITC Franklin Gothic Std Demi Compressed"/>
              </a:defRPr>
            </a:lvl1pPr>
          </a:lstStyle>
          <a:p>
            <a:pPr lvl="0"/>
            <a:r>
              <a:rPr lang="en-US"/>
              <a:t>SHORT PARAGRAPH TEMPLATE TITLE</a:t>
            </a:r>
          </a:p>
        </p:txBody>
      </p:sp>
      <p:sp>
        <p:nvSpPr>
          <p:cNvPr id="11" name="Text Placeholder 10"/>
          <p:cNvSpPr>
            <a:spLocks noGrp="1"/>
          </p:cNvSpPr>
          <p:nvPr>
            <p:ph type="body" sz="quarter" idx="14" hasCustomPrompt="1"/>
          </p:nvPr>
        </p:nvSpPr>
        <p:spPr>
          <a:xfrm>
            <a:off x="1737360" y="1816100"/>
            <a:ext cx="7437120" cy="2273300"/>
          </a:xfrm>
          <a:prstGeom prst="rect">
            <a:avLst/>
          </a:prstGeom>
        </p:spPr>
        <p:txBody>
          <a:bodyPr vert="horz"/>
          <a:lstStyle>
            <a:lvl1pPr marL="0" indent="0" algn="l">
              <a:buFontTx/>
              <a:buNone/>
              <a:defRPr sz="1800" baseline="0">
                <a:solidFill>
                  <a:schemeClr val="tx1">
                    <a:lumMod val="65000"/>
                    <a:lumOff val="35000"/>
                  </a:schemeClr>
                </a:solidFill>
                <a:latin typeface="ITC Franklin Gothic Std Book Condensed"/>
              </a:defRPr>
            </a:lvl1pPr>
          </a:lstStyle>
          <a:p>
            <a:pPr lvl="0"/>
            <a:r>
              <a:rPr lang="en-US" err="1"/>
              <a:t>Suspendisse</a:t>
            </a:r>
            <a:r>
              <a:rPr lang="en-US"/>
              <a:t> </a:t>
            </a:r>
            <a:r>
              <a:rPr lang="en-US" err="1"/>
              <a:t>potenti</a:t>
            </a:r>
            <a:r>
              <a:rPr lang="en-US"/>
              <a:t>. </a:t>
            </a:r>
            <a:r>
              <a:rPr lang="en-US" err="1"/>
              <a:t>Nunc</a:t>
            </a:r>
            <a:r>
              <a:rPr lang="en-US"/>
              <a:t> vitae </a:t>
            </a:r>
            <a:r>
              <a:rPr lang="en-US" err="1"/>
              <a:t>neque</a:t>
            </a:r>
            <a:r>
              <a:rPr lang="en-US"/>
              <a:t> et </a:t>
            </a:r>
            <a:r>
              <a:rPr lang="en-US" err="1"/>
              <a:t>purus</a:t>
            </a:r>
            <a:r>
              <a:rPr lang="en-US"/>
              <a:t> </a:t>
            </a:r>
            <a:r>
              <a:rPr lang="en-US" err="1"/>
              <a:t>tincidunt</a:t>
            </a:r>
            <a:r>
              <a:rPr lang="en-US"/>
              <a:t> </a:t>
            </a:r>
            <a:r>
              <a:rPr lang="en-US" err="1"/>
              <a:t>bibendum</a:t>
            </a:r>
            <a:r>
              <a:rPr lang="en-US"/>
              <a:t> vitae </a:t>
            </a:r>
            <a:r>
              <a:rPr lang="en-US" err="1"/>
              <a:t>sollicitudin</a:t>
            </a:r>
            <a:r>
              <a:rPr lang="en-US"/>
              <a:t> </a:t>
            </a:r>
            <a:r>
              <a:rPr lang="en-US" err="1"/>
              <a:t>urna</a:t>
            </a:r>
            <a:r>
              <a:rPr lang="en-US"/>
              <a:t>. </a:t>
            </a:r>
            <a:r>
              <a:rPr lang="en-US" err="1"/>
              <a:t>Cras</a:t>
            </a:r>
            <a:r>
              <a:rPr lang="en-US"/>
              <a:t> </a:t>
            </a:r>
            <a:r>
              <a:rPr lang="en-US" err="1"/>
              <a:t>eros</a:t>
            </a:r>
            <a:r>
              <a:rPr lang="en-US"/>
              <a:t> dolor, </a:t>
            </a:r>
            <a:r>
              <a:rPr lang="en-US" err="1"/>
              <a:t>finibus</a:t>
            </a:r>
            <a:r>
              <a:rPr lang="en-US"/>
              <a:t> in </a:t>
            </a:r>
            <a:r>
              <a:rPr lang="en-US" err="1"/>
              <a:t>risus</a:t>
            </a:r>
            <a:r>
              <a:rPr lang="en-US"/>
              <a:t> </a:t>
            </a:r>
            <a:r>
              <a:rPr lang="en-US" err="1"/>
              <a:t>etus</a:t>
            </a:r>
            <a:r>
              <a:rPr lang="en-US"/>
              <a:t>, </a:t>
            </a:r>
            <a:r>
              <a:rPr lang="en-US" err="1"/>
              <a:t>hendrerit</a:t>
            </a:r>
            <a:r>
              <a:rPr lang="en-US"/>
              <a:t> </a:t>
            </a:r>
            <a:r>
              <a:rPr lang="en-US" err="1"/>
              <a:t>porta</a:t>
            </a:r>
            <a:r>
              <a:rPr lang="en-US"/>
              <a:t> </a:t>
            </a:r>
            <a:r>
              <a:rPr lang="en-US" err="1"/>
              <a:t>augue</a:t>
            </a:r>
            <a:r>
              <a:rPr lang="en-US"/>
              <a:t>. </a:t>
            </a:r>
            <a:r>
              <a:rPr lang="en-US" err="1"/>
              <a:t>Suspendisse</a:t>
            </a:r>
            <a:r>
              <a:rPr lang="en-US"/>
              <a:t> com </a:t>
            </a:r>
            <a:r>
              <a:rPr lang="en-US" err="1"/>
              <a:t>turpis</a:t>
            </a:r>
            <a:r>
              <a:rPr lang="en-US"/>
              <a:t> </a:t>
            </a:r>
            <a:r>
              <a:rPr lang="en-US" err="1"/>
              <a:t>nec</a:t>
            </a:r>
            <a:r>
              <a:rPr lang="en-US"/>
              <a:t> </a:t>
            </a:r>
            <a:r>
              <a:rPr lang="en-US" err="1"/>
              <a:t>vulputate</a:t>
            </a:r>
            <a:r>
              <a:rPr lang="en-US"/>
              <a:t> </a:t>
            </a:r>
            <a:r>
              <a:rPr lang="en-US" err="1"/>
              <a:t>vehicula</a:t>
            </a:r>
            <a:r>
              <a:rPr lang="en-US"/>
              <a:t>. </a:t>
            </a:r>
            <a:r>
              <a:rPr lang="en-US" err="1"/>
              <a:t>Nunc</a:t>
            </a:r>
            <a:r>
              <a:rPr lang="en-US"/>
              <a:t> </a:t>
            </a:r>
            <a:r>
              <a:rPr lang="en-US" err="1"/>
              <a:t>commodo</a:t>
            </a:r>
            <a:r>
              <a:rPr lang="en-US"/>
              <a:t> </a:t>
            </a:r>
            <a:r>
              <a:rPr lang="en-US" err="1"/>
              <a:t>leo</a:t>
            </a:r>
            <a:r>
              <a:rPr lang="en-US"/>
              <a:t> </a:t>
            </a:r>
            <a:r>
              <a:rPr lang="en-US" err="1"/>
              <a:t>justo</a:t>
            </a:r>
            <a:r>
              <a:rPr lang="en-US"/>
              <a:t> </a:t>
            </a:r>
            <a:r>
              <a:rPr lang="en-US" err="1"/>
              <a:t>cursus</a:t>
            </a:r>
            <a:r>
              <a:rPr lang="en-US"/>
              <a:t>, </a:t>
            </a:r>
            <a:r>
              <a:rPr lang="en-US" err="1"/>
              <a:t>vel</a:t>
            </a:r>
            <a:r>
              <a:rPr lang="en-US"/>
              <a:t> </a:t>
            </a:r>
            <a:r>
              <a:rPr lang="en-US" err="1"/>
              <a:t>ultricies</a:t>
            </a:r>
            <a:r>
              <a:rPr lang="en-US"/>
              <a:t> </a:t>
            </a:r>
            <a:r>
              <a:rPr lang="en-US" err="1"/>
              <a:t>odio</a:t>
            </a:r>
            <a:r>
              <a:rPr lang="en-US"/>
              <a:t> </a:t>
            </a:r>
            <a:r>
              <a:rPr lang="en-US" err="1"/>
              <a:t>varius</a:t>
            </a:r>
            <a:r>
              <a:rPr lang="en-US"/>
              <a:t>. </a:t>
            </a:r>
            <a:r>
              <a:rPr lang="en-US" err="1"/>
              <a:t>Quisquety</a:t>
            </a:r>
            <a:r>
              <a:rPr lang="en-US"/>
              <a:t> </a:t>
            </a:r>
            <a:r>
              <a:rPr lang="en-US" err="1"/>
              <a:t>pharetra</a:t>
            </a:r>
            <a:r>
              <a:rPr lang="en-US"/>
              <a:t> dolor </a:t>
            </a:r>
            <a:r>
              <a:rPr lang="en-US" err="1"/>
              <a:t>eu</a:t>
            </a:r>
            <a:r>
              <a:rPr lang="en-US"/>
              <a:t> </a:t>
            </a:r>
            <a:r>
              <a:rPr lang="en-US" err="1"/>
              <a:t>aliquam</a:t>
            </a:r>
            <a:r>
              <a:rPr lang="en-US"/>
              <a:t> </a:t>
            </a:r>
            <a:r>
              <a:rPr lang="en-US" err="1"/>
              <a:t>sagittis</a:t>
            </a:r>
            <a:r>
              <a:rPr lang="en-US"/>
              <a:t>. </a:t>
            </a:r>
            <a:r>
              <a:rPr lang="en-US" err="1"/>
              <a:t>Aliquam</a:t>
            </a:r>
            <a:r>
              <a:rPr lang="en-US"/>
              <a:t> </a:t>
            </a:r>
            <a:r>
              <a:rPr lang="en-US" err="1"/>
              <a:t>neque</a:t>
            </a:r>
            <a:r>
              <a:rPr lang="en-US"/>
              <a:t> </a:t>
            </a:r>
            <a:r>
              <a:rPr lang="en-US" err="1"/>
              <a:t>massa</a:t>
            </a:r>
            <a:r>
              <a:rPr lang="en-US"/>
              <a:t>, </a:t>
            </a:r>
            <a:r>
              <a:rPr lang="en-US" err="1"/>
              <a:t>ornare</a:t>
            </a:r>
            <a:r>
              <a:rPr lang="en-US"/>
              <a:t> at </a:t>
            </a:r>
            <a:r>
              <a:rPr lang="en-US" err="1"/>
              <a:t>commodo</a:t>
            </a:r>
            <a:r>
              <a:rPr lang="en-US"/>
              <a:t> sit </a:t>
            </a:r>
            <a:r>
              <a:rPr lang="en-US" err="1"/>
              <a:t>amet</a:t>
            </a:r>
            <a:r>
              <a:rPr lang="en-US"/>
              <a:t>, un semper </a:t>
            </a:r>
            <a:r>
              <a:rPr lang="en-US" err="1"/>
              <a:t>sed</a:t>
            </a:r>
            <a:r>
              <a:rPr lang="en-US"/>
              <a:t> </a:t>
            </a:r>
            <a:r>
              <a:rPr lang="en-US" err="1"/>
              <a:t>erat</a:t>
            </a:r>
            <a:r>
              <a:rPr lang="en-US"/>
              <a:t>. </a:t>
            </a:r>
            <a:r>
              <a:rPr lang="en-US" err="1"/>
              <a:t>Suspendisse</a:t>
            </a:r>
            <a:r>
              <a:rPr lang="en-US"/>
              <a:t> </a:t>
            </a:r>
            <a:r>
              <a:rPr lang="en-US" err="1"/>
              <a:t>rhoncus</a:t>
            </a:r>
            <a:r>
              <a:rPr lang="en-US"/>
              <a:t>, </a:t>
            </a:r>
            <a:r>
              <a:rPr lang="en-US" err="1"/>
              <a:t>nunc</a:t>
            </a:r>
            <a:r>
              <a:rPr lang="en-US"/>
              <a:t> vitae dictum </a:t>
            </a:r>
            <a:r>
              <a:rPr lang="en-US" err="1"/>
              <a:t>pretium</a:t>
            </a:r>
            <a:r>
              <a:rPr lang="en-US"/>
              <a:t>, </a:t>
            </a:r>
            <a:r>
              <a:rPr lang="en-US" err="1"/>
              <a:t>libero</a:t>
            </a:r>
            <a:r>
              <a:rPr lang="en-US"/>
              <a:t> </a:t>
            </a:r>
            <a:r>
              <a:rPr lang="en-US" err="1"/>
              <a:t>purus</a:t>
            </a:r>
            <a:r>
              <a:rPr lang="en-US"/>
              <a:t> </a:t>
            </a:r>
            <a:r>
              <a:rPr lang="en-US" err="1"/>
              <a:t>convallis</a:t>
            </a:r>
            <a:r>
              <a:rPr lang="en-US"/>
              <a:t> </a:t>
            </a:r>
            <a:r>
              <a:rPr lang="en-US" err="1"/>
              <a:t>tortor</a:t>
            </a:r>
            <a:r>
              <a:rPr lang="en-US"/>
              <a:t>, </a:t>
            </a:r>
            <a:r>
              <a:rPr lang="en-US" err="1"/>
              <a:t>eget</a:t>
            </a:r>
            <a:r>
              <a:rPr lang="en-US"/>
              <a:t> </a:t>
            </a:r>
            <a:r>
              <a:rPr lang="en-US" err="1"/>
              <a:t>ultricies</a:t>
            </a:r>
            <a:r>
              <a:rPr lang="en-US"/>
              <a:t> </a:t>
            </a:r>
            <a:r>
              <a:rPr lang="en-US" err="1"/>
              <a:t>sapien</a:t>
            </a:r>
            <a:r>
              <a:rPr lang="en-US"/>
              <a:t> </a:t>
            </a:r>
            <a:r>
              <a:rPr lang="en-US" err="1"/>
              <a:t>odio</a:t>
            </a:r>
            <a:r>
              <a:rPr lang="en-US"/>
              <a:t> non ant. Lore </a:t>
            </a:r>
            <a:r>
              <a:rPr lang="en-US" err="1"/>
              <a:t>ipsum</a:t>
            </a:r>
            <a:r>
              <a:rPr lang="en-US"/>
              <a:t> </a:t>
            </a:r>
            <a:r>
              <a:rPr lang="en-US" err="1"/>
              <a:t>lunpt</a:t>
            </a:r>
            <a:r>
              <a:rPr lang="en-US"/>
              <a:t> and </a:t>
            </a:r>
            <a:r>
              <a:rPr lang="en-US" err="1"/>
              <a:t>ishlam</a:t>
            </a:r>
            <a:r>
              <a:rPr lang="en-US"/>
              <a:t>. </a:t>
            </a:r>
            <a:r>
              <a:rPr lang="en-US" err="1"/>
              <a:t>Nunc</a:t>
            </a:r>
            <a:r>
              <a:rPr lang="en-US"/>
              <a:t> vitae </a:t>
            </a:r>
            <a:r>
              <a:rPr lang="en-US" err="1"/>
              <a:t>neque</a:t>
            </a:r>
            <a:r>
              <a:rPr lang="en-US"/>
              <a:t> </a:t>
            </a:r>
            <a:r>
              <a:rPr lang="en-US" err="1"/>
              <a:t>etus</a:t>
            </a:r>
            <a:r>
              <a:rPr lang="en-US"/>
              <a:t>.</a:t>
            </a:r>
          </a:p>
        </p:txBody>
      </p:sp>
      <p:sp>
        <p:nvSpPr>
          <p:cNvPr id="12" name="Slide Number Placeholder 5"/>
          <p:cNvSpPr>
            <a:spLocks noGrp="1"/>
          </p:cNvSpPr>
          <p:nvPr>
            <p:ph type="sldNum" sz="quarter" idx="4"/>
          </p:nvPr>
        </p:nvSpPr>
        <p:spPr>
          <a:xfrm>
            <a:off x="354677" y="6460258"/>
            <a:ext cx="2560320" cy="365125"/>
          </a:xfrm>
          <a:prstGeom prst="rect">
            <a:avLst/>
          </a:prstGeom>
        </p:spPr>
        <p:txBody>
          <a:bodyPr vert="horz" lIns="91440" tIns="45720" rIns="91440" bIns="45720" rtlCol="0" anchor="ctr"/>
          <a:lstStyle>
            <a:lvl1pPr algn="l">
              <a:defRPr sz="1800" baseline="0">
                <a:solidFill>
                  <a:schemeClr val="bg1"/>
                </a:solidFill>
                <a:latin typeface="ITC Franklin Gothic Std Book Extra Compressed"/>
              </a:defRPr>
            </a:lvl1pPr>
          </a:lstStyle>
          <a:p>
            <a:fld id="{0F418C06-167A-E646-9EF6-18275B625F6B}" type="slidenum">
              <a:rPr lang="en-US" smtClean="0"/>
              <a:pPr/>
              <a:t>‹#›</a:t>
            </a:fld>
            <a:endParaRPr lang="en-US"/>
          </a:p>
        </p:txBody>
      </p:sp>
    </p:spTree>
    <p:extLst>
      <p:ext uri="{BB962C8B-B14F-4D97-AF65-F5344CB8AC3E}">
        <p14:creationId xmlns:p14="http://schemas.microsoft.com/office/powerpoint/2010/main" val="1916638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1: table">
    <p:spTree>
      <p:nvGrpSpPr>
        <p:cNvPr id="1" name=""/>
        <p:cNvGrpSpPr/>
        <p:nvPr/>
      </p:nvGrpSpPr>
      <p:grpSpPr>
        <a:xfrm>
          <a:off x="0" y="0"/>
          <a:ext cx="0" cy="0"/>
          <a:chOff x="0" y="0"/>
          <a:chExt cx="0" cy="0"/>
        </a:xfrm>
      </p:grpSpPr>
      <p:sp>
        <p:nvSpPr>
          <p:cNvPr id="11" name="Slide Number Placeholder 5"/>
          <p:cNvSpPr>
            <a:spLocks noGrp="1"/>
          </p:cNvSpPr>
          <p:nvPr>
            <p:ph type="sldNum" sz="quarter" idx="10"/>
          </p:nvPr>
        </p:nvSpPr>
        <p:spPr>
          <a:xfrm>
            <a:off x="354677" y="6460258"/>
            <a:ext cx="2560320" cy="365125"/>
          </a:xfrm>
          <a:prstGeom prst="rect">
            <a:avLst/>
          </a:prstGeom>
        </p:spPr>
        <p:txBody>
          <a:bodyPr vert="horz" lIns="91440" tIns="45720" rIns="91440" bIns="45720" rtlCol="0" anchor="ctr"/>
          <a:lstStyle>
            <a:lvl1pPr algn="l">
              <a:defRPr sz="1800" baseline="0">
                <a:solidFill>
                  <a:schemeClr val="bg1"/>
                </a:solidFill>
                <a:latin typeface="ITC Franklin Gothic Std Book Extra Compressed"/>
              </a:defRPr>
            </a:lvl1pPr>
          </a:lstStyle>
          <a:p>
            <a:fld id="{0F418C06-167A-E646-9EF6-18275B625F6B}" type="slidenum">
              <a:rPr lang="en-US" smtClean="0"/>
              <a:pPr/>
              <a:t>‹#›</a:t>
            </a:fld>
            <a:endParaRPr lang="en-US"/>
          </a:p>
        </p:txBody>
      </p:sp>
      <p:sp>
        <p:nvSpPr>
          <p:cNvPr id="12" name="Text Placeholder 7"/>
          <p:cNvSpPr>
            <a:spLocks noGrp="1"/>
          </p:cNvSpPr>
          <p:nvPr>
            <p:ph type="body" sz="quarter" idx="11" hasCustomPrompt="1"/>
          </p:nvPr>
        </p:nvSpPr>
        <p:spPr>
          <a:xfrm>
            <a:off x="0" y="622300"/>
            <a:ext cx="10972800" cy="457200"/>
          </a:xfrm>
          <a:prstGeom prst="rect">
            <a:avLst/>
          </a:prstGeom>
        </p:spPr>
        <p:txBody>
          <a:bodyPr vert="horz"/>
          <a:lstStyle>
            <a:lvl1pPr marL="0" indent="0" algn="ctr">
              <a:buFontTx/>
              <a:buNone/>
              <a:defRPr baseline="0">
                <a:solidFill>
                  <a:schemeClr val="tx2">
                    <a:lumMod val="75000"/>
                  </a:schemeClr>
                </a:solidFill>
                <a:latin typeface="ITC Franklin Gothic Std Demi Compressed"/>
              </a:defRPr>
            </a:lvl1pPr>
          </a:lstStyle>
          <a:p>
            <a:pPr lvl="0"/>
            <a:r>
              <a:rPr lang="en-US"/>
              <a:t>TITLE FOR A TABLE HERE</a:t>
            </a:r>
          </a:p>
        </p:txBody>
      </p:sp>
    </p:spTree>
    <p:extLst>
      <p:ext uri="{BB962C8B-B14F-4D97-AF65-F5344CB8AC3E}">
        <p14:creationId xmlns:p14="http://schemas.microsoft.com/office/powerpoint/2010/main" val="1489510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E9F54-2D85-724D-AD11-347845B434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1023FC5-27F7-6746-8AAA-C5AAB39AC0A0}"/>
              </a:ext>
            </a:extLst>
          </p:cNvPr>
          <p:cNvSpPr>
            <a:spLocks noGrp="1"/>
          </p:cNvSpPr>
          <p:nvPr>
            <p:ph sz="half" idx="1"/>
          </p:nvPr>
        </p:nvSpPr>
        <p:spPr>
          <a:xfrm>
            <a:off x="754380" y="1825625"/>
            <a:ext cx="466344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07C6D98-D36D-FD48-AE79-FA1BE03ADBF6}"/>
              </a:ext>
            </a:extLst>
          </p:cNvPr>
          <p:cNvSpPr>
            <a:spLocks noGrp="1"/>
          </p:cNvSpPr>
          <p:nvPr>
            <p:ph sz="half" idx="2"/>
          </p:nvPr>
        </p:nvSpPr>
        <p:spPr>
          <a:xfrm>
            <a:off x="5554980" y="1825625"/>
            <a:ext cx="466344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F5ABDDD-3F7E-E542-8D10-B52C12A492FB}"/>
              </a:ext>
            </a:extLst>
          </p:cNvPr>
          <p:cNvSpPr>
            <a:spLocks noGrp="1"/>
          </p:cNvSpPr>
          <p:nvPr>
            <p:ph type="dt" sz="half" idx="10"/>
          </p:nvPr>
        </p:nvSpPr>
        <p:spPr/>
        <p:txBody>
          <a:bodyPr/>
          <a:lstStyle/>
          <a:p>
            <a:fld id="{73E3D589-E13C-A744-A62B-8EB636F649CA}" type="datetimeFigureOut">
              <a:rPr lang="en-US" smtClean="0"/>
              <a:t>7/31/19</a:t>
            </a:fld>
            <a:endParaRPr lang="en-US"/>
          </a:p>
        </p:txBody>
      </p:sp>
      <p:sp>
        <p:nvSpPr>
          <p:cNvPr id="6" name="Footer Placeholder 5">
            <a:extLst>
              <a:ext uri="{FF2B5EF4-FFF2-40B4-BE49-F238E27FC236}">
                <a16:creationId xmlns:a16="http://schemas.microsoft.com/office/drawing/2014/main" id="{51917635-CA7B-184F-82F7-40259A77AC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0D912B-D4F8-2342-AD01-CC749AD2256B}"/>
              </a:ext>
            </a:extLst>
          </p:cNvPr>
          <p:cNvSpPr>
            <a:spLocks noGrp="1"/>
          </p:cNvSpPr>
          <p:nvPr>
            <p:ph type="sldNum" sz="quarter" idx="12"/>
          </p:nvPr>
        </p:nvSpPr>
        <p:spPr/>
        <p:txBody>
          <a:bodyPr/>
          <a:lstStyle/>
          <a:p>
            <a:fld id="{534CC312-4A70-684F-A428-2BA5C2F7EB7E}" type="slidenum">
              <a:rPr lang="en-US" smtClean="0"/>
              <a:t>‹#›</a:t>
            </a:fld>
            <a:endParaRPr lang="en-US"/>
          </a:p>
        </p:txBody>
      </p:sp>
    </p:spTree>
    <p:extLst>
      <p:ext uri="{BB962C8B-B14F-4D97-AF65-F5344CB8AC3E}">
        <p14:creationId xmlns:p14="http://schemas.microsoft.com/office/powerpoint/2010/main" val="2000206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3F09A-0EB1-2F42-9BA2-E54A31464E3D}"/>
              </a:ext>
            </a:extLst>
          </p:cNvPr>
          <p:cNvSpPr>
            <a:spLocks noGrp="1"/>
          </p:cNvSpPr>
          <p:nvPr>
            <p:ph type="title"/>
          </p:nvPr>
        </p:nvSpPr>
        <p:spPr>
          <a:xfrm>
            <a:off x="755810" y="457200"/>
            <a:ext cx="3539014"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3AFA5E50-8AC6-5E4F-A1B9-F416496B8C83}"/>
              </a:ext>
            </a:extLst>
          </p:cNvPr>
          <p:cNvSpPr>
            <a:spLocks noGrp="1"/>
          </p:cNvSpPr>
          <p:nvPr>
            <p:ph idx="1"/>
          </p:nvPr>
        </p:nvSpPr>
        <p:spPr>
          <a:xfrm>
            <a:off x="4664869" y="987429"/>
            <a:ext cx="555498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6D8FFB5-DE7D-A145-BE64-0B5946650CDA}"/>
              </a:ext>
            </a:extLst>
          </p:cNvPr>
          <p:cNvSpPr>
            <a:spLocks noGrp="1"/>
          </p:cNvSpPr>
          <p:nvPr>
            <p:ph type="body" sz="half" idx="2"/>
          </p:nvPr>
        </p:nvSpPr>
        <p:spPr>
          <a:xfrm>
            <a:off x="755810" y="2057400"/>
            <a:ext cx="3539014" cy="3811588"/>
          </a:xfrm>
        </p:spPr>
        <p:txBody>
          <a:bodyPr/>
          <a:lstStyle>
            <a:lvl1pPr marL="0" indent="0">
              <a:buNone/>
              <a:defRPr sz="1200"/>
            </a:lvl1pPr>
            <a:lvl2pPr marL="342907" indent="0">
              <a:buNone/>
              <a:defRPr sz="1050"/>
            </a:lvl2pPr>
            <a:lvl3pPr marL="685814" indent="0">
              <a:buNone/>
              <a:defRPr sz="900"/>
            </a:lvl3pPr>
            <a:lvl4pPr marL="1028721" indent="0">
              <a:buNone/>
              <a:defRPr sz="750"/>
            </a:lvl4pPr>
            <a:lvl5pPr marL="1371627" indent="0">
              <a:buNone/>
              <a:defRPr sz="750"/>
            </a:lvl5pPr>
            <a:lvl6pPr marL="1714534" indent="0">
              <a:buNone/>
              <a:defRPr sz="750"/>
            </a:lvl6pPr>
            <a:lvl7pPr marL="2057441" indent="0">
              <a:buNone/>
              <a:defRPr sz="750"/>
            </a:lvl7pPr>
            <a:lvl8pPr marL="2400348" indent="0">
              <a:buNone/>
              <a:defRPr sz="750"/>
            </a:lvl8pPr>
            <a:lvl9pPr marL="2743255"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C17A2DAA-742C-AF4A-AB4F-E6170530624C}"/>
              </a:ext>
            </a:extLst>
          </p:cNvPr>
          <p:cNvSpPr>
            <a:spLocks noGrp="1"/>
          </p:cNvSpPr>
          <p:nvPr>
            <p:ph type="dt" sz="half" idx="10"/>
          </p:nvPr>
        </p:nvSpPr>
        <p:spPr/>
        <p:txBody>
          <a:bodyPr/>
          <a:lstStyle/>
          <a:p>
            <a:fld id="{73E3D589-E13C-A744-A62B-8EB636F649CA}" type="datetimeFigureOut">
              <a:rPr lang="en-US" smtClean="0"/>
              <a:t>7/31/19</a:t>
            </a:fld>
            <a:endParaRPr lang="en-US"/>
          </a:p>
        </p:txBody>
      </p:sp>
      <p:sp>
        <p:nvSpPr>
          <p:cNvPr id="6" name="Footer Placeholder 5">
            <a:extLst>
              <a:ext uri="{FF2B5EF4-FFF2-40B4-BE49-F238E27FC236}">
                <a16:creationId xmlns:a16="http://schemas.microsoft.com/office/drawing/2014/main" id="{AB6328FB-7FD4-BE4A-9581-7AB4F5DA8E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1EA869-553C-F34E-89E8-39FCE98BF466}"/>
              </a:ext>
            </a:extLst>
          </p:cNvPr>
          <p:cNvSpPr>
            <a:spLocks noGrp="1"/>
          </p:cNvSpPr>
          <p:nvPr>
            <p:ph type="sldNum" sz="quarter" idx="12"/>
          </p:nvPr>
        </p:nvSpPr>
        <p:spPr/>
        <p:txBody>
          <a:bodyPr/>
          <a:lstStyle/>
          <a:p>
            <a:fld id="{534CC312-4A70-684F-A428-2BA5C2F7EB7E}" type="slidenum">
              <a:rPr lang="en-US" smtClean="0"/>
              <a:t>‹#›</a:t>
            </a:fld>
            <a:endParaRPr lang="en-US"/>
          </a:p>
        </p:txBody>
      </p:sp>
    </p:spTree>
    <p:extLst>
      <p:ext uri="{BB962C8B-B14F-4D97-AF65-F5344CB8AC3E}">
        <p14:creationId xmlns:p14="http://schemas.microsoft.com/office/powerpoint/2010/main" val="42102671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68201-093D-A843-95D0-1BCBB4EFAF40}"/>
              </a:ext>
            </a:extLst>
          </p:cNvPr>
          <p:cNvSpPr>
            <a:spLocks noGrp="1"/>
          </p:cNvSpPr>
          <p:nvPr>
            <p:ph type="ctrTitle"/>
          </p:nvPr>
        </p:nvSpPr>
        <p:spPr>
          <a:xfrm>
            <a:off x="1371600" y="1122363"/>
            <a:ext cx="82296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EB5A9F8B-958D-8746-8B32-5B34DE152AF1}"/>
              </a:ext>
            </a:extLst>
          </p:cNvPr>
          <p:cNvSpPr>
            <a:spLocks noGrp="1"/>
          </p:cNvSpPr>
          <p:nvPr>
            <p:ph type="subTitle" idx="1"/>
          </p:nvPr>
        </p:nvSpPr>
        <p:spPr>
          <a:xfrm>
            <a:off x="1371600" y="3602038"/>
            <a:ext cx="8229600" cy="1655762"/>
          </a:xfrm>
        </p:spPr>
        <p:txBody>
          <a:bodyPr/>
          <a:lstStyle>
            <a:lvl1pPr marL="0" indent="0" algn="ctr">
              <a:buNone/>
              <a:defRPr sz="1800"/>
            </a:lvl1pPr>
            <a:lvl2pPr marL="342907" indent="0" algn="ctr">
              <a:buNone/>
              <a:defRPr sz="1500"/>
            </a:lvl2pPr>
            <a:lvl3pPr marL="685814" indent="0" algn="ctr">
              <a:buNone/>
              <a:defRPr sz="1350"/>
            </a:lvl3pPr>
            <a:lvl4pPr marL="1028721" indent="0" algn="ctr">
              <a:buNone/>
              <a:defRPr sz="1200"/>
            </a:lvl4pPr>
            <a:lvl5pPr marL="1371627" indent="0" algn="ctr">
              <a:buNone/>
              <a:defRPr sz="1200"/>
            </a:lvl5pPr>
            <a:lvl6pPr marL="1714534" indent="0" algn="ctr">
              <a:buNone/>
              <a:defRPr sz="1200"/>
            </a:lvl6pPr>
            <a:lvl7pPr marL="2057441" indent="0" algn="ctr">
              <a:buNone/>
              <a:defRPr sz="1200"/>
            </a:lvl7pPr>
            <a:lvl8pPr marL="2400348" indent="0" algn="ctr">
              <a:buNone/>
              <a:defRPr sz="1200"/>
            </a:lvl8pPr>
            <a:lvl9pPr marL="2743255"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D342F136-76F8-9F4B-AD1E-3CA6C28C3912}"/>
              </a:ext>
            </a:extLst>
          </p:cNvPr>
          <p:cNvSpPr>
            <a:spLocks noGrp="1"/>
          </p:cNvSpPr>
          <p:nvPr>
            <p:ph type="dt" sz="half" idx="10"/>
          </p:nvPr>
        </p:nvSpPr>
        <p:spPr/>
        <p:txBody>
          <a:bodyPr/>
          <a:lstStyle/>
          <a:p>
            <a:fld id="{73E3D589-E13C-A744-A62B-8EB636F649CA}" type="datetimeFigureOut">
              <a:rPr lang="en-US" smtClean="0"/>
              <a:t>7/31/19</a:t>
            </a:fld>
            <a:endParaRPr lang="en-US"/>
          </a:p>
        </p:txBody>
      </p:sp>
      <p:sp>
        <p:nvSpPr>
          <p:cNvPr id="5" name="Footer Placeholder 4">
            <a:extLst>
              <a:ext uri="{FF2B5EF4-FFF2-40B4-BE49-F238E27FC236}">
                <a16:creationId xmlns:a16="http://schemas.microsoft.com/office/drawing/2014/main" id="{9B4F27F3-08F4-DD44-8FBC-B432EA82F4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257E8A-22AA-6E49-8322-94A7D781CC3C}"/>
              </a:ext>
            </a:extLst>
          </p:cNvPr>
          <p:cNvSpPr>
            <a:spLocks noGrp="1"/>
          </p:cNvSpPr>
          <p:nvPr>
            <p:ph type="sldNum" sz="quarter" idx="12"/>
          </p:nvPr>
        </p:nvSpPr>
        <p:spPr/>
        <p:txBody>
          <a:bodyPr/>
          <a:lstStyle/>
          <a:p>
            <a:fld id="{534CC312-4A70-684F-A428-2BA5C2F7EB7E}" type="slidenum">
              <a:rPr lang="en-US" smtClean="0"/>
              <a:t>‹#›</a:t>
            </a:fld>
            <a:endParaRPr lang="en-US"/>
          </a:p>
        </p:txBody>
      </p:sp>
    </p:spTree>
    <p:extLst>
      <p:ext uri="{BB962C8B-B14F-4D97-AF65-F5344CB8AC3E}">
        <p14:creationId xmlns:p14="http://schemas.microsoft.com/office/powerpoint/2010/main" val="17036976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pag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0" y="1682758"/>
            <a:ext cx="10972800" cy="732883"/>
          </a:xfrm>
          <a:prstGeom prst="rect">
            <a:avLst/>
          </a:prstGeom>
        </p:spPr>
        <p:txBody>
          <a:bodyPr vert="horz"/>
          <a:lstStyle>
            <a:lvl1pPr marL="0" indent="0" algn="ctr">
              <a:buFontTx/>
              <a:buNone/>
              <a:defRPr sz="5400">
                <a:solidFill>
                  <a:schemeClr val="bg1"/>
                </a:solidFill>
                <a:latin typeface="ITC Franklin Gothic Std Demi Compressed"/>
              </a:defRPr>
            </a:lvl1pPr>
          </a:lstStyle>
          <a:p>
            <a:pPr lvl="0"/>
            <a:r>
              <a:rPr lang="en-US"/>
              <a:t>PRESENTATION TITLE</a:t>
            </a:r>
          </a:p>
        </p:txBody>
      </p:sp>
      <p:sp>
        <p:nvSpPr>
          <p:cNvPr id="10" name="Text Placeholder 9"/>
          <p:cNvSpPr>
            <a:spLocks noGrp="1"/>
          </p:cNvSpPr>
          <p:nvPr>
            <p:ph type="body" sz="quarter" idx="11" hasCustomPrompt="1"/>
          </p:nvPr>
        </p:nvSpPr>
        <p:spPr>
          <a:xfrm>
            <a:off x="10160" y="2415639"/>
            <a:ext cx="10972800" cy="773112"/>
          </a:xfrm>
          <a:prstGeom prst="rect">
            <a:avLst/>
          </a:prstGeom>
        </p:spPr>
        <p:txBody>
          <a:bodyPr vert="horz"/>
          <a:lstStyle>
            <a:lvl1pPr marL="0" indent="0" algn="ctr">
              <a:buFontTx/>
              <a:buNone/>
              <a:defRPr sz="4400" baseline="0">
                <a:solidFill>
                  <a:schemeClr val="bg1"/>
                </a:solidFill>
                <a:latin typeface="ITC Franklin Gothic Std Demi Extra Compressed"/>
              </a:defRPr>
            </a:lvl1pPr>
          </a:lstStyle>
          <a:p>
            <a:pPr lvl="0"/>
            <a:r>
              <a:rPr lang="en-US"/>
              <a:t>Subtitle Here</a:t>
            </a:r>
          </a:p>
        </p:txBody>
      </p:sp>
      <p:sp>
        <p:nvSpPr>
          <p:cNvPr id="14" name="Text Placeholder 13"/>
          <p:cNvSpPr>
            <a:spLocks noGrp="1"/>
          </p:cNvSpPr>
          <p:nvPr>
            <p:ph type="body" sz="quarter" idx="12" hasCustomPrompt="1"/>
          </p:nvPr>
        </p:nvSpPr>
        <p:spPr>
          <a:xfrm>
            <a:off x="10885" y="3644105"/>
            <a:ext cx="10972800" cy="419581"/>
          </a:xfrm>
          <a:prstGeom prst="rect">
            <a:avLst/>
          </a:prstGeom>
        </p:spPr>
        <p:txBody>
          <a:bodyPr vert="horz"/>
          <a:lstStyle>
            <a:lvl1pPr marL="0" indent="0" algn="ctr">
              <a:buFontTx/>
              <a:buNone/>
              <a:defRPr sz="2800" baseline="0">
                <a:solidFill>
                  <a:schemeClr val="bg1"/>
                </a:solidFill>
                <a:latin typeface="ITC Franklin Gothic Std Book Compressed"/>
              </a:defRPr>
            </a:lvl1pPr>
          </a:lstStyle>
          <a:p>
            <a:pPr lvl="0"/>
            <a:r>
              <a:rPr lang="en-US"/>
              <a:t>OPTIONAL AUTHOR NAME</a:t>
            </a:r>
          </a:p>
        </p:txBody>
      </p:sp>
      <p:sp>
        <p:nvSpPr>
          <p:cNvPr id="16" name="Text Placeholder 15"/>
          <p:cNvSpPr>
            <a:spLocks noGrp="1"/>
          </p:cNvSpPr>
          <p:nvPr>
            <p:ph type="body" sz="quarter" idx="13" hasCustomPrompt="1"/>
          </p:nvPr>
        </p:nvSpPr>
        <p:spPr>
          <a:xfrm>
            <a:off x="0" y="4063686"/>
            <a:ext cx="10972800" cy="346075"/>
          </a:xfrm>
          <a:prstGeom prst="rect">
            <a:avLst/>
          </a:prstGeom>
        </p:spPr>
        <p:txBody>
          <a:bodyPr vert="horz"/>
          <a:lstStyle>
            <a:lvl1pPr marL="0" indent="0" algn="ctr">
              <a:buFontTx/>
              <a:buNone/>
              <a:defRPr sz="1600" b="0" i="1" baseline="0">
                <a:solidFill>
                  <a:schemeClr val="bg1"/>
                </a:solidFill>
                <a:latin typeface="ITC Franklin Gothic Std Book"/>
              </a:defRPr>
            </a:lvl1pPr>
          </a:lstStyle>
          <a:p>
            <a:pPr lvl="0"/>
            <a:r>
              <a:rPr lang="en-US"/>
              <a:t>August 27th, 2016</a:t>
            </a:r>
          </a:p>
        </p:txBody>
      </p:sp>
    </p:spTree>
    <p:extLst>
      <p:ext uri="{BB962C8B-B14F-4D97-AF65-F5344CB8AC3E}">
        <p14:creationId xmlns:p14="http://schemas.microsoft.com/office/powerpoint/2010/main" val="11619193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O3: long text">
    <p:spTree>
      <p:nvGrpSpPr>
        <p:cNvPr id="1" name=""/>
        <p:cNvGrpSpPr/>
        <p:nvPr/>
      </p:nvGrpSpPr>
      <p:grpSpPr>
        <a:xfrm>
          <a:off x="0" y="0"/>
          <a:ext cx="0" cy="0"/>
          <a:chOff x="0" y="0"/>
          <a:chExt cx="0" cy="0"/>
        </a:xfrm>
      </p:grpSpPr>
      <p:sp>
        <p:nvSpPr>
          <p:cNvPr id="7" name="Slide Number Placeholder 6"/>
          <p:cNvSpPr>
            <a:spLocks noGrp="1"/>
          </p:cNvSpPr>
          <p:nvPr>
            <p:ph type="sldNum" sz="quarter" idx="10"/>
          </p:nvPr>
        </p:nvSpPr>
        <p:spPr/>
        <p:txBody>
          <a:bodyPr/>
          <a:lstStyle/>
          <a:p>
            <a:fld id="{0F418C06-167A-E646-9EF6-18275B625F6B}" type="slidenum">
              <a:rPr lang="en-US" smtClean="0"/>
              <a:pPr/>
              <a:t>‹#›</a:t>
            </a:fld>
            <a:endParaRPr lang="en-US"/>
          </a:p>
        </p:txBody>
      </p:sp>
      <p:sp>
        <p:nvSpPr>
          <p:cNvPr id="8" name="Text Placeholder 7"/>
          <p:cNvSpPr>
            <a:spLocks noGrp="1"/>
          </p:cNvSpPr>
          <p:nvPr>
            <p:ph type="body" sz="quarter" idx="13" hasCustomPrompt="1"/>
          </p:nvPr>
        </p:nvSpPr>
        <p:spPr>
          <a:xfrm>
            <a:off x="0" y="1223669"/>
            <a:ext cx="10972800" cy="508150"/>
          </a:xfrm>
          <a:prstGeom prst="rect">
            <a:avLst/>
          </a:prstGeom>
        </p:spPr>
        <p:txBody>
          <a:bodyPr vert="horz"/>
          <a:lstStyle>
            <a:lvl1pPr marL="0" indent="0" algn="ctr">
              <a:buFontTx/>
              <a:buNone/>
              <a:defRPr baseline="0">
                <a:solidFill>
                  <a:schemeClr val="accent6">
                    <a:lumMod val="75000"/>
                  </a:schemeClr>
                </a:solidFill>
                <a:latin typeface="ITC Franklin Gothic Std Demi Compressed"/>
              </a:defRPr>
            </a:lvl1pPr>
          </a:lstStyle>
          <a:p>
            <a:pPr lvl="0"/>
            <a:r>
              <a:rPr lang="en-US"/>
              <a:t>LONG PARAGRAPH TEMPLATE TITLE</a:t>
            </a:r>
          </a:p>
        </p:txBody>
      </p:sp>
      <p:sp>
        <p:nvSpPr>
          <p:cNvPr id="9" name="Text Placeholder 9"/>
          <p:cNvSpPr>
            <a:spLocks noGrp="1"/>
          </p:cNvSpPr>
          <p:nvPr>
            <p:ph type="body" sz="quarter" idx="14" hasCustomPrompt="1"/>
          </p:nvPr>
        </p:nvSpPr>
        <p:spPr>
          <a:xfrm>
            <a:off x="581028" y="2185434"/>
            <a:ext cx="4877665" cy="3491467"/>
          </a:xfrm>
          <a:prstGeom prst="rect">
            <a:avLst/>
          </a:prstGeom>
        </p:spPr>
        <p:txBody>
          <a:bodyPr vert="horz"/>
          <a:lstStyle>
            <a:lvl1pPr marL="0" indent="0" algn="l">
              <a:buFontTx/>
              <a:buNone/>
              <a:defRPr sz="1800" baseline="0">
                <a:solidFill>
                  <a:schemeClr val="tx1">
                    <a:lumMod val="65000"/>
                    <a:lumOff val="35000"/>
                  </a:schemeClr>
                </a:solidFill>
                <a:latin typeface="ITC Franklin Gothic Std Book Condensed"/>
              </a:defRPr>
            </a:lvl1pPr>
          </a:lstStyle>
          <a:p>
            <a:pPr lvl="0"/>
            <a:r>
              <a:rPr lang="en-US" err="1"/>
              <a:t>Suspendisse</a:t>
            </a:r>
            <a:r>
              <a:rPr lang="en-US"/>
              <a:t> </a:t>
            </a:r>
            <a:r>
              <a:rPr lang="en-US" err="1"/>
              <a:t>potenti</a:t>
            </a:r>
            <a:r>
              <a:rPr lang="en-US"/>
              <a:t>. </a:t>
            </a:r>
            <a:r>
              <a:rPr lang="en-US" err="1"/>
              <a:t>Nunc</a:t>
            </a:r>
            <a:r>
              <a:rPr lang="en-US"/>
              <a:t> vitae </a:t>
            </a:r>
            <a:r>
              <a:rPr lang="en-US" err="1"/>
              <a:t>neque</a:t>
            </a:r>
            <a:r>
              <a:rPr lang="en-US"/>
              <a:t> et </a:t>
            </a:r>
            <a:r>
              <a:rPr lang="en-US" err="1"/>
              <a:t>purus</a:t>
            </a:r>
            <a:r>
              <a:rPr lang="en-US"/>
              <a:t> </a:t>
            </a:r>
            <a:r>
              <a:rPr lang="en-US" err="1"/>
              <a:t>tincidunt</a:t>
            </a:r>
            <a:r>
              <a:rPr lang="en-US"/>
              <a:t> </a:t>
            </a:r>
            <a:r>
              <a:rPr lang="en-US" err="1"/>
              <a:t>bibendum</a:t>
            </a:r>
            <a:r>
              <a:rPr lang="en-US"/>
              <a:t> vitae </a:t>
            </a:r>
            <a:r>
              <a:rPr lang="en-US" err="1"/>
              <a:t>sollicitudin</a:t>
            </a:r>
            <a:r>
              <a:rPr lang="en-US"/>
              <a:t> </a:t>
            </a:r>
            <a:r>
              <a:rPr lang="en-US" err="1"/>
              <a:t>urna</a:t>
            </a:r>
            <a:r>
              <a:rPr lang="en-US"/>
              <a:t>. </a:t>
            </a:r>
            <a:r>
              <a:rPr lang="en-US" err="1"/>
              <a:t>Cras</a:t>
            </a:r>
            <a:r>
              <a:rPr lang="en-US"/>
              <a:t> </a:t>
            </a:r>
            <a:r>
              <a:rPr lang="en-US" err="1"/>
              <a:t>eros</a:t>
            </a:r>
            <a:r>
              <a:rPr lang="en-US"/>
              <a:t> dolor, </a:t>
            </a:r>
            <a:r>
              <a:rPr lang="en-US" err="1"/>
              <a:t>finibus</a:t>
            </a:r>
            <a:r>
              <a:rPr lang="en-US"/>
              <a:t> in </a:t>
            </a:r>
            <a:r>
              <a:rPr lang="en-US" err="1"/>
              <a:t>risus</a:t>
            </a:r>
            <a:r>
              <a:rPr lang="en-US"/>
              <a:t> </a:t>
            </a:r>
            <a:r>
              <a:rPr lang="en-US" err="1"/>
              <a:t>etus</a:t>
            </a:r>
            <a:r>
              <a:rPr lang="en-US"/>
              <a:t>, </a:t>
            </a:r>
            <a:r>
              <a:rPr lang="en-US" err="1"/>
              <a:t>hendrerit</a:t>
            </a:r>
            <a:r>
              <a:rPr lang="en-US"/>
              <a:t> </a:t>
            </a:r>
            <a:r>
              <a:rPr lang="en-US" err="1"/>
              <a:t>porta</a:t>
            </a:r>
            <a:r>
              <a:rPr lang="en-US"/>
              <a:t> </a:t>
            </a:r>
            <a:r>
              <a:rPr lang="en-US" err="1"/>
              <a:t>augue</a:t>
            </a:r>
            <a:r>
              <a:rPr lang="en-US"/>
              <a:t>. </a:t>
            </a:r>
            <a:r>
              <a:rPr lang="en-US" err="1"/>
              <a:t>Suspendisse</a:t>
            </a:r>
            <a:r>
              <a:rPr lang="en-US"/>
              <a:t> com </a:t>
            </a:r>
            <a:r>
              <a:rPr lang="en-US" err="1"/>
              <a:t>turpis</a:t>
            </a:r>
            <a:r>
              <a:rPr lang="en-US"/>
              <a:t> </a:t>
            </a:r>
            <a:r>
              <a:rPr lang="en-US" err="1"/>
              <a:t>nec</a:t>
            </a:r>
            <a:r>
              <a:rPr lang="en-US"/>
              <a:t> </a:t>
            </a:r>
            <a:r>
              <a:rPr lang="en-US" err="1"/>
              <a:t>vulputate</a:t>
            </a:r>
            <a:r>
              <a:rPr lang="en-US"/>
              <a:t> </a:t>
            </a:r>
            <a:r>
              <a:rPr lang="en-US" err="1"/>
              <a:t>vehicula</a:t>
            </a:r>
            <a:r>
              <a:rPr lang="en-US"/>
              <a:t>. </a:t>
            </a:r>
            <a:r>
              <a:rPr lang="en-US" err="1"/>
              <a:t>Nunc</a:t>
            </a:r>
            <a:r>
              <a:rPr lang="en-US"/>
              <a:t> </a:t>
            </a:r>
            <a:r>
              <a:rPr lang="en-US" err="1"/>
              <a:t>commodo</a:t>
            </a:r>
            <a:r>
              <a:rPr lang="en-US"/>
              <a:t> </a:t>
            </a:r>
            <a:r>
              <a:rPr lang="en-US" err="1"/>
              <a:t>leo</a:t>
            </a:r>
            <a:r>
              <a:rPr lang="en-US"/>
              <a:t> </a:t>
            </a:r>
            <a:r>
              <a:rPr lang="en-US" err="1"/>
              <a:t>justo</a:t>
            </a:r>
            <a:r>
              <a:rPr lang="en-US"/>
              <a:t> </a:t>
            </a:r>
            <a:r>
              <a:rPr lang="en-US" err="1"/>
              <a:t>cursus</a:t>
            </a:r>
            <a:r>
              <a:rPr lang="en-US"/>
              <a:t>, </a:t>
            </a:r>
            <a:r>
              <a:rPr lang="en-US" err="1"/>
              <a:t>vel</a:t>
            </a:r>
            <a:r>
              <a:rPr lang="en-US"/>
              <a:t> </a:t>
            </a:r>
            <a:r>
              <a:rPr lang="en-US" err="1"/>
              <a:t>ultricies</a:t>
            </a:r>
            <a:r>
              <a:rPr lang="en-US"/>
              <a:t> </a:t>
            </a:r>
            <a:r>
              <a:rPr lang="en-US" err="1"/>
              <a:t>odio</a:t>
            </a:r>
            <a:r>
              <a:rPr lang="en-US"/>
              <a:t> </a:t>
            </a:r>
            <a:r>
              <a:rPr lang="en-US" err="1"/>
              <a:t>varius</a:t>
            </a:r>
            <a:r>
              <a:rPr lang="en-US"/>
              <a:t>. </a:t>
            </a:r>
            <a:r>
              <a:rPr lang="en-US" err="1"/>
              <a:t>Quisquety</a:t>
            </a:r>
            <a:r>
              <a:rPr lang="en-US"/>
              <a:t> </a:t>
            </a:r>
            <a:r>
              <a:rPr lang="en-US" err="1"/>
              <a:t>pharetra</a:t>
            </a:r>
            <a:r>
              <a:rPr lang="en-US"/>
              <a:t> dolor </a:t>
            </a:r>
            <a:r>
              <a:rPr lang="en-US" err="1"/>
              <a:t>eu</a:t>
            </a:r>
            <a:r>
              <a:rPr lang="en-US"/>
              <a:t> </a:t>
            </a:r>
            <a:r>
              <a:rPr lang="en-US" err="1"/>
              <a:t>aliquam</a:t>
            </a:r>
            <a:r>
              <a:rPr lang="en-US"/>
              <a:t> </a:t>
            </a:r>
            <a:r>
              <a:rPr lang="en-US" err="1"/>
              <a:t>sagittis</a:t>
            </a:r>
            <a:r>
              <a:rPr lang="en-US"/>
              <a:t>. </a:t>
            </a:r>
            <a:r>
              <a:rPr lang="en-US" err="1"/>
              <a:t>Aliquam</a:t>
            </a:r>
            <a:r>
              <a:rPr lang="en-US"/>
              <a:t> </a:t>
            </a:r>
            <a:r>
              <a:rPr lang="en-US" err="1"/>
              <a:t>neque</a:t>
            </a:r>
            <a:r>
              <a:rPr lang="en-US"/>
              <a:t> </a:t>
            </a:r>
            <a:r>
              <a:rPr lang="en-US" err="1"/>
              <a:t>massa</a:t>
            </a:r>
            <a:r>
              <a:rPr lang="en-US"/>
              <a:t>, </a:t>
            </a:r>
            <a:r>
              <a:rPr lang="en-US" err="1"/>
              <a:t>ornare</a:t>
            </a:r>
            <a:r>
              <a:rPr lang="en-US"/>
              <a:t> at </a:t>
            </a:r>
            <a:r>
              <a:rPr lang="en-US" err="1"/>
              <a:t>commodo</a:t>
            </a:r>
            <a:r>
              <a:rPr lang="en-US"/>
              <a:t> sit </a:t>
            </a:r>
            <a:r>
              <a:rPr lang="en-US" err="1"/>
              <a:t>amet</a:t>
            </a:r>
            <a:r>
              <a:rPr lang="en-US"/>
              <a:t>, un semper </a:t>
            </a:r>
            <a:r>
              <a:rPr lang="en-US" err="1"/>
              <a:t>sed</a:t>
            </a:r>
            <a:r>
              <a:rPr lang="en-US"/>
              <a:t> </a:t>
            </a:r>
            <a:r>
              <a:rPr lang="en-US" err="1"/>
              <a:t>erat</a:t>
            </a:r>
            <a:r>
              <a:rPr lang="en-US"/>
              <a:t>. </a:t>
            </a:r>
            <a:r>
              <a:rPr lang="en-US" err="1"/>
              <a:t>Suspendisse</a:t>
            </a:r>
            <a:r>
              <a:rPr lang="en-US"/>
              <a:t> </a:t>
            </a:r>
            <a:r>
              <a:rPr lang="en-US" err="1"/>
              <a:t>rhoncus</a:t>
            </a:r>
            <a:r>
              <a:rPr lang="en-US"/>
              <a:t>, </a:t>
            </a:r>
            <a:r>
              <a:rPr lang="en-US" err="1"/>
              <a:t>nunc</a:t>
            </a:r>
            <a:r>
              <a:rPr lang="en-US"/>
              <a:t> vitae dictum </a:t>
            </a:r>
            <a:r>
              <a:rPr lang="en-US" err="1"/>
              <a:t>pretium</a:t>
            </a:r>
            <a:r>
              <a:rPr lang="en-US"/>
              <a:t>, </a:t>
            </a:r>
            <a:r>
              <a:rPr lang="en-US" err="1"/>
              <a:t>libero</a:t>
            </a:r>
            <a:r>
              <a:rPr lang="en-US"/>
              <a:t> </a:t>
            </a:r>
            <a:r>
              <a:rPr lang="en-US" err="1"/>
              <a:t>purus</a:t>
            </a:r>
            <a:r>
              <a:rPr lang="en-US"/>
              <a:t> </a:t>
            </a:r>
            <a:r>
              <a:rPr lang="en-US" err="1"/>
              <a:t>convallis</a:t>
            </a:r>
            <a:r>
              <a:rPr lang="en-US"/>
              <a:t> </a:t>
            </a:r>
            <a:r>
              <a:rPr lang="en-US" err="1"/>
              <a:t>tortor</a:t>
            </a:r>
            <a:r>
              <a:rPr lang="en-US"/>
              <a:t>, </a:t>
            </a:r>
            <a:r>
              <a:rPr lang="en-US" err="1"/>
              <a:t>eget</a:t>
            </a:r>
            <a:r>
              <a:rPr lang="en-US"/>
              <a:t> </a:t>
            </a:r>
            <a:r>
              <a:rPr lang="en-US" err="1"/>
              <a:t>ultricies</a:t>
            </a:r>
            <a:r>
              <a:rPr lang="en-US"/>
              <a:t> </a:t>
            </a:r>
            <a:r>
              <a:rPr lang="en-US" err="1"/>
              <a:t>sapien</a:t>
            </a:r>
            <a:r>
              <a:rPr lang="en-US"/>
              <a:t>.</a:t>
            </a:r>
          </a:p>
        </p:txBody>
      </p:sp>
      <p:sp>
        <p:nvSpPr>
          <p:cNvPr id="10" name="Text Placeholder 9"/>
          <p:cNvSpPr>
            <a:spLocks noGrp="1"/>
          </p:cNvSpPr>
          <p:nvPr>
            <p:ph type="body" sz="quarter" idx="15" hasCustomPrompt="1"/>
          </p:nvPr>
        </p:nvSpPr>
        <p:spPr>
          <a:xfrm>
            <a:off x="5655948" y="2185434"/>
            <a:ext cx="4737734" cy="3491467"/>
          </a:xfrm>
          <a:prstGeom prst="rect">
            <a:avLst/>
          </a:prstGeom>
        </p:spPr>
        <p:txBody>
          <a:bodyPr vert="horz"/>
          <a:lstStyle>
            <a:lvl1pPr marL="0" indent="0" algn="l">
              <a:buFontTx/>
              <a:buNone/>
              <a:defRPr sz="1800" baseline="0">
                <a:solidFill>
                  <a:schemeClr val="tx1">
                    <a:lumMod val="65000"/>
                    <a:lumOff val="35000"/>
                  </a:schemeClr>
                </a:solidFill>
                <a:latin typeface="ITC Franklin Gothic Std Book Condensed"/>
              </a:defRPr>
            </a:lvl1pPr>
          </a:lstStyle>
          <a:p>
            <a:pPr lvl="0"/>
            <a:r>
              <a:rPr lang="en-US" err="1"/>
              <a:t>suspendisse</a:t>
            </a:r>
            <a:r>
              <a:rPr lang="en-US"/>
              <a:t> </a:t>
            </a:r>
            <a:r>
              <a:rPr lang="en-US" err="1"/>
              <a:t>potenti</a:t>
            </a:r>
            <a:r>
              <a:rPr lang="en-US"/>
              <a:t>. </a:t>
            </a:r>
            <a:r>
              <a:rPr lang="en-US" err="1"/>
              <a:t>Nunc</a:t>
            </a:r>
            <a:r>
              <a:rPr lang="en-US"/>
              <a:t> vitae </a:t>
            </a:r>
            <a:r>
              <a:rPr lang="en-US" err="1"/>
              <a:t>neque</a:t>
            </a:r>
            <a:r>
              <a:rPr lang="en-US"/>
              <a:t> et </a:t>
            </a:r>
            <a:r>
              <a:rPr lang="en-US" err="1"/>
              <a:t>puri</a:t>
            </a:r>
            <a:r>
              <a:rPr lang="en-US"/>
              <a:t> </a:t>
            </a:r>
            <a:r>
              <a:rPr lang="en-US" err="1"/>
              <a:t>tincidunt</a:t>
            </a:r>
            <a:r>
              <a:rPr lang="en-US"/>
              <a:t> </a:t>
            </a:r>
            <a:r>
              <a:rPr lang="en-US" err="1"/>
              <a:t>bibendum</a:t>
            </a:r>
            <a:r>
              <a:rPr lang="en-US"/>
              <a:t> vitae </a:t>
            </a:r>
            <a:r>
              <a:rPr lang="en-US" err="1"/>
              <a:t>sollicitudin</a:t>
            </a:r>
            <a:r>
              <a:rPr lang="en-US"/>
              <a:t> </a:t>
            </a:r>
            <a:r>
              <a:rPr lang="en-US" err="1"/>
              <a:t>urna</a:t>
            </a:r>
            <a:r>
              <a:rPr lang="en-US"/>
              <a:t>. </a:t>
            </a:r>
            <a:r>
              <a:rPr lang="en-US" err="1"/>
              <a:t>Cras</a:t>
            </a:r>
            <a:r>
              <a:rPr lang="en-US"/>
              <a:t> </a:t>
            </a:r>
            <a:r>
              <a:rPr lang="en-US" err="1"/>
              <a:t>eros</a:t>
            </a:r>
            <a:r>
              <a:rPr lang="en-US"/>
              <a:t> dolor, </a:t>
            </a:r>
            <a:r>
              <a:rPr lang="en-US" err="1"/>
              <a:t>finibus</a:t>
            </a:r>
            <a:r>
              <a:rPr lang="en-US"/>
              <a:t> in </a:t>
            </a:r>
            <a:r>
              <a:rPr lang="en-US" err="1"/>
              <a:t>risus</a:t>
            </a:r>
            <a:r>
              <a:rPr lang="en-US"/>
              <a:t> et, </a:t>
            </a:r>
            <a:r>
              <a:rPr lang="en-US" err="1"/>
              <a:t>hendrerit</a:t>
            </a:r>
            <a:r>
              <a:rPr lang="en-US"/>
              <a:t> </a:t>
            </a:r>
            <a:r>
              <a:rPr lang="en-US" err="1"/>
              <a:t>porta</a:t>
            </a:r>
            <a:r>
              <a:rPr lang="en-US"/>
              <a:t> </a:t>
            </a:r>
            <a:r>
              <a:rPr lang="en-US" err="1"/>
              <a:t>augue</a:t>
            </a:r>
            <a:r>
              <a:rPr lang="en-US"/>
              <a:t>. </a:t>
            </a:r>
            <a:r>
              <a:rPr lang="en-US" err="1"/>
              <a:t>Suspendisse</a:t>
            </a:r>
            <a:r>
              <a:rPr lang="en-US"/>
              <a:t> com </a:t>
            </a:r>
            <a:r>
              <a:rPr lang="en-US" err="1"/>
              <a:t>turpis</a:t>
            </a:r>
            <a:r>
              <a:rPr lang="en-US"/>
              <a:t> </a:t>
            </a:r>
            <a:r>
              <a:rPr lang="en-US" err="1"/>
              <a:t>nec</a:t>
            </a:r>
            <a:r>
              <a:rPr lang="en-US"/>
              <a:t> </a:t>
            </a:r>
            <a:r>
              <a:rPr lang="en-US" err="1"/>
              <a:t>vulputate</a:t>
            </a:r>
            <a:r>
              <a:rPr lang="en-US"/>
              <a:t> </a:t>
            </a:r>
            <a:r>
              <a:rPr lang="en-US" err="1"/>
              <a:t>vehicula</a:t>
            </a:r>
            <a:r>
              <a:rPr lang="en-US"/>
              <a:t>. </a:t>
            </a:r>
            <a:r>
              <a:rPr lang="en-US" err="1"/>
              <a:t>Nunc</a:t>
            </a:r>
            <a:r>
              <a:rPr lang="en-US"/>
              <a:t> </a:t>
            </a:r>
            <a:r>
              <a:rPr lang="en-US" err="1"/>
              <a:t>commodo</a:t>
            </a:r>
            <a:r>
              <a:rPr lang="en-US"/>
              <a:t> </a:t>
            </a:r>
            <a:r>
              <a:rPr lang="en-US" err="1"/>
              <a:t>leo</a:t>
            </a:r>
            <a:r>
              <a:rPr lang="en-US"/>
              <a:t> et </a:t>
            </a:r>
            <a:r>
              <a:rPr lang="en-US" err="1"/>
              <a:t>justo</a:t>
            </a:r>
            <a:r>
              <a:rPr lang="en-US"/>
              <a:t> </a:t>
            </a:r>
            <a:r>
              <a:rPr lang="en-US" err="1"/>
              <a:t>cursus</a:t>
            </a:r>
            <a:r>
              <a:rPr lang="en-US"/>
              <a:t>, </a:t>
            </a:r>
            <a:r>
              <a:rPr lang="en-US" err="1"/>
              <a:t>vel</a:t>
            </a:r>
            <a:r>
              <a:rPr lang="en-US"/>
              <a:t> </a:t>
            </a:r>
            <a:r>
              <a:rPr lang="en-US" err="1"/>
              <a:t>ultricies</a:t>
            </a:r>
            <a:r>
              <a:rPr lang="en-US"/>
              <a:t> </a:t>
            </a:r>
            <a:r>
              <a:rPr lang="en-US" err="1"/>
              <a:t>odio</a:t>
            </a:r>
            <a:r>
              <a:rPr lang="en-US"/>
              <a:t> </a:t>
            </a:r>
            <a:r>
              <a:rPr lang="en-US" err="1"/>
              <a:t>varius</a:t>
            </a:r>
            <a:r>
              <a:rPr lang="en-US"/>
              <a:t>. </a:t>
            </a:r>
            <a:r>
              <a:rPr lang="en-US" err="1"/>
              <a:t>Quisque</a:t>
            </a:r>
            <a:r>
              <a:rPr lang="en-US"/>
              <a:t> </a:t>
            </a:r>
            <a:r>
              <a:rPr lang="en-US" err="1"/>
              <a:t>pharetra</a:t>
            </a:r>
            <a:r>
              <a:rPr lang="en-US"/>
              <a:t> dolor </a:t>
            </a:r>
            <a:r>
              <a:rPr lang="en-US" err="1"/>
              <a:t>eu</a:t>
            </a:r>
            <a:r>
              <a:rPr lang="en-US"/>
              <a:t> </a:t>
            </a:r>
            <a:r>
              <a:rPr lang="en-US" err="1"/>
              <a:t>aliquam</a:t>
            </a:r>
            <a:r>
              <a:rPr lang="en-US"/>
              <a:t> </a:t>
            </a:r>
            <a:r>
              <a:rPr lang="en-US" err="1"/>
              <a:t>sagittis</a:t>
            </a:r>
            <a:r>
              <a:rPr lang="en-US"/>
              <a:t>. </a:t>
            </a:r>
            <a:r>
              <a:rPr lang="en-US" err="1"/>
              <a:t>Aliquam</a:t>
            </a:r>
            <a:r>
              <a:rPr lang="en-US"/>
              <a:t> </a:t>
            </a:r>
            <a:r>
              <a:rPr lang="en-US" err="1"/>
              <a:t>neque</a:t>
            </a:r>
            <a:r>
              <a:rPr lang="en-US"/>
              <a:t> </a:t>
            </a:r>
            <a:r>
              <a:rPr lang="en-US" err="1"/>
              <a:t>massa</a:t>
            </a:r>
            <a:r>
              <a:rPr lang="en-US"/>
              <a:t>, </a:t>
            </a:r>
            <a:r>
              <a:rPr lang="en-US" err="1"/>
              <a:t>orn</a:t>
            </a:r>
            <a:r>
              <a:rPr lang="en-US"/>
              <a:t> at </a:t>
            </a:r>
            <a:r>
              <a:rPr lang="en-US" err="1"/>
              <a:t>commodo</a:t>
            </a:r>
            <a:r>
              <a:rPr lang="en-US"/>
              <a:t> sit </a:t>
            </a:r>
            <a:r>
              <a:rPr lang="en-US" err="1"/>
              <a:t>amet</a:t>
            </a:r>
            <a:r>
              <a:rPr lang="en-US"/>
              <a:t>, semper </a:t>
            </a:r>
            <a:r>
              <a:rPr lang="en-US" err="1"/>
              <a:t>sed</a:t>
            </a:r>
            <a:r>
              <a:rPr lang="en-US"/>
              <a:t> </a:t>
            </a:r>
            <a:r>
              <a:rPr lang="en-US" err="1"/>
              <a:t>erat</a:t>
            </a:r>
            <a:r>
              <a:rPr lang="en-US"/>
              <a:t>. </a:t>
            </a:r>
            <a:r>
              <a:rPr lang="en-US" err="1"/>
              <a:t>Disse</a:t>
            </a:r>
            <a:r>
              <a:rPr lang="en-US"/>
              <a:t> </a:t>
            </a:r>
            <a:r>
              <a:rPr lang="en-US" err="1"/>
              <a:t>rhoncus</a:t>
            </a:r>
            <a:r>
              <a:rPr lang="en-US"/>
              <a:t>, </a:t>
            </a:r>
            <a:r>
              <a:rPr lang="en-US" err="1"/>
              <a:t>nunc</a:t>
            </a:r>
            <a:r>
              <a:rPr lang="en-US"/>
              <a:t> vitae dictum </a:t>
            </a:r>
            <a:r>
              <a:rPr lang="en-US" err="1"/>
              <a:t>pretium</a:t>
            </a:r>
            <a:r>
              <a:rPr lang="en-US"/>
              <a:t>, </a:t>
            </a:r>
            <a:r>
              <a:rPr lang="en-US" err="1"/>
              <a:t>libero</a:t>
            </a:r>
            <a:r>
              <a:rPr lang="en-US"/>
              <a:t> </a:t>
            </a:r>
            <a:r>
              <a:rPr lang="en-US" err="1"/>
              <a:t>purus</a:t>
            </a:r>
            <a:r>
              <a:rPr lang="en-US"/>
              <a:t> </a:t>
            </a:r>
            <a:r>
              <a:rPr lang="en-US" err="1"/>
              <a:t>convallis</a:t>
            </a:r>
            <a:r>
              <a:rPr lang="en-US"/>
              <a:t> </a:t>
            </a:r>
            <a:r>
              <a:rPr lang="en-US" err="1"/>
              <a:t>tortor</a:t>
            </a:r>
            <a:r>
              <a:rPr lang="en-US"/>
              <a:t>, </a:t>
            </a:r>
            <a:r>
              <a:rPr lang="en-US" err="1"/>
              <a:t>eget</a:t>
            </a:r>
            <a:r>
              <a:rPr lang="en-US"/>
              <a:t> </a:t>
            </a:r>
            <a:r>
              <a:rPr lang="en-US" err="1"/>
              <a:t>ultricies</a:t>
            </a:r>
            <a:r>
              <a:rPr lang="en-US"/>
              <a:t>.</a:t>
            </a:r>
          </a:p>
        </p:txBody>
      </p:sp>
      <p:sp>
        <p:nvSpPr>
          <p:cNvPr id="11" name="TextBox 10"/>
          <p:cNvSpPr txBox="1"/>
          <p:nvPr userDrawn="1"/>
        </p:nvSpPr>
        <p:spPr>
          <a:xfrm>
            <a:off x="-396238" y="2133601"/>
            <a:ext cx="184731" cy="369332"/>
          </a:xfrm>
          <a:prstGeom prst="rect">
            <a:avLst/>
          </a:prstGeom>
          <a:noFill/>
        </p:spPr>
        <p:txBody>
          <a:bodyPr wrap="none" rtlCol="0">
            <a:spAutoFit/>
          </a:bodyPr>
          <a:lstStyle/>
          <a:p>
            <a:endParaRPr lang="en-US" sz="1800"/>
          </a:p>
        </p:txBody>
      </p:sp>
    </p:spTree>
    <p:extLst>
      <p:ext uri="{BB962C8B-B14F-4D97-AF65-F5344CB8AC3E}">
        <p14:creationId xmlns:p14="http://schemas.microsoft.com/office/powerpoint/2010/main" val="32099177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11" name="Text Placeholder 10"/>
          <p:cNvSpPr>
            <a:spLocks noGrp="1"/>
          </p:cNvSpPr>
          <p:nvPr>
            <p:ph type="body" sz="quarter" idx="11" hasCustomPrompt="1"/>
          </p:nvPr>
        </p:nvSpPr>
        <p:spPr>
          <a:xfrm>
            <a:off x="5047107" y="1473518"/>
            <a:ext cx="5788534" cy="5219382"/>
          </a:xfrm>
          <a:prstGeom prst="rect">
            <a:avLst/>
          </a:prstGeom>
        </p:spPr>
        <p:txBody>
          <a:bodyPr vert="horz"/>
          <a:lstStyle>
            <a:lvl1pPr marL="0" indent="0">
              <a:buFontTx/>
              <a:buNone/>
              <a:defRPr sz="4400" baseline="30000">
                <a:solidFill>
                  <a:schemeClr val="tx1">
                    <a:lumMod val="65000"/>
                    <a:lumOff val="35000"/>
                  </a:schemeClr>
                </a:solidFill>
                <a:latin typeface="ITC Franklin Gothic Std Book Extra Compressed"/>
              </a:defRPr>
            </a:lvl1pPr>
          </a:lstStyle>
          <a:p>
            <a:pPr lvl="0"/>
            <a:r>
              <a:rPr lang="en-US"/>
              <a:t>1. Introduction Title Placed Here</a:t>
            </a:r>
          </a:p>
          <a:p>
            <a:pPr lvl="0"/>
            <a:r>
              <a:rPr lang="en-US"/>
              <a:t>2. Purpose Title Here</a:t>
            </a:r>
          </a:p>
          <a:p>
            <a:pPr lvl="0"/>
            <a:r>
              <a:rPr lang="en-US"/>
              <a:t>3. Description Title Would Go Here</a:t>
            </a:r>
          </a:p>
          <a:p>
            <a:pPr lvl="0"/>
            <a:r>
              <a:rPr lang="en-US"/>
              <a:t>4. </a:t>
            </a:r>
            <a:r>
              <a:rPr lang="en-US" err="1"/>
              <a:t>Lorem</a:t>
            </a:r>
            <a:r>
              <a:rPr lang="en-US"/>
              <a:t> </a:t>
            </a:r>
            <a:r>
              <a:rPr lang="en-US" err="1"/>
              <a:t>Etam</a:t>
            </a:r>
            <a:r>
              <a:rPr lang="en-US"/>
              <a:t> Would Go Here</a:t>
            </a:r>
          </a:p>
          <a:p>
            <a:pPr lvl="0"/>
            <a:r>
              <a:rPr lang="en-US"/>
              <a:t>5. </a:t>
            </a:r>
            <a:r>
              <a:rPr lang="en-US" err="1"/>
              <a:t>Ipsum</a:t>
            </a:r>
            <a:r>
              <a:rPr lang="en-US"/>
              <a:t> Dolor Would Go Here</a:t>
            </a:r>
          </a:p>
          <a:p>
            <a:pPr lvl="0"/>
            <a:r>
              <a:rPr lang="en-US"/>
              <a:t>6. Methodology Would Be Placed Here</a:t>
            </a:r>
          </a:p>
          <a:p>
            <a:pPr lvl="0"/>
            <a:r>
              <a:rPr lang="en-US"/>
              <a:t>7. Research Title Would Go Here</a:t>
            </a:r>
          </a:p>
          <a:p>
            <a:pPr lvl="0"/>
            <a:r>
              <a:rPr lang="en-US"/>
              <a:t>8. Findings Another Title Would Go Here</a:t>
            </a:r>
          </a:p>
        </p:txBody>
      </p:sp>
    </p:spTree>
    <p:extLst>
      <p:ext uri="{BB962C8B-B14F-4D97-AF65-F5344CB8AC3E}">
        <p14:creationId xmlns:p14="http://schemas.microsoft.com/office/powerpoint/2010/main" val="10356822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BE895-3FD5-4160-BFE9-DD8E46148CD9}"/>
              </a:ext>
            </a:extLst>
          </p:cNvPr>
          <p:cNvSpPr>
            <a:spLocks noGrp="1"/>
          </p:cNvSpPr>
          <p:nvPr>
            <p:ph type="title" hasCustomPrompt="1"/>
          </p:nvPr>
        </p:nvSpPr>
        <p:spPr>
          <a:xfrm>
            <a:off x="754380" y="365127"/>
            <a:ext cx="9464040" cy="625475"/>
          </a:xfrm>
          <a:prstGeom prst="rect">
            <a:avLst/>
          </a:prstGeom>
        </p:spPr>
        <p:txBody>
          <a:bodyPr/>
          <a:lstStyle>
            <a:lvl1pPr>
              <a:defRPr sz="2880">
                <a:solidFill>
                  <a:schemeClr val="accent6">
                    <a:lumMod val="75000"/>
                  </a:schemeClr>
                </a:solidFill>
                <a:latin typeface="ITC Franklin Gothic Std Demi Compressed"/>
              </a:defRPr>
            </a:lvl1pPr>
          </a:lstStyle>
          <a:p>
            <a:pPr lvl="0"/>
            <a:r>
              <a:rPr lang="en-US"/>
              <a:t>LONG PARAGRAPH TEMPLATE TITLE</a:t>
            </a:r>
          </a:p>
        </p:txBody>
      </p:sp>
      <p:sp>
        <p:nvSpPr>
          <p:cNvPr id="3" name="Slide Number Placeholder 2">
            <a:extLst>
              <a:ext uri="{FF2B5EF4-FFF2-40B4-BE49-F238E27FC236}">
                <a16:creationId xmlns:a16="http://schemas.microsoft.com/office/drawing/2014/main" id="{801111D1-7250-4531-91C9-BADFF150A987}"/>
              </a:ext>
            </a:extLst>
          </p:cNvPr>
          <p:cNvSpPr>
            <a:spLocks noGrp="1"/>
          </p:cNvSpPr>
          <p:nvPr>
            <p:ph type="sldNum" sz="quarter" idx="10"/>
          </p:nvPr>
        </p:nvSpPr>
        <p:spPr/>
        <p:txBody>
          <a:bodyPr/>
          <a:lstStyle/>
          <a:p>
            <a:fld id="{0F418C06-167A-E646-9EF6-18275B625F6B}" type="slidenum">
              <a:rPr lang="en-US" smtClean="0"/>
              <a:pPr/>
              <a:t>‹#›</a:t>
            </a:fld>
            <a:endParaRPr lang="en-US"/>
          </a:p>
        </p:txBody>
      </p:sp>
      <p:sp>
        <p:nvSpPr>
          <p:cNvPr id="7" name="Content Placeholder 6">
            <a:extLst>
              <a:ext uri="{FF2B5EF4-FFF2-40B4-BE49-F238E27FC236}">
                <a16:creationId xmlns:a16="http://schemas.microsoft.com/office/drawing/2014/main" id="{59648506-7D9F-430B-8E57-4B900BBA5F45}"/>
              </a:ext>
            </a:extLst>
          </p:cNvPr>
          <p:cNvSpPr>
            <a:spLocks noGrp="1"/>
          </p:cNvSpPr>
          <p:nvPr>
            <p:ph sz="quarter" idx="11"/>
          </p:nvPr>
        </p:nvSpPr>
        <p:spPr>
          <a:xfrm>
            <a:off x="754380" y="1143000"/>
            <a:ext cx="9464040" cy="4648200"/>
          </a:xfrm>
          <a:prstGeom prst="rect">
            <a:avLst/>
          </a:prstGeom>
        </p:spPr>
        <p:txBody>
          <a:bodyPr/>
          <a:lstStyle>
            <a:lvl1pPr>
              <a:defRPr sz="1800"/>
            </a:lvl1pPr>
            <a:lvl2pPr>
              <a:defRPr sz="1800"/>
            </a:lvl2pPr>
            <a:lvl3pPr>
              <a:defRPr sz="18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775360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mage placeholder">
    <p:spTree>
      <p:nvGrpSpPr>
        <p:cNvPr id="1" name=""/>
        <p:cNvGrpSpPr/>
        <p:nvPr/>
      </p:nvGrpSpPr>
      <p:grpSpPr>
        <a:xfrm>
          <a:off x="0" y="0"/>
          <a:ext cx="0" cy="0"/>
          <a:chOff x="0" y="0"/>
          <a:chExt cx="0" cy="0"/>
        </a:xfrm>
      </p:grpSpPr>
      <p:sp>
        <p:nvSpPr>
          <p:cNvPr id="8" name="Picture Placeholder 7"/>
          <p:cNvSpPr>
            <a:spLocks noGrp="1"/>
          </p:cNvSpPr>
          <p:nvPr>
            <p:ph type="pic" sz="quarter" idx="10" hasCustomPrompt="1"/>
          </p:nvPr>
        </p:nvSpPr>
        <p:spPr>
          <a:xfrm>
            <a:off x="1066800" y="660400"/>
            <a:ext cx="8945880" cy="4965700"/>
          </a:xfrm>
          <a:prstGeom prst="rect">
            <a:avLst/>
          </a:prstGeom>
        </p:spPr>
        <p:txBody>
          <a:bodyPr vert="horz"/>
          <a:lstStyle>
            <a:lvl1pPr marL="0" indent="0">
              <a:buFontTx/>
              <a:buNone/>
              <a:defRPr baseline="0"/>
            </a:lvl1pPr>
          </a:lstStyle>
          <a:p>
            <a:r>
              <a:rPr lang="en-US"/>
              <a:t>Drag/Insert Image here</a:t>
            </a:r>
          </a:p>
        </p:txBody>
      </p:sp>
      <p:sp>
        <p:nvSpPr>
          <p:cNvPr id="10" name="Text Placeholder 9"/>
          <p:cNvSpPr>
            <a:spLocks noGrp="1"/>
          </p:cNvSpPr>
          <p:nvPr>
            <p:ph type="body" sz="quarter" idx="11" hasCustomPrompt="1"/>
          </p:nvPr>
        </p:nvSpPr>
        <p:spPr>
          <a:xfrm>
            <a:off x="1066801" y="5786967"/>
            <a:ext cx="5821680" cy="402160"/>
          </a:xfrm>
          <a:prstGeom prst="rect">
            <a:avLst/>
          </a:prstGeom>
        </p:spPr>
        <p:txBody>
          <a:bodyPr vert="horz"/>
          <a:lstStyle>
            <a:lvl1pPr marL="0" indent="0">
              <a:buFontTx/>
              <a:buNone/>
              <a:defRPr sz="1800" baseline="0">
                <a:solidFill>
                  <a:schemeClr val="tx2">
                    <a:lumMod val="75000"/>
                  </a:schemeClr>
                </a:solidFill>
                <a:latin typeface="ITC Franklin Gothic Std Demi Compressed"/>
              </a:defRPr>
            </a:lvl1pPr>
          </a:lstStyle>
          <a:p>
            <a:pPr lvl="0"/>
            <a:r>
              <a:rPr lang="en-US"/>
              <a:t>TITLE FOR IMAGE HERE</a:t>
            </a:r>
          </a:p>
        </p:txBody>
      </p:sp>
      <p:sp>
        <p:nvSpPr>
          <p:cNvPr id="12" name="Text Placeholder 11"/>
          <p:cNvSpPr>
            <a:spLocks noGrp="1"/>
          </p:cNvSpPr>
          <p:nvPr>
            <p:ph type="body" sz="quarter" idx="12" hasCustomPrompt="1"/>
          </p:nvPr>
        </p:nvSpPr>
        <p:spPr>
          <a:xfrm>
            <a:off x="1066800" y="6189127"/>
            <a:ext cx="8945880" cy="355600"/>
          </a:xfrm>
          <a:prstGeom prst="rect">
            <a:avLst/>
          </a:prstGeom>
        </p:spPr>
        <p:txBody>
          <a:bodyPr vert="horz"/>
          <a:lstStyle>
            <a:lvl1pPr marL="0" indent="0">
              <a:buFontTx/>
              <a:buNone/>
              <a:defRPr sz="1260" baseline="0">
                <a:solidFill>
                  <a:schemeClr val="tx2">
                    <a:lumMod val="75000"/>
                  </a:schemeClr>
                </a:solidFill>
                <a:latin typeface="ITC Franklin Gothic Std Book Compressed"/>
              </a:defRPr>
            </a:lvl1pPr>
          </a:lstStyle>
          <a:p>
            <a:pPr lvl="0"/>
            <a:r>
              <a:rPr lang="en-US"/>
              <a:t>Subtitle And Description For Image Here</a:t>
            </a:r>
          </a:p>
        </p:txBody>
      </p:sp>
    </p:spTree>
    <p:extLst>
      <p:ext uri="{BB962C8B-B14F-4D97-AF65-F5344CB8AC3E}">
        <p14:creationId xmlns:p14="http://schemas.microsoft.com/office/powerpoint/2010/main" val="35490044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O1: image">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6652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O2: backgroun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0F418C06-167A-E646-9EF6-18275B625F6B}" type="slidenum">
              <a:rPr lang="en-US" smtClean="0"/>
              <a:pPr/>
              <a:t>‹#›</a:t>
            </a:fld>
            <a:endParaRPr lang="en-US"/>
          </a:p>
        </p:txBody>
      </p:sp>
    </p:spTree>
    <p:extLst>
      <p:ext uri="{BB962C8B-B14F-4D97-AF65-F5344CB8AC3E}">
        <p14:creationId xmlns:p14="http://schemas.microsoft.com/office/powerpoint/2010/main" val="14925381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O2: long text">
    <p:spTree>
      <p:nvGrpSpPr>
        <p:cNvPr id="1" name=""/>
        <p:cNvGrpSpPr/>
        <p:nvPr/>
      </p:nvGrpSpPr>
      <p:grpSpPr>
        <a:xfrm>
          <a:off x="0" y="0"/>
          <a:ext cx="0" cy="0"/>
          <a:chOff x="0" y="0"/>
          <a:chExt cx="0" cy="0"/>
        </a:xfrm>
      </p:grpSpPr>
      <p:sp>
        <p:nvSpPr>
          <p:cNvPr id="7" name="Slide Number Placeholder 6"/>
          <p:cNvSpPr>
            <a:spLocks noGrp="1"/>
          </p:cNvSpPr>
          <p:nvPr>
            <p:ph type="sldNum" sz="quarter" idx="10"/>
          </p:nvPr>
        </p:nvSpPr>
        <p:spPr/>
        <p:txBody>
          <a:bodyPr/>
          <a:lstStyle/>
          <a:p>
            <a:fld id="{0F418C06-167A-E646-9EF6-18275B625F6B}" type="slidenum">
              <a:rPr lang="en-US" smtClean="0"/>
              <a:pPr/>
              <a:t>‹#›</a:t>
            </a:fld>
            <a:endParaRPr lang="en-US"/>
          </a:p>
        </p:txBody>
      </p:sp>
      <p:sp>
        <p:nvSpPr>
          <p:cNvPr id="8" name="Text Placeholder 7"/>
          <p:cNvSpPr>
            <a:spLocks noGrp="1"/>
          </p:cNvSpPr>
          <p:nvPr>
            <p:ph type="body" sz="quarter" idx="13" hasCustomPrompt="1"/>
          </p:nvPr>
        </p:nvSpPr>
        <p:spPr>
          <a:xfrm>
            <a:off x="0" y="614069"/>
            <a:ext cx="10972800" cy="508150"/>
          </a:xfrm>
          <a:prstGeom prst="rect">
            <a:avLst/>
          </a:prstGeom>
        </p:spPr>
        <p:txBody>
          <a:bodyPr vert="horz"/>
          <a:lstStyle>
            <a:lvl1pPr marL="0" indent="0" algn="ctr">
              <a:buFontTx/>
              <a:buNone/>
              <a:defRPr baseline="0">
                <a:solidFill>
                  <a:schemeClr val="accent6">
                    <a:lumMod val="75000"/>
                  </a:schemeClr>
                </a:solidFill>
                <a:latin typeface="ITC Franklin Gothic Std Demi Compressed"/>
              </a:defRPr>
            </a:lvl1pPr>
          </a:lstStyle>
          <a:p>
            <a:pPr lvl="0"/>
            <a:r>
              <a:rPr lang="en-US"/>
              <a:t>LONG PARAGRAPH TEMPLATE TITLE</a:t>
            </a:r>
          </a:p>
        </p:txBody>
      </p:sp>
      <p:sp>
        <p:nvSpPr>
          <p:cNvPr id="9" name="Text Placeholder 9"/>
          <p:cNvSpPr>
            <a:spLocks noGrp="1"/>
          </p:cNvSpPr>
          <p:nvPr>
            <p:ph type="body" sz="quarter" idx="14" hasCustomPrompt="1"/>
          </p:nvPr>
        </p:nvSpPr>
        <p:spPr>
          <a:xfrm>
            <a:off x="581028" y="1817688"/>
            <a:ext cx="4877665" cy="3567112"/>
          </a:xfrm>
          <a:prstGeom prst="rect">
            <a:avLst/>
          </a:prstGeom>
        </p:spPr>
        <p:txBody>
          <a:bodyPr vert="horz"/>
          <a:lstStyle>
            <a:lvl1pPr marL="0" indent="0" algn="l">
              <a:buFontTx/>
              <a:buNone/>
              <a:defRPr sz="1800" baseline="0">
                <a:solidFill>
                  <a:schemeClr val="tx1">
                    <a:lumMod val="65000"/>
                    <a:lumOff val="35000"/>
                  </a:schemeClr>
                </a:solidFill>
                <a:latin typeface="ITC Franklin Gothic Std Book Condensed"/>
              </a:defRPr>
            </a:lvl1pPr>
          </a:lstStyle>
          <a:p>
            <a:pPr lvl="0"/>
            <a:r>
              <a:rPr lang="en-US" err="1"/>
              <a:t>Suspendisse</a:t>
            </a:r>
            <a:r>
              <a:rPr lang="en-US"/>
              <a:t> </a:t>
            </a:r>
            <a:r>
              <a:rPr lang="en-US" err="1"/>
              <a:t>potenti</a:t>
            </a:r>
            <a:r>
              <a:rPr lang="en-US"/>
              <a:t>. </a:t>
            </a:r>
            <a:r>
              <a:rPr lang="en-US" err="1"/>
              <a:t>Nunc</a:t>
            </a:r>
            <a:r>
              <a:rPr lang="en-US"/>
              <a:t> vitae </a:t>
            </a:r>
            <a:r>
              <a:rPr lang="en-US" err="1"/>
              <a:t>neque</a:t>
            </a:r>
            <a:r>
              <a:rPr lang="en-US"/>
              <a:t> et </a:t>
            </a:r>
            <a:r>
              <a:rPr lang="en-US" err="1"/>
              <a:t>purus</a:t>
            </a:r>
            <a:r>
              <a:rPr lang="en-US"/>
              <a:t> </a:t>
            </a:r>
            <a:r>
              <a:rPr lang="en-US" err="1"/>
              <a:t>tincidunt</a:t>
            </a:r>
            <a:r>
              <a:rPr lang="en-US"/>
              <a:t> </a:t>
            </a:r>
            <a:r>
              <a:rPr lang="en-US" err="1"/>
              <a:t>bibendum</a:t>
            </a:r>
            <a:r>
              <a:rPr lang="en-US"/>
              <a:t> vitae </a:t>
            </a:r>
            <a:r>
              <a:rPr lang="en-US" err="1"/>
              <a:t>sollicitudin</a:t>
            </a:r>
            <a:r>
              <a:rPr lang="en-US"/>
              <a:t> </a:t>
            </a:r>
            <a:r>
              <a:rPr lang="en-US" err="1"/>
              <a:t>urna</a:t>
            </a:r>
            <a:r>
              <a:rPr lang="en-US"/>
              <a:t>. </a:t>
            </a:r>
            <a:r>
              <a:rPr lang="en-US" err="1"/>
              <a:t>Cras</a:t>
            </a:r>
            <a:r>
              <a:rPr lang="en-US"/>
              <a:t> </a:t>
            </a:r>
            <a:r>
              <a:rPr lang="en-US" err="1"/>
              <a:t>eros</a:t>
            </a:r>
            <a:r>
              <a:rPr lang="en-US"/>
              <a:t> dolor, </a:t>
            </a:r>
            <a:r>
              <a:rPr lang="en-US" err="1"/>
              <a:t>finibus</a:t>
            </a:r>
            <a:r>
              <a:rPr lang="en-US"/>
              <a:t> in </a:t>
            </a:r>
            <a:r>
              <a:rPr lang="en-US" err="1"/>
              <a:t>risus</a:t>
            </a:r>
            <a:r>
              <a:rPr lang="en-US"/>
              <a:t> </a:t>
            </a:r>
            <a:r>
              <a:rPr lang="en-US" err="1"/>
              <a:t>etus</a:t>
            </a:r>
            <a:r>
              <a:rPr lang="en-US"/>
              <a:t>, </a:t>
            </a:r>
            <a:r>
              <a:rPr lang="en-US" err="1"/>
              <a:t>hendrerit</a:t>
            </a:r>
            <a:r>
              <a:rPr lang="en-US"/>
              <a:t> </a:t>
            </a:r>
            <a:r>
              <a:rPr lang="en-US" err="1"/>
              <a:t>porta</a:t>
            </a:r>
            <a:r>
              <a:rPr lang="en-US"/>
              <a:t> </a:t>
            </a:r>
            <a:r>
              <a:rPr lang="en-US" err="1"/>
              <a:t>augue</a:t>
            </a:r>
            <a:r>
              <a:rPr lang="en-US"/>
              <a:t>. </a:t>
            </a:r>
            <a:r>
              <a:rPr lang="en-US" err="1"/>
              <a:t>Suspendisse</a:t>
            </a:r>
            <a:r>
              <a:rPr lang="en-US"/>
              <a:t> com </a:t>
            </a:r>
            <a:r>
              <a:rPr lang="en-US" err="1"/>
              <a:t>turpis</a:t>
            </a:r>
            <a:r>
              <a:rPr lang="en-US"/>
              <a:t> </a:t>
            </a:r>
            <a:r>
              <a:rPr lang="en-US" err="1"/>
              <a:t>nec</a:t>
            </a:r>
            <a:r>
              <a:rPr lang="en-US"/>
              <a:t> </a:t>
            </a:r>
            <a:r>
              <a:rPr lang="en-US" err="1"/>
              <a:t>vulputate</a:t>
            </a:r>
            <a:r>
              <a:rPr lang="en-US"/>
              <a:t> </a:t>
            </a:r>
            <a:r>
              <a:rPr lang="en-US" err="1"/>
              <a:t>vehicula</a:t>
            </a:r>
            <a:r>
              <a:rPr lang="en-US"/>
              <a:t>. </a:t>
            </a:r>
            <a:r>
              <a:rPr lang="en-US" err="1"/>
              <a:t>Nunc</a:t>
            </a:r>
            <a:r>
              <a:rPr lang="en-US"/>
              <a:t> </a:t>
            </a:r>
            <a:r>
              <a:rPr lang="en-US" err="1"/>
              <a:t>commodo</a:t>
            </a:r>
            <a:r>
              <a:rPr lang="en-US"/>
              <a:t> </a:t>
            </a:r>
            <a:r>
              <a:rPr lang="en-US" err="1"/>
              <a:t>leo</a:t>
            </a:r>
            <a:r>
              <a:rPr lang="en-US"/>
              <a:t> </a:t>
            </a:r>
            <a:r>
              <a:rPr lang="en-US" err="1"/>
              <a:t>justo</a:t>
            </a:r>
            <a:r>
              <a:rPr lang="en-US"/>
              <a:t> </a:t>
            </a:r>
            <a:r>
              <a:rPr lang="en-US" err="1"/>
              <a:t>cursus</a:t>
            </a:r>
            <a:r>
              <a:rPr lang="en-US"/>
              <a:t>, </a:t>
            </a:r>
            <a:r>
              <a:rPr lang="en-US" err="1"/>
              <a:t>vel</a:t>
            </a:r>
            <a:r>
              <a:rPr lang="en-US"/>
              <a:t> </a:t>
            </a:r>
            <a:r>
              <a:rPr lang="en-US" err="1"/>
              <a:t>ultricies</a:t>
            </a:r>
            <a:r>
              <a:rPr lang="en-US"/>
              <a:t> </a:t>
            </a:r>
            <a:r>
              <a:rPr lang="en-US" err="1"/>
              <a:t>odio</a:t>
            </a:r>
            <a:r>
              <a:rPr lang="en-US"/>
              <a:t> </a:t>
            </a:r>
            <a:r>
              <a:rPr lang="en-US" err="1"/>
              <a:t>varius</a:t>
            </a:r>
            <a:r>
              <a:rPr lang="en-US"/>
              <a:t>. </a:t>
            </a:r>
            <a:r>
              <a:rPr lang="en-US" err="1"/>
              <a:t>Quisquety</a:t>
            </a:r>
            <a:r>
              <a:rPr lang="en-US"/>
              <a:t> </a:t>
            </a:r>
            <a:r>
              <a:rPr lang="en-US" err="1"/>
              <a:t>pharetra</a:t>
            </a:r>
            <a:r>
              <a:rPr lang="en-US"/>
              <a:t> dolor </a:t>
            </a:r>
            <a:r>
              <a:rPr lang="en-US" err="1"/>
              <a:t>eu</a:t>
            </a:r>
            <a:r>
              <a:rPr lang="en-US"/>
              <a:t> </a:t>
            </a:r>
            <a:r>
              <a:rPr lang="en-US" err="1"/>
              <a:t>aliquam</a:t>
            </a:r>
            <a:r>
              <a:rPr lang="en-US"/>
              <a:t> </a:t>
            </a:r>
            <a:r>
              <a:rPr lang="en-US" err="1"/>
              <a:t>sagittis</a:t>
            </a:r>
            <a:r>
              <a:rPr lang="en-US"/>
              <a:t>. </a:t>
            </a:r>
            <a:r>
              <a:rPr lang="en-US" err="1"/>
              <a:t>Aliquam</a:t>
            </a:r>
            <a:r>
              <a:rPr lang="en-US"/>
              <a:t> </a:t>
            </a:r>
            <a:r>
              <a:rPr lang="en-US" err="1"/>
              <a:t>neque</a:t>
            </a:r>
            <a:r>
              <a:rPr lang="en-US"/>
              <a:t> </a:t>
            </a:r>
            <a:r>
              <a:rPr lang="en-US" err="1"/>
              <a:t>massa</a:t>
            </a:r>
            <a:r>
              <a:rPr lang="en-US"/>
              <a:t>, </a:t>
            </a:r>
            <a:r>
              <a:rPr lang="en-US" err="1"/>
              <a:t>ornare</a:t>
            </a:r>
            <a:r>
              <a:rPr lang="en-US"/>
              <a:t> at </a:t>
            </a:r>
            <a:r>
              <a:rPr lang="en-US" err="1"/>
              <a:t>commodo</a:t>
            </a:r>
            <a:r>
              <a:rPr lang="en-US"/>
              <a:t> sit </a:t>
            </a:r>
            <a:r>
              <a:rPr lang="en-US" err="1"/>
              <a:t>amet</a:t>
            </a:r>
            <a:r>
              <a:rPr lang="en-US"/>
              <a:t>, un semper </a:t>
            </a:r>
            <a:r>
              <a:rPr lang="en-US" err="1"/>
              <a:t>sed</a:t>
            </a:r>
            <a:r>
              <a:rPr lang="en-US"/>
              <a:t> </a:t>
            </a:r>
            <a:r>
              <a:rPr lang="en-US" err="1"/>
              <a:t>erat</a:t>
            </a:r>
            <a:r>
              <a:rPr lang="en-US"/>
              <a:t>. </a:t>
            </a:r>
            <a:r>
              <a:rPr lang="en-US" err="1"/>
              <a:t>Suspendisse</a:t>
            </a:r>
            <a:r>
              <a:rPr lang="en-US"/>
              <a:t> </a:t>
            </a:r>
            <a:r>
              <a:rPr lang="en-US" err="1"/>
              <a:t>rhoncus</a:t>
            </a:r>
            <a:r>
              <a:rPr lang="en-US"/>
              <a:t>, </a:t>
            </a:r>
            <a:r>
              <a:rPr lang="en-US" err="1"/>
              <a:t>nunc</a:t>
            </a:r>
            <a:r>
              <a:rPr lang="en-US"/>
              <a:t> vitae dictum </a:t>
            </a:r>
            <a:r>
              <a:rPr lang="en-US" err="1"/>
              <a:t>pretium</a:t>
            </a:r>
            <a:r>
              <a:rPr lang="en-US"/>
              <a:t>, </a:t>
            </a:r>
            <a:r>
              <a:rPr lang="en-US" err="1"/>
              <a:t>libero</a:t>
            </a:r>
            <a:r>
              <a:rPr lang="en-US"/>
              <a:t> </a:t>
            </a:r>
            <a:r>
              <a:rPr lang="en-US" err="1"/>
              <a:t>purus</a:t>
            </a:r>
            <a:r>
              <a:rPr lang="en-US"/>
              <a:t> </a:t>
            </a:r>
            <a:r>
              <a:rPr lang="en-US" err="1"/>
              <a:t>convallis</a:t>
            </a:r>
            <a:r>
              <a:rPr lang="en-US"/>
              <a:t> </a:t>
            </a:r>
            <a:r>
              <a:rPr lang="en-US" err="1"/>
              <a:t>tortor</a:t>
            </a:r>
            <a:r>
              <a:rPr lang="en-US"/>
              <a:t>, </a:t>
            </a:r>
            <a:r>
              <a:rPr lang="en-US" err="1"/>
              <a:t>eget</a:t>
            </a:r>
            <a:r>
              <a:rPr lang="en-US"/>
              <a:t> </a:t>
            </a:r>
            <a:r>
              <a:rPr lang="en-US" err="1"/>
              <a:t>ultricies</a:t>
            </a:r>
            <a:r>
              <a:rPr lang="en-US"/>
              <a:t> </a:t>
            </a:r>
            <a:r>
              <a:rPr lang="en-US" err="1"/>
              <a:t>sapien</a:t>
            </a:r>
            <a:r>
              <a:rPr lang="en-US"/>
              <a:t>.</a:t>
            </a:r>
          </a:p>
        </p:txBody>
      </p:sp>
      <p:sp>
        <p:nvSpPr>
          <p:cNvPr id="10" name="Text Placeholder 9"/>
          <p:cNvSpPr>
            <a:spLocks noGrp="1"/>
          </p:cNvSpPr>
          <p:nvPr>
            <p:ph type="body" sz="quarter" idx="15" hasCustomPrompt="1"/>
          </p:nvPr>
        </p:nvSpPr>
        <p:spPr>
          <a:xfrm>
            <a:off x="5655948" y="1817688"/>
            <a:ext cx="4737734" cy="3567112"/>
          </a:xfrm>
          <a:prstGeom prst="rect">
            <a:avLst/>
          </a:prstGeom>
        </p:spPr>
        <p:txBody>
          <a:bodyPr vert="horz"/>
          <a:lstStyle>
            <a:lvl1pPr marL="0" indent="0" algn="l">
              <a:buFontTx/>
              <a:buNone/>
              <a:defRPr sz="1800" baseline="0">
                <a:solidFill>
                  <a:schemeClr val="tx1">
                    <a:lumMod val="65000"/>
                    <a:lumOff val="35000"/>
                  </a:schemeClr>
                </a:solidFill>
                <a:latin typeface="ITC Franklin Gothic Std Book Condensed"/>
              </a:defRPr>
            </a:lvl1pPr>
          </a:lstStyle>
          <a:p>
            <a:pPr lvl="0"/>
            <a:r>
              <a:rPr lang="en-US" err="1"/>
              <a:t>suspendisse</a:t>
            </a:r>
            <a:r>
              <a:rPr lang="en-US"/>
              <a:t> </a:t>
            </a:r>
            <a:r>
              <a:rPr lang="en-US" err="1"/>
              <a:t>potenti</a:t>
            </a:r>
            <a:r>
              <a:rPr lang="en-US"/>
              <a:t>. </a:t>
            </a:r>
            <a:r>
              <a:rPr lang="en-US" err="1"/>
              <a:t>Nunc</a:t>
            </a:r>
            <a:r>
              <a:rPr lang="en-US"/>
              <a:t> vitae </a:t>
            </a:r>
            <a:r>
              <a:rPr lang="en-US" err="1"/>
              <a:t>neque</a:t>
            </a:r>
            <a:r>
              <a:rPr lang="en-US"/>
              <a:t> et </a:t>
            </a:r>
            <a:r>
              <a:rPr lang="en-US" err="1"/>
              <a:t>puri</a:t>
            </a:r>
            <a:r>
              <a:rPr lang="en-US"/>
              <a:t> </a:t>
            </a:r>
            <a:r>
              <a:rPr lang="en-US" err="1"/>
              <a:t>tincidunt</a:t>
            </a:r>
            <a:r>
              <a:rPr lang="en-US"/>
              <a:t> </a:t>
            </a:r>
            <a:r>
              <a:rPr lang="en-US" err="1"/>
              <a:t>bibendum</a:t>
            </a:r>
            <a:r>
              <a:rPr lang="en-US"/>
              <a:t> vitae </a:t>
            </a:r>
            <a:r>
              <a:rPr lang="en-US" err="1"/>
              <a:t>sollicitudin</a:t>
            </a:r>
            <a:r>
              <a:rPr lang="en-US"/>
              <a:t> </a:t>
            </a:r>
            <a:r>
              <a:rPr lang="en-US" err="1"/>
              <a:t>urna</a:t>
            </a:r>
            <a:r>
              <a:rPr lang="en-US"/>
              <a:t>. </a:t>
            </a:r>
            <a:r>
              <a:rPr lang="en-US" err="1"/>
              <a:t>Cras</a:t>
            </a:r>
            <a:r>
              <a:rPr lang="en-US"/>
              <a:t> </a:t>
            </a:r>
            <a:r>
              <a:rPr lang="en-US" err="1"/>
              <a:t>eros</a:t>
            </a:r>
            <a:r>
              <a:rPr lang="en-US"/>
              <a:t> dolor, </a:t>
            </a:r>
            <a:r>
              <a:rPr lang="en-US" err="1"/>
              <a:t>finibus</a:t>
            </a:r>
            <a:r>
              <a:rPr lang="en-US"/>
              <a:t> in </a:t>
            </a:r>
            <a:r>
              <a:rPr lang="en-US" err="1"/>
              <a:t>risus</a:t>
            </a:r>
            <a:r>
              <a:rPr lang="en-US"/>
              <a:t> et, </a:t>
            </a:r>
            <a:r>
              <a:rPr lang="en-US" err="1"/>
              <a:t>hendrerit</a:t>
            </a:r>
            <a:r>
              <a:rPr lang="en-US"/>
              <a:t> </a:t>
            </a:r>
            <a:r>
              <a:rPr lang="en-US" err="1"/>
              <a:t>porta</a:t>
            </a:r>
            <a:r>
              <a:rPr lang="en-US"/>
              <a:t> </a:t>
            </a:r>
            <a:r>
              <a:rPr lang="en-US" err="1"/>
              <a:t>augue</a:t>
            </a:r>
            <a:r>
              <a:rPr lang="en-US"/>
              <a:t>. </a:t>
            </a:r>
            <a:r>
              <a:rPr lang="en-US" err="1"/>
              <a:t>Suspendisse</a:t>
            </a:r>
            <a:r>
              <a:rPr lang="en-US"/>
              <a:t> com </a:t>
            </a:r>
            <a:r>
              <a:rPr lang="en-US" err="1"/>
              <a:t>turpis</a:t>
            </a:r>
            <a:r>
              <a:rPr lang="en-US"/>
              <a:t> </a:t>
            </a:r>
            <a:r>
              <a:rPr lang="en-US" err="1"/>
              <a:t>nec</a:t>
            </a:r>
            <a:r>
              <a:rPr lang="en-US"/>
              <a:t> </a:t>
            </a:r>
            <a:r>
              <a:rPr lang="en-US" err="1"/>
              <a:t>vulputate</a:t>
            </a:r>
            <a:r>
              <a:rPr lang="en-US"/>
              <a:t> </a:t>
            </a:r>
            <a:r>
              <a:rPr lang="en-US" err="1"/>
              <a:t>vehicula</a:t>
            </a:r>
            <a:r>
              <a:rPr lang="en-US"/>
              <a:t>. </a:t>
            </a:r>
            <a:r>
              <a:rPr lang="en-US" err="1"/>
              <a:t>Nunc</a:t>
            </a:r>
            <a:r>
              <a:rPr lang="en-US"/>
              <a:t> </a:t>
            </a:r>
            <a:r>
              <a:rPr lang="en-US" err="1"/>
              <a:t>commodo</a:t>
            </a:r>
            <a:r>
              <a:rPr lang="en-US"/>
              <a:t> </a:t>
            </a:r>
            <a:r>
              <a:rPr lang="en-US" err="1"/>
              <a:t>leo</a:t>
            </a:r>
            <a:r>
              <a:rPr lang="en-US"/>
              <a:t> et </a:t>
            </a:r>
            <a:r>
              <a:rPr lang="en-US" err="1"/>
              <a:t>justo</a:t>
            </a:r>
            <a:r>
              <a:rPr lang="en-US"/>
              <a:t> </a:t>
            </a:r>
            <a:r>
              <a:rPr lang="en-US" err="1"/>
              <a:t>cursus</a:t>
            </a:r>
            <a:r>
              <a:rPr lang="en-US"/>
              <a:t>, </a:t>
            </a:r>
            <a:r>
              <a:rPr lang="en-US" err="1"/>
              <a:t>vel</a:t>
            </a:r>
            <a:r>
              <a:rPr lang="en-US"/>
              <a:t> </a:t>
            </a:r>
            <a:r>
              <a:rPr lang="en-US" err="1"/>
              <a:t>ultricies</a:t>
            </a:r>
            <a:r>
              <a:rPr lang="en-US"/>
              <a:t> </a:t>
            </a:r>
            <a:r>
              <a:rPr lang="en-US" err="1"/>
              <a:t>odio</a:t>
            </a:r>
            <a:r>
              <a:rPr lang="en-US"/>
              <a:t> </a:t>
            </a:r>
            <a:r>
              <a:rPr lang="en-US" err="1"/>
              <a:t>varius</a:t>
            </a:r>
            <a:r>
              <a:rPr lang="en-US"/>
              <a:t>. </a:t>
            </a:r>
            <a:r>
              <a:rPr lang="en-US" err="1"/>
              <a:t>Quisque</a:t>
            </a:r>
            <a:r>
              <a:rPr lang="en-US"/>
              <a:t> </a:t>
            </a:r>
            <a:r>
              <a:rPr lang="en-US" err="1"/>
              <a:t>pharetra</a:t>
            </a:r>
            <a:r>
              <a:rPr lang="en-US"/>
              <a:t> dolor </a:t>
            </a:r>
            <a:r>
              <a:rPr lang="en-US" err="1"/>
              <a:t>eu</a:t>
            </a:r>
            <a:r>
              <a:rPr lang="en-US"/>
              <a:t> </a:t>
            </a:r>
            <a:r>
              <a:rPr lang="en-US" err="1"/>
              <a:t>aliquam</a:t>
            </a:r>
            <a:r>
              <a:rPr lang="en-US"/>
              <a:t> </a:t>
            </a:r>
            <a:r>
              <a:rPr lang="en-US" err="1"/>
              <a:t>sagittis</a:t>
            </a:r>
            <a:r>
              <a:rPr lang="en-US"/>
              <a:t>. </a:t>
            </a:r>
            <a:r>
              <a:rPr lang="en-US" err="1"/>
              <a:t>Aliquam</a:t>
            </a:r>
            <a:r>
              <a:rPr lang="en-US"/>
              <a:t> </a:t>
            </a:r>
            <a:r>
              <a:rPr lang="en-US" err="1"/>
              <a:t>neque</a:t>
            </a:r>
            <a:r>
              <a:rPr lang="en-US"/>
              <a:t> </a:t>
            </a:r>
            <a:r>
              <a:rPr lang="en-US" err="1"/>
              <a:t>massa</a:t>
            </a:r>
            <a:r>
              <a:rPr lang="en-US"/>
              <a:t>, </a:t>
            </a:r>
            <a:r>
              <a:rPr lang="en-US" err="1"/>
              <a:t>orn</a:t>
            </a:r>
            <a:r>
              <a:rPr lang="en-US"/>
              <a:t> at </a:t>
            </a:r>
            <a:r>
              <a:rPr lang="en-US" err="1"/>
              <a:t>commodo</a:t>
            </a:r>
            <a:r>
              <a:rPr lang="en-US"/>
              <a:t> sit </a:t>
            </a:r>
            <a:r>
              <a:rPr lang="en-US" err="1"/>
              <a:t>amet</a:t>
            </a:r>
            <a:r>
              <a:rPr lang="en-US"/>
              <a:t>, semper </a:t>
            </a:r>
            <a:r>
              <a:rPr lang="en-US" err="1"/>
              <a:t>sed</a:t>
            </a:r>
            <a:r>
              <a:rPr lang="en-US"/>
              <a:t> </a:t>
            </a:r>
            <a:r>
              <a:rPr lang="en-US" err="1"/>
              <a:t>erat</a:t>
            </a:r>
            <a:r>
              <a:rPr lang="en-US"/>
              <a:t>. </a:t>
            </a:r>
            <a:r>
              <a:rPr lang="en-US" err="1"/>
              <a:t>Disse</a:t>
            </a:r>
            <a:r>
              <a:rPr lang="en-US"/>
              <a:t> </a:t>
            </a:r>
            <a:r>
              <a:rPr lang="en-US" err="1"/>
              <a:t>rhoncus</a:t>
            </a:r>
            <a:r>
              <a:rPr lang="en-US"/>
              <a:t>, </a:t>
            </a:r>
            <a:r>
              <a:rPr lang="en-US" err="1"/>
              <a:t>nunc</a:t>
            </a:r>
            <a:r>
              <a:rPr lang="en-US"/>
              <a:t> vitae dictum </a:t>
            </a:r>
            <a:r>
              <a:rPr lang="en-US" err="1"/>
              <a:t>pretium</a:t>
            </a:r>
            <a:r>
              <a:rPr lang="en-US"/>
              <a:t>, </a:t>
            </a:r>
            <a:r>
              <a:rPr lang="en-US" err="1"/>
              <a:t>libero</a:t>
            </a:r>
            <a:r>
              <a:rPr lang="en-US"/>
              <a:t> </a:t>
            </a:r>
            <a:r>
              <a:rPr lang="en-US" err="1"/>
              <a:t>purus</a:t>
            </a:r>
            <a:r>
              <a:rPr lang="en-US"/>
              <a:t> </a:t>
            </a:r>
            <a:r>
              <a:rPr lang="en-US" err="1"/>
              <a:t>convallis</a:t>
            </a:r>
            <a:r>
              <a:rPr lang="en-US"/>
              <a:t> </a:t>
            </a:r>
            <a:r>
              <a:rPr lang="en-US" err="1"/>
              <a:t>tortor</a:t>
            </a:r>
            <a:r>
              <a:rPr lang="en-US"/>
              <a:t>, </a:t>
            </a:r>
            <a:r>
              <a:rPr lang="en-US" err="1"/>
              <a:t>eget</a:t>
            </a:r>
            <a:r>
              <a:rPr lang="en-US"/>
              <a:t> </a:t>
            </a:r>
            <a:r>
              <a:rPr lang="en-US" err="1"/>
              <a:t>ultricies</a:t>
            </a:r>
            <a:r>
              <a:rPr lang="en-US"/>
              <a:t>.</a:t>
            </a:r>
          </a:p>
        </p:txBody>
      </p:sp>
    </p:spTree>
    <p:extLst>
      <p:ext uri="{BB962C8B-B14F-4D97-AF65-F5344CB8AC3E}">
        <p14:creationId xmlns:p14="http://schemas.microsoft.com/office/powerpoint/2010/main" val="287752357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O2: bulleted text">
    <p:spTree>
      <p:nvGrpSpPr>
        <p:cNvPr id="1" name=""/>
        <p:cNvGrpSpPr/>
        <p:nvPr/>
      </p:nvGrpSpPr>
      <p:grpSpPr>
        <a:xfrm>
          <a:off x="0" y="0"/>
          <a:ext cx="0" cy="0"/>
          <a:chOff x="0" y="0"/>
          <a:chExt cx="0" cy="0"/>
        </a:xfrm>
      </p:grpSpPr>
      <p:sp>
        <p:nvSpPr>
          <p:cNvPr id="8" name="Text Placeholder 11"/>
          <p:cNvSpPr>
            <a:spLocks noGrp="1"/>
          </p:cNvSpPr>
          <p:nvPr>
            <p:ph type="body" sz="quarter" idx="11" hasCustomPrompt="1"/>
          </p:nvPr>
        </p:nvSpPr>
        <p:spPr>
          <a:xfrm>
            <a:off x="3605784" y="1689100"/>
            <a:ext cx="3816096" cy="4013200"/>
          </a:xfrm>
          <a:prstGeom prst="rect">
            <a:avLst/>
          </a:prstGeom>
        </p:spPr>
        <p:txBody>
          <a:bodyPr vert="horz"/>
          <a:lstStyle>
            <a:lvl1pPr marL="342907" indent="-342907">
              <a:buFont typeface="Arial"/>
              <a:buChar char="•"/>
              <a:defRPr sz="2000" baseline="0">
                <a:solidFill>
                  <a:schemeClr val="tx2">
                    <a:lumMod val="75000"/>
                  </a:schemeClr>
                </a:solidFill>
                <a:latin typeface="ITC Franklin Gothic Std Book Compressed"/>
              </a:defRPr>
            </a:lvl1pPr>
          </a:lstStyle>
          <a:p>
            <a:pPr lvl="0"/>
            <a:r>
              <a:rPr lang="en-US" err="1"/>
              <a:t>Lorem</a:t>
            </a:r>
            <a:r>
              <a:rPr lang="en-US"/>
              <a:t> </a:t>
            </a:r>
            <a:r>
              <a:rPr lang="en-US" err="1"/>
              <a:t>Ipsum</a:t>
            </a:r>
            <a:r>
              <a:rPr lang="en-US"/>
              <a:t> Dolor </a:t>
            </a:r>
          </a:p>
          <a:p>
            <a:pPr lvl="0"/>
            <a:r>
              <a:rPr lang="en-US" err="1"/>
              <a:t>Ishnack</a:t>
            </a:r>
            <a:r>
              <a:rPr lang="en-US"/>
              <a:t> Mansions Epson</a:t>
            </a:r>
          </a:p>
          <a:p>
            <a:pPr lvl="0"/>
            <a:r>
              <a:rPr lang="en-US"/>
              <a:t>Et Su </a:t>
            </a:r>
            <a:r>
              <a:rPr lang="en-US" err="1"/>
              <a:t>Domine</a:t>
            </a:r>
            <a:r>
              <a:rPr lang="en-US"/>
              <a:t> Antes</a:t>
            </a:r>
          </a:p>
          <a:p>
            <a:pPr lvl="0"/>
            <a:r>
              <a:rPr lang="en-US" err="1"/>
              <a:t>Lorem</a:t>
            </a:r>
            <a:r>
              <a:rPr lang="en-US"/>
              <a:t> </a:t>
            </a:r>
            <a:r>
              <a:rPr lang="en-US" err="1"/>
              <a:t>Ipsum</a:t>
            </a:r>
            <a:r>
              <a:rPr lang="en-US"/>
              <a:t> Dolor </a:t>
            </a:r>
          </a:p>
          <a:p>
            <a:pPr lvl="0"/>
            <a:r>
              <a:rPr lang="en-US" err="1"/>
              <a:t>Ishnack</a:t>
            </a:r>
            <a:r>
              <a:rPr lang="en-US"/>
              <a:t> Mansions Epson</a:t>
            </a:r>
          </a:p>
          <a:p>
            <a:pPr lvl="0"/>
            <a:r>
              <a:rPr lang="en-US" err="1"/>
              <a:t>Lorem</a:t>
            </a:r>
            <a:r>
              <a:rPr lang="en-US"/>
              <a:t> </a:t>
            </a:r>
            <a:r>
              <a:rPr lang="en-US" err="1"/>
              <a:t>Ipsum</a:t>
            </a:r>
            <a:r>
              <a:rPr lang="en-US"/>
              <a:t> Dolor </a:t>
            </a:r>
          </a:p>
          <a:p>
            <a:pPr lvl="0"/>
            <a:r>
              <a:rPr lang="en-US" err="1"/>
              <a:t>Ishnack</a:t>
            </a:r>
            <a:r>
              <a:rPr lang="en-US"/>
              <a:t> Mansions Epson</a:t>
            </a:r>
          </a:p>
          <a:p>
            <a:pPr lvl="0"/>
            <a:r>
              <a:rPr lang="en-US"/>
              <a:t>Et Su </a:t>
            </a:r>
            <a:r>
              <a:rPr lang="en-US" err="1"/>
              <a:t>Domine</a:t>
            </a:r>
            <a:r>
              <a:rPr lang="en-US"/>
              <a:t> Antes</a:t>
            </a:r>
          </a:p>
          <a:p>
            <a:pPr lvl="0"/>
            <a:r>
              <a:rPr lang="en-US" err="1"/>
              <a:t>Lorem</a:t>
            </a:r>
            <a:r>
              <a:rPr lang="en-US"/>
              <a:t> </a:t>
            </a:r>
            <a:r>
              <a:rPr lang="en-US" err="1"/>
              <a:t>Ipsum</a:t>
            </a:r>
            <a:r>
              <a:rPr lang="en-US"/>
              <a:t> Dolor </a:t>
            </a:r>
          </a:p>
          <a:p>
            <a:pPr lvl="0"/>
            <a:r>
              <a:rPr lang="en-US" err="1"/>
              <a:t>Ishnack</a:t>
            </a:r>
            <a:r>
              <a:rPr lang="en-US"/>
              <a:t> Mansions Epson</a:t>
            </a:r>
          </a:p>
        </p:txBody>
      </p:sp>
      <p:sp>
        <p:nvSpPr>
          <p:cNvPr id="9" name="Slide Number Placeholder 8"/>
          <p:cNvSpPr>
            <a:spLocks noGrp="1"/>
          </p:cNvSpPr>
          <p:nvPr>
            <p:ph type="sldNum" sz="quarter" idx="12"/>
          </p:nvPr>
        </p:nvSpPr>
        <p:spPr/>
        <p:txBody>
          <a:bodyPr/>
          <a:lstStyle/>
          <a:p>
            <a:fld id="{0F418C06-167A-E646-9EF6-18275B625F6B}" type="slidenum">
              <a:rPr lang="en-US" smtClean="0"/>
              <a:pPr/>
              <a:t>‹#›</a:t>
            </a:fld>
            <a:endParaRPr lang="en-US"/>
          </a:p>
        </p:txBody>
      </p:sp>
      <p:sp>
        <p:nvSpPr>
          <p:cNvPr id="10" name="Text Placeholder 7"/>
          <p:cNvSpPr>
            <a:spLocks noGrp="1"/>
          </p:cNvSpPr>
          <p:nvPr>
            <p:ph type="body" sz="quarter" idx="10" hasCustomPrompt="1"/>
          </p:nvPr>
        </p:nvSpPr>
        <p:spPr>
          <a:xfrm>
            <a:off x="0" y="622300"/>
            <a:ext cx="10972800" cy="457200"/>
          </a:xfrm>
          <a:prstGeom prst="rect">
            <a:avLst/>
          </a:prstGeom>
        </p:spPr>
        <p:txBody>
          <a:bodyPr vert="horz"/>
          <a:lstStyle>
            <a:lvl1pPr marL="0" indent="0" algn="ctr">
              <a:buFontTx/>
              <a:buNone/>
              <a:defRPr baseline="0">
                <a:solidFill>
                  <a:schemeClr val="tx2">
                    <a:lumMod val="75000"/>
                  </a:schemeClr>
                </a:solidFill>
                <a:latin typeface="ITC Franklin Gothic Std Demi Compressed"/>
              </a:defRPr>
            </a:lvl1pPr>
          </a:lstStyle>
          <a:p>
            <a:pPr lvl="0"/>
            <a:r>
              <a:rPr lang="en-US"/>
              <a:t>TITLE FOR A LIST HERE</a:t>
            </a:r>
          </a:p>
        </p:txBody>
      </p:sp>
    </p:spTree>
    <p:extLst>
      <p:ext uri="{BB962C8B-B14F-4D97-AF65-F5344CB8AC3E}">
        <p14:creationId xmlns:p14="http://schemas.microsoft.com/office/powerpoint/2010/main" val="659690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O2: short text">
    <p:spTree>
      <p:nvGrpSpPr>
        <p:cNvPr id="1" name=""/>
        <p:cNvGrpSpPr/>
        <p:nvPr/>
      </p:nvGrpSpPr>
      <p:grpSpPr>
        <a:xfrm>
          <a:off x="0" y="0"/>
          <a:ext cx="0" cy="0"/>
          <a:chOff x="0" y="0"/>
          <a:chExt cx="0" cy="0"/>
        </a:xfrm>
      </p:grpSpPr>
      <p:sp>
        <p:nvSpPr>
          <p:cNvPr id="8" name="Slide Number Placeholder 7"/>
          <p:cNvSpPr>
            <a:spLocks noGrp="1"/>
          </p:cNvSpPr>
          <p:nvPr>
            <p:ph type="sldNum" sz="quarter" idx="10"/>
          </p:nvPr>
        </p:nvSpPr>
        <p:spPr/>
        <p:txBody>
          <a:bodyPr/>
          <a:lstStyle/>
          <a:p>
            <a:fld id="{0F418C06-167A-E646-9EF6-18275B625F6B}" type="slidenum">
              <a:rPr lang="en-US" smtClean="0"/>
              <a:pPr/>
              <a:t>‹#›</a:t>
            </a:fld>
            <a:endParaRPr lang="en-US"/>
          </a:p>
        </p:txBody>
      </p:sp>
      <p:sp>
        <p:nvSpPr>
          <p:cNvPr id="5" name="Text Placeholder 7"/>
          <p:cNvSpPr>
            <a:spLocks noGrp="1"/>
          </p:cNvSpPr>
          <p:nvPr>
            <p:ph type="body" sz="quarter" idx="13" hasCustomPrompt="1"/>
          </p:nvPr>
        </p:nvSpPr>
        <p:spPr>
          <a:xfrm>
            <a:off x="0" y="614069"/>
            <a:ext cx="10972800" cy="508150"/>
          </a:xfrm>
          <a:prstGeom prst="rect">
            <a:avLst/>
          </a:prstGeom>
        </p:spPr>
        <p:txBody>
          <a:bodyPr vert="horz"/>
          <a:lstStyle>
            <a:lvl1pPr marL="0" indent="0" algn="ctr">
              <a:buFontTx/>
              <a:buNone/>
              <a:defRPr baseline="0">
                <a:solidFill>
                  <a:schemeClr val="accent6">
                    <a:lumMod val="75000"/>
                  </a:schemeClr>
                </a:solidFill>
                <a:latin typeface="ITC Franklin Gothic Std Demi Compressed"/>
              </a:defRPr>
            </a:lvl1pPr>
          </a:lstStyle>
          <a:p>
            <a:pPr lvl="0"/>
            <a:r>
              <a:rPr lang="en-US"/>
              <a:t>SHORT PARAGRAPH TEMPLATE TITLE</a:t>
            </a:r>
          </a:p>
        </p:txBody>
      </p:sp>
      <p:sp>
        <p:nvSpPr>
          <p:cNvPr id="6" name="Text Placeholder 10"/>
          <p:cNvSpPr>
            <a:spLocks noGrp="1"/>
          </p:cNvSpPr>
          <p:nvPr>
            <p:ph type="body" sz="quarter" idx="14" hasCustomPrompt="1"/>
          </p:nvPr>
        </p:nvSpPr>
        <p:spPr>
          <a:xfrm>
            <a:off x="1737360" y="1816100"/>
            <a:ext cx="7437120" cy="2273300"/>
          </a:xfrm>
          <a:prstGeom prst="rect">
            <a:avLst/>
          </a:prstGeom>
        </p:spPr>
        <p:txBody>
          <a:bodyPr vert="horz"/>
          <a:lstStyle>
            <a:lvl1pPr marL="0" indent="0" algn="l">
              <a:buFontTx/>
              <a:buNone/>
              <a:defRPr sz="1800" baseline="0">
                <a:solidFill>
                  <a:schemeClr val="tx1">
                    <a:lumMod val="65000"/>
                    <a:lumOff val="35000"/>
                  </a:schemeClr>
                </a:solidFill>
                <a:latin typeface="ITC Franklin Gothic Std Book Condensed"/>
              </a:defRPr>
            </a:lvl1pPr>
          </a:lstStyle>
          <a:p>
            <a:pPr lvl="0"/>
            <a:r>
              <a:rPr lang="en-US" err="1"/>
              <a:t>Suspendisse</a:t>
            </a:r>
            <a:r>
              <a:rPr lang="en-US"/>
              <a:t> </a:t>
            </a:r>
            <a:r>
              <a:rPr lang="en-US" err="1"/>
              <a:t>potenti</a:t>
            </a:r>
            <a:r>
              <a:rPr lang="en-US"/>
              <a:t>. </a:t>
            </a:r>
            <a:r>
              <a:rPr lang="en-US" err="1"/>
              <a:t>Nunc</a:t>
            </a:r>
            <a:r>
              <a:rPr lang="en-US"/>
              <a:t> vitae </a:t>
            </a:r>
            <a:r>
              <a:rPr lang="en-US" err="1"/>
              <a:t>neque</a:t>
            </a:r>
            <a:r>
              <a:rPr lang="en-US"/>
              <a:t> et </a:t>
            </a:r>
            <a:r>
              <a:rPr lang="en-US" err="1"/>
              <a:t>purus</a:t>
            </a:r>
            <a:r>
              <a:rPr lang="en-US"/>
              <a:t> </a:t>
            </a:r>
            <a:r>
              <a:rPr lang="en-US" err="1"/>
              <a:t>tincidunt</a:t>
            </a:r>
            <a:r>
              <a:rPr lang="en-US"/>
              <a:t> </a:t>
            </a:r>
            <a:r>
              <a:rPr lang="en-US" err="1"/>
              <a:t>bibendum</a:t>
            </a:r>
            <a:r>
              <a:rPr lang="en-US"/>
              <a:t> vitae </a:t>
            </a:r>
            <a:r>
              <a:rPr lang="en-US" err="1"/>
              <a:t>sollicitudin</a:t>
            </a:r>
            <a:r>
              <a:rPr lang="en-US"/>
              <a:t> </a:t>
            </a:r>
            <a:r>
              <a:rPr lang="en-US" err="1"/>
              <a:t>urna</a:t>
            </a:r>
            <a:r>
              <a:rPr lang="en-US"/>
              <a:t>. </a:t>
            </a:r>
            <a:r>
              <a:rPr lang="en-US" err="1"/>
              <a:t>Cras</a:t>
            </a:r>
            <a:r>
              <a:rPr lang="en-US"/>
              <a:t> </a:t>
            </a:r>
            <a:r>
              <a:rPr lang="en-US" err="1"/>
              <a:t>eros</a:t>
            </a:r>
            <a:r>
              <a:rPr lang="en-US"/>
              <a:t> dolor, </a:t>
            </a:r>
            <a:r>
              <a:rPr lang="en-US" err="1"/>
              <a:t>finibus</a:t>
            </a:r>
            <a:r>
              <a:rPr lang="en-US"/>
              <a:t> in </a:t>
            </a:r>
            <a:r>
              <a:rPr lang="en-US" err="1"/>
              <a:t>risus</a:t>
            </a:r>
            <a:r>
              <a:rPr lang="en-US"/>
              <a:t> </a:t>
            </a:r>
            <a:r>
              <a:rPr lang="en-US" err="1"/>
              <a:t>etus</a:t>
            </a:r>
            <a:r>
              <a:rPr lang="en-US"/>
              <a:t>, </a:t>
            </a:r>
            <a:r>
              <a:rPr lang="en-US" err="1"/>
              <a:t>hendrerit</a:t>
            </a:r>
            <a:r>
              <a:rPr lang="en-US"/>
              <a:t> </a:t>
            </a:r>
            <a:r>
              <a:rPr lang="en-US" err="1"/>
              <a:t>porta</a:t>
            </a:r>
            <a:r>
              <a:rPr lang="en-US"/>
              <a:t> </a:t>
            </a:r>
            <a:r>
              <a:rPr lang="en-US" err="1"/>
              <a:t>augue</a:t>
            </a:r>
            <a:r>
              <a:rPr lang="en-US"/>
              <a:t>. </a:t>
            </a:r>
            <a:r>
              <a:rPr lang="en-US" err="1"/>
              <a:t>Suspendisse</a:t>
            </a:r>
            <a:r>
              <a:rPr lang="en-US"/>
              <a:t> com </a:t>
            </a:r>
            <a:r>
              <a:rPr lang="en-US" err="1"/>
              <a:t>turpis</a:t>
            </a:r>
            <a:r>
              <a:rPr lang="en-US"/>
              <a:t> </a:t>
            </a:r>
            <a:r>
              <a:rPr lang="en-US" err="1"/>
              <a:t>nec</a:t>
            </a:r>
            <a:r>
              <a:rPr lang="en-US"/>
              <a:t> </a:t>
            </a:r>
            <a:r>
              <a:rPr lang="en-US" err="1"/>
              <a:t>vulputate</a:t>
            </a:r>
            <a:r>
              <a:rPr lang="en-US"/>
              <a:t> </a:t>
            </a:r>
            <a:r>
              <a:rPr lang="en-US" err="1"/>
              <a:t>vehicula</a:t>
            </a:r>
            <a:r>
              <a:rPr lang="en-US"/>
              <a:t>. </a:t>
            </a:r>
            <a:r>
              <a:rPr lang="en-US" err="1"/>
              <a:t>Nunc</a:t>
            </a:r>
            <a:r>
              <a:rPr lang="en-US"/>
              <a:t> </a:t>
            </a:r>
            <a:r>
              <a:rPr lang="en-US" err="1"/>
              <a:t>commodo</a:t>
            </a:r>
            <a:r>
              <a:rPr lang="en-US"/>
              <a:t> </a:t>
            </a:r>
            <a:r>
              <a:rPr lang="en-US" err="1"/>
              <a:t>leo</a:t>
            </a:r>
            <a:r>
              <a:rPr lang="en-US"/>
              <a:t> </a:t>
            </a:r>
            <a:r>
              <a:rPr lang="en-US" err="1"/>
              <a:t>justo</a:t>
            </a:r>
            <a:r>
              <a:rPr lang="en-US"/>
              <a:t> </a:t>
            </a:r>
            <a:r>
              <a:rPr lang="en-US" err="1"/>
              <a:t>cursus</a:t>
            </a:r>
            <a:r>
              <a:rPr lang="en-US"/>
              <a:t>, </a:t>
            </a:r>
            <a:r>
              <a:rPr lang="en-US" err="1"/>
              <a:t>vel</a:t>
            </a:r>
            <a:r>
              <a:rPr lang="en-US"/>
              <a:t> </a:t>
            </a:r>
            <a:r>
              <a:rPr lang="en-US" err="1"/>
              <a:t>ultricies</a:t>
            </a:r>
            <a:r>
              <a:rPr lang="en-US"/>
              <a:t> </a:t>
            </a:r>
            <a:r>
              <a:rPr lang="en-US" err="1"/>
              <a:t>odio</a:t>
            </a:r>
            <a:r>
              <a:rPr lang="en-US"/>
              <a:t> </a:t>
            </a:r>
            <a:r>
              <a:rPr lang="en-US" err="1"/>
              <a:t>varius</a:t>
            </a:r>
            <a:r>
              <a:rPr lang="en-US"/>
              <a:t>. </a:t>
            </a:r>
            <a:r>
              <a:rPr lang="en-US" err="1"/>
              <a:t>Quisquety</a:t>
            </a:r>
            <a:r>
              <a:rPr lang="en-US"/>
              <a:t> </a:t>
            </a:r>
            <a:r>
              <a:rPr lang="en-US" err="1"/>
              <a:t>pharetra</a:t>
            </a:r>
            <a:r>
              <a:rPr lang="en-US"/>
              <a:t> dolor </a:t>
            </a:r>
            <a:r>
              <a:rPr lang="en-US" err="1"/>
              <a:t>eu</a:t>
            </a:r>
            <a:r>
              <a:rPr lang="en-US"/>
              <a:t> </a:t>
            </a:r>
            <a:r>
              <a:rPr lang="en-US" err="1"/>
              <a:t>aliquam</a:t>
            </a:r>
            <a:r>
              <a:rPr lang="en-US"/>
              <a:t> </a:t>
            </a:r>
            <a:r>
              <a:rPr lang="en-US" err="1"/>
              <a:t>sagittis</a:t>
            </a:r>
            <a:r>
              <a:rPr lang="en-US"/>
              <a:t>. </a:t>
            </a:r>
            <a:r>
              <a:rPr lang="en-US" err="1"/>
              <a:t>Aliquam</a:t>
            </a:r>
            <a:r>
              <a:rPr lang="en-US"/>
              <a:t> </a:t>
            </a:r>
            <a:r>
              <a:rPr lang="en-US" err="1"/>
              <a:t>neque</a:t>
            </a:r>
            <a:r>
              <a:rPr lang="en-US"/>
              <a:t> </a:t>
            </a:r>
            <a:r>
              <a:rPr lang="en-US" err="1"/>
              <a:t>massa</a:t>
            </a:r>
            <a:r>
              <a:rPr lang="en-US"/>
              <a:t>, </a:t>
            </a:r>
            <a:r>
              <a:rPr lang="en-US" err="1"/>
              <a:t>ornare</a:t>
            </a:r>
            <a:r>
              <a:rPr lang="en-US"/>
              <a:t> at </a:t>
            </a:r>
            <a:r>
              <a:rPr lang="en-US" err="1"/>
              <a:t>commodo</a:t>
            </a:r>
            <a:r>
              <a:rPr lang="en-US"/>
              <a:t> sit </a:t>
            </a:r>
            <a:r>
              <a:rPr lang="en-US" err="1"/>
              <a:t>amet</a:t>
            </a:r>
            <a:r>
              <a:rPr lang="en-US"/>
              <a:t>, un semper </a:t>
            </a:r>
            <a:r>
              <a:rPr lang="en-US" err="1"/>
              <a:t>sed</a:t>
            </a:r>
            <a:r>
              <a:rPr lang="en-US"/>
              <a:t> </a:t>
            </a:r>
            <a:r>
              <a:rPr lang="en-US" err="1"/>
              <a:t>erat</a:t>
            </a:r>
            <a:r>
              <a:rPr lang="en-US"/>
              <a:t>. </a:t>
            </a:r>
            <a:r>
              <a:rPr lang="en-US" err="1"/>
              <a:t>Suspendisse</a:t>
            </a:r>
            <a:r>
              <a:rPr lang="en-US"/>
              <a:t> </a:t>
            </a:r>
            <a:r>
              <a:rPr lang="en-US" err="1"/>
              <a:t>rhoncus</a:t>
            </a:r>
            <a:r>
              <a:rPr lang="en-US"/>
              <a:t>, </a:t>
            </a:r>
            <a:r>
              <a:rPr lang="en-US" err="1"/>
              <a:t>nunc</a:t>
            </a:r>
            <a:r>
              <a:rPr lang="en-US"/>
              <a:t> vitae dictum </a:t>
            </a:r>
            <a:r>
              <a:rPr lang="en-US" err="1"/>
              <a:t>pretium</a:t>
            </a:r>
            <a:r>
              <a:rPr lang="en-US"/>
              <a:t>, </a:t>
            </a:r>
            <a:r>
              <a:rPr lang="en-US" err="1"/>
              <a:t>libero</a:t>
            </a:r>
            <a:r>
              <a:rPr lang="en-US"/>
              <a:t> </a:t>
            </a:r>
            <a:r>
              <a:rPr lang="en-US" err="1"/>
              <a:t>purus</a:t>
            </a:r>
            <a:r>
              <a:rPr lang="en-US"/>
              <a:t> </a:t>
            </a:r>
            <a:r>
              <a:rPr lang="en-US" err="1"/>
              <a:t>convallis</a:t>
            </a:r>
            <a:r>
              <a:rPr lang="en-US"/>
              <a:t> </a:t>
            </a:r>
            <a:r>
              <a:rPr lang="en-US" err="1"/>
              <a:t>tortor</a:t>
            </a:r>
            <a:r>
              <a:rPr lang="en-US"/>
              <a:t>, </a:t>
            </a:r>
            <a:r>
              <a:rPr lang="en-US" err="1"/>
              <a:t>eget</a:t>
            </a:r>
            <a:r>
              <a:rPr lang="en-US"/>
              <a:t> </a:t>
            </a:r>
            <a:r>
              <a:rPr lang="en-US" err="1"/>
              <a:t>ultricies</a:t>
            </a:r>
            <a:r>
              <a:rPr lang="en-US"/>
              <a:t> </a:t>
            </a:r>
            <a:r>
              <a:rPr lang="en-US" err="1"/>
              <a:t>sapien</a:t>
            </a:r>
            <a:r>
              <a:rPr lang="en-US"/>
              <a:t> </a:t>
            </a:r>
            <a:r>
              <a:rPr lang="en-US" err="1"/>
              <a:t>odio</a:t>
            </a:r>
            <a:r>
              <a:rPr lang="en-US"/>
              <a:t> non ant. Lore </a:t>
            </a:r>
            <a:r>
              <a:rPr lang="en-US" err="1"/>
              <a:t>ipsum</a:t>
            </a:r>
            <a:r>
              <a:rPr lang="en-US"/>
              <a:t> </a:t>
            </a:r>
            <a:r>
              <a:rPr lang="en-US" err="1"/>
              <a:t>lunpt</a:t>
            </a:r>
            <a:r>
              <a:rPr lang="en-US"/>
              <a:t> and </a:t>
            </a:r>
            <a:r>
              <a:rPr lang="en-US" err="1"/>
              <a:t>ishlam</a:t>
            </a:r>
            <a:r>
              <a:rPr lang="en-US"/>
              <a:t>. </a:t>
            </a:r>
            <a:r>
              <a:rPr lang="en-US" err="1"/>
              <a:t>Nunc</a:t>
            </a:r>
            <a:r>
              <a:rPr lang="en-US"/>
              <a:t> vitae </a:t>
            </a:r>
            <a:r>
              <a:rPr lang="en-US" err="1"/>
              <a:t>neque</a:t>
            </a:r>
            <a:r>
              <a:rPr lang="en-US"/>
              <a:t> </a:t>
            </a:r>
            <a:r>
              <a:rPr lang="en-US" err="1"/>
              <a:t>etus</a:t>
            </a:r>
            <a:r>
              <a:rPr lang="en-US"/>
              <a:t>.</a:t>
            </a:r>
          </a:p>
        </p:txBody>
      </p:sp>
    </p:spTree>
    <p:extLst>
      <p:ext uri="{BB962C8B-B14F-4D97-AF65-F5344CB8AC3E}">
        <p14:creationId xmlns:p14="http://schemas.microsoft.com/office/powerpoint/2010/main" val="24151209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O2: table">
    <p:spTree>
      <p:nvGrpSpPr>
        <p:cNvPr id="1" name=""/>
        <p:cNvGrpSpPr/>
        <p:nvPr/>
      </p:nvGrpSpPr>
      <p:grpSpPr>
        <a:xfrm>
          <a:off x="0" y="0"/>
          <a:ext cx="0" cy="0"/>
          <a:chOff x="0" y="0"/>
          <a:chExt cx="0" cy="0"/>
        </a:xfrm>
      </p:grpSpPr>
      <p:sp>
        <p:nvSpPr>
          <p:cNvPr id="10" name="Slide Number Placeholder 9"/>
          <p:cNvSpPr>
            <a:spLocks noGrp="1"/>
          </p:cNvSpPr>
          <p:nvPr>
            <p:ph type="sldNum" sz="quarter" idx="10"/>
          </p:nvPr>
        </p:nvSpPr>
        <p:spPr/>
        <p:txBody>
          <a:bodyPr/>
          <a:lstStyle/>
          <a:p>
            <a:fld id="{0F418C06-167A-E646-9EF6-18275B625F6B}" type="slidenum">
              <a:rPr lang="en-US" smtClean="0"/>
              <a:pPr/>
              <a:t>‹#›</a:t>
            </a:fld>
            <a:endParaRPr lang="en-US"/>
          </a:p>
        </p:txBody>
      </p:sp>
      <p:sp>
        <p:nvSpPr>
          <p:cNvPr id="13" name="Text Placeholder 7"/>
          <p:cNvSpPr>
            <a:spLocks noGrp="1"/>
          </p:cNvSpPr>
          <p:nvPr>
            <p:ph type="body" sz="quarter" idx="11" hasCustomPrompt="1"/>
          </p:nvPr>
        </p:nvSpPr>
        <p:spPr>
          <a:xfrm>
            <a:off x="0" y="622300"/>
            <a:ext cx="10972800" cy="457200"/>
          </a:xfrm>
          <a:prstGeom prst="rect">
            <a:avLst/>
          </a:prstGeom>
        </p:spPr>
        <p:txBody>
          <a:bodyPr vert="horz"/>
          <a:lstStyle>
            <a:lvl1pPr marL="0" indent="0" algn="ctr">
              <a:buFontTx/>
              <a:buNone/>
              <a:defRPr baseline="0">
                <a:solidFill>
                  <a:schemeClr val="tx2">
                    <a:lumMod val="75000"/>
                  </a:schemeClr>
                </a:solidFill>
                <a:latin typeface="ITC Franklin Gothic Std Demi Compressed"/>
              </a:defRPr>
            </a:lvl1pPr>
          </a:lstStyle>
          <a:p>
            <a:pPr lvl="0"/>
            <a:r>
              <a:rPr lang="en-US"/>
              <a:t>TITLE FOR A TABLE HERE</a:t>
            </a:r>
          </a:p>
        </p:txBody>
      </p:sp>
    </p:spTree>
    <p:extLst>
      <p:ext uri="{BB962C8B-B14F-4D97-AF65-F5344CB8AC3E}">
        <p14:creationId xmlns:p14="http://schemas.microsoft.com/office/powerpoint/2010/main" val="25833083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O2: imag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59766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O3: backgroun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0F418C06-167A-E646-9EF6-18275B625F6B}" type="slidenum">
              <a:rPr lang="en-US" smtClean="0"/>
              <a:pPr/>
              <a:t>‹#›</a:t>
            </a:fld>
            <a:endParaRPr lang="en-US"/>
          </a:p>
        </p:txBody>
      </p:sp>
    </p:spTree>
    <p:extLst>
      <p:ext uri="{BB962C8B-B14F-4D97-AF65-F5344CB8AC3E}">
        <p14:creationId xmlns:p14="http://schemas.microsoft.com/office/powerpoint/2010/main" val="131824210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O3: long text">
    <p:spTree>
      <p:nvGrpSpPr>
        <p:cNvPr id="1" name=""/>
        <p:cNvGrpSpPr/>
        <p:nvPr/>
      </p:nvGrpSpPr>
      <p:grpSpPr>
        <a:xfrm>
          <a:off x="0" y="0"/>
          <a:ext cx="0" cy="0"/>
          <a:chOff x="0" y="0"/>
          <a:chExt cx="0" cy="0"/>
        </a:xfrm>
      </p:grpSpPr>
      <p:sp>
        <p:nvSpPr>
          <p:cNvPr id="7" name="Slide Number Placeholder 6"/>
          <p:cNvSpPr>
            <a:spLocks noGrp="1"/>
          </p:cNvSpPr>
          <p:nvPr>
            <p:ph type="sldNum" sz="quarter" idx="10"/>
          </p:nvPr>
        </p:nvSpPr>
        <p:spPr/>
        <p:txBody>
          <a:bodyPr/>
          <a:lstStyle/>
          <a:p>
            <a:fld id="{0F418C06-167A-E646-9EF6-18275B625F6B}" type="slidenum">
              <a:rPr lang="en-US" smtClean="0"/>
              <a:pPr/>
              <a:t>‹#›</a:t>
            </a:fld>
            <a:endParaRPr lang="en-US"/>
          </a:p>
        </p:txBody>
      </p:sp>
      <p:sp>
        <p:nvSpPr>
          <p:cNvPr id="8" name="Text Placeholder 7"/>
          <p:cNvSpPr>
            <a:spLocks noGrp="1"/>
          </p:cNvSpPr>
          <p:nvPr>
            <p:ph type="body" sz="quarter" idx="13" hasCustomPrompt="1"/>
          </p:nvPr>
        </p:nvSpPr>
        <p:spPr>
          <a:xfrm>
            <a:off x="0" y="1223669"/>
            <a:ext cx="10972800" cy="508150"/>
          </a:xfrm>
          <a:prstGeom prst="rect">
            <a:avLst/>
          </a:prstGeom>
        </p:spPr>
        <p:txBody>
          <a:bodyPr vert="horz"/>
          <a:lstStyle>
            <a:lvl1pPr marL="0" indent="0" algn="ctr">
              <a:buFontTx/>
              <a:buNone/>
              <a:defRPr baseline="0">
                <a:solidFill>
                  <a:schemeClr val="accent6">
                    <a:lumMod val="75000"/>
                  </a:schemeClr>
                </a:solidFill>
                <a:latin typeface="ITC Franklin Gothic Std Demi Compressed"/>
              </a:defRPr>
            </a:lvl1pPr>
          </a:lstStyle>
          <a:p>
            <a:pPr lvl="0"/>
            <a:r>
              <a:rPr lang="en-US"/>
              <a:t>LONG PARAGRAPH TEMPLATE TITLE</a:t>
            </a:r>
          </a:p>
        </p:txBody>
      </p:sp>
      <p:sp>
        <p:nvSpPr>
          <p:cNvPr id="9" name="Text Placeholder 9"/>
          <p:cNvSpPr>
            <a:spLocks noGrp="1"/>
          </p:cNvSpPr>
          <p:nvPr>
            <p:ph type="body" sz="quarter" idx="14" hasCustomPrompt="1"/>
          </p:nvPr>
        </p:nvSpPr>
        <p:spPr>
          <a:xfrm>
            <a:off x="581028" y="2185434"/>
            <a:ext cx="4877665" cy="3491467"/>
          </a:xfrm>
          <a:prstGeom prst="rect">
            <a:avLst/>
          </a:prstGeom>
        </p:spPr>
        <p:txBody>
          <a:bodyPr vert="horz"/>
          <a:lstStyle>
            <a:lvl1pPr marL="0" indent="0" algn="l">
              <a:buFontTx/>
              <a:buNone/>
              <a:defRPr sz="1800" baseline="0">
                <a:solidFill>
                  <a:schemeClr val="tx1">
                    <a:lumMod val="65000"/>
                    <a:lumOff val="35000"/>
                  </a:schemeClr>
                </a:solidFill>
                <a:latin typeface="ITC Franklin Gothic Std Book Condensed"/>
              </a:defRPr>
            </a:lvl1pPr>
          </a:lstStyle>
          <a:p>
            <a:pPr lvl="0"/>
            <a:r>
              <a:rPr lang="en-US" err="1"/>
              <a:t>Suspendisse</a:t>
            </a:r>
            <a:r>
              <a:rPr lang="en-US"/>
              <a:t> </a:t>
            </a:r>
            <a:r>
              <a:rPr lang="en-US" err="1"/>
              <a:t>potenti</a:t>
            </a:r>
            <a:r>
              <a:rPr lang="en-US"/>
              <a:t>. </a:t>
            </a:r>
            <a:r>
              <a:rPr lang="en-US" err="1"/>
              <a:t>Nunc</a:t>
            </a:r>
            <a:r>
              <a:rPr lang="en-US"/>
              <a:t> vitae </a:t>
            </a:r>
            <a:r>
              <a:rPr lang="en-US" err="1"/>
              <a:t>neque</a:t>
            </a:r>
            <a:r>
              <a:rPr lang="en-US"/>
              <a:t> et </a:t>
            </a:r>
            <a:r>
              <a:rPr lang="en-US" err="1"/>
              <a:t>purus</a:t>
            </a:r>
            <a:r>
              <a:rPr lang="en-US"/>
              <a:t> </a:t>
            </a:r>
            <a:r>
              <a:rPr lang="en-US" err="1"/>
              <a:t>tincidunt</a:t>
            </a:r>
            <a:r>
              <a:rPr lang="en-US"/>
              <a:t> </a:t>
            </a:r>
            <a:r>
              <a:rPr lang="en-US" err="1"/>
              <a:t>bibendum</a:t>
            </a:r>
            <a:r>
              <a:rPr lang="en-US"/>
              <a:t> vitae </a:t>
            </a:r>
            <a:r>
              <a:rPr lang="en-US" err="1"/>
              <a:t>sollicitudin</a:t>
            </a:r>
            <a:r>
              <a:rPr lang="en-US"/>
              <a:t> </a:t>
            </a:r>
            <a:r>
              <a:rPr lang="en-US" err="1"/>
              <a:t>urna</a:t>
            </a:r>
            <a:r>
              <a:rPr lang="en-US"/>
              <a:t>. </a:t>
            </a:r>
            <a:r>
              <a:rPr lang="en-US" err="1"/>
              <a:t>Cras</a:t>
            </a:r>
            <a:r>
              <a:rPr lang="en-US"/>
              <a:t> </a:t>
            </a:r>
            <a:r>
              <a:rPr lang="en-US" err="1"/>
              <a:t>eros</a:t>
            </a:r>
            <a:r>
              <a:rPr lang="en-US"/>
              <a:t> dolor, </a:t>
            </a:r>
            <a:r>
              <a:rPr lang="en-US" err="1"/>
              <a:t>finibus</a:t>
            </a:r>
            <a:r>
              <a:rPr lang="en-US"/>
              <a:t> in </a:t>
            </a:r>
            <a:r>
              <a:rPr lang="en-US" err="1"/>
              <a:t>risus</a:t>
            </a:r>
            <a:r>
              <a:rPr lang="en-US"/>
              <a:t> </a:t>
            </a:r>
            <a:r>
              <a:rPr lang="en-US" err="1"/>
              <a:t>etus</a:t>
            </a:r>
            <a:r>
              <a:rPr lang="en-US"/>
              <a:t>, </a:t>
            </a:r>
            <a:r>
              <a:rPr lang="en-US" err="1"/>
              <a:t>hendrerit</a:t>
            </a:r>
            <a:r>
              <a:rPr lang="en-US"/>
              <a:t> </a:t>
            </a:r>
            <a:r>
              <a:rPr lang="en-US" err="1"/>
              <a:t>porta</a:t>
            </a:r>
            <a:r>
              <a:rPr lang="en-US"/>
              <a:t> </a:t>
            </a:r>
            <a:r>
              <a:rPr lang="en-US" err="1"/>
              <a:t>augue</a:t>
            </a:r>
            <a:r>
              <a:rPr lang="en-US"/>
              <a:t>. </a:t>
            </a:r>
            <a:r>
              <a:rPr lang="en-US" err="1"/>
              <a:t>Suspendisse</a:t>
            </a:r>
            <a:r>
              <a:rPr lang="en-US"/>
              <a:t> com </a:t>
            </a:r>
            <a:r>
              <a:rPr lang="en-US" err="1"/>
              <a:t>turpis</a:t>
            </a:r>
            <a:r>
              <a:rPr lang="en-US"/>
              <a:t> </a:t>
            </a:r>
            <a:r>
              <a:rPr lang="en-US" err="1"/>
              <a:t>nec</a:t>
            </a:r>
            <a:r>
              <a:rPr lang="en-US"/>
              <a:t> </a:t>
            </a:r>
            <a:r>
              <a:rPr lang="en-US" err="1"/>
              <a:t>vulputate</a:t>
            </a:r>
            <a:r>
              <a:rPr lang="en-US"/>
              <a:t> </a:t>
            </a:r>
            <a:r>
              <a:rPr lang="en-US" err="1"/>
              <a:t>vehicula</a:t>
            </a:r>
            <a:r>
              <a:rPr lang="en-US"/>
              <a:t>. </a:t>
            </a:r>
            <a:r>
              <a:rPr lang="en-US" err="1"/>
              <a:t>Nunc</a:t>
            </a:r>
            <a:r>
              <a:rPr lang="en-US"/>
              <a:t> </a:t>
            </a:r>
            <a:r>
              <a:rPr lang="en-US" err="1"/>
              <a:t>commodo</a:t>
            </a:r>
            <a:r>
              <a:rPr lang="en-US"/>
              <a:t> </a:t>
            </a:r>
            <a:r>
              <a:rPr lang="en-US" err="1"/>
              <a:t>leo</a:t>
            </a:r>
            <a:r>
              <a:rPr lang="en-US"/>
              <a:t> </a:t>
            </a:r>
            <a:r>
              <a:rPr lang="en-US" err="1"/>
              <a:t>justo</a:t>
            </a:r>
            <a:r>
              <a:rPr lang="en-US"/>
              <a:t> </a:t>
            </a:r>
            <a:r>
              <a:rPr lang="en-US" err="1"/>
              <a:t>cursus</a:t>
            </a:r>
            <a:r>
              <a:rPr lang="en-US"/>
              <a:t>, </a:t>
            </a:r>
            <a:r>
              <a:rPr lang="en-US" err="1"/>
              <a:t>vel</a:t>
            </a:r>
            <a:r>
              <a:rPr lang="en-US"/>
              <a:t> </a:t>
            </a:r>
            <a:r>
              <a:rPr lang="en-US" err="1"/>
              <a:t>ultricies</a:t>
            </a:r>
            <a:r>
              <a:rPr lang="en-US"/>
              <a:t> </a:t>
            </a:r>
            <a:r>
              <a:rPr lang="en-US" err="1"/>
              <a:t>odio</a:t>
            </a:r>
            <a:r>
              <a:rPr lang="en-US"/>
              <a:t> </a:t>
            </a:r>
            <a:r>
              <a:rPr lang="en-US" err="1"/>
              <a:t>varius</a:t>
            </a:r>
            <a:r>
              <a:rPr lang="en-US"/>
              <a:t>. </a:t>
            </a:r>
            <a:r>
              <a:rPr lang="en-US" err="1"/>
              <a:t>Quisquety</a:t>
            </a:r>
            <a:r>
              <a:rPr lang="en-US"/>
              <a:t> </a:t>
            </a:r>
            <a:r>
              <a:rPr lang="en-US" err="1"/>
              <a:t>pharetra</a:t>
            </a:r>
            <a:r>
              <a:rPr lang="en-US"/>
              <a:t> dolor </a:t>
            </a:r>
            <a:r>
              <a:rPr lang="en-US" err="1"/>
              <a:t>eu</a:t>
            </a:r>
            <a:r>
              <a:rPr lang="en-US"/>
              <a:t> </a:t>
            </a:r>
            <a:r>
              <a:rPr lang="en-US" err="1"/>
              <a:t>aliquam</a:t>
            </a:r>
            <a:r>
              <a:rPr lang="en-US"/>
              <a:t> </a:t>
            </a:r>
            <a:r>
              <a:rPr lang="en-US" err="1"/>
              <a:t>sagittis</a:t>
            </a:r>
            <a:r>
              <a:rPr lang="en-US"/>
              <a:t>. </a:t>
            </a:r>
            <a:r>
              <a:rPr lang="en-US" err="1"/>
              <a:t>Aliquam</a:t>
            </a:r>
            <a:r>
              <a:rPr lang="en-US"/>
              <a:t> </a:t>
            </a:r>
            <a:r>
              <a:rPr lang="en-US" err="1"/>
              <a:t>neque</a:t>
            </a:r>
            <a:r>
              <a:rPr lang="en-US"/>
              <a:t> </a:t>
            </a:r>
            <a:r>
              <a:rPr lang="en-US" err="1"/>
              <a:t>massa</a:t>
            </a:r>
            <a:r>
              <a:rPr lang="en-US"/>
              <a:t>, </a:t>
            </a:r>
            <a:r>
              <a:rPr lang="en-US" err="1"/>
              <a:t>ornare</a:t>
            </a:r>
            <a:r>
              <a:rPr lang="en-US"/>
              <a:t> at </a:t>
            </a:r>
            <a:r>
              <a:rPr lang="en-US" err="1"/>
              <a:t>commodo</a:t>
            </a:r>
            <a:r>
              <a:rPr lang="en-US"/>
              <a:t> sit </a:t>
            </a:r>
            <a:r>
              <a:rPr lang="en-US" err="1"/>
              <a:t>amet</a:t>
            </a:r>
            <a:r>
              <a:rPr lang="en-US"/>
              <a:t>, un semper </a:t>
            </a:r>
            <a:r>
              <a:rPr lang="en-US" err="1"/>
              <a:t>sed</a:t>
            </a:r>
            <a:r>
              <a:rPr lang="en-US"/>
              <a:t> </a:t>
            </a:r>
            <a:r>
              <a:rPr lang="en-US" err="1"/>
              <a:t>erat</a:t>
            </a:r>
            <a:r>
              <a:rPr lang="en-US"/>
              <a:t>. </a:t>
            </a:r>
            <a:r>
              <a:rPr lang="en-US" err="1"/>
              <a:t>Suspendisse</a:t>
            </a:r>
            <a:r>
              <a:rPr lang="en-US"/>
              <a:t> </a:t>
            </a:r>
            <a:r>
              <a:rPr lang="en-US" err="1"/>
              <a:t>rhoncus</a:t>
            </a:r>
            <a:r>
              <a:rPr lang="en-US"/>
              <a:t>, </a:t>
            </a:r>
            <a:r>
              <a:rPr lang="en-US" err="1"/>
              <a:t>nunc</a:t>
            </a:r>
            <a:r>
              <a:rPr lang="en-US"/>
              <a:t> vitae dictum </a:t>
            </a:r>
            <a:r>
              <a:rPr lang="en-US" err="1"/>
              <a:t>pretium</a:t>
            </a:r>
            <a:r>
              <a:rPr lang="en-US"/>
              <a:t>, </a:t>
            </a:r>
            <a:r>
              <a:rPr lang="en-US" err="1"/>
              <a:t>libero</a:t>
            </a:r>
            <a:r>
              <a:rPr lang="en-US"/>
              <a:t> </a:t>
            </a:r>
            <a:r>
              <a:rPr lang="en-US" err="1"/>
              <a:t>purus</a:t>
            </a:r>
            <a:r>
              <a:rPr lang="en-US"/>
              <a:t> </a:t>
            </a:r>
            <a:r>
              <a:rPr lang="en-US" err="1"/>
              <a:t>convallis</a:t>
            </a:r>
            <a:r>
              <a:rPr lang="en-US"/>
              <a:t> </a:t>
            </a:r>
            <a:r>
              <a:rPr lang="en-US" err="1"/>
              <a:t>tortor</a:t>
            </a:r>
            <a:r>
              <a:rPr lang="en-US"/>
              <a:t>, </a:t>
            </a:r>
            <a:r>
              <a:rPr lang="en-US" err="1"/>
              <a:t>eget</a:t>
            </a:r>
            <a:r>
              <a:rPr lang="en-US"/>
              <a:t> </a:t>
            </a:r>
            <a:r>
              <a:rPr lang="en-US" err="1"/>
              <a:t>ultricies</a:t>
            </a:r>
            <a:r>
              <a:rPr lang="en-US"/>
              <a:t> </a:t>
            </a:r>
            <a:r>
              <a:rPr lang="en-US" err="1"/>
              <a:t>sapien</a:t>
            </a:r>
            <a:r>
              <a:rPr lang="en-US"/>
              <a:t>.</a:t>
            </a:r>
          </a:p>
        </p:txBody>
      </p:sp>
      <p:sp>
        <p:nvSpPr>
          <p:cNvPr id="10" name="Text Placeholder 9"/>
          <p:cNvSpPr>
            <a:spLocks noGrp="1"/>
          </p:cNvSpPr>
          <p:nvPr>
            <p:ph type="body" sz="quarter" idx="15" hasCustomPrompt="1"/>
          </p:nvPr>
        </p:nvSpPr>
        <p:spPr>
          <a:xfrm>
            <a:off x="5655948" y="2185434"/>
            <a:ext cx="4737734" cy="3491467"/>
          </a:xfrm>
          <a:prstGeom prst="rect">
            <a:avLst/>
          </a:prstGeom>
        </p:spPr>
        <p:txBody>
          <a:bodyPr vert="horz"/>
          <a:lstStyle>
            <a:lvl1pPr marL="0" indent="0" algn="l">
              <a:buFontTx/>
              <a:buNone/>
              <a:defRPr sz="1800" baseline="0">
                <a:solidFill>
                  <a:schemeClr val="tx1">
                    <a:lumMod val="65000"/>
                    <a:lumOff val="35000"/>
                  </a:schemeClr>
                </a:solidFill>
                <a:latin typeface="ITC Franklin Gothic Std Book Condensed"/>
              </a:defRPr>
            </a:lvl1pPr>
          </a:lstStyle>
          <a:p>
            <a:pPr lvl="0"/>
            <a:r>
              <a:rPr lang="en-US" err="1"/>
              <a:t>suspendisse</a:t>
            </a:r>
            <a:r>
              <a:rPr lang="en-US"/>
              <a:t> </a:t>
            </a:r>
            <a:r>
              <a:rPr lang="en-US" err="1"/>
              <a:t>potenti</a:t>
            </a:r>
            <a:r>
              <a:rPr lang="en-US"/>
              <a:t>. </a:t>
            </a:r>
            <a:r>
              <a:rPr lang="en-US" err="1"/>
              <a:t>Nunc</a:t>
            </a:r>
            <a:r>
              <a:rPr lang="en-US"/>
              <a:t> vitae </a:t>
            </a:r>
            <a:r>
              <a:rPr lang="en-US" err="1"/>
              <a:t>neque</a:t>
            </a:r>
            <a:r>
              <a:rPr lang="en-US"/>
              <a:t> et </a:t>
            </a:r>
            <a:r>
              <a:rPr lang="en-US" err="1"/>
              <a:t>puri</a:t>
            </a:r>
            <a:r>
              <a:rPr lang="en-US"/>
              <a:t> </a:t>
            </a:r>
            <a:r>
              <a:rPr lang="en-US" err="1"/>
              <a:t>tincidunt</a:t>
            </a:r>
            <a:r>
              <a:rPr lang="en-US"/>
              <a:t> </a:t>
            </a:r>
            <a:r>
              <a:rPr lang="en-US" err="1"/>
              <a:t>bibendum</a:t>
            </a:r>
            <a:r>
              <a:rPr lang="en-US"/>
              <a:t> vitae </a:t>
            </a:r>
            <a:r>
              <a:rPr lang="en-US" err="1"/>
              <a:t>sollicitudin</a:t>
            </a:r>
            <a:r>
              <a:rPr lang="en-US"/>
              <a:t> </a:t>
            </a:r>
            <a:r>
              <a:rPr lang="en-US" err="1"/>
              <a:t>urna</a:t>
            </a:r>
            <a:r>
              <a:rPr lang="en-US"/>
              <a:t>. </a:t>
            </a:r>
            <a:r>
              <a:rPr lang="en-US" err="1"/>
              <a:t>Cras</a:t>
            </a:r>
            <a:r>
              <a:rPr lang="en-US"/>
              <a:t> </a:t>
            </a:r>
            <a:r>
              <a:rPr lang="en-US" err="1"/>
              <a:t>eros</a:t>
            </a:r>
            <a:r>
              <a:rPr lang="en-US"/>
              <a:t> dolor, </a:t>
            </a:r>
            <a:r>
              <a:rPr lang="en-US" err="1"/>
              <a:t>finibus</a:t>
            </a:r>
            <a:r>
              <a:rPr lang="en-US"/>
              <a:t> in </a:t>
            </a:r>
            <a:r>
              <a:rPr lang="en-US" err="1"/>
              <a:t>risus</a:t>
            </a:r>
            <a:r>
              <a:rPr lang="en-US"/>
              <a:t> et, </a:t>
            </a:r>
            <a:r>
              <a:rPr lang="en-US" err="1"/>
              <a:t>hendrerit</a:t>
            </a:r>
            <a:r>
              <a:rPr lang="en-US"/>
              <a:t> </a:t>
            </a:r>
            <a:r>
              <a:rPr lang="en-US" err="1"/>
              <a:t>porta</a:t>
            </a:r>
            <a:r>
              <a:rPr lang="en-US"/>
              <a:t> </a:t>
            </a:r>
            <a:r>
              <a:rPr lang="en-US" err="1"/>
              <a:t>augue</a:t>
            </a:r>
            <a:r>
              <a:rPr lang="en-US"/>
              <a:t>. </a:t>
            </a:r>
            <a:r>
              <a:rPr lang="en-US" err="1"/>
              <a:t>Suspendisse</a:t>
            </a:r>
            <a:r>
              <a:rPr lang="en-US"/>
              <a:t> com </a:t>
            </a:r>
            <a:r>
              <a:rPr lang="en-US" err="1"/>
              <a:t>turpis</a:t>
            </a:r>
            <a:r>
              <a:rPr lang="en-US"/>
              <a:t> </a:t>
            </a:r>
            <a:r>
              <a:rPr lang="en-US" err="1"/>
              <a:t>nec</a:t>
            </a:r>
            <a:r>
              <a:rPr lang="en-US"/>
              <a:t> </a:t>
            </a:r>
            <a:r>
              <a:rPr lang="en-US" err="1"/>
              <a:t>vulputate</a:t>
            </a:r>
            <a:r>
              <a:rPr lang="en-US"/>
              <a:t> </a:t>
            </a:r>
            <a:r>
              <a:rPr lang="en-US" err="1"/>
              <a:t>vehicula</a:t>
            </a:r>
            <a:r>
              <a:rPr lang="en-US"/>
              <a:t>. </a:t>
            </a:r>
            <a:r>
              <a:rPr lang="en-US" err="1"/>
              <a:t>Nunc</a:t>
            </a:r>
            <a:r>
              <a:rPr lang="en-US"/>
              <a:t> </a:t>
            </a:r>
            <a:r>
              <a:rPr lang="en-US" err="1"/>
              <a:t>commodo</a:t>
            </a:r>
            <a:r>
              <a:rPr lang="en-US"/>
              <a:t> </a:t>
            </a:r>
            <a:r>
              <a:rPr lang="en-US" err="1"/>
              <a:t>leo</a:t>
            </a:r>
            <a:r>
              <a:rPr lang="en-US"/>
              <a:t> et </a:t>
            </a:r>
            <a:r>
              <a:rPr lang="en-US" err="1"/>
              <a:t>justo</a:t>
            </a:r>
            <a:r>
              <a:rPr lang="en-US"/>
              <a:t> </a:t>
            </a:r>
            <a:r>
              <a:rPr lang="en-US" err="1"/>
              <a:t>cursus</a:t>
            </a:r>
            <a:r>
              <a:rPr lang="en-US"/>
              <a:t>, </a:t>
            </a:r>
            <a:r>
              <a:rPr lang="en-US" err="1"/>
              <a:t>vel</a:t>
            </a:r>
            <a:r>
              <a:rPr lang="en-US"/>
              <a:t> </a:t>
            </a:r>
            <a:r>
              <a:rPr lang="en-US" err="1"/>
              <a:t>ultricies</a:t>
            </a:r>
            <a:r>
              <a:rPr lang="en-US"/>
              <a:t> </a:t>
            </a:r>
            <a:r>
              <a:rPr lang="en-US" err="1"/>
              <a:t>odio</a:t>
            </a:r>
            <a:r>
              <a:rPr lang="en-US"/>
              <a:t> </a:t>
            </a:r>
            <a:r>
              <a:rPr lang="en-US" err="1"/>
              <a:t>varius</a:t>
            </a:r>
            <a:r>
              <a:rPr lang="en-US"/>
              <a:t>. </a:t>
            </a:r>
            <a:r>
              <a:rPr lang="en-US" err="1"/>
              <a:t>Quisque</a:t>
            </a:r>
            <a:r>
              <a:rPr lang="en-US"/>
              <a:t> </a:t>
            </a:r>
            <a:r>
              <a:rPr lang="en-US" err="1"/>
              <a:t>pharetra</a:t>
            </a:r>
            <a:r>
              <a:rPr lang="en-US"/>
              <a:t> dolor </a:t>
            </a:r>
            <a:r>
              <a:rPr lang="en-US" err="1"/>
              <a:t>eu</a:t>
            </a:r>
            <a:r>
              <a:rPr lang="en-US"/>
              <a:t> </a:t>
            </a:r>
            <a:r>
              <a:rPr lang="en-US" err="1"/>
              <a:t>aliquam</a:t>
            </a:r>
            <a:r>
              <a:rPr lang="en-US"/>
              <a:t> </a:t>
            </a:r>
            <a:r>
              <a:rPr lang="en-US" err="1"/>
              <a:t>sagittis</a:t>
            </a:r>
            <a:r>
              <a:rPr lang="en-US"/>
              <a:t>. </a:t>
            </a:r>
            <a:r>
              <a:rPr lang="en-US" err="1"/>
              <a:t>Aliquam</a:t>
            </a:r>
            <a:r>
              <a:rPr lang="en-US"/>
              <a:t> </a:t>
            </a:r>
            <a:r>
              <a:rPr lang="en-US" err="1"/>
              <a:t>neque</a:t>
            </a:r>
            <a:r>
              <a:rPr lang="en-US"/>
              <a:t> </a:t>
            </a:r>
            <a:r>
              <a:rPr lang="en-US" err="1"/>
              <a:t>massa</a:t>
            </a:r>
            <a:r>
              <a:rPr lang="en-US"/>
              <a:t>, </a:t>
            </a:r>
            <a:r>
              <a:rPr lang="en-US" err="1"/>
              <a:t>orn</a:t>
            </a:r>
            <a:r>
              <a:rPr lang="en-US"/>
              <a:t> at </a:t>
            </a:r>
            <a:r>
              <a:rPr lang="en-US" err="1"/>
              <a:t>commodo</a:t>
            </a:r>
            <a:r>
              <a:rPr lang="en-US"/>
              <a:t> sit </a:t>
            </a:r>
            <a:r>
              <a:rPr lang="en-US" err="1"/>
              <a:t>amet</a:t>
            </a:r>
            <a:r>
              <a:rPr lang="en-US"/>
              <a:t>, semper </a:t>
            </a:r>
            <a:r>
              <a:rPr lang="en-US" err="1"/>
              <a:t>sed</a:t>
            </a:r>
            <a:r>
              <a:rPr lang="en-US"/>
              <a:t> </a:t>
            </a:r>
            <a:r>
              <a:rPr lang="en-US" err="1"/>
              <a:t>erat</a:t>
            </a:r>
            <a:r>
              <a:rPr lang="en-US"/>
              <a:t>. </a:t>
            </a:r>
            <a:r>
              <a:rPr lang="en-US" err="1"/>
              <a:t>Disse</a:t>
            </a:r>
            <a:r>
              <a:rPr lang="en-US"/>
              <a:t> </a:t>
            </a:r>
            <a:r>
              <a:rPr lang="en-US" err="1"/>
              <a:t>rhoncus</a:t>
            </a:r>
            <a:r>
              <a:rPr lang="en-US"/>
              <a:t>, </a:t>
            </a:r>
            <a:r>
              <a:rPr lang="en-US" err="1"/>
              <a:t>nunc</a:t>
            </a:r>
            <a:r>
              <a:rPr lang="en-US"/>
              <a:t> vitae dictum </a:t>
            </a:r>
            <a:r>
              <a:rPr lang="en-US" err="1"/>
              <a:t>pretium</a:t>
            </a:r>
            <a:r>
              <a:rPr lang="en-US"/>
              <a:t>, </a:t>
            </a:r>
            <a:r>
              <a:rPr lang="en-US" err="1"/>
              <a:t>libero</a:t>
            </a:r>
            <a:r>
              <a:rPr lang="en-US"/>
              <a:t> </a:t>
            </a:r>
            <a:r>
              <a:rPr lang="en-US" err="1"/>
              <a:t>purus</a:t>
            </a:r>
            <a:r>
              <a:rPr lang="en-US"/>
              <a:t> </a:t>
            </a:r>
            <a:r>
              <a:rPr lang="en-US" err="1"/>
              <a:t>convallis</a:t>
            </a:r>
            <a:r>
              <a:rPr lang="en-US"/>
              <a:t> </a:t>
            </a:r>
            <a:r>
              <a:rPr lang="en-US" err="1"/>
              <a:t>tortor</a:t>
            </a:r>
            <a:r>
              <a:rPr lang="en-US"/>
              <a:t>, </a:t>
            </a:r>
            <a:r>
              <a:rPr lang="en-US" err="1"/>
              <a:t>eget</a:t>
            </a:r>
            <a:r>
              <a:rPr lang="en-US"/>
              <a:t> </a:t>
            </a:r>
            <a:r>
              <a:rPr lang="en-US" err="1"/>
              <a:t>ultricies</a:t>
            </a:r>
            <a:r>
              <a:rPr lang="en-US"/>
              <a:t>.</a:t>
            </a:r>
          </a:p>
        </p:txBody>
      </p:sp>
      <p:sp>
        <p:nvSpPr>
          <p:cNvPr id="11" name="TextBox 10"/>
          <p:cNvSpPr txBox="1"/>
          <p:nvPr userDrawn="1"/>
        </p:nvSpPr>
        <p:spPr>
          <a:xfrm>
            <a:off x="-396238" y="2133601"/>
            <a:ext cx="184731" cy="369332"/>
          </a:xfrm>
          <a:prstGeom prst="rect">
            <a:avLst/>
          </a:prstGeom>
          <a:noFill/>
        </p:spPr>
        <p:txBody>
          <a:bodyPr wrap="none" rtlCol="0">
            <a:spAutoFit/>
          </a:bodyPr>
          <a:lstStyle/>
          <a:p>
            <a:endParaRPr lang="en-US" sz="1800"/>
          </a:p>
        </p:txBody>
      </p:sp>
    </p:spTree>
    <p:extLst>
      <p:ext uri="{BB962C8B-B14F-4D97-AF65-F5344CB8AC3E}">
        <p14:creationId xmlns:p14="http://schemas.microsoft.com/office/powerpoint/2010/main" val="217969387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O3: bulleted text">
    <p:spTree>
      <p:nvGrpSpPr>
        <p:cNvPr id="1" name=""/>
        <p:cNvGrpSpPr/>
        <p:nvPr/>
      </p:nvGrpSpPr>
      <p:grpSpPr>
        <a:xfrm>
          <a:off x="0" y="0"/>
          <a:ext cx="0" cy="0"/>
          <a:chOff x="0" y="0"/>
          <a:chExt cx="0" cy="0"/>
        </a:xfrm>
      </p:grpSpPr>
      <p:sp>
        <p:nvSpPr>
          <p:cNvPr id="7" name="Slide Number Placeholder 6"/>
          <p:cNvSpPr>
            <a:spLocks noGrp="1"/>
          </p:cNvSpPr>
          <p:nvPr>
            <p:ph type="sldNum" sz="quarter" idx="10"/>
          </p:nvPr>
        </p:nvSpPr>
        <p:spPr/>
        <p:txBody>
          <a:bodyPr/>
          <a:lstStyle/>
          <a:p>
            <a:fld id="{0F418C06-167A-E646-9EF6-18275B625F6B}" type="slidenum">
              <a:rPr lang="en-US" smtClean="0"/>
              <a:pPr/>
              <a:t>‹#›</a:t>
            </a:fld>
            <a:endParaRPr lang="en-US"/>
          </a:p>
        </p:txBody>
      </p:sp>
      <p:sp>
        <p:nvSpPr>
          <p:cNvPr id="8" name="Text Placeholder 7"/>
          <p:cNvSpPr>
            <a:spLocks noGrp="1"/>
          </p:cNvSpPr>
          <p:nvPr>
            <p:ph type="body" sz="quarter" idx="11" hasCustomPrompt="1"/>
          </p:nvPr>
        </p:nvSpPr>
        <p:spPr>
          <a:xfrm>
            <a:off x="0" y="1219200"/>
            <a:ext cx="10972800" cy="457200"/>
          </a:xfrm>
          <a:prstGeom prst="rect">
            <a:avLst/>
          </a:prstGeom>
        </p:spPr>
        <p:txBody>
          <a:bodyPr vert="horz"/>
          <a:lstStyle>
            <a:lvl1pPr marL="0" indent="0" algn="ctr">
              <a:buFontTx/>
              <a:buNone/>
              <a:defRPr baseline="0">
                <a:solidFill>
                  <a:schemeClr val="tx2">
                    <a:lumMod val="75000"/>
                  </a:schemeClr>
                </a:solidFill>
                <a:latin typeface="ITC Franklin Gothic Std Demi Compressed"/>
              </a:defRPr>
            </a:lvl1pPr>
          </a:lstStyle>
          <a:p>
            <a:pPr lvl="0"/>
            <a:r>
              <a:rPr lang="en-US"/>
              <a:t>TITLE FOR A LIST HERE</a:t>
            </a:r>
          </a:p>
        </p:txBody>
      </p:sp>
      <p:sp>
        <p:nvSpPr>
          <p:cNvPr id="9" name="Text Placeholder 11"/>
          <p:cNvSpPr>
            <a:spLocks noGrp="1"/>
          </p:cNvSpPr>
          <p:nvPr>
            <p:ph type="body" sz="quarter" idx="12" hasCustomPrompt="1"/>
          </p:nvPr>
        </p:nvSpPr>
        <p:spPr>
          <a:xfrm>
            <a:off x="3605784" y="2006600"/>
            <a:ext cx="3816096" cy="3886200"/>
          </a:xfrm>
          <a:prstGeom prst="rect">
            <a:avLst/>
          </a:prstGeom>
        </p:spPr>
        <p:txBody>
          <a:bodyPr vert="horz"/>
          <a:lstStyle>
            <a:lvl1pPr marL="342907" indent="-342907">
              <a:buFont typeface="Arial"/>
              <a:buChar char="•"/>
              <a:defRPr sz="2000" baseline="0">
                <a:solidFill>
                  <a:schemeClr val="tx2">
                    <a:lumMod val="75000"/>
                  </a:schemeClr>
                </a:solidFill>
                <a:latin typeface="ITC Franklin Gothic Std Book Compressed"/>
              </a:defRPr>
            </a:lvl1pPr>
          </a:lstStyle>
          <a:p>
            <a:pPr lvl="0"/>
            <a:r>
              <a:rPr lang="en-US" err="1"/>
              <a:t>Lorem</a:t>
            </a:r>
            <a:r>
              <a:rPr lang="en-US"/>
              <a:t> </a:t>
            </a:r>
            <a:r>
              <a:rPr lang="en-US" err="1"/>
              <a:t>Ipsum</a:t>
            </a:r>
            <a:r>
              <a:rPr lang="en-US"/>
              <a:t> Dolor </a:t>
            </a:r>
          </a:p>
          <a:p>
            <a:pPr lvl="0"/>
            <a:r>
              <a:rPr lang="en-US" err="1"/>
              <a:t>Ishnack</a:t>
            </a:r>
            <a:r>
              <a:rPr lang="en-US"/>
              <a:t> Mansions Epson</a:t>
            </a:r>
          </a:p>
          <a:p>
            <a:pPr lvl="0"/>
            <a:r>
              <a:rPr lang="en-US"/>
              <a:t>Et Su </a:t>
            </a:r>
            <a:r>
              <a:rPr lang="en-US" err="1"/>
              <a:t>Domine</a:t>
            </a:r>
            <a:r>
              <a:rPr lang="en-US"/>
              <a:t> Antes</a:t>
            </a:r>
          </a:p>
          <a:p>
            <a:pPr lvl="0"/>
            <a:r>
              <a:rPr lang="en-US" err="1"/>
              <a:t>Lorem</a:t>
            </a:r>
            <a:r>
              <a:rPr lang="en-US"/>
              <a:t> </a:t>
            </a:r>
            <a:r>
              <a:rPr lang="en-US" err="1"/>
              <a:t>Ipsum</a:t>
            </a:r>
            <a:r>
              <a:rPr lang="en-US"/>
              <a:t> Dolor </a:t>
            </a:r>
          </a:p>
          <a:p>
            <a:pPr lvl="0"/>
            <a:r>
              <a:rPr lang="en-US" err="1"/>
              <a:t>Ishnack</a:t>
            </a:r>
            <a:r>
              <a:rPr lang="en-US"/>
              <a:t> Mansions Epson</a:t>
            </a:r>
          </a:p>
          <a:p>
            <a:pPr lvl="0"/>
            <a:r>
              <a:rPr lang="en-US" err="1"/>
              <a:t>Lorem</a:t>
            </a:r>
            <a:r>
              <a:rPr lang="en-US"/>
              <a:t> </a:t>
            </a:r>
            <a:r>
              <a:rPr lang="en-US" err="1"/>
              <a:t>Ipsum</a:t>
            </a:r>
            <a:r>
              <a:rPr lang="en-US"/>
              <a:t> Dolor </a:t>
            </a:r>
          </a:p>
          <a:p>
            <a:pPr lvl="0"/>
            <a:r>
              <a:rPr lang="en-US" err="1"/>
              <a:t>Ishnack</a:t>
            </a:r>
            <a:r>
              <a:rPr lang="en-US"/>
              <a:t> Mansions Epson</a:t>
            </a:r>
          </a:p>
          <a:p>
            <a:pPr lvl="0"/>
            <a:r>
              <a:rPr lang="en-US"/>
              <a:t>Et Su </a:t>
            </a:r>
            <a:r>
              <a:rPr lang="en-US" err="1"/>
              <a:t>Domine</a:t>
            </a:r>
            <a:r>
              <a:rPr lang="en-US"/>
              <a:t> Antes</a:t>
            </a:r>
          </a:p>
          <a:p>
            <a:pPr lvl="0"/>
            <a:r>
              <a:rPr lang="en-US" err="1"/>
              <a:t>Lorem</a:t>
            </a:r>
            <a:r>
              <a:rPr lang="en-US"/>
              <a:t> </a:t>
            </a:r>
            <a:r>
              <a:rPr lang="en-US" err="1"/>
              <a:t>Ipsum</a:t>
            </a:r>
            <a:r>
              <a:rPr lang="en-US"/>
              <a:t> Dolor </a:t>
            </a:r>
          </a:p>
          <a:p>
            <a:pPr lvl="0"/>
            <a:r>
              <a:rPr lang="en-US" err="1"/>
              <a:t>Ishnack</a:t>
            </a:r>
            <a:r>
              <a:rPr lang="en-US"/>
              <a:t> Mansions Epson</a:t>
            </a:r>
          </a:p>
        </p:txBody>
      </p:sp>
    </p:spTree>
    <p:extLst>
      <p:ext uri="{BB962C8B-B14F-4D97-AF65-F5344CB8AC3E}">
        <p14:creationId xmlns:p14="http://schemas.microsoft.com/office/powerpoint/2010/main" val="22456473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O3: short text">
    <p:spTree>
      <p:nvGrpSpPr>
        <p:cNvPr id="1" name=""/>
        <p:cNvGrpSpPr/>
        <p:nvPr/>
      </p:nvGrpSpPr>
      <p:grpSpPr>
        <a:xfrm>
          <a:off x="0" y="0"/>
          <a:ext cx="0" cy="0"/>
          <a:chOff x="0" y="0"/>
          <a:chExt cx="0" cy="0"/>
        </a:xfrm>
      </p:grpSpPr>
      <p:sp>
        <p:nvSpPr>
          <p:cNvPr id="8" name="Slide Number Placeholder 7"/>
          <p:cNvSpPr>
            <a:spLocks noGrp="1"/>
          </p:cNvSpPr>
          <p:nvPr>
            <p:ph type="sldNum" sz="quarter" idx="10"/>
          </p:nvPr>
        </p:nvSpPr>
        <p:spPr/>
        <p:txBody>
          <a:bodyPr/>
          <a:lstStyle/>
          <a:p>
            <a:fld id="{0F418C06-167A-E646-9EF6-18275B625F6B}" type="slidenum">
              <a:rPr lang="en-US" smtClean="0"/>
              <a:pPr/>
              <a:t>‹#›</a:t>
            </a:fld>
            <a:endParaRPr lang="en-US"/>
          </a:p>
        </p:txBody>
      </p:sp>
      <p:sp>
        <p:nvSpPr>
          <p:cNvPr id="9" name="Text Placeholder 7"/>
          <p:cNvSpPr>
            <a:spLocks noGrp="1"/>
          </p:cNvSpPr>
          <p:nvPr>
            <p:ph type="body" sz="quarter" idx="13" hasCustomPrompt="1"/>
          </p:nvPr>
        </p:nvSpPr>
        <p:spPr>
          <a:xfrm>
            <a:off x="0" y="1236369"/>
            <a:ext cx="10972800" cy="508150"/>
          </a:xfrm>
          <a:prstGeom prst="rect">
            <a:avLst/>
          </a:prstGeom>
        </p:spPr>
        <p:txBody>
          <a:bodyPr vert="horz"/>
          <a:lstStyle>
            <a:lvl1pPr marL="0" indent="0" algn="ctr">
              <a:buFontTx/>
              <a:buNone/>
              <a:defRPr baseline="0">
                <a:solidFill>
                  <a:schemeClr val="accent6">
                    <a:lumMod val="75000"/>
                  </a:schemeClr>
                </a:solidFill>
                <a:latin typeface="ITC Franklin Gothic Std Demi Compressed"/>
              </a:defRPr>
            </a:lvl1pPr>
          </a:lstStyle>
          <a:p>
            <a:pPr lvl="0"/>
            <a:r>
              <a:rPr lang="en-US"/>
              <a:t>SHORT PARAGRAPH TEMPLATE TITLE</a:t>
            </a:r>
          </a:p>
        </p:txBody>
      </p:sp>
      <p:sp>
        <p:nvSpPr>
          <p:cNvPr id="10" name="Text Placeholder 10"/>
          <p:cNvSpPr>
            <a:spLocks noGrp="1"/>
          </p:cNvSpPr>
          <p:nvPr>
            <p:ph type="body" sz="quarter" idx="14" hasCustomPrompt="1"/>
          </p:nvPr>
        </p:nvSpPr>
        <p:spPr>
          <a:xfrm>
            <a:off x="1737360" y="2298700"/>
            <a:ext cx="7437120" cy="2273300"/>
          </a:xfrm>
          <a:prstGeom prst="rect">
            <a:avLst/>
          </a:prstGeom>
        </p:spPr>
        <p:txBody>
          <a:bodyPr vert="horz"/>
          <a:lstStyle>
            <a:lvl1pPr marL="0" indent="0" algn="l">
              <a:buFontTx/>
              <a:buNone/>
              <a:defRPr sz="1800" baseline="0">
                <a:solidFill>
                  <a:schemeClr val="tx1">
                    <a:lumMod val="65000"/>
                    <a:lumOff val="35000"/>
                  </a:schemeClr>
                </a:solidFill>
                <a:latin typeface="ITC Franklin Gothic Std Book Condensed"/>
              </a:defRPr>
            </a:lvl1pPr>
          </a:lstStyle>
          <a:p>
            <a:pPr lvl="0"/>
            <a:r>
              <a:rPr lang="en-US" err="1"/>
              <a:t>Suspendisse</a:t>
            </a:r>
            <a:r>
              <a:rPr lang="en-US"/>
              <a:t> </a:t>
            </a:r>
            <a:r>
              <a:rPr lang="en-US" err="1"/>
              <a:t>potenti</a:t>
            </a:r>
            <a:r>
              <a:rPr lang="en-US"/>
              <a:t>. </a:t>
            </a:r>
            <a:r>
              <a:rPr lang="en-US" err="1"/>
              <a:t>Nunc</a:t>
            </a:r>
            <a:r>
              <a:rPr lang="en-US"/>
              <a:t> vitae </a:t>
            </a:r>
            <a:r>
              <a:rPr lang="en-US" err="1"/>
              <a:t>neque</a:t>
            </a:r>
            <a:r>
              <a:rPr lang="en-US"/>
              <a:t> et </a:t>
            </a:r>
            <a:r>
              <a:rPr lang="en-US" err="1"/>
              <a:t>purus</a:t>
            </a:r>
            <a:r>
              <a:rPr lang="en-US"/>
              <a:t> </a:t>
            </a:r>
            <a:r>
              <a:rPr lang="en-US" err="1"/>
              <a:t>tincidunt</a:t>
            </a:r>
            <a:r>
              <a:rPr lang="en-US"/>
              <a:t> </a:t>
            </a:r>
            <a:r>
              <a:rPr lang="en-US" err="1"/>
              <a:t>bibendum</a:t>
            </a:r>
            <a:r>
              <a:rPr lang="en-US"/>
              <a:t> vitae </a:t>
            </a:r>
            <a:r>
              <a:rPr lang="en-US" err="1"/>
              <a:t>sollicitudin</a:t>
            </a:r>
            <a:r>
              <a:rPr lang="en-US"/>
              <a:t> </a:t>
            </a:r>
            <a:r>
              <a:rPr lang="en-US" err="1"/>
              <a:t>urna</a:t>
            </a:r>
            <a:r>
              <a:rPr lang="en-US"/>
              <a:t>. </a:t>
            </a:r>
            <a:r>
              <a:rPr lang="en-US" err="1"/>
              <a:t>Cras</a:t>
            </a:r>
            <a:r>
              <a:rPr lang="en-US"/>
              <a:t> </a:t>
            </a:r>
            <a:r>
              <a:rPr lang="en-US" err="1"/>
              <a:t>eros</a:t>
            </a:r>
            <a:r>
              <a:rPr lang="en-US"/>
              <a:t> dolor, </a:t>
            </a:r>
            <a:r>
              <a:rPr lang="en-US" err="1"/>
              <a:t>finibus</a:t>
            </a:r>
            <a:r>
              <a:rPr lang="en-US"/>
              <a:t> in </a:t>
            </a:r>
            <a:r>
              <a:rPr lang="en-US" err="1"/>
              <a:t>risus</a:t>
            </a:r>
            <a:r>
              <a:rPr lang="en-US"/>
              <a:t> </a:t>
            </a:r>
            <a:r>
              <a:rPr lang="en-US" err="1"/>
              <a:t>etus</a:t>
            </a:r>
            <a:r>
              <a:rPr lang="en-US"/>
              <a:t>, </a:t>
            </a:r>
            <a:r>
              <a:rPr lang="en-US" err="1"/>
              <a:t>hendrerit</a:t>
            </a:r>
            <a:r>
              <a:rPr lang="en-US"/>
              <a:t> </a:t>
            </a:r>
            <a:r>
              <a:rPr lang="en-US" err="1"/>
              <a:t>porta</a:t>
            </a:r>
            <a:r>
              <a:rPr lang="en-US"/>
              <a:t> </a:t>
            </a:r>
            <a:r>
              <a:rPr lang="en-US" err="1"/>
              <a:t>augue</a:t>
            </a:r>
            <a:r>
              <a:rPr lang="en-US"/>
              <a:t>. </a:t>
            </a:r>
            <a:r>
              <a:rPr lang="en-US" err="1"/>
              <a:t>Suspendisse</a:t>
            </a:r>
            <a:r>
              <a:rPr lang="en-US"/>
              <a:t> com </a:t>
            </a:r>
            <a:r>
              <a:rPr lang="en-US" err="1"/>
              <a:t>turpis</a:t>
            </a:r>
            <a:r>
              <a:rPr lang="en-US"/>
              <a:t> </a:t>
            </a:r>
            <a:r>
              <a:rPr lang="en-US" err="1"/>
              <a:t>nec</a:t>
            </a:r>
            <a:r>
              <a:rPr lang="en-US"/>
              <a:t> </a:t>
            </a:r>
            <a:r>
              <a:rPr lang="en-US" err="1"/>
              <a:t>vulputate</a:t>
            </a:r>
            <a:r>
              <a:rPr lang="en-US"/>
              <a:t> </a:t>
            </a:r>
            <a:r>
              <a:rPr lang="en-US" err="1"/>
              <a:t>vehicula</a:t>
            </a:r>
            <a:r>
              <a:rPr lang="en-US"/>
              <a:t>. </a:t>
            </a:r>
            <a:r>
              <a:rPr lang="en-US" err="1"/>
              <a:t>Nunc</a:t>
            </a:r>
            <a:r>
              <a:rPr lang="en-US"/>
              <a:t> </a:t>
            </a:r>
            <a:r>
              <a:rPr lang="en-US" err="1"/>
              <a:t>commodo</a:t>
            </a:r>
            <a:r>
              <a:rPr lang="en-US"/>
              <a:t> </a:t>
            </a:r>
            <a:r>
              <a:rPr lang="en-US" err="1"/>
              <a:t>leo</a:t>
            </a:r>
            <a:r>
              <a:rPr lang="en-US"/>
              <a:t> </a:t>
            </a:r>
            <a:r>
              <a:rPr lang="en-US" err="1"/>
              <a:t>justo</a:t>
            </a:r>
            <a:r>
              <a:rPr lang="en-US"/>
              <a:t> </a:t>
            </a:r>
            <a:r>
              <a:rPr lang="en-US" err="1"/>
              <a:t>cursus</a:t>
            </a:r>
            <a:r>
              <a:rPr lang="en-US"/>
              <a:t>, </a:t>
            </a:r>
            <a:r>
              <a:rPr lang="en-US" err="1"/>
              <a:t>vel</a:t>
            </a:r>
            <a:r>
              <a:rPr lang="en-US"/>
              <a:t> </a:t>
            </a:r>
            <a:r>
              <a:rPr lang="en-US" err="1"/>
              <a:t>ultricies</a:t>
            </a:r>
            <a:r>
              <a:rPr lang="en-US"/>
              <a:t> </a:t>
            </a:r>
            <a:r>
              <a:rPr lang="en-US" err="1"/>
              <a:t>odio</a:t>
            </a:r>
            <a:r>
              <a:rPr lang="en-US"/>
              <a:t> </a:t>
            </a:r>
            <a:r>
              <a:rPr lang="en-US" err="1"/>
              <a:t>varius</a:t>
            </a:r>
            <a:r>
              <a:rPr lang="en-US"/>
              <a:t>. </a:t>
            </a:r>
            <a:r>
              <a:rPr lang="en-US" err="1"/>
              <a:t>Quisquety</a:t>
            </a:r>
            <a:r>
              <a:rPr lang="en-US"/>
              <a:t> </a:t>
            </a:r>
            <a:r>
              <a:rPr lang="en-US" err="1"/>
              <a:t>pharetra</a:t>
            </a:r>
            <a:r>
              <a:rPr lang="en-US"/>
              <a:t> dolor </a:t>
            </a:r>
            <a:r>
              <a:rPr lang="en-US" err="1"/>
              <a:t>eu</a:t>
            </a:r>
            <a:r>
              <a:rPr lang="en-US"/>
              <a:t> </a:t>
            </a:r>
            <a:r>
              <a:rPr lang="en-US" err="1"/>
              <a:t>aliquam</a:t>
            </a:r>
            <a:r>
              <a:rPr lang="en-US"/>
              <a:t> </a:t>
            </a:r>
            <a:r>
              <a:rPr lang="en-US" err="1"/>
              <a:t>sagittis</a:t>
            </a:r>
            <a:r>
              <a:rPr lang="en-US"/>
              <a:t>. </a:t>
            </a:r>
            <a:r>
              <a:rPr lang="en-US" err="1"/>
              <a:t>Aliquam</a:t>
            </a:r>
            <a:r>
              <a:rPr lang="en-US"/>
              <a:t> </a:t>
            </a:r>
            <a:r>
              <a:rPr lang="en-US" err="1"/>
              <a:t>neque</a:t>
            </a:r>
            <a:r>
              <a:rPr lang="en-US"/>
              <a:t> </a:t>
            </a:r>
            <a:r>
              <a:rPr lang="en-US" err="1"/>
              <a:t>massa</a:t>
            </a:r>
            <a:r>
              <a:rPr lang="en-US"/>
              <a:t>, </a:t>
            </a:r>
            <a:r>
              <a:rPr lang="en-US" err="1"/>
              <a:t>ornare</a:t>
            </a:r>
            <a:r>
              <a:rPr lang="en-US"/>
              <a:t> at </a:t>
            </a:r>
            <a:r>
              <a:rPr lang="en-US" err="1"/>
              <a:t>commodo</a:t>
            </a:r>
            <a:r>
              <a:rPr lang="en-US"/>
              <a:t> sit </a:t>
            </a:r>
            <a:r>
              <a:rPr lang="en-US" err="1"/>
              <a:t>amet</a:t>
            </a:r>
            <a:r>
              <a:rPr lang="en-US"/>
              <a:t>, un semper </a:t>
            </a:r>
            <a:r>
              <a:rPr lang="en-US" err="1"/>
              <a:t>sed</a:t>
            </a:r>
            <a:r>
              <a:rPr lang="en-US"/>
              <a:t> </a:t>
            </a:r>
            <a:r>
              <a:rPr lang="en-US" err="1"/>
              <a:t>erat</a:t>
            </a:r>
            <a:r>
              <a:rPr lang="en-US"/>
              <a:t>. </a:t>
            </a:r>
            <a:r>
              <a:rPr lang="en-US" err="1"/>
              <a:t>Suspendisse</a:t>
            </a:r>
            <a:r>
              <a:rPr lang="en-US"/>
              <a:t> </a:t>
            </a:r>
            <a:r>
              <a:rPr lang="en-US" err="1"/>
              <a:t>rhoncus</a:t>
            </a:r>
            <a:r>
              <a:rPr lang="en-US"/>
              <a:t>, </a:t>
            </a:r>
            <a:r>
              <a:rPr lang="en-US" err="1"/>
              <a:t>nunc</a:t>
            </a:r>
            <a:r>
              <a:rPr lang="en-US"/>
              <a:t> vitae dictum </a:t>
            </a:r>
            <a:r>
              <a:rPr lang="en-US" err="1"/>
              <a:t>pretium</a:t>
            </a:r>
            <a:r>
              <a:rPr lang="en-US"/>
              <a:t>, </a:t>
            </a:r>
            <a:r>
              <a:rPr lang="en-US" err="1"/>
              <a:t>libero</a:t>
            </a:r>
            <a:r>
              <a:rPr lang="en-US"/>
              <a:t> </a:t>
            </a:r>
            <a:r>
              <a:rPr lang="en-US" err="1"/>
              <a:t>purus</a:t>
            </a:r>
            <a:r>
              <a:rPr lang="en-US"/>
              <a:t> </a:t>
            </a:r>
            <a:r>
              <a:rPr lang="en-US" err="1"/>
              <a:t>convallis</a:t>
            </a:r>
            <a:r>
              <a:rPr lang="en-US"/>
              <a:t> </a:t>
            </a:r>
            <a:r>
              <a:rPr lang="en-US" err="1"/>
              <a:t>tortor</a:t>
            </a:r>
            <a:r>
              <a:rPr lang="en-US"/>
              <a:t>, </a:t>
            </a:r>
            <a:r>
              <a:rPr lang="en-US" err="1"/>
              <a:t>eget</a:t>
            </a:r>
            <a:r>
              <a:rPr lang="en-US"/>
              <a:t> </a:t>
            </a:r>
            <a:r>
              <a:rPr lang="en-US" err="1"/>
              <a:t>ultricies</a:t>
            </a:r>
            <a:r>
              <a:rPr lang="en-US"/>
              <a:t> </a:t>
            </a:r>
            <a:r>
              <a:rPr lang="en-US" err="1"/>
              <a:t>sapien</a:t>
            </a:r>
            <a:r>
              <a:rPr lang="en-US"/>
              <a:t> </a:t>
            </a:r>
            <a:r>
              <a:rPr lang="en-US" err="1"/>
              <a:t>odio</a:t>
            </a:r>
            <a:r>
              <a:rPr lang="en-US"/>
              <a:t> non ant. Lore </a:t>
            </a:r>
            <a:r>
              <a:rPr lang="en-US" err="1"/>
              <a:t>ipsum</a:t>
            </a:r>
            <a:r>
              <a:rPr lang="en-US"/>
              <a:t> </a:t>
            </a:r>
            <a:r>
              <a:rPr lang="en-US" err="1"/>
              <a:t>lunpt</a:t>
            </a:r>
            <a:r>
              <a:rPr lang="en-US"/>
              <a:t> and </a:t>
            </a:r>
            <a:r>
              <a:rPr lang="en-US" err="1"/>
              <a:t>ishlam</a:t>
            </a:r>
            <a:r>
              <a:rPr lang="en-US"/>
              <a:t>. </a:t>
            </a:r>
            <a:r>
              <a:rPr lang="en-US" err="1"/>
              <a:t>Nunc</a:t>
            </a:r>
            <a:r>
              <a:rPr lang="en-US"/>
              <a:t> vitae </a:t>
            </a:r>
            <a:r>
              <a:rPr lang="en-US" err="1"/>
              <a:t>neque</a:t>
            </a:r>
            <a:r>
              <a:rPr lang="en-US"/>
              <a:t> </a:t>
            </a:r>
            <a:r>
              <a:rPr lang="en-US" err="1"/>
              <a:t>etus</a:t>
            </a:r>
            <a:r>
              <a:rPr lang="en-US"/>
              <a:t>.</a:t>
            </a:r>
          </a:p>
        </p:txBody>
      </p:sp>
    </p:spTree>
    <p:extLst>
      <p:ext uri="{BB962C8B-B14F-4D97-AF65-F5344CB8AC3E}">
        <p14:creationId xmlns:p14="http://schemas.microsoft.com/office/powerpoint/2010/main" val="135380367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O3: table">
    <p:spTree>
      <p:nvGrpSpPr>
        <p:cNvPr id="1" name=""/>
        <p:cNvGrpSpPr/>
        <p:nvPr/>
      </p:nvGrpSpPr>
      <p:grpSpPr>
        <a:xfrm>
          <a:off x="0" y="0"/>
          <a:ext cx="0" cy="0"/>
          <a:chOff x="0" y="0"/>
          <a:chExt cx="0" cy="0"/>
        </a:xfrm>
      </p:grpSpPr>
      <p:sp>
        <p:nvSpPr>
          <p:cNvPr id="10" name="Slide Number Placeholder 9"/>
          <p:cNvSpPr>
            <a:spLocks noGrp="1"/>
          </p:cNvSpPr>
          <p:nvPr>
            <p:ph type="sldNum" sz="quarter" idx="10"/>
          </p:nvPr>
        </p:nvSpPr>
        <p:spPr/>
        <p:txBody>
          <a:bodyPr/>
          <a:lstStyle/>
          <a:p>
            <a:fld id="{0F418C06-167A-E646-9EF6-18275B625F6B}" type="slidenum">
              <a:rPr lang="en-US" smtClean="0"/>
              <a:pPr/>
              <a:t>‹#›</a:t>
            </a:fld>
            <a:endParaRPr lang="en-US"/>
          </a:p>
        </p:txBody>
      </p:sp>
      <p:sp>
        <p:nvSpPr>
          <p:cNvPr id="12" name="Text Placeholder 7"/>
          <p:cNvSpPr>
            <a:spLocks noGrp="1"/>
          </p:cNvSpPr>
          <p:nvPr>
            <p:ph type="body" sz="quarter" idx="11" hasCustomPrompt="1"/>
          </p:nvPr>
        </p:nvSpPr>
        <p:spPr>
          <a:xfrm>
            <a:off x="0" y="1244600"/>
            <a:ext cx="10972800" cy="457200"/>
          </a:xfrm>
          <a:prstGeom prst="rect">
            <a:avLst/>
          </a:prstGeom>
        </p:spPr>
        <p:txBody>
          <a:bodyPr vert="horz"/>
          <a:lstStyle>
            <a:lvl1pPr marL="0" indent="0" algn="ctr">
              <a:buFontTx/>
              <a:buNone/>
              <a:defRPr baseline="0">
                <a:solidFill>
                  <a:schemeClr val="tx2">
                    <a:lumMod val="75000"/>
                  </a:schemeClr>
                </a:solidFill>
                <a:latin typeface="ITC Franklin Gothic Std Demi Compressed"/>
              </a:defRPr>
            </a:lvl1pPr>
          </a:lstStyle>
          <a:p>
            <a:pPr lvl="0"/>
            <a:r>
              <a:rPr lang="en-US"/>
              <a:t>TITLE FOR A TABLE HERE</a:t>
            </a:r>
          </a:p>
        </p:txBody>
      </p:sp>
    </p:spTree>
    <p:extLst>
      <p:ext uri="{BB962C8B-B14F-4D97-AF65-F5344CB8AC3E}">
        <p14:creationId xmlns:p14="http://schemas.microsoft.com/office/powerpoint/2010/main" val="99996774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O1: table">
    <p:spTree>
      <p:nvGrpSpPr>
        <p:cNvPr id="1" name=""/>
        <p:cNvGrpSpPr/>
        <p:nvPr/>
      </p:nvGrpSpPr>
      <p:grpSpPr>
        <a:xfrm>
          <a:off x="0" y="0"/>
          <a:ext cx="0" cy="0"/>
          <a:chOff x="0" y="0"/>
          <a:chExt cx="0" cy="0"/>
        </a:xfrm>
      </p:grpSpPr>
      <p:sp>
        <p:nvSpPr>
          <p:cNvPr id="11" name="Slide Number Placeholder 5"/>
          <p:cNvSpPr>
            <a:spLocks noGrp="1"/>
          </p:cNvSpPr>
          <p:nvPr>
            <p:ph type="sldNum" sz="quarter" idx="10"/>
          </p:nvPr>
        </p:nvSpPr>
        <p:spPr>
          <a:xfrm>
            <a:off x="354677" y="6460258"/>
            <a:ext cx="2560320" cy="365125"/>
          </a:xfrm>
          <a:prstGeom prst="rect">
            <a:avLst/>
          </a:prstGeom>
        </p:spPr>
        <p:txBody>
          <a:bodyPr vert="horz" lIns="91440" tIns="45720" rIns="91440" bIns="45720" rtlCol="0" anchor="ctr"/>
          <a:lstStyle>
            <a:lvl1pPr algn="l">
              <a:defRPr sz="1800" baseline="0">
                <a:solidFill>
                  <a:schemeClr val="bg1"/>
                </a:solidFill>
                <a:latin typeface="ITC Franklin Gothic Std Book Extra Compressed"/>
              </a:defRPr>
            </a:lvl1pPr>
          </a:lstStyle>
          <a:p>
            <a:fld id="{0F418C06-167A-E646-9EF6-18275B625F6B}" type="slidenum">
              <a:rPr lang="en-US" smtClean="0"/>
              <a:pPr/>
              <a:t>‹#›</a:t>
            </a:fld>
            <a:endParaRPr lang="en-US"/>
          </a:p>
        </p:txBody>
      </p:sp>
      <p:sp>
        <p:nvSpPr>
          <p:cNvPr id="12" name="Text Placeholder 7"/>
          <p:cNvSpPr>
            <a:spLocks noGrp="1"/>
          </p:cNvSpPr>
          <p:nvPr>
            <p:ph type="body" sz="quarter" idx="11" hasCustomPrompt="1"/>
          </p:nvPr>
        </p:nvSpPr>
        <p:spPr>
          <a:xfrm>
            <a:off x="0" y="622300"/>
            <a:ext cx="10972800" cy="457200"/>
          </a:xfrm>
          <a:prstGeom prst="rect">
            <a:avLst/>
          </a:prstGeom>
        </p:spPr>
        <p:txBody>
          <a:bodyPr vert="horz"/>
          <a:lstStyle>
            <a:lvl1pPr marL="0" indent="0" algn="ctr">
              <a:buFontTx/>
              <a:buNone/>
              <a:defRPr baseline="0">
                <a:solidFill>
                  <a:schemeClr val="tx2">
                    <a:lumMod val="75000"/>
                  </a:schemeClr>
                </a:solidFill>
                <a:latin typeface="ITC Franklin Gothic Std Demi Compressed"/>
              </a:defRPr>
            </a:lvl1pPr>
          </a:lstStyle>
          <a:p>
            <a:pPr lvl="0"/>
            <a:r>
              <a:rPr lang="en-US"/>
              <a:t>TITLE FOR A TABLE HERE</a:t>
            </a:r>
          </a:p>
        </p:txBody>
      </p:sp>
    </p:spTree>
    <p:extLst>
      <p:ext uri="{BB962C8B-B14F-4D97-AF65-F5344CB8AC3E}">
        <p14:creationId xmlns:p14="http://schemas.microsoft.com/office/powerpoint/2010/main" val="11957604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O1: short text">
    <p:spTree>
      <p:nvGrpSpPr>
        <p:cNvPr id="1" name=""/>
        <p:cNvGrpSpPr/>
        <p:nvPr/>
      </p:nvGrpSpPr>
      <p:grpSpPr>
        <a:xfrm>
          <a:off x="0" y="0"/>
          <a:ext cx="0" cy="0"/>
          <a:chOff x="0" y="0"/>
          <a:chExt cx="0" cy="0"/>
        </a:xfrm>
      </p:grpSpPr>
      <p:sp>
        <p:nvSpPr>
          <p:cNvPr id="9" name="Text Placeholder 7"/>
          <p:cNvSpPr>
            <a:spLocks noGrp="1"/>
          </p:cNvSpPr>
          <p:nvPr>
            <p:ph type="body" sz="quarter" idx="13" hasCustomPrompt="1"/>
          </p:nvPr>
        </p:nvSpPr>
        <p:spPr>
          <a:xfrm>
            <a:off x="0" y="614069"/>
            <a:ext cx="10972800" cy="508150"/>
          </a:xfrm>
          <a:prstGeom prst="rect">
            <a:avLst/>
          </a:prstGeom>
        </p:spPr>
        <p:txBody>
          <a:bodyPr vert="horz"/>
          <a:lstStyle>
            <a:lvl1pPr marL="0" indent="0" algn="ctr">
              <a:buFontTx/>
              <a:buNone/>
              <a:defRPr baseline="0">
                <a:solidFill>
                  <a:schemeClr val="accent6">
                    <a:lumMod val="75000"/>
                  </a:schemeClr>
                </a:solidFill>
                <a:latin typeface="ITC Franklin Gothic Std Demi Compressed"/>
              </a:defRPr>
            </a:lvl1pPr>
          </a:lstStyle>
          <a:p>
            <a:pPr lvl="0"/>
            <a:r>
              <a:rPr lang="en-US"/>
              <a:t>SHORT PARAGRAPH TEMPLATE TITLE</a:t>
            </a:r>
          </a:p>
        </p:txBody>
      </p:sp>
      <p:sp>
        <p:nvSpPr>
          <p:cNvPr id="11" name="Text Placeholder 10"/>
          <p:cNvSpPr>
            <a:spLocks noGrp="1"/>
          </p:cNvSpPr>
          <p:nvPr>
            <p:ph type="body" sz="quarter" idx="14" hasCustomPrompt="1"/>
          </p:nvPr>
        </p:nvSpPr>
        <p:spPr>
          <a:xfrm>
            <a:off x="1737360" y="1816100"/>
            <a:ext cx="7437120" cy="2273300"/>
          </a:xfrm>
          <a:prstGeom prst="rect">
            <a:avLst/>
          </a:prstGeom>
        </p:spPr>
        <p:txBody>
          <a:bodyPr vert="horz"/>
          <a:lstStyle>
            <a:lvl1pPr marL="0" indent="0" algn="l">
              <a:buFontTx/>
              <a:buNone/>
              <a:defRPr sz="1800" baseline="0">
                <a:solidFill>
                  <a:schemeClr val="tx1">
                    <a:lumMod val="65000"/>
                    <a:lumOff val="35000"/>
                  </a:schemeClr>
                </a:solidFill>
                <a:latin typeface="ITC Franklin Gothic Std Book Condensed"/>
              </a:defRPr>
            </a:lvl1pPr>
          </a:lstStyle>
          <a:p>
            <a:pPr lvl="0"/>
            <a:r>
              <a:rPr lang="en-US" err="1"/>
              <a:t>Suspendisse</a:t>
            </a:r>
            <a:r>
              <a:rPr lang="en-US"/>
              <a:t> </a:t>
            </a:r>
            <a:r>
              <a:rPr lang="en-US" err="1"/>
              <a:t>potenti</a:t>
            </a:r>
            <a:r>
              <a:rPr lang="en-US"/>
              <a:t>. </a:t>
            </a:r>
            <a:r>
              <a:rPr lang="en-US" err="1"/>
              <a:t>Nunc</a:t>
            </a:r>
            <a:r>
              <a:rPr lang="en-US"/>
              <a:t> vitae </a:t>
            </a:r>
            <a:r>
              <a:rPr lang="en-US" err="1"/>
              <a:t>neque</a:t>
            </a:r>
            <a:r>
              <a:rPr lang="en-US"/>
              <a:t> et </a:t>
            </a:r>
            <a:r>
              <a:rPr lang="en-US" err="1"/>
              <a:t>purus</a:t>
            </a:r>
            <a:r>
              <a:rPr lang="en-US"/>
              <a:t> </a:t>
            </a:r>
            <a:r>
              <a:rPr lang="en-US" err="1"/>
              <a:t>tincidunt</a:t>
            </a:r>
            <a:r>
              <a:rPr lang="en-US"/>
              <a:t> </a:t>
            </a:r>
            <a:r>
              <a:rPr lang="en-US" err="1"/>
              <a:t>bibendum</a:t>
            </a:r>
            <a:r>
              <a:rPr lang="en-US"/>
              <a:t> vitae </a:t>
            </a:r>
            <a:r>
              <a:rPr lang="en-US" err="1"/>
              <a:t>sollicitudin</a:t>
            </a:r>
            <a:r>
              <a:rPr lang="en-US"/>
              <a:t> </a:t>
            </a:r>
            <a:r>
              <a:rPr lang="en-US" err="1"/>
              <a:t>urna</a:t>
            </a:r>
            <a:r>
              <a:rPr lang="en-US"/>
              <a:t>. </a:t>
            </a:r>
            <a:r>
              <a:rPr lang="en-US" err="1"/>
              <a:t>Cras</a:t>
            </a:r>
            <a:r>
              <a:rPr lang="en-US"/>
              <a:t> </a:t>
            </a:r>
            <a:r>
              <a:rPr lang="en-US" err="1"/>
              <a:t>eros</a:t>
            </a:r>
            <a:r>
              <a:rPr lang="en-US"/>
              <a:t> dolor, </a:t>
            </a:r>
            <a:r>
              <a:rPr lang="en-US" err="1"/>
              <a:t>finibus</a:t>
            </a:r>
            <a:r>
              <a:rPr lang="en-US"/>
              <a:t> in </a:t>
            </a:r>
            <a:r>
              <a:rPr lang="en-US" err="1"/>
              <a:t>risus</a:t>
            </a:r>
            <a:r>
              <a:rPr lang="en-US"/>
              <a:t> </a:t>
            </a:r>
            <a:r>
              <a:rPr lang="en-US" err="1"/>
              <a:t>etus</a:t>
            </a:r>
            <a:r>
              <a:rPr lang="en-US"/>
              <a:t>, </a:t>
            </a:r>
            <a:r>
              <a:rPr lang="en-US" err="1"/>
              <a:t>hendrerit</a:t>
            </a:r>
            <a:r>
              <a:rPr lang="en-US"/>
              <a:t> </a:t>
            </a:r>
            <a:r>
              <a:rPr lang="en-US" err="1"/>
              <a:t>porta</a:t>
            </a:r>
            <a:r>
              <a:rPr lang="en-US"/>
              <a:t> </a:t>
            </a:r>
            <a:r>
              <a:rPr lang="en-US" err="1"/>
              <a:t>augue</a:t>
            </a:r>
            <a:r>
              <a:rPr lang="en-US"/>
              <a:t>. </a:t>
            </a:r>
            <a:r>
              <a:rPr lang="en-US" err="1"/>
              <a:t>Suspendisse</a:t>
            </a:r>
            <a:r>
              <a:rPr lang="en-US"/>
              <a:t> com </a:t>
            </a:r>
            <a:r>
              <a:rPr lang="en-US" err="1"/>
              <a:t>turpis</a:t>
            </a:r>
            <a:r>
              <a:rPr lang="en-US"/>
              <a:t> </a:t>
            </a:r>
            <a:r>
              <a:rPr lang="en-US" err="1"/>
              <a:t>nec</a:t>
            </a:r>
            <a:r>
              <a:rPr lang="en-US"/>
              <a:t> </a:t>
            </a:r>
            <a:r>
              <a:rPr lang="en-US" err="1"/>
              <a:t>vulputate</a:t>
            </a:r>
            <a:r>
              <a:rPr lang="en-US"/>
              <a:t> </a:t>
            </a:r>
            <a:r>
              <a:rPr lang="en-US" err="1"/>
              <a:t>vehicula</a:t>
            </a:r>
            <a:r>
              <a:rPr lang="en-US"/>
              <a:t>. </a:t>
            </a:r>
            <a:r>
              <a:rPr lang="en-US" err="1"/>
              <a:t>Nunc</a:t>
            </a:r>
            <a:r>
              <a:rPr lang="en-US"/>
              <a:t> </a:t>
            </a:r>
            <a:r>
              <a:rPr lang="en-US" err="1"/>
              <a:t>commodo</a:t>
            </a:r>
            <a:r>
              <a:rPr lang="en-US"/>
              <a:t> </a:t>
            </a:r>
            <a:r>
              <a:rPr lang="en-US" err="1"/>
              <a:t>leo</a:t>
            </a:r>
            <a:r>
              <a:rPr lang="en-US"/>
              <a:t> </a:t>
            </a:r>
            <a:r>
              <a:rPr lang="en-US" err="1"/>
              <a:t>justo</a:t>
            </a:r>
            <a:r>
              <a:rPr lang="en-US"/>
              <a:t> </a:t>
            </a:r>
            <a:r>
              <a:rPr lang="en-US" err="1"/>
              <a:t>cursus</a:t>
            </a:r>
            <a:r>
              <a:rPr lang="en-US"/>
              <a:t>, </a:t>
            </a:r>
            <a:r>
              <a:rPr lang="en-US" err="1"/>
              <a:t>vel</a:t>
            </a:r>
            <a:r>
              <a:rPr lang="en-US"/>
              <a:t> </a:t>
            </a:r>
            <a:r>
              <a:rPr lang="en-US" err="1"/>
              <a:t>ultricies</a:t>
            </a:r>
            <a:r>
              <a:rPr lang="en-US"/>
              <a:t> </a:t>
            </a:r>
            <a:r>
              <a:rPr lang="en-US" err="1"/>
              <a:t>odio</a:t>
            </a:r>
            <a:r>
              <a:rPr lang="en-US"/>
              <a:t> </a:t>
            </a:r>
            <a:r>
              <a:rPr lang="en-US" err="1"/>
              <a:t>varius</a:t>
            </a:r>
            <a:r>
              <a:rPr lang="en-US"/>
              <a:t>. </a:t>
            </a:r>
            <a:r>
              <a:rPr lang="en-US" err="1"/>
              <a:t>Quisquety</a:t>
            </a:r>
            <a:r>
              <a:rPr lang="en-US"/>
              <a:t> </a:t>
            </a:r>
            <a:r>
              <a:rPr lang="en-US" err="1"/>
              <a:t>pharetra</a:t>
            </a:r>
            <a:r>
              <a:rPr lang="en-US"/>
              <a:t> dolor </a:t>
            </a:r>
            <a:r>
              <a:rPr lang="en-US" err="1"/>
              <a:t>eu</a:t>
            </a:r>
            <a:r>
              <a:rPr lang="en-US"/>
              <a:t> </a:t>
            </a:r>
            <a:r>
              <a:rPr lang="en-US" err="1"/>
              <a:t>aliquam</a:t>
            </a:r>
            <a:r>
              <a:rPr lang="en-US"/>
              <a:t> </a:t>
            </a:r>
            <a:r>
              <a:rPr lang="en-US" err="1"/>
              <a:t>sagittis</a:t>
            </a:r>
            <a:r>
              <a:rPr lang="en-US"/>
              <a:t>. </a:t>
            </a:r>
            <a:r>
              <a:rPr lang="en-US" err="1"/>
              <a:t>Aliquam</a:t>
            </a:r>
            <a:r>
              <a:rPr lang="en-US"/>
              <a:t> </a:t>
            </a:r>
            <a:r>
              <a:rPr lang="en-US" err="1"/>
              <a:t>neque</a:t>
            </a:r>
            <a:r>
              <a:rPr lang="en-US"/>
              <a:t> </a:t>
            </a:r>
            <a:r>
              <a:rPr lang="en-US" err="1"/>
              <a:t>massa</a:t>
            </a:r>
            <a:r>
              <a:rPr lang="en-US"/>
              <a:t>, </a:t>
            </a:r>
            <a:r>
              <a:rPr lang="en-US" err="1"/>
              <a:t>ornare</a:t>
            </a:r>
            <a:r>
              <a:rPr lang="en-US"/>
              <a:t> at </a:t>
            </a:r>
            <a:r>
              <a:rPr lang="en-US" err="1"/>
              <a:t>commodo</a:t>
            </a:r>
            <a:r>
              <a:rPr lang="en-US"/>
              <a:t> sit </a:t>
            </a:r>
            <a:r>
              <a:rPr lang="en-US" err="1"/>
              <a:t>amet</a:t>
            </a:r>
            <a:r>
              <a:rPr lang="en-US"/>
              <a:t>, un semper </a:t>
            </a:r>
            <a:r>
              <a:rPr lang="en-US" err="1"/>
              <a:t>sed</a:t>
            </a:r>
            <a:r>
              <a:rPr lang="en-US"/>
              <a:t> </a:t>
            </a:r>
            <a:r>
              <a:rPr lang="en-US" err="1"/>
              <a:t>erat</a:t>
            </a:r>
            <a:r>
              <a:rPr lang="en-US"/>
              <a:t>. </a:t>
            </a:r>
            <a:r>
              <a:rPr lang="en-US" err="1"/>
              <a:t>Suspendisse</a:t>
            </a:r>
            <a:r>
              <a:rPr lang="en-US"/>
              <a:t> </a:t>
            </a:r>
            <a:r>
              <a:rPr lang="en-US" err="1"/>
              <a:t>rhoncus</a:t>
            </a:r>
            <a:r>
              <a:rPr lang="en-US"/>
              <a:t>, </a:t>
            </a:r>
            <a:r>
              <a:rPr lang="en-US" err="1"/>
              <a:t>nunc</a:t>
            </a:r>
            <a:r>
              <a:rPr lang="en-US"/>
              <a:t> vitae dictum </a:t>
            </a:r>
            <a:r>
              <a:rPr lang="en-US" err="1"/>
              <a:t>pretium</a:t>
            </a:r>
            <a:r>
              <a:rPr lang="en-US"/>
              <a:t>, </a:t>
            </a:r>
            <a:r>
              <a:rPr lang="en-US" err="1"/>
              <a:t>libero</a:t>
            </a:r>
            <a:r>
              <a:rPr lang="en-US"/>
              <a:t> </a:t>
            </a:r>
            <a:r>
              <a:rPr lang="en-US" err="1"/>
              <a:t>purus</a:t>
            </a:r>
            <a:r>
              <a:rPr lang="en-US"/>
              <a:t> </a:t>
            </a:r>
            <a:r>
              <a:rPr lang="en-US" err="1"/>
              <a:t>convallis</a:t>
            </a:r>
            <a:r>
              <a:rPr lang="en-US"/>
              <a:t> </a:t>
            </a:r>
            <a:r>
              <a:rPr lang="en-US" err="1"/>
              <a:t>tortor</a:t>
            </a:r>
            <a:r>
              <a:rPr lang="en-US"/>
              <a:t>, </a:t>
            </a:r>
            <a:r>
              <a:rPr lang="en-US" err="1"/>
              <a:t>eget</a:t>
            </a:r>
            <a:r>
              <a:rPr lang="en-US"/>
              <a:t> </a:t>
            </a:r>
            <a:r>
              <a:rPr lang="en-US" err="1"/>
              <a:t>ultricies</a:t>
            </a:r>
            <a:r>
              <a:rPr lang="en-US"/>
              <a:t> </a:t>
            </a:r>
            <a:r>
              <a:rPr lang="en-US" err="1"/>
              <a:t>sapien</a:t>
            </a:r>
            <a:r>
              <a:rPr lang="en-US"/>
              <a:t> </a:t>
            </a:r>
            <a:r>
              <a:rPr lang="en-US" err="1"/>
              <a:t>odio</a:t>
            </a:r>
            <a:r>
              <a:rPr lang="en-US"/>
              <a:t> non ant. Lore </a:t>
            </a:r>
            <a:r>
              <a:rPr lang="en-US" err="1"/>
              <a:t>ipsum</a:t>
            </a:r>
            <a:r>
              <a:rPr lang="en-US"/>
              <a:t> </a:t>
            </a:r>
            <a:r>
              <a:rPr lang="en-US" err="1"/>
              <a:t>lunpt</a:t>
            </a:r>
            <a:r>
              <a:rPr lang="en-US"/>
              <a:t> and </a:t>
            </a:r>
            <a:r>
              <a:rPr lang="en-US" err="1"/>
              <a:t>ishlam</a:t>
            </a:r>
            <a:r>
              <a:rPr lang="en-US"/>
              <a:t>. </a:t>
            </a:r>
            <a:r>
              <a:rPr lang="en-US" err="1"/>
              <a:t>Nunc</a:t>
            </a:r>
            <a:r>
              <a:rPr lang="en-US"/>
              <a:t> vitae </a:t>
            </a:r>
            <a:r>
              <a:rPr lang="en-US" err="1"/>
              <a:t>neque</a:t>
            </a:r>
            <a:r>
              <a:rPr lang="en-US"/>
              <a:t> </a:t>
            </a:r>
            <a:r>
              <a:rPr lang="en-US" err="1"/>
              <a:t>etus</a:t>
            </a:r>
            <a:r>
              <a:rPr lang="en-US"/>
              <a:t>.</a:t>
            </a:r>
          </a:p>
        </p:txBody>
      </p:sp>
      <p:sp>
        <p:nvSpPr>
          <p:cNvPr id="12" name="Slide Number Placeholder 5"/>
          <p:cNvSpPr>
            <a:spLocks noGrp="1"/>
          </p:cNvSpPr>
          <p:nvPr>
            <p:ph type="sldNum" sz="quarter" idx="4"/>
          </p:nvPr>
        </p:nvSpPr>
        <p:spPr>
          <a:xfrm>
            <a:off x="354677" y="6460258"/>
            <a:ext cx="2560320" cy="365125"/>
          </a:xfrm>
          <a:prstGeom prst="rect">
            <a:avLst/>
          </a:prstGeom>
        </p:spPr>
        <p:txBody>
          <a:bodyPr vert="horz" lIns="91440" tIns="45720" rIns="91440" bIns="45720" rtlCol="0" anchor="ctr"/>
          <a:lstStyle>
            <a:lvl1pPr algn="l">
              <a:defRPr sz="1800" baseline="0">
                <a:solidFill>
                  <a:schemeClr val="bg1"/>
                </a:solidFill>
                <a:latin typeface="ITC Franklin Gothic Std Book Extra Compressed"/>
              </a:defRPr>
            </a:lvl1pPr>
          </a:lstStyle>
          <a:p>
            <a:fld id="{0F418C06-167A-E646-9EF6-18275B625F6B}" type="slidenum">
              <a:rPr lang="en-US" smtClean="0"/>
              <a:pPr/>
              <a:t>‹#›</a:t>
            </a:fld>
            <a:endParaRPr lang="en-US"/>
          </a:p>
        </p:txBody>
      </p:sp>
    </p:spTree>
    <p:extLst>
      <p:ext uri="{BB962C8B-B14F-4D97-AF65-F5344CB8AC3E}">
        <p14:creationId xmlns:p14="http://schemas.microsoft.com/office/powerpoint/2010/main" val="262870219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O1: backgroun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0F418C06-167A-E646-9EF6-18275B625F6B}" type="slidenum">
              <a:rPr lang="en-US" smtClean="0"/>
              <a:pPr/>
              <a:t>‹#›</a:t>
            </a:fld>
            <a:endParaRPr lang="en-US"/>
          </a:p>
        </p:txBody>
      </p:sp>
    </p:spTree>
    <p:extLst>
      <p:ext uri="{BB962C8B-B14F-4D97-AF65-F5344CB8AC3E}">
        <p14:creationId xmlns:p14="http://schemas.microsoft.com/office/powerpoint/2010/main" val="89977923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pag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0" y="1682758"/>
            <a:ext cx="10972800" cy="732883"/>
          </a:xfrm>
          <a:prstGeom prst="rect">
            <a:avLst/>
          </a:prstGeom>
        </p:spPr>
        <p:txBody>
          <a:bodyPr vert="horz"/>
          <a:lstStyle>
            <a:lvl1pPr marL="0" indent="0" algn="ctr">
              <a:buFontTx/>
              <a:buNone/>
              <a:defRPr sz="5400">
                <a:solidFill>
                  <a:schemeClr val="bg1"/>
                </a:solidFill>
                <a:latin typeface="ITC Franklin Gothic Std Demi Compressed"/>
              </a:defRPr>
            </a:lvl1pPr>
          </a:lstStyle>
          <a:p>
            <a:pPr lvl="0"/>
            <a:r>
              <a:rPr lang="en-US"/>
              <a:t>PRESENTATION TITLE</a:t>
            </a:r>
          </a:p>
        </p:txBody>
      </p:sp>
      <p:sp>
        <p:nvSpPr>
          <p:cNvPr id="10" name="Text Placeholder 9"/>
          <p:cNvSpPr>
            <a:spLocks noGrp="1"/>
          </p:cNvSpPr>
          <p:nvPr>
            <p:ph type="body" sz="quarter" idx="11" hasCustomPrompt="1"/>
          </p:nvPr>
        </p:nvSpPr>
        <p:spPr>
          <a:xfrm>
            <a:off x="10160" y="2415639"/>
            <a:ext cx="10972800" cy="773112"/>
          </a:xfrm>
          <a:prstGeom prst="rect">
            <a:avLst/>
          </a:prstGeom>
        </p:spPr>
        <p:txBody>
          <a:bodyPr vert="horz"/>
          <a:lstStyle>
            <a:lvl1pPr marL="0" indent="0" algn="ctr">
              <a:buFontTx/>
              <a:buNone/>
              <a:defRPr sz="4400" baseline="0">
                <a:solidFill>
                  <a:schemeClr val="bg1"/>
                </a:solidFill>
                <a:latin typeface="ITC Franklin Gothic Std Demi Extra Compressed"/>
              </a:defRPr>
            </a:lvl1pPr>
          </a:lstStyle>
          <a:p>
            <a:pPr lvl="0"/>
            <a:r>
              <a:rPr lang="en-US"/>
              <a:t>Subtitle Here</a:t>
            </a:r>
          </a:p>
        </p:txBody>
      </p:sp>
      <p:sp>
        <p:nvSpPr>
          <p:cNvPr id="14" name="Text Placeholder 13"/>
          <p:cNvSpPr>
            <a:spLocks noGrp="1"/>
          </p:cNvSpPr>
          <p:nvPr>
            <p:ph type="body" sz="quarter" idx="12" hasCustomPrompt="1"/>
          </p:nvPr>
        </p:nvSpPr>
        <p:spPr>
          <a:xfrm>
            <a:off x="10885" y="3644105"/>
            <a:ext cx="10972800" cy="419581"/>
          </a:xfrm>
          <a:prstGeom prst="rect">
            <a:avLst/>
          </a:prstGeom>
        </p:spPr>
        <p:txBody>
          <a:bodyPr vert="horz"/>
          <a:lstStyle>
            <a:lvl1pPr marL="0" indent="0" algn="ctr">
              <a:buFontTx/>
              <a:buNone/>
              <a:defRPr sz="2800" baseline="0">
                <a:solidFill>
                  <a:schemeClr val="bg1"/>
                </a:solidFill>
                <a:latin typeface="ITC Franklin Gothic Std Book Compressed"/>
              </a:defRPr>
            </a:lvl1pPr>
          </a:lstStyle>
          <a:p>
            <a:pPr lvl="0"/>
            <a:r>
              <a:rPr lang="en-US"/>
              <a:t>OPTIONAL AUTHOR NAME</a:t>
            </a:r>
          </a:p>
        </p:txBody>
      </p:sp>
      <p:sp>
        <p:nvSpPr>
          <p:cNvPr id="16" name="Text Placeholder 15"/>
          <p:cNvSpPr>
            <a:spLocks noGrp="1"/>
          </p:cNvSpPr>
          <p:nvPr>
            <p:ph type="body" sz="quarter" idx="13" hasCustomPrompt="1"/>
          </p:nvPr>
        </p:nvSpPr>
        <p:spPr>
          <a:xfrm>
            <a:off x="0" y="4063686"/>
            <a:ext cx="10972800" cy="346075"/>
          </a:xfrm>
          <a:prstGeom prst="rect">
            <a:avLst/>
          </a:prstGeom>
        </p:spPr>
        <p:txBody>
          <a:bodyPr vert="horz"/>
          <a:lstStyle>
            <a:lvl1pPr marL="0" indent="0" algn="ctr">
              <a:buFontTx/>
              <a:buNone/>
              <a:defRPr sz="1600" b="0" i="1" baseline="0">
                <a:solidFill>
                  <a:schemeClr val="bg1"/>
                </a:solidFill>
                <a:latin typeface="ITC Franklin Gothic Std Book"/>
              </a:defRPr>
            </a:lvl1pPr>
          </a:lstStyle>
          <a:p>
            <a:pPr lvl="0"/>
            <a:r>
              <a:rPr lang="en-US"/>
              <a:t>August 27th, 2016</a:t>
            </a:r>
          </a:p>
        </p:txBody>
      </p:sp>
    </p:spTree>
    <p:extLst>
      <p:ext uri="{BB962C8B-B14F-4D97-AF65-F5344CB8AC3E}">
        <p14:creationId xmlns:p14="http://schemas.microsoft.com/office/powerpoint/2010/main" val="279102352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O1: bulleted text">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0" y="622300"/>
            <a:ext cx="10972800" cy="457200"/>
          </a:xfrm>
          <a:prstGeom prst="rect">
            <a:avLst/>
          </a:prstGeom>
        </p:spPr>
        <p:txBody>
          <a:bodyPr vert="horz"/>
          <a:lstStyle>
            <a:lvl1pPr marL="0" indent="0" algn="ctr">
              <a:buFontTx/>
              <a:buNone/>
              <a:defRPr baseline="0">
                <a:solidFill>
                  <a:schemeClr val="tx2">
                    <a:lumMod val="75000"/>
                  </a:schemeClr>
                </a:solidFill>
                <a:latin typeface="ITC Franklin Gothic Std Demi Compressed"/>
              </a:defRPr>
            </a:lvl1pPr>
          </a:lstStyle>
          <a:p>
            <a:pPr lvl="0"/>
            <a:r>
              <a:rPr lang="en-US"/>
              <a:t>TITLE FOR A LIST HERE</a:t>
            </a:r>
          </a:p>
        </p:txBody>
      </p:sp>
      <p:sp>
        <p:nvSpPr>
          <p:cNvPr id="12" name="Text Placeholder 11"/>
          <p:cNvSpPr>
            <a:spLocks noGrp="1"/>
          </p:cNvSpPr>
          <p:nvPr>
            <p:ph type="body" sz="quarter" idx="11" hasCustomPrompt="1"/>
          </p:nvPr>
        </p:nvSpPr>
        <p:spPr>
          <a:xfrm>
            <a:off x="3605784" y="1689100"/>
            <a:ext cx="3816096" cy="4013200"/>
          </a:xfrm>
          <a:prstGeom prst="rect">
            <a:avLst/>
          </a:prstGeom>
        </p:spPr>
        <p:txBody>
          <a:bodyPr vert="horz"/>
          <a:lstStyle>
            <a:lvl1pPr marL="342900" indent="-342900">
              <a:buFont typeface="Arial"/>
              <a:buChar char="•"/>
              <a:defRPr sz="2000" baseline="0">
                <a:solidFill>
                  <a:schemeClr val="tx2">
                    <a:lumMod val="75000"/>
                  </a:schemeClr>
                </a:solidFill>
                <a:latin typeface="ITC Franklin Gothic Std Book Compressed"/>
              </a:defRPr>
            </a:lvl1pPr>
          </a:lstStyle>
          <a:p>
            <a:pPr lvl="0"/>
            <a:r>
              <a:rPr lang="en-US" err="1"/>
              <a:t>Lorem</a:t>
            </a:r>
            <a:r>
              <a:rPr lang="en-US"/>
              <a:t> </a:t>
            </a:r>
            <a:r>
              <a:rPr lang="en-US" err="1"/>
              <a:t>Ipsum</a:t>
            </a:r>
            <a:r>
              <a:rPr lang="en-US"/>
              <a:t> Dolor </a:t>
            </a:r>
          </a:p>
          <a:p>
            <a:pPr lvl="0"/>
            <a:r>
              <a:rPr lang="en-US" err="1"/>
              <a:t>Ishnack</a:t>
            </a:r>
            <a:r>
              <a:rPr lang="en-US"/>
              <a:t> Mansions Epson</a:t>
            </a:r>
          </a:p>
          <a:p>
            <a:pPr lvl="0"/>
            <a:r>
              <a:rPr lang="en-US"/>
              <a:t>Et Su </a:t>
            </a:r>
            <a:r>
              <a:rPr lang="en-US" err="1"/>
              <a:t>Domine</a:t>
            </a:r>
            <a:r>
              <a:rPr lang="en-US"/>
              <a:t> Antes</a:t>
            </a:r>
          </a:p>
          <a:p>
            <a:pPr lvl="0"/>
            <a:r>
              <a:rPr lang="en-US" err="1"/>
              <a:t>Lorem</a:t>
            </a:r>
            <a:r>
              <a:rPr lang="en-US"/>
              <a:t> </a:t>
            </a:r>
            <a:r>
              <a:rPr lang="en-US" err="1"/>
              <a:t>Ipsum</a:t>
            </a:r>
            <a:r>
              <a:rPr lang="en-US"/>
              <a:t> Dolor </a:t>
            </a:r>
          </a:p>
          <a:p>
            <a:pPr lvl="0"/>
            <a:r>
              <a:rPr lang="en-US" err="1"/>
              <a:t>Ishnack</a:t>
            </a:r>
            <a:r>
              <a:rPr lang="en-US"/>
              <a:t> Mansions Epson</a:t>
            </a:r>
          </a:p>
          <a:p>
            <a:pPr lvl="0"/>
            <a:r>
              <a:rPr lang="en-US" err="1"/>
              <a:t>Lorem</a:t>
            </a:r>
            <a:r>
              <a:rPr lang="en-US"/>
              <a:t> </a:t>
            </a:r>
            <a:r>
              <a:rPr lang="en-US" err="1"/>
              <a:t>Ipsum</a:t>
            </a:r>
            <a:r>
              <a:rPr lang="en-US"/>
              <a:t> Dolor </a:t>
            </a:r>
          </a:p>
          <a:p>
            <a:pPr lvl="0"/>
            <a:r>
              <a:rPr lang="en-US" err="1"/>
              <a:t>Ishnack</a:t>
            </a:r>
            <a:r>
              <a:rPr lang="en-US"/>
              <a:t> Mansions Epson</a:t>
            </a:r>
          </a:p>
          <a:p>
            <a:pPr lvl="0"/>
            <a:r>
              <a:rPr lang="en-US"/>
              <a:t>Et Su </a:t>
            </a:r>
            <a:r>
              <a:rPr lang="en-US" err="1"/>
              <a:t>Domine</a:t>
            </a:r>
            <a:r>
              <a:rPr lang="en-US"/>
              <a:t> Antes</a:t>
            </a:r>
          </a:p>
          <a:p>
            <a:pPr lvl="0"/>
            <a:r>
              <a:rPr lang="en-US" err="1"/>
              <a:t>Lorem</a:t>
            </a:r>
            <a:r>
              <a:rPr lang="en-US"/>
              <a:t> </a:t>
            </a:r>
            <a:r>
              <a:rPr lang="en-US" err="1"/>
              <a:t>Ipsum</a:t>
            </a:r>
            <a:r>
              <a:rPr lang="en-US"/>
              <a:t> Dolor </a:t>
            </a:r>
          </a:p>
          <a:p>
            <a:pPr lvl="0"/>
            <a:r>
              <a:rPr lang="en-US" err="1"/>
              <a:t>Ishnack</a:t>
            </a:r>
            <a:r>
              <a:rPr lang="en-US"/>
              <a:t> Mansions Epson</a:t>
            </a:r>
          </a:p>
        </p:txBody>
      </p:sp>
      <p:sp>
        <p:nvSpPr>
          <p:cNvPr id="13" name="Slide Number Placeholder 5"/>
          <p:cNvSpPr>
            <a:spLocks noGrp="1"/>
          </p:cNvSpPr>
          <p:nvPr>
            <p:ph type="sldNum" sz="quarter" idx="4"/>
          </p:nvPr>
        </p:nvSpPr>
        <p:spPr>
          <a:xfrm>
            <a:off x="354677" y="6460256"/>
            <a:ext cx="2560320" cy="365125"/>
          </a:xfrm>
          <a:prstGeom prst="rect">
            <a:avLst/>
          </a:prstGeom>
        </p:spPr>
        <p:txBody>
          <a:bodyPr vert="horz" lIns="91440" tIns="45720" rIns="91440" bIns="45720" rtlCol="0" anchor="ctr"/>
          <a:lstStyle>
            <a:lvl1pPr algn="l">
              <a:defRPr sz="1800" baseline="0">
                <a:solidFill>
                  <a:schemeClr val="bg1"/>
                </a:solidFill>
                <a:latin typeface="ITC Franklin Gothic Std Book Extra Compressed"/>
              </a:defRPr>
            </a:lvl1pPr>
          </a:lstStyle>
          <a:p>
            <a:fld id="{0F418C06-167A-E646-9EF6-18275B625F6B}" type="slidenum">
              <a:rPr lang="en-US" smtClean="0"/>
              <a:pPr/>
              <a:t>‹#›</a:t>
            </a:fld>
            <a:endParaRPr lang="en-US"/>
          </a:p>
        </p:txBody>
      </p:sp>
    </p:spTree>
    <p:extLst>
      <p:ext uri="{BB962C8B-B14F-4D97-AF65-F5344CB8AC3E}">
        <p14:creationId xmlns:p14="http://schemas.microsoft.com/office/powerpoint/2010/main" val="144399992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O3: imag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477582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image placeholder">
    <p:spTree>
      <p:nvGrpSpPr>
        <p:cNvPr id="1" name=""/>
        <p:cNvGrpSpPr/>
        <p:nvPr/>
      </p:nvGrpSpPr>
      <p:grpSpPr>
        <a:xfrm>
          <a:off x="0" y="0"/>
          <a:ext cx="0" cy="0"/>
          <a:chOff x="0" y="0"/>
          <a:chExt cx="0" cy="0"/>
        </a:xfrm>
      </p:grpSpPr>
      <p:sp>
        <p:nvSpPr>
          <p:cNvPr id="8" name="Picture Placeholder 7"/>
          <p:cNvSpPr>
            <a:spLocks noGrp="1"/>
          </p:cNvSpPr>
          <p:nvPr>
            <p:ph type="pic" sz="quarter" idx="10" hasCustomPrompt="1"/>
          </p:nvPr>
        </p:nvSpPr>
        <p:spPr>
          <a:xfrm>
            <a:off x="1066800" y="660400"/>
            <a:ext cx="8945880" cy="4965700"/>
          </a:xfrm>
          <a:prstGeom prst="rect">
            <a:avLst/>
          </a:prstGeom>
        </p:spPr>
        <p:txBody>
          <a:bodyPr vert="horz"/>
          <a:lstStyle>
            <a:lvl1pPr marL="0" indent="0">
              <a:buFontTx/>
              <a:buNone/>
              <a:defRPr baseline="0"/>
            </a:lvl1pPr>
          </a:lstStyle>
          <a:p>
            <a:r>
              <a:rPr lang="en-US"/>
              <a:t>Drag/Insert Image here</a:t>
            </a:r>
          </a:p>
        </p:txBody>
      </p:sp>
      <p:sp>
        <p:nvSpPr>
          <p:cNvPr id="10" name="Text Placeholder 9"/>
          <p:cNvSpPr>
            <a:spLocks noGrp="1"/>
          </p:cNvSpPr>
          <p:nvPr>
            <p:ph type="body" sz="quarter" idx="11" hasCustomPrompt="1"/>
          </p:nvPr>
        </p:nvSpPr>
        <p:spPr>
          <a:xfrm>
            <a:off x="1066800" y="5786967"/>
            <a:ext cx="5821680" cy="402160"/>
          </a:xfrm>
          <a:prstGeom prst="rect">
            <a:avLst/>
          </a:prstGeom>
        </p:spPr>
        <p:txBody>
          <a:bodyPr vert="horz"/>
          <a:lstStyle>
            <a:lvl1pPr marL="0" indent="0">
              <a:buFontTx/>
              <a:buNone/>
              <a:defRPr sz="2000" baseline="0">
                <a:solidFill>
                  <a:schemeClr val="tx2">
                    <a:lumMod val="75000"/>
                  </a:schemeClr>
                </a:solidFill>
                <a:latin typeface="ITC Franklin Gothic Std Demi Compressed"/>
              </a:defRPr>
            </a:lvl1pPr>
          </a:lstStyle>
          <a:p>
            <a:pPr lvl="0"/>
            <a:r>
              <a:rPr lang="en-US"/>
              <a:t>TITLE FOR IMAGE HERE</a:t>
            </a:r>
          </a:p>
        </p:txBody>
      </p:sp>
      <p:sp>
        <p:nvSpPr>
          <p:cNvPr id="12" name="Text Placeholder 11"/>
          <p:cNvSpPr>
            <a:spLocks noGrp="1"/>
          </p:cNvSpPr>
          <p:nvPr>
            <p:ph type="body" sz="quarter" idx="12" hasCustomPrompt="1"/>
          </p:nvPr>
        </p:nvSpPr>
        <p:spPr>
          <a:xfrm>
            <a:off x="1066800" y="6189127"/>
            <a:ext cx="8945880" cy="355600"/>
          </a:xfrm>
          <a:prstGeom prst="rect">
            <a:avLst/>
          </a:prstGeom>
        </p:spPr>
        <p:txBody>
          <a:bodyPr vert="horz"/>
          <a:lstStyle>
            <a:lvl1pPr marL="0" indent="0">
              <a:buFontTx/>
              <a:buNone/>
              <a:defRPr sz="1400" baseline="0">
                <a:solidFill>
                  <a:schemeClr val="tx2">
                    <a:lumMod val="75000"/>
                  </a:schemeClr>
                </a:solidFill>
                <a:latin typeface="ITC Franklin Gothic Std Book Compressed"/>
              </a:defRPr>
            </a:lvl1pPr>
          </a:lstStyle>
          <a:p>
            <a:pPr lvl="0"/>
            <a:r>
              <a:rPr lang="en-US"/>
              <a:t>Subtitle And Description For Image Here</a:t>
            </a:r>
          </a:p>
        </p:txBody>
      </p:sp>
    </p:spTree>
    <p:extLst>
      <p:ext uri="{BB962C8B-B14F-4D97-AF65-F5344CB8AC3E}">
        <p14:creationId xmlns:p14="http://schemas.microsoft.com/office/powerpoint/2010/main" val="13195629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image" Target="../media/image6.emf"/><Relationship Id="rId2" Type="http://schemas.openxmlformats.org/officeDocument/2006/relationships/slideLayout" Target="../slideLayouts/slideLayout4.xml"/><Relationship Id="rId16" Type="http://schemas.openxmlformats.org/officeDocument/2006/relationships/image" Target="../media/image5.png"/><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image" Target="../media/image1.jpg"/><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4.xml"/><Relationship Id="rId1" Type="http://schemas.openxmlformats.org/officeDocument/2006/relationships/slideLayout" Target="../slideLayouts/slideLayout16.xml"/><Relationship Id="rId6" Type="http://schemas.openxmlformats.org/officeDocument/2006/relationships/image" Target="../media/image6.emf"/><Relationship Id="rId5" Type="http://schemas.openxmlformats.org/officeDocument/2006/relationships/image" Target="../media/image5.png"/><Relationship Id="rId4" Type="http://schemas.openxmlformats.org/officeDocument/2006/relationships/image" Target="../media/image7.png"/></Relationships>
</file>

<file path=ppt/slideMasters/_rels/slideMaster5.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slideLayout" Target="../slideLayouts/slideLayout19.xml"/><Relationship Id="rId7" Type="http://schemas.openxmlformats.org/officeDocument/2006/relationships/image" Target="../media/image1.jpg"/><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theme" Target="../theme/theme5.xml"/><Relationship Id="rId5" Type="http://schemas.openxmlformats.org/officeDocument/2006/relationships/slideLayout" Target="../slideLayouts/slideLayout21.xml"/><Relationship Id="rId4" Type="http://schemas.openxmlformats.org/officeDocument/2006/relationships/slideLayout" Target="../slideLayouts/slideLayout20.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6.xml"/><Relationship Id="rId1" Type="http://schemas.openxmlformats.org/officeDocument/2006/relationships/slideLayout" Target="../slideLayouts/slideLayout22.xml"/><Relationship Id="rId5" Type="http://schemas.openxmlformats.org/officeDocument/2006/relationships/image" Target="../media/image6.emf"/><Relationship Id="rId4" Type="http://schemas.openxmlformats.org/officeDocument/2006/relationships/image" Target="../media/image7.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6.emf"/><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image" Target="../media/image1.jpg"/><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theme" Target="../theme/theme7.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8.xml"/><Relationship Id="rId1" Type="http://schemas.openxmlformats.org/officeDocument/2006/relationships/slideLayout" Target="../slideLayouts/slideLayout33.xml"/><Relationship Id="rId5" Type="http://schemas.openxmlformats.org/officeDocument/2006/relationships/image" Target="../media/image6.emf"/><Relationship Id="rId4" Type="http://schemas.openxmlformats.org/officeDocument/2006/relationships/image" Target="../media/image7.png"/></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9.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
            <a:alphaModFix amt="10000"/>
            <a:lum/>
          </a:blip>
          <a:srcRect/>
          <a:stretch>
            <a:fillRect l="30000" t="30000"/>
          </a:stretch>
        </a:blipFill>
        <a:effectLst/>
      </p:bgPr>
    </p:bg>
    <p:spTree>
      <p:nvGrpSpPr>
        <p:cNvPr id="1" name=""/>
        <p:cNvGrpSpPr/>
        <p:nvPr/>
      </p:nvGrpSpPr>
      <p:grpSpPr>
        <a:xfrm>
          <a:off x="0" y="0"/>
          <a:ext cx="0" cy="0"/>
          <a:chOff x="0" y="0"/>
          <a:chExt cx="0" cy="0"/>
        </a:xfrm>
      </p:grpSpPr>
      <p:sp>
        <p:nvSpPr>
          <p:cNvPr id="8" name="Rectangle 7"/>
          <p:cNvSpPr/>
          <p:nvPr userDrawn="1"/>
        </p:nvSpPr>
        <p:spPr>
          <a:xfrm>
            <a:off x="0" y="-10160"/>
            <a:ext cx="10972800" cy="5232400"/>
          </a:xfrm>
          <a:prstGeom prst="rect">
            <a:avLst/>
          </a:prstGeom>
          <a:solidFill>
            <a:srgbClr val="0121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rgbClr val="012158"/>
              </a:solidFill>
            </a:endParaRPr>
          </a:p>
        </p:txBody>
      </p:sp>
      <p:pic>
        <p:nvPicPr>
          <p:cNvPr id="13" name="Picture 12" descr="dotted_line_white.png"/>
          <p:cNvPicPr>
            <a:picLocks noChangeAspect="1"/>
          </p:cNvPicPr>
          <p:nvPr userDrawn="1"/>
        </p:nvPicPr>
        <p:blipFill rotWithShape="1">
          <a:blip r:embed="rId4">
            <a:extLst>
              <a:ext uri="{28A0092B-C50C-407E-A947-70E740481C1C}">
                <a14:useLocalDpi xmlns:a14="http://schemas.microsoft.com/office/drawing/2010/main" val="0"/>
              </a:ext>
            </a:extLst>
          </a:blip>
          <a:srcRect r="60437"/>
          <a:stretch/>
        </p:blipFill>
        <p:spPr>
          <a:xfrm>
            <a:off x="1042736" y="3207555"/>
            <a:ext cx="8983579" cy="282039"/>
          </a:xfrm>
          <a:prstGeom prst="rect">
            <a:avLst/>
          </a:prstGeom>
        </p:spPr>
      </p:pic>
      <p:pic>
        <p:nvPicPr>
          <p:cNvPr id="3" name="Picture 2">
            <a:extLst>
              <a:ext uri="{FF2B5EF4-FFF2-40B4-BE49-F238E27FC236}">
                <a16:creationId xmlns:a16="http://schemas.microsoft.com/office/drawing/2014/main" id="{D2163758-D40C-E645-8713-B342A6A913BA}"/>
              </a:ext>
            </a:extLst>
          </p:cNvPr>
          <p:cNvPicPr>
            <a:picLocks noChangeAspect="1"/>
          </p:cNvPicPr>
          <p:nvPr userDrawn="1"/>
        </p:nvPicPr>
        <p:blipFill>
          <a:blip r:embed="rId5"/>
          <a:stretch>
            <a:fillRect/>
          </a:stretch>
        </p:blipFill>
        <p:spPr>
          <a:xfrm>
            <a:off x="1432850" y="5546197"/>
            <a:ext cx="8203352" cy="1176711"/>
          </a:xfrm>
          <a:prstGeom prst="rect">
            <a:avLst/>
          </a:prstGeom>
        </p:spPr>
      </p:pic>
    </p:spTree>
    <p:extLst>
      <p:ext uri="{BB962C8B-B14F-4D97-AF65-F5344CB8AC3E}">
        <p14:creationId xmlns:p14="http://schemas.microsoft.com/office/powerpoint/2010/main" val="1172351213"/>
      </p:ext>
    </p:extLst>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457209" rtl="0" eaLnBrk="1" latinLnBrk="0" hangingPunct="1">
        <a:spcBef>
          <a:spcPct val="0"/>
        </a:spcBef>
        <a:buNone/>
        <a:defRPr sz="4400" kern="1200">
          <a:solidFill>
            <a:schemeClr val="tx1"/>
          </a:solidFill>
          <a:latin typeface="+mj-lt"/>
          <a:ea typeface="+mj-ea"/>
          <a:cs typeface="+mj-cs"/>
        </a:defRPr>
      </a:lvl1pPr>
    </p:titleStyle>
    <p:bodyStyle>
      <a:lvl1pPr marL="342907" indent="-342907" algn="l" defTabSz="457209" rtl="0" eaLnBrk="1" latinLnBrk="0" hangingPunct="1">
        <a:spcBef>
          <a:spcPct val="20000"/>
        </a:spcBef>
        <a:buFont typeface="Arial"/>
        <a:buChar char="•"/>
        <a:defRPr sz="3200" kern="1200">
          <a:solidFill>
            <a:schemeClr val="tx1"/>
          </a:solidFill>
          <a:latin typeface="+mn-lt"/>
          <a:ea typeface="+mn-ea"/>
          <a:cs typeface="+mn-cs"/>
        </a:defRPr>
      </a:lvl1pPr>
      <a:lvl2pPr marL="742965" indent="-285756" algn="l" defTabSz="457209" rtl="0" eaLnBrk="1" latinLnBrk="0" hangingPunct="1">
        <a:spcBef>
          <a:spcPct val="20000"/>
        </a:spcBef>
        <a:buFont typeface="Arial"/>
        <a:buChar char="–"/>
        <a:defRPr sz="2800" kern="1200">
          <a:solidFill>
            <a:schemeClr val="tx1"/>
          </a:solidFill>
          <a:latin typeface="+mn-lt"/>
          <a:ea typeface="+mn-ea"/>
          <a:cs typeface="+mn-cs"/>
        </a:defRPr>
      </a:lvl2pPr>
      <a:lvl3pPr marL="1143023" indent="-228605" algn="l" defTabSz="457209" rtl="0" eaLnBrk="1" latinLnBrk="0" hangingPunct="1">
        <a:spcBef>
          <a:spcPct val="20000"/>
        </a:spcBef>
        <a:buFont typeface="Arial"/>
        <a:buChar char="•"/>
        <a:defRPr sz="2400" kern="1200">
          <a:solidFill>
            <a:schemeClr val="tx1"/>
          </a:solidFill>
          <a:latin typeface="+mn-lt"/>
          <a:ea typeface="+mn-ea"/>
          <a:cs typeface="+mn-cs"/>
        </a:defRPr>
      </a:lvl3pPr>
      <a:lvl4pPr marL="1600232" indent="-228605" algn="l" defTabSz="457209" rtl="0" eaLnBrk="1" latinLnBrk="0" hangingPunct="1">
        <a:spcBef>
          <a:spcPct val="20000"/>
        </a:spcBef>
        <a:buFont typeface="Arial"/>
        <a:buChar char="–"/>
        <a:defRPr sz="2000" kern="1200">
          <a:solidFill>
            <a:schemeClr val="tx1"/>
          </a:solidFill>
          <a:latin typeface="+mn-lt"/>
          <a:ea typeface="+mn-ea"/>
          <a:cs typeface="+mn-cs"/>
        </a:defRPr>
      </a:lvl4pPr>
      <a:lvl5pPr marL="2057441" indent="-228605" algn="l" defTabSz="457209" rtl="0" eaLnBrk="1" latinLnBrk="0" hangingPunct="1">
        <a:spcBef>
          <a:spcPct val="20000"/>
        </a:spcBef>
        <a:buFont typeface="Arial"/>
        <a:buChar char="»"/>
        <a:defRPr sz="2000" kern="1200">
          <a:solidFill>
            <a:schemeClr val="tx1"/>
          </a:solidFill>
          <a:latin typeface="+mn-lt"/>
          <a:ea typeface="+mn-ea"/>
          <a:cs typeface="+mn-cs"/>
        </a:defRPr>
      </a:lvl5pPr>
      <a:lvl6pPr marL="2514650" indent="-228605" algn="l" defTabSz="457209" rtl="0" eaLnBrk="1" latinLnBrk="0" hangingPunct="1">
        <a:spcBef>
          <a:spcPct val="20000"/>
        </a:spcBef>
        <a:buFont typeface="Arial"/>
        <a:buChar char="•"/>
        <a:defRPr sz="2000" kern="1200">
          <a:solidFill>
            <a:schemeClr val="tx1"/>
          </a:solidFill>
          <a:latin typeface="+mn-lt"/>
          <a:ea typeface="+mn-ea"/>
          <a:cs typeface="+mn-cs"/>
        </a:defRPr>
      </a:lvl6pPr>
      <a:lvl7pPr marL="2971859" indent="-228605" algn="l" defTabSz="457209" rtl="0" eaLnBrk="1" latinLnBrk="0" hangingPunct="1">
        <a:spcBef>
          <a:spcPct val="20000"/>
        </a:spcBef>
        <a:buFont typeface="Arial"/>
        <a:buChar char="•"/>
        <a:defRPr sz="2000" kern="1200">
          <a:solidFill>
            <a:schemeClr val="tx1"/>
          </a:solidFill>
          <a:latin typeface="+mn-lt"/>
          <a:ea typeface="+mn-ea"/>
          <a:cs typeface="+mn-cs"/>
        </a:defRPr>
      </a:lvl7pPr>
      <a:lvl8pPr marL="3429069" indent="-228605" algn="l" defTabSz="457209" rtl="0" eaLnBrk="1" latinLnBrk="0" hangingPunct="1">
        <a:spcBef>
          <a:spcPct val="20000"/>
        </a:spcBef>
        <a:buFont typeface="Arial"/>
        <a:buChar char="•"/>
        <a:defRPr sz="2000" kern="1200">
          <a:solidFill>
            <a:schemeClr val="tx1"/>
          </a:solidFill>
          <a:latin typeface="+mn-lt"/>
          <a:ea typeface="+mn-ea"/>
          <a:cs typeface="+mn-cs"/>
        </a:defRPr>
      </a:lvl8pPr>
      <a:lvl9pPr marL="3886278" indent="-228605" algn="l" defTabSz="45720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9" rtl="0" eaLnBrk="1" latinLnBrk="0" hangingPunct="1">
        <a:defRPr sz="1800" kern="1200">
          <a:solidFill>
            <a:schemeClr val="tx1"/>
          </a:solidFill>
          <a:latin typeface="+mn-lt"/>
          <a:ea typeface="+mn-ea"/>
          <a:cs typeface="+mn-cs"/>
        </a:defRPr>
      </a:lvl1pPr>
      <a:lvl2pPr marL="457209" algn="l" defTabSz="457209" rtl="0" eaLnBrk="1" latinLnBrk="0" hangingPunct="1">
        <a:defRPr sz="1800" kern="1200">
          <a:solidFill>
            <a:schemeClr val="tx1"/>
          </a:solidFill>
          <a:latin typeface="+mn-lt"/>
          <a:ea typeface="+mn-ea"/>
          <a:cs typeface="+mn-cs"/>
        </a:defRPr>
      </a:lvl2pPr>
      <a:lvl3pPr marL="914418" algn="l" defTabSz="457209" rtl="0" eaLnBrk="1" latinLnBrk="0" hangingPunct="1">
        <a:defRPr sz="1800" kern="1200">
          <a:solidFill>
            <a:schemeClr val="tx1"/>
          </a:solidFill>
          <a:latin typeface="+mn-lt"/>
          <a:ea typeface="+mn-ea"/>
          <a:cs typeface="+mn-cs"/>
        </a:defRPr>
      </a:lvl3pPr>
      <a:lvl4pPr marL="1371627" algn="l" defTabSz="457209" rtl="0" eaLnBrk="1" latinLnBrk="0" hangingPunct="1">
        <a:defRPr sz="1800" kern="1200">
          <a:solidFill>
            <a:schemeClr val="tx1"/>
          </a:solidFill>
          <a:latin typeface="+mn-lt"/>
          <a:ea typeface="+mn-ea"/>
          <a:cs typeface="+mn-cs"/>
        </a:defRPr>
      </a:lvl4pPr>
      <a:lvl5pPr marL="1828837" algn="l" defTabSz="457209" rtl="0" eaLnBrk="1" latinLnBrk="0" hangingPunct="1">
        <a:defRPr sz="1800" kern="1200">
          <a:solidFill>
            <a:schemeClr val="tx1"/>
          </a:solidFill>
          <a:latin typeface="+mn-lt"/>
          <a:ea typeface="+mn-ea"/>
          <a:cs typeface="+mn-cs"/>
        </a:defRPr>
      </a:lvl5pPr>
      <a:lvl6pPr marL="2286046" algn="l" defTabSz="457209" rtl="0" eaLnBrk="1" latinLnBrk="0" hangingPunct="1">
        <a:defRPr sz="1800" kern="1200">
          <a:solidFill>
            <a:schemeClr val="tx1"/>
          </a:solidFill>
          <a:latin typeface="+mn-lt"/>
          <a:ea typeface="+mn-ea"/>
          <a:cs typeface="+mn-cs"/>
        </a:defRPr>
      </a:lvl6pPr>
      <a:lvl7pPr marL="2743255" algn="l" defTabSz="457209" rtl="0" eaLnBrk="1" latinLnBrk="0" hangingPunct="1">
        <a:defRPr sz="1800" kern="1200">
          <a:solidFill>
            <a:schemeClr val="tx1"/>
          </a:solidFill>
          <a:latin typeface="+mn-lt"/>
          <a:ea typeface="+mn-ea"/>
          <a:cs typeface="+mn-cs"/>
        </a:defRPr>
      </a:lvl7pPr>
      <a:lvl8pPr marL="3200464" algn="l" defTabSz="457209" rtl="0" eaLnBrk="1" latinLnBrk="0" hangingPunct="1">
        <a:defRPr sz="1800" kern="1200">
          <a:solidFill>
            <a:schemeClr val="tx1"/>
          </a:solidFill>
          <a:latin typeface="+mn-lt"/>
          <a:ea typeface="+mn-ea"/>
          <a:cs typeface="+mn-cs"/>
        </a:defRPr>
      </a:lvl8pPr>
      <a:lvl9pPr marL="3657673" algn="l" defTabSz="457209"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alphaModFix amt="10000"/>
            <a:lum/>
          </a:blip>
          <a:srcRect/>
          <a:stretch>
            <a:fillRect l="30000" t="30000"/>
          </a:stretch>
        </a:blipFill>
        <a:effectLst/>
      </p:bgPr>
    </p:bg>
    <p:spTree>
      <p:nvGrpSpPr>
        <p:cNvPr id="1" name=""/>
        <p:cNvGrpSpPr/>
        <p:nvPr/>
      </p:nvGrpSpPr>
      <p:grpSpPr>
        <a:xfrm>
          <a:off x="0" y="0"/>
          <a:ext cx="0" cy="0"/>
          <a:chOff x="0" y="0"/>
          <a:chExt cx="0" cy="0"/>
        </a:xfrm>
      </p:grpSpPr>
      <p:pic>
        <p:nvPicPr>
          <p:cNvPr id="7" name="Picture 6" descr="contents_orange.jpg"/>
          <p:cNvPicPr>
            <a:picLocks noChangeAspect="1"/>
          </p:cNvPicPr>
          <p:nvPr userDrawn="1"/>
        </p:nvPicPr>
        <p:blipFill>
          <a:blip r:embed="rId4">
            <a:clrChange>
              <a:clrFrom>
                <a:srgbClr val="FFFFFF"/>
              </a:clrFrom>
              <a:clrTo>
                <a:srgbClr val="FFFFFF">
                  <a:alpha val="0"/>
                </a:srgbClr>
              </a:clrTo>
            </a:clrChange>
            <a:alphaModFix/>
            <a:extLst>
              <a:ext uri="{28A0092B-C50C-407E-A947-70E740481C1C}">
                <a14:useLocalDpi xmlns:a14="http://schemas.microsoft.com/office/drawing/2010/main" val="0"/>
              </a:ext>
            </a:extLst>
          </a:blip>
          <a:stretch>
            <a:fillRect/>
          </a:stretch>
        </p:blipFill>
        <p:spPr>
          <a:xfrm>
            <a:off x="105243" y="329678"/>
            <a:ext cx="3340520" cy="2138861"/>
          </a:xfrm>
          <a:prstGeom prst="rect">
            <a:avLst/>
          </a:prstGeom>
        </p:spPr>
      </p:pic>
    </p:spTree>
    <p:extLst>
      <p:ext uri="{BB962C8B-B14F-4D97-AF65-F5344CB8AC3E}">
        <p14:creationId xmlns:p14="http://schemas.microsoft.com/office/powerpoint/2010/main" val="2159087170"/>
      </p:ext>
    </p:extLst>
  </p:cSld>
  <p:clrMap bg1="lt1" tx1="dk1" bg2="lt2" tx2="dk2" accent1="accent1" accent2="accent2" accent3="accent3" accent4="accent4" accent5="accent5" accent6="accent6" hlink="hlink" folHlink="folHlink"/>
  <p:sldLayoutIdLst>
    <p:sldLayoutId id="2147483651" r:id="rId1"/>
  </p:sldLayoutIdLst>
  <p:hf hdr="0" ftr="0" dt="0"/>
  <p:txStyles>
    <p:titleStyle>
      <a:lvl1pPr algn="ctr" defTabSz="457209" rtl="0" eaLnBrk="1" latinLnBrk="0" hangingPunct="1">
        <a:spcBef>
          <a:spcPct val="0"/>
        </a:spcBef>
        <a:buNone/>
        <a:defRPr sz="4400" kern="1200">
          <a:solidFill>
            <a:schemeClr val="tx1"/>
          </a:solidFill>
          <a:latin typeface="+mj-lt"/>
          <a:ea typeface="+mj-ea"/>
          <a:cs typeface="+mj-cs"/>
        </a:defRPr>
      </a:lvl1pPr>
    </p:titleStyle>
    <p:bodyStyle>
      <a:lvl1pPr marL="342907" indent="-342907" algn="l" defTabSz="457209" rtl="0" eaLnBrk="1" latinLnBrk="0" hangingPunct="1">
        <a:spcBef>
          <a:spcPct val="20000"/>
        </a:spcBef>
        <a:buFont typeface="Arial"/>
        <a:buChar char="•"/>
        <a:defRPr sz="3200" kern="1200">
          <a:solidFill>
            <a:schemeClr val="tx1"/>
          </a:solidFill>
          <a:latin typeface="+mn-lt"/>
          <a:ea typeface="+mn-ea"/>
          <a:cs typeface="+mn-cs"/>
        </a:defRPr>
      </a:lvl1pPr>
      <a:lvl2pPr marL="742965" indent="-285756" algn="l" defTabSz="457209" rtl="0" eaLnBrk="1" latinLnBrk="0" hangingPunct="1">
        <a:spcBef>
          <a:spcPct val="20000"/>
        </a:spcBef>
        <a:buFont typeface="Arial"/>
        <a:buChar char="–"/>
        <a:defRPr sz="2800" kern="1200">
          <a:solidFill>
            <a:schemeClr val="tx1"/>
          </a:solidFill>
          <a:latin typeface="+mn-lt"/>
          <a:ea typeface="+mn-ea"/>
          <a:cs typeface="+mn-cs"/>
        </a:defRPr>
      </a:lvl2pPr>
      <a:lvl3pPr marL="1143023" indent="-228605" algn="l" defTabSz="457209" rtl="0" eaLnBrk="1" latinLnBrk="0" hangingPunct="1">
        <a:spcBef>
          <a:spcPct val="20000"/>
        </a:spcBef>
        <a:buFont typeface="Arial"/>
        <a:buChar char="•"/>
        <a:defRPr sz="2400" kern="1200">
          <a:solidFill>
            <a:schemeClr val="tx1"/>
          </a:solidFill>
          <a:latin typeface="+mn-lt"/>
          <a:ea typeface="+mn-ea"/>
          <a:cs typeface="+mn-cs"/>
        </a:defRPr>
      </a:lvl3pPr>
      <a:lvl4pPr marL="1600232" indent="-228605" algn="l" defTabSz="457209" rtl="0" eaLnBrk="1" latinLnBrk="0" hangingPunct="1">
        <a:spcBef>
          <a:spcPct val="20000"/>
        </a:spcBef>
        <a:buFont typeface="Arial"/>
        <a:buChar char="–"/>
        <a:defRPr sz="2000" kern="1200">
          <a:solidFill>
            <a:schemeClr val="tx1"/>
          </a:solidFill>
          <a:latin typeface="+mn-lt"/>
          <a:ea typeface="+mn-ea"/>
          <a:cs typeface="+mn-cs"/>
        </a:defRPr>
      </a:lvl4pPr>
      <a:lvl5pPr marL="2057441" indent="-228605" algn="l" defTabSz="457209" rtl="0" eaLnBrk="1" latinLnBrk="0" hangingPunct="1">
        <a:spcBef>
          <a:spcPct val="20000"/>
        </a:spcBef>
        <a:buFont typeface="Arial"/>
        <a:buChar char="»"/>
        <a:defRPr sz="2000" kern="1200">
          <a:solidFill>
            <a:schemeClr val="tx1"/>
          </a:solidFill>
          <a:latin typeface="+mn-lt"/>
          <a:ea typeface="+mn-ea"/>
          <a:cs typeface="+mn-cs"/>
        </a:defRPr>
      </a:lvl5pPr>
      <a:lvl6pPr marL="2514650" indent="-228605" algn="l" defTabSz="457209" rtl="0" eaLnBrk="1" latinLnBrk="0" hangingPunct="1">
        <a:spcBef>
          <a:spcPct val="20000"/>
        </a:spcBef>
        <a:buFont typeface="Arial"/>
        <a:buChar char="•"/>
        <a:defRPr sz="2000" kern="1200">
          <a:solidFill>
            <a:schemeClr val="tx1"/>
          </a:solidFill>
          <a:latin typeface="+mn-lt"/>
          <a:ea typeface="+mn-ea"/>
          <a:cs typeface="+mn-cs"/>
        </a:defRPr>
      </a:lvl6pPr>
      <a:lvl7pPr marL="2971859" indent="-228605" algn="l" defTabSz="457209" rtl="0" eaLnBrk="1" latinLnBrk="0" hangingPunct="1">
        <a:spcBef>
          <a:spcPct val="20000"/>
        </a:spcBef>
        <a:buFont typeface="Arial"/>
        <a:buChar char="•"/>
        <a:defRPr sz="2000" kern="1200">
          <a:solidFill>
            <a:schemeClr val="tx1"/>
          </a:solidFill>
          <a:latin typeface="+mn-lt"/>
          <a:ea typeface="+mn-ea"/>
          <a:cs typeface="+mn-cs"/>
        </a:defRPr>
      </a:lvl7pPr>
      <a:lvl8pPr marL="3429069" indent="-228605" algn="l" defTabSz="457209" rtl="0" eaLnBrk="1" latinLnBrk="0" hangingPunct="1">
        <a:spcBef>
          <a:spcPct val="20000"/>
        </a:spcBef>
        <a:buFont typeface="Arial"/>
        <a:buChar char="•"/>
        <a:defRPr sz="2000" kern="1200">
          <a:solidFill>
            <a:schemeClr val="tx1"/>
          </a:solidFill>
          <a:latin typeface="+mn-lt"/>
          <a:ea typeface="+mn-ea"/>
          <a:cs typeface="+mn-cs"/>
        </a:defRPr>
      </a:lvl8pPr>
      <a:lvl9pPr marL="3886278" indent="-228605" algn="l" defTabSz="45720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9" rtl="0" eaLnBrk="1" latinLnBrk="0" hangingPunct="1">
        <a:defRPr sz="1800" kern="1200">
          <a:solidFill>
            <a:schemeClr val="tx1"/>
          </a:solidFill>
          <a:latin typeface="+mn-lt"/>
          <a:ea typeface="+mn-ea"/>
          <a:cs typeface="+mn-cs"/>
        </a:defRPr>
      </a:lvl1pPr>
      <a:lvl2pPr marL="457209" algn="l" defTabSz="457209" rtl="0" eaLnBrk="1" latinLnBrk="0" hangingPunct="1">
        <a:defRPr sz="1800" kern="1200">
          <a:solidFill>
            <a:schemeClr val="tx1"/>
          </a:solidFill>
          <a:latin typeface="+mn-lt"/>
          <a:ea typeface="+mn-ea"/>
          <a:cs typeface="+mn-cs"/>
        </a:defRPr>
      </a:lvl2pPr>
      <a:lvl3pPr marL="914418" algn="l" defTabSz="457209" rtl="0" eaLnBrk="1" latinLnBrk="0" hangingPunct="1">
        <a:defRPr sz="1800" kern="1200">
          <a:solidFill>
            <a:schemeClr val="tx1"/>
          </a:solidFill>
          <a:latin typeface="+mn-lt"/>
          <a:ea typeface="+mn-ea"/>
          <a:cs typeface="+mn-cs"/>
        </a:defRPr>
      </a:lvl3pPr>
      <a:lvl4pPr marL="1371627" algn="l" defTabSz="457209" rtl="0" eaLnBrk="1" latinLnBrk="0" hangingPunct="1">
        <a:defRPr sz="1800" kern="1200">
          <a:solidFill>
            <a:schemeClr val="tx1"/>
          </a:solidFill>
          <a:latin typeface="+mn-lt"/>
          <a:ea typeface="+mn-ea"/>
          <a:cs typeface="+mn-cs"/>
        </a:defRPr>
      </a:lvl4pPr>
      <a:lvl5pPr marL="1828837" algn="l" defTabSz="457209" rtl="0" eaLnBrk="1" latinLnBrk="0" hangingPunct="1">
        <a:defRPr sz="1800" kern="1200">
          <a:solidFill>
            <a:schemeClr val="tx1"/>
          </a:solidFill>
          <a:latin typeface="+mn-lt"/>
          <a:ea typeface="+mn-ea"/>
          <a:cs typeface="+mn-cs"/>
        </a:defRPr>
      </a:lvl5pPr>
      <a:lvl6pPr marL="2286046" algn="l" defTabSz="457209" rtl="0" eaLnBrk="1" latinLnBrk="0" hangingPunct="1">
        <a:defRPr sz="1800" kern="1200">
          <a:solidFill>
            <a:schemeClr val="tx1"/>
          </a:solidFill>
          <a:latin typeface="+mn-lt"/>
          <a:ea typeface="+mn-ea"/>
          <a:cs typeface="+mn-cs"/>
        </a:defRPr>
      </a:lvl6pPr>
      <a:lvl7pPr marL="2743255" algn="l" defTabSz="457209" rtl="0" eaLnBrk="1" latinLnBrk="0" hangingPunct="1">
        <a:defRPr sz="1800" kern="1200">
          <a:solidFill>
            <a:schemeClr val="tx1"/>
          </a:solidFill>
          <a:latin typeface="+mn-lt"/>
          <a:ea typeface="+mn-ea"/>
          <a:cs typeface="+mn-cs"/>
        </a:defRPr>
      </a:lvl7pPr>
      <a:lvl8pPr marL="3200464" algn="l" defTabSz="457209" rtl="0" eaLnBrk="1" latinLnBrk="0" hangingPunct="1">
        <a:defRPr sz="1800" kern="1200">
          <a:solidFill>
            <a:schemeClr val="tx1"/>
          </a:solidFill>
          <a:latin typeface="+mn-lt"/>
          <a:ea typeface="+mn-ea"/>
          <a:cs typeface="+mn-cs"/>
        </a:defRPr>
      </a:lvl8pPr>
      <a:lvl9pPr marL="3657673" algn="l" defTabSz="457209"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5">
            <a:alphaModFix amt="10000"/>
            <a:lum/>
          </a:blip>
          <a:srcRect/>
          <a:stretch>
            <a:fillRect l="30000" t="30000"/>
          </a:stretch>
        </a:blipFill>
        <a:effectLst/>
      </p:bgPr>
    </p:bg>
    <p:spTree>
      <p:nvGrpSpPr>
        <p:cNvPr id="1" name=""/>
        <p:cNvGrpSpPr/>
        <p:nvPr/>
      </p:nvGrpSpPr>
      <p:grpSpPr>
        <a:xfrm>
          <a:off x="0" y="0"/>
          <a:ext cx="0" cy="0"/>
          <a:chOff x="0" y="0"/>
          <a:chExt cx="0" cy="0"/>
        </a:xfrm>
      </p:grpSpPr>
      <p:pic>
        <p:nvPicPr>
          <p:cNvPr id="7" name="Picture 6" descr="brushedge_solid_blue.png"/>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275" y="5194968"/>
            <a:ext cx="10972800" cy="1676400"/>
          </a:xfrm>
          <a:prstGeom prst="rect">
            <a:avLst/>
          </a:prstGeom>
        </p:spPr>
      </p:pic>
      <p:pic>
        <p:nvPicPr>
          <p:cNvPr id="8" name="Picture 7" descr="UVA_Primary_white.eps"/>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8846127" y="6324412"/>
            <a:ext cx="1623755" cy="333562"/>
          </a:xfrm>
          <a:prstGeom prst="rect">
            <a:avLst/>
          </a:prstGeom>
        </p:spPr>
      </p:pic>
      <p:sp>
        <p:nvSpPr>
          <p:cNvPr id="6" name="Slide Number Placeholder 5"/>
          <p:cNvSpPr>
            <a:spLocks noGrp="1"/>
          </p:cNvSpPr>
          <p:nvPr>
            <p:ph type="sldNum" sz="quarter" idx="4"/>
          </p:nvPr>
        </p:nvSpPr>
        <p:spPr>
          <a:xfrm>
            <a:off x="354677" y="6460258"/>
            <a:ext cx="2560320" cy="365125"/>
          </a:xfrm>
          <a:prstGeom prst="rect">
            <a:avLst/>
          </a:prstGeom>
        </p:spPr>
        <p:txBody>
          <a:bodyPr vert="horz" lIns="91440" tIns="45720" rIns="91440" bIns="45720" rtlCol="0" anchor="ctr"/>
          <a:lstStyle>
            <a:lvl1pPr algn="l">
              <a:defRPr sz="1800" baseline="0">
                <a:solidFill>
                  <a:schemeClr val="bg1"/>
                </a:solidFill>
                <a:latin typeface="ITC Franklin Gothic Std Book Extra Compressed"/>
              </a:defRPr>
            </a:lvl1pPr>
          </a:lstStyle>
          <a:p>
            <a:fld id="{0F418C06-167A-E646-9EF6-18275B625F6B}" type="slidenum">
              <a:rPr lang="en-US" smtClean="0"/>
              <a:pPr/>
              <a:t>‹#›</a:t>
            </a:fld>
            <a:endParaRPr lang="en-US"/>
          </a:p>
        </p:txBody>
      </p:sp>
    </p:spTree>
    <p:extLst>
      <p:ext uri="{BB962C8B-B14F-4D97-AF65-F5344CB8AC3E}">
        <p14:creationId xmlns:p14="http://schemas.microsoft.com/office/powerpoint/2010/main" val="1735567757"/>
      </p:ext>
    </p:extLst>
  </p:cSld>
  <p:clrMap bg1="lt1" tx1="dk1" bg2="lt2" tx2="dk2" accent1="accent1" accent2="accent2" accent3="accent3" accent4="accent4" accent5="accent5" accent6="accent6" hlink="hlink" folHlink="folHlink"/>
  <p:sldLayoutIdLst>
    <p:sldLayoutId id="2147483678" r:id="rId1"/>
    <p:sldLayoutId id="2147483653" r:id="rId2"/>
    <p:sldLayoutId id="2147483654" r:id="rId3"/>
    <p:sldLayoutId id="2147483656" r:id="rId4"/>
    <p:sldLayoutId id="2147483657" r:id="rId5"/>
    <p:sldLayoutId id="2147483686" r:id="rId6"/>
    <p:sldLayoutId id="2147483687" r:id="rId7"/>
    <p:sldLayoutId id="2147483688" r:id="rId8"/>
    <p:sldLayoutId id="2147483689" r:id="rId9"/>
    <p:sldLayoutId id="2147483690" r:id="rId10"/>
    <p:sldLayoutId id="2147483691" r:id="rId11"/>
    <p:sldLayoutId id="2147483693" r:id="rId12"/>
    <p:sldLayoutId id="2147483694" r:id="rId13"/>
  </p:sldLayoutIdLst>
  <p:hf hdr="0" ftr="0" dt="0"/>
  <p:txStyles>
    <p:titleStyle>
      <a:lvl1pPr algn="ctr" defTabSz="457209" rtl="0" eaLnBrk="1" latinLnBrk="0" hangingPunct="1">
        <a:spcBef>
          <a:spcPct val="0"/>
        </a:spcBef>
        <a:buNone/>
        <a:defRPr sz="4400" kern="1200">
          <a:solidFill>
            <a:schemeClr val="tx1"/>
          </a:solidFill>
          <a:latin typeface="+mj-lt"/>
          <a:ea typeface="+mj-ea"/>
          <a:cs typeface="+mj-cs"/>
        </a:defRPr>
      </a:lvl1pPr>
    </p:titleStyle>
    <p:bodyStyle>
      <a:lvl1pPr marL="342907" indent="-342907" algn="l" defTabSz="457209" rtl="0" eaLnBrk="1" latinLnBrk="0" hangingPunct="1">
        <a:spcBef>
          <a:spcPct val="20000"/>
        </a:spcBef>
        <a:buFont typeface="Arial"/>
        <a:buChar char="•"/>
        <a:defRPr sz="3200" kern="1200">
          <a:solidFill>
            <a:schemeClr val="tx1"/>
          </a:solidFill>
          <a:latin typeface="+mn-lt"/>
          <a:ea typeface="+mn-ea"/>
          <a:cs typeface="+mn-cs"/>
        </a:defRPr>
      </a:lvl1pPr>
      <a:lvl2pPr marL="742965" indent="-285756" algn="l" defTabSz="457209" rtl="0" eaLnBrk="1" latinLnBrk="0" hangingPunct="1">
        <a:spcBef>
          <a:spcPct val="20000"/>
        </a:spcBef>
        <a:buFont typeface="Arial"/>
        <a:buChar char="–"/>
        <a:defRPr sz="2800" kern="1200">
          <a:solidFill>
            <a:schemeClr val="tx1"/>
          </a:solidFill>
          <a:latin typeface="+mn-lt"/>
          <a:ea typeface="+mn-ea"/>
          <a:cs typeface="+mn-cs"/>
        </a:defRPr>
      </a:lvl2pPr>
      <a:lvl3pPr marL="1143023" indent="-228605" algn="l" defTabSz="457209" rtl="0" eaLnBrk="1" latinLnBrk="0" hangingPunct="1">
        <a:spcBef>
          <a:spcPct val="20000"/>
        </a:spcBef>
        <a:buFont typeface="Arial"/>
        <a:buChar char="•"/>
        <a:defRPr sz="2400" kern="1200">
          <a:solidFill>
            <a:schemeClr val="tx1"/>
          </a:solidFill>
          <a:latin typeface="+mn-lt"/>
          <a:ea typeface="+mn-ea"/>
          <a:cs typeface="+mn-cs"/>
        </a:defRPr>
      </a:lvl3pPr>
      <a:lvl4pPr marL="1600232" indent="-228605" algn="l" defTabSz="457209" rtl="0" eaLnBrk="1" latinLnBrk="0" hangingPunct="1">
        <a:spcBef>
          <a:spcPct val="20000"/>
        </a:spcBef>
        <a:buFont typeface="Arial"/>
        <a:buChar char="–"/>
        <a:defRPr sz="2000" kern="1200">
          <a:solidFill>
            <a:schemeClr val="tx1"/>
          </a:solidFill>
          <a:latin typeface="+mn-lt"/>
          <a:ea typeface="+mn-ea"/>
          <a:cs typeface="+mn-cs"/>
        </a:defRPr>
      </a:lvl4pPr>
      <a:lvl5pPr marL="2057441" indent="-228605" algn="l" defTabSz="457209" rtl="0" eaLnBrk="1" latinLnBrk="0" hangingPunct="1">
        <a:spcBef>
          <a:spcPct val="20000"/>
        </a:spcBef>
        <a:buFont typeface="Arial"/>
        <a:buChar char="»"/>
        <a:defRPr sz="2000" kern="1200">
          <a:solidFill>
            <a:schemeClr val="tx1"/>
          </a:solidFill>
          <a:latin typeface="+mn-lt"/>
          <a:ea typeface="+mn-ea"/>
          <a:cs typeface="+mn-cs"/>
        </a:defRPr>
      </a:lvl5pPr>
      <a:lvl6pPr marL="2514650" indent="-228605" algn="l" defTabSz="457209" rtl="0" eaLnBrk="1" latinLnBrk="0" hangingPunct="1">
        <a:spcBef>
          <a:spcPct val="20000"/>
        </a:spcBef>
        <a:buFont typeface="Arial"/>
        <a:buChar char="•"/>
        <a:defRPr sz="2000" kern="1200">
          <a:solidFill>
            <a:schemeClr val="tx1"/>
          </a:solidFill>
          <a:latin typeface="+mn-lt"/>
          <a:ea typeface="+mn-ea"/>
          <a:cs typeface="+mn-cs"/>
        </a:defRPr>
      </a:lvl6pPr>
      <a:lvl7pPr marL="2971859" indent="-228605" algn="l" defTabSz="457209" rtl="0" eaLnBrk="1" latinLnBrk="0" hangingPunct="1">
        <a:spcBef>
          <a:spcPct val="20000"/>
        </a:spcBef>
        <a:buFont typeface="Arial"/>
        <a:buChar char="•"/>
        <a:defRPr sz="2000" kern="1200">
          <a:solidFill>
            <a:schemeClr val="tx1"/>
          </a:solidFill>
          <a:latin typeface="+mn-lt"/>
          <a:ea typeface="+mn-ea"/>
          <a:cs typeface="+mn-cs"/>
        </a:defRPr>
      </a:lvl7pPr>
      <a:lvl8pPr marL="3429069" indent="-228605" algn="l" defTabSz="457209" rtl="0" eaLnBrk="1" latinLnBrk="0" hangingPunct="1">
        <a:spcBef>
          <a:spcPct val="20000"/>
        </a:spcBef>
        <a:buFont typeface="Arial"/>
        <a:buChar char="•"/>
        <a:defRPr sz="2000" kern="1200">
          <a:solidFill>
            <a:schemeClr val="tx1"/>
          </a:solidFill>
          <a:latin typeface="+mn-lt"/>
          <a:ea typeface="+mn-ea"/>
          <a:cs typeface="+mn-cs"/>
        </a:defRPr>
      </a:lvl8pPr>
      <a:lvl9pPr marL="3886278" indent="-228605" algn="l" defTabSz="45720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9" rtl="0" eaLnBrk="1" latinLnBrk="0" hangingPunct="1">
        <a:defRPr sz="1800" kern="1200">
          <a:solidFill>
            <a:schemeClr val="tx1"/>
          </a:solidFill>
          <a:latin typeface="+mn-lt"/>
          <a:ea typeface="+mn-ea"/>
          <a:cs typeface="+mn-cs"/>
        </a:defRPr>
      </a:lvl1pPr>
      <a:lvl2pPr marL="457209" algn="l" defTabSz="457209" rtl="0" eaLnBrk="1" latinLnBrk="0" hangingPunct="1">
        <a:defRPr sz="1800" kern="1200">
          <a:solidFill>
            <a:schemeClr val="tx1"/>
          </a:solidFill>
          <a:latin typeface="+mn-lt"/>
          <a:ea typeface="+mn-ea"/>
          <a:cs typeface="+mn-cs"/>
        </a:defRPr>
      </a:lvl2pPr>
      <a:lvl3pPr marL="914418" algn="l" defTabSz="457209" rtl="0" eaLnBrk="1" latinLnBrk="0" hangingPunct="1">
        <a:defRPr sz="1800" kern="1200">
          <a:solidFill>
            <a:schemeClr val="tx1"/>
          </a:solidFill>
          <a:latin typeface="+mn-lt"/>
          <a:ea typeface="+mn-ea"/>
          <a:cs typeface="+mn-cs"/>
        </a:defRPr>
      </a:lvl3pPr>
      <a:lvl4pPr marL="1371627" algn="l" defTabSz="457209" rtl="0" eaLnBrk="1" latinLnBrk="0" hangingPunct="1">
        <a:defRPr sz="1800" kern="1200">
          <a:solidFill>
            <a:schemeClr val="tx1"/>
          </a:solidFill>
          <a:latin typeface="+mn-lt"/>
          <a:ea typeface="+mn-ea"/>
          <a:cs typeface="+mn-cs"/>
        </a:defRPr>
      </a:lvl4pPr>
      <a:lvl5pPr marL="1828837" algn="l" defTabSz="457209" rtl="0" eaLnBrk="1" latinLnBrk="0" hangingPunct="1">
        <a:defRPr sz="1800" kern="1200">
          <a:solidFill>
            <a:schemeClr val="tx1"/>
          </a:solidFill>
          <a:latin typeface="+mn-lt"/>
          <a:ea typeface="+mn-ea"/>
          <a:cs typeface="+mn-cs"/>
        </a:defRPr>
      </a:lvl5pPr>
      <a:lvl6pPr marL="2286046" algn="l" defTabSz="457209" rtl="0" eaLnBrk="1" latinLnBrk="0" hangingPunct="1">
        <a:defRPr sz="1800" kern="1200">
          <a:solidFill>
            <a:schemeClr val="tx1"/>
          </a:solidFill>
          <a:latin typeface="+mn-lt"/>
          <a:ea typeface="+mn-ea"/>
          <a:cs typeface="+mn-cs"/>
        </a:defRPr>
      </a:lvl6pPr>
      <a:lvl7pPr marL="2743255" algn="l" defTabSz="457209" rtl="0" eaLnBrk="1" latinLnBrk="0" hangingPunct="1">
        <a:defRPr sz="1800" kern="1200">
          <a:solidFill>
            <a:schemeClr val="tx1"/>
          </a:solidFill>
          <a:latin typeface="+mn-lt"/>
          <a:ea typeface="+mn-ea"/>
          <a:cs typeface="+mn-cs"/>
        </a:defRPr>
      </a:lvl7pPr>
      <a:lvl8pPr marL="3200464" algn="l" defTabSz="457209" rtl="0" eaLnBrk="1" latinLnBrk="0" hangingPunct="1">
        <a:defRPr sz="1800" kern="1200">
          <a:solidFill>
            <a:schemeClr val="tx1"/>
          </a:solidFill>
          <a:latin typeface="+mn-lt"/>
          <a:ea typeface="+mn-ea"/>
          <a:cs typeface="+mn-cs"/>
        </a:defRPr>
      </a:lvl8pPr>
      <a:lvl9pPr marL="3657673" algn="l" defTabSz="457209"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alphaModFix amt="10000"/>
            <a:lum/>
          </a:blip>
          <a:srcRect/>
          <a:stretch>
            <a:fillRect l="30000" t="30000"/>
          </a:stretch>
        </a:blipFill>
        <a:effectLst/>
      </p:bgPr>
    </p:bg>
    <p:spTree>
      <p:nvGrpSpPr>
        <p:cNvPr id="1" name=""/>
        <p:cNvGrpSpPr/>
        <p:nvPr/>
      </p:nvGrpSpPr>
      <p:grpSpPr>
        <a:xfrm>
          <a:off x="0" y="0"/>
          <a:ext cx="0" cy="0"/>
          <a:chOff x="0" y="0"/>
          <a:chExt cx="0" cy="0"/>
        </a:xfrm>
      </p:grpSpPr>
      <p:pic>
        <p:nvPicPr>
          <p:cNvPr id="7" name="Picture 6" descr="grounds.png"/>
          <p:cNvPicPr>
            <a:picLocks noChangeAspect="1"/>
          </p:cNvPicPr>
          <p:nvPr userDrawn="1"/>
        </p:nvPicPr>
        <p:blipFill rotWithShape="1">
          <a:blip r:embed="rId4">
            <a:extLst>
              <a:ext uri="{28A0092B-C50C-407E-A947-70E740481C1C}">
                <a14:useLocalDpi xmlns:a14="http://schemas.microsoft.com/office/drawing/2010/main" val="0"/>
              </a:ext>
            </a:extLst>
          </a:blip>
          <a:srcRect l="2060" r="15387" b="-16499"/>
          <a:stretch/>
        </p:blipFill>
        <p:spPr>
          <a:xfrm>
            <a:off x="-1" y="0"/>
            <a:ext cx="10986445" cy="7569200"/>
          </a:xfrm>
          <a:prstGeom prst="rect">
            <a:avLst/>
          </a:prstGeom>
        </p:spPr>
      </p:pic>
      <p:pic>
        <p:nvPicPr>
          <p:cNvPr id="8" name="Picture 7" descr="brushedge_solid_blue.png"/>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75" y="5194968"/>
            <a:ext cx="10972800" cy="1676400"/>
          </a:xfrm>
          <a:prstGeom prst="rect">
            <a:avLst/>
          </a:prstGeom>
        </p:spPr>
      </p:pic>
      <p:pic>
        <p:nvPicPr>
          <p:cNvPr id="9" name="Picture 8" descr="UVA_Primary_white.eps"/>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8846127" y="6324412"/>
            <a:ext cx="1623755" cy="333562"/>
          </a:xfrm>
          <a:prstGeom prst="rect">
            <a:avLst/>
          </a:prstGeom>
        </p:spPr>
      </p:pic>
    </p:spTree>
    <p:extLst>
      <p:ext uri="{BB962C8B-B14F-4D97-AF65-F5344CB8AC3E}">
        <p14:creationId xmlns:p14="http://schemas.microsoft.com/office/powerpoint/2010/main" val="449219711"/>
      </p:ext>
    </p:extLst>
  </p:cSld>
  <p:clrMap bg1="lt1" tx1="dk1" bg2="lt2" tx2="dk2" accent1="accent1" accent2="accent2" accent3="accent3" accent4="accent4" accent5="accent5" accent6="accent6" hlink="hlink" folHlink="folHlink"/>
  <p:sldLayoutIdLst>
    <p:sldLayoutId id="2147483671" r:id="rId1"/>
  </p:sldLayoutIdLst>
  <p:hf hdr="0" ftr="0" dt="0"/>
  <p:txStyles>
    <p:titleStyle>
      <a:lvl1pPr algn="ctr" defTabSz="457209" rtl="0" eaLnBrk="1" latinLnBrk="0" hangingPunct="1">
        <a:spcBef>
          <a:spcPct val="0"/>
        </a:spcBef>
        <a:buNone/>
        <a:defRPr sz="4400" kern="1200">
          <a:solidFill>
            <a:schemeClr val="tx1"/>
          </a:solidFill>
          <a:latin typeface="+mj-lt"/>
          <a:ea typeface="+mj-ea"/>
          <a:cs typeface="+mj-cs"/>
        </a:defRPr>
      </a:lvl1pPr>
    </p:titleStyle>
    <p:bodyStyle>
      <a:lvl1pPr marL="342907" indent="-342907" algn="l" defTabSz="457209" rtl="0" eaLnBrk="1" latinLnBrk="0" hangingPunct="1">
        <a:spcBef>
          <a:spcPct val="20000"/>
        </a:spcBef>
        <a:buFont typeface="Arial"/>
        <a:buChar char="•"/>
        <a:defRPr sz="3200" kern="1200">
          <a:solidFill>
            <a:schemeClr val="tx1"/>
          </a:solidFill>
          <a:latin typeface="+mn-lt"/>
          <a:ea typeface="+mn-ea"/>
          <a:cs typeface="+mn-cs"/>
        </a:defRPr>
      </a:lvl1pPr>
      <a:lvl2pPr marL="742965" indent="-285756" algn="l" defTabSz="457209" rtl="0" eaLnBrk="1" latinLnBrk="0" hangingPunct="1">
        <a:spcBef>
          <a:spcPct val="20000"/>
        </a:spcBef>
        <a:buFont typeface="Arial"/>
        <a:buChar char="–"/>
        <a:defRPr sz="2800" kern="1200">
          <a:solidFill>
            <a:schemeClr val="tx1"/>
          </a:solidFill>
          <a:latin typeface="+mn-lt"/>
          <a:ea typeface="+mn-ea"/>
          <a:cs typeface="+mn-cs"/>
        </a:defRPr>
      </a:lvl2pPr>
      <a:lvl3pPr marL="1143023" indent="-228605" algn="l" defTabSz="457209" rtl="0" eaLnBrk="1" latinLnBrk="0" hangingPunct="1">
        <a:spcBef>
          <a:spcPct val="20000"/>
        </a:spcBef>
        <a:buFont typeface="Arial"/>
        <a:buChar char="•"/>
        <a:defRPr sz="2400" kern="1200">
          <a:solidFill>
            <a:schemeClr val="tx1"/>
          </a:solidFill>
          <a:latin typeface="+mn-lt"/>
          <a:ea typeface="+mn-ea"/>
          <a:cs typeface="+mn-cs"/>
        </a:defRPr>
      </a:lvl3pPr>
      <a:lvl4pPr marL="1600232" indent="-228605" algn="l" defTabSz="457209" rtl="0" eaLnBrk="1" latinLnBrk="0" hangingPunct="1">
        <a:spcBef>
          <a:spcPct val="20000"/>
        </a:spcBef>
        <a:buFont typeface="Arial"/>
        <a:buChar char="–"/>
        <a:defRPr sz="2000" kern="1200">
          <a:solidFill>
            <a:schemeClr val="tx1"/>
          </a:solidFill>
          <a:latin typeface="+mn-lt"/>
          <a:ea typeface="+mn-ea"/>
          <a:cs typeface="+mn-cs"/>
        </a:defRPr>
      </a:lvl4pPr>
      <a:lvl5pPr marL="2057441" indent="-228605" algn="l" defTabSz="457209" rtl="0" eaLnBrk="1" latinLnBrk="0" hangingPunct="1">
        <a:spcBef>
          <a:spcPct val="20000"/>
        </a:spcBef>
        <a:buFont typeface="Arial"/>
        <a:buChar char="»"/>
        <a:defRPr sz="2000" kern="1200">
          <a:solidFill>
            <a:schemeClr val="tx1"/>
          </a:solidFill>
          <a:latin typeface="+mn-lt"/>
          <a:ea typeface="+mn-ea"/>
          <a:cs typeface="+mn-cs"/>
        </a:defRPr>
      </a:lvl5pPr>
      <a:lvl6pPr marL="2514650" indent="-228605" algn="l" defTabSz="457209" rtl="0" eaLnBrk="1" latinLnBrk="0" hangingPunct="1">
        <a:spcBef>
          <a:spcPct val="20000"/>
        </a:spcBef>
        <a:buFont typeface="Arial"/>
        <a:buChar char="•"/>
        <a:defRPr sz="2000" kern="1200">
          <a:solidFill>
            <a:schemeClr val="tx1"/>
          </a:solidFill>
          <a:latin typeface="+mn-lt"/>
          <a:ea typeface="+mn-ea"/>
          <a:cs typeface="+mn-cs"/>
        </a:defRPr>
      </a:lvl6pPr>
      <a:lvl7pPr marL="2971859" indent="-228605" algn="l" defTabSz="457209" rtl="0" eaLnBrk="1" latinLnBrk="0" hangingPunct="1">
        <a:spcBef>
          <a:spcPct val="20000"/>
        </a:spcBef>
        <a:buFont typeface="Arial"/>
        <a:buChar char="•"/>
        <a:defRPr sz="2000" kern="1200">
          <a:solidFill>
            <a:schemeClr val="tx1"/>
          </a:solidFill>
          <a:latin typeface="+mn-lt"/>
          <a:ea typeface="+mn-ea"/>
          <a:cs typeface="+mn-cs"/>
        </a:defRPr>
      </a:lvl7pPr>
      <a:lvl8pPr marL="3429069" indent="-228605" algn="l" defTabSz="457209" rtl="0" eaLnBrk="1" latinLnBrk="0" hangingPunct="1">
        <a:spcBef>
          <a:spcPct val="20000"/>
        </a:spcBef>
        <a:buFont typeface="Arial"/>
        <a:buChar char="•"/>
        <a:defRPr sz="2000" kern="1200">
          <a:solidFill>
            <a:schemeClr val="tx1"/>
          </a:solidFill>
          <a:latin typeface="+mn-lt"/>
          <a:ea typeface="+mn-ea"/>
          <a:cs typeface="+mn-cs"/>
        </a:defRPr>
      </a:lvl8pPr>
      <a:lvl9pPr marL="3886278" indent="-228605" algn="l" defTabSz="45720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9" rtl="0" eaLnBrk="1" latinLnBrk="0" hangingPunct="1">
        <a:defRPr sz="1800" kern="1200">
          <a:solidFill>
            <a:schemeClr val="tx1"/>
          </a:solidFill>
          <a:latin typeface="+mn-lt"/>
          <a:ea typeface="+mn-ea"/>
          <a:cs typeface="+mn-cs"/>
        </a:defRPr>
      </a:lvl1pPr>
      <a:lvl2pPr marL="457209" algn="l" defTabSz="457209" rtl="0" eaLnBrk="1" latinLnBrk="0" hangingPunct="1">
        <a:defRPr sz="1800" kern="1200">
          <a:solidFill>
            <a:schemeClr val="tx1"/>
          </a:solidFill>
          <a:latin typeface="+mn-lt"/>
          <a:ea typeface="+mn-ea"/>
          <a:cs typeface="+mn-cs"/>
        </a:defRPr>
      </a:lvl2pPr>
      <a:lvl3pPr marL="914418" algn="l" defTabSz="457209" rtl="0" eaLnBrk="1" latinLnBrk="0" hangingPunct="1">
        <a:defRPr sz="1800" kern="1200">
          <a:solidFill>
            <a:schemeClr val="tx1"/>
          </a:solidFill>
          <a:latin typeface="+mn-lt"/>
          <a:ea typeface="+mn-ea"/>
          <a:cs typeface="+mn-cs"/>
        </a:defRPr>
      </a:lvl3pPr>
      <a:lvl4pPr marL="1371627" algn="l" defTabSz="457209" rtl="0" eaLnBrk="1" latinLnBrk="0" hangingPunct="1">
        <a:defRPr sz="1800" kern="1200">
          <a:solidFill>
            <a:schemeClr val="tx1"/>
          </a:solidFill>
          <a:latin typeface="+mn-lt"/>
          <a:ea typeface="+mn-ea"/>
          <a:cs typeface="+mn-cs"/>
        </a:defRPr>
      </a:lvl4pPr>
      <a:lvl5pPr marL="1828837" algn="l" defTabSz="457209" rtl="0" eaLnBrk="1" latinLnBrk="0" hangingPunct="1">
        <a:defRPr sz="1800" kern="1200">
          <a:solidFill>
            <a:schemeClr val="tx1"/>
          </a:solidFill>
          <a:latin typeface="+mn-lt"/>
          <a:ea typeface="+mn-ea"/>
          <a:cs typeface="+mn-cs"/>
        </a:defRPr>
      </a:lvl5pPr>
      <a:lvl6pPr marL="2286046" algn="l" defTabSz="457209" rtl="0" eaLnBrk="1" latinLnBrk="0" hangingPunct="1">
        <a:defRPr sz="1800" kern="1200">
          <a:solidFill>
            <a:schemeClr val="tx1"/>
          </a:solidFill>
          <a:latin typeface="+mn-lt"/>
          <a:ea typeface="+mn-ea"/>
          <a:cs typeface="+mn-cs"/>
        </a:defRPr>
      </a:lvl6pPr>
      <a:lvl7pPr marL="2743255" algn="l" defTabSz="457209" rtl="0" eaLnBrk="1" latinLnBrk="0" hangingPunct="1">
        <a:defRPr sz="1800" kern="1200">
          <a:solidFill>
            <a:schemeClr val="tx1"/>
          </a:solidFill>
          <a:latin typeface="+mn-lt"/>
          <a:ea typeface="+mn-ea"/>
          <a:cs typeface="+mn-cs"/>
        </a:defRPr>
      </a:lvl7pPr>
      <a:lvl8pPr marL="3200464" algn="l" defTabSz="457209" rtl="0" eaLnBrk="1" latinLnBrk="0" hangingPunct="1">
        <a:defRPr sz="1800" kern="1200">
          <a:solidFill>
            <a:schemeClr val="tx1"/>
          </a:solidFill>
          <a:latin typeface="+mn-lt"/>
          <a:ea typeface="+mn-ea"/>
          <a:cs typeface="+mn-cs"/>
        </a:defRPr>
      </a:lvl8pPr>
      <a:lvl9pPr marL="3657673" algn="l" defTabSz="457209"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7">
            <a:alphaModFix amt="10000"/>
            <a:lum/>
          </a:blip>
          <a:srcRect/>
          <a:stretch>
            <a:fillRect l="30000" t="30000"/>
          </a:stretch>
        </a:blipFill>
        <a:effectLst/>
      </p:bgPr>
    </p:bg>
    <p:spTree>
      <p:nvGrpSpPr>
        <p:cNvPr id="1" name=""/>
        <p:cNvGrpSpPr/>
        <p:nvPr/>
      </p:nvGrpSpPr>
      <p:grpSpPr>
        <a:xfrm>
          <a:off x="0" y="0"/>
          <a:ext cx="0" cy="0"/>
          <a:chOff x="0" y="0"/>
          <a:chExt cx="0" cy="0"/>
        </a:xfrm>
      </p:grpSpPr>
      <p:sp>
        <p:nvSpPr>
          <p:cNvPr id="7" name="Rectangle 3"/>
          <p:cNvSpPr/>
          <p:nvPr userDrawn="1"/>
        </p:nvSpPr>
        <p:spPr>
          <a:xfrm>
            <a:off x="-17653" y="5978150"/>
            <a:ext cx="11004097" cy="936363"/>
          </a:xfrm>
          <a:custGeom>
            <a:avLst/>
            <a:gdLst>
              <a:gd name="connsiteX0" fmla="*/ 0 w 9144000"/>
              <a:gd name="connsiteY0" fmla="*/ 0 h 854363"/>
              <a:gd name="connsiteX1" fmla="*/ 9144000 w 9144000"/>
              <a:gd name="connsiteY1" fmla="*/ 0 h 854363"/>
              <a:gd name="connsiteX2" fmla="*/ 9144000 w 9144000"/>
              <a:gd name="connsiteY2" fmla="*/ 854363 h 854363"/>
              <a:gd name="connsiteX3" fmla="*/ 0 w 9144000"/>
              <a:gd name="connsiteY3" fmla="*/ 854363 h 854363"/>
              <a:gd name="connsiteX4" fmla="*/ 0 w 9144000"/>
              <a:gd name="connsiteY4" fmla="*/ 0 h 854363"/>
              <a:gd name="connsiteX0" fmla="*/ 0 w 9182100"/>
              <a:gd name="connsiteY0" fmla="*/ 0 h 854363"/>
              <a:gd name="connsiteX1" fmla="*/ 9182100 w 9182100"/>
              <a:gd name="connsiteY1" fmla="*/ 342900 h 854363"/>
              <a:gd name="connsiteX2" fmla="*/ 9144000 w 9182100"/>
              <a:gd name="connsiteY2" fmla="*/ 854363 h 854363"/>
              <a:gd name="connsiteX3" fmla="*/ 0 w 9182100"/>
              <a:gd name="connsiteY3" fmla="*/ 854363 h 854363"/>
              <a:gd name="connsiteX4" fmla="*/ 0 w 9182100"/>
              <a:gd name="connsiteY4" fmla="*/ 0 h 854363"/>
              <a:gd name="connsiteX0" fmla="*/ 0 w 9144000"/>
              <a:gd name="connsiteY0" fmla="*/ 0 h 854363"/>
              <a:gd name="connsiteX1" fmla="*/ 9104113 w 9144000"/>
              <a:gd name="connsiteY1" fmla="*/ 342900 h 854363"/>
              <a:gd name="connsiteX2" fmla="*/ 9144000 w 9144000"/>
              <a:gd name="connsiteY2" fmla="*/ 854363 h 854363"/>
              <a:gd name="connsiteX3" fmla="*/ 0 w 9144000"/>
              <a:gd name="connsiteY3" fmla="*/ 854363 h 854363"/>
              <a:gd name="connsiteX4" fmla="*/ 0 w 9144000"/>
              <a:gd name="connsiteY4" fmla="*/ 0 h 854363"/>
              <a:gd name="connsiteX0" fmla="*/ 0 w 9148677"/>
              <a:gd name="connsiteY0" fmla="*/ 0 h 854363"/>
              <a:gd name="connsiteX1" fmla="*/ 9148677 w 9148677"/>
              <a:gd name="connsiteY1" fmla="*/ 220361 h 854363"/>
              <a:gd name="connsiteX2" fmla="*/ 9144000 w 9148677"/>
              <a:gd name="connsiteY2" fmla="*/ 854363 h 854363"/>
              <a:gd name="connsiteX3" fmla="*/ 0 w 9148677"/>
              <a:gd name="connsiteY3" fmla="*/ 854363 h 854363"/>
              <a:gd name="connsiteX4" fmla="*/ 0 w 9148677"/>
              <a:gd name="connsiteY4" fmla="*/ 0 h 854363"/>
              <a:gd name="connsiteX0" fmla="*/ 0 w 9155141"/>
              <a:gd name="connsiteY0" fmla="*/ 0 h 887783"/>
              <a:gd name="connsiteX1" fmla="*/ 9148677 w 9155141"/>
              <a:gd name="connsiteY1" fmla="*/ 220361 h 887783"/>
              <a:gd name="connsiteX2" fmla="*/ 9155141 w 9155141"/>
              <a:gd name="connsiteY2" fmla="*/ 887783 h 887783"/>
              <a:gd name="connsiteX3" fmla="*/ 0 w 9155141"/>
              <a:gd name="connsiteY3" fmla="*/ 854363 h 887783"/>
              <a:gd name="connsiteX4" fmla="*/ 0 w 9155141"/>
              <a:gd name="connsiteY4" fmla="*/ 0 h 887783"/>
              <a:gd name="connsiteX0" fmla="*/ 0 w 9155141"/>
              <a:gd name="connsiteY0" fmla="*/ 0 h 887783"/>
              <a:gd name="connsiteX1" fmla="*/ 9148677 w 9155141"/>
              <a:gd name="connsiteY1" fmla="*/ 26126 h 887783"/>
              <a:gd name="connsiteX2" fmla="*/ 9155141 w 9155141"/>
              <a:gd name="connsiteY2" fmla="*/ 887783 h 887783"/>
              <a:gd name="connsiteX3" fmla="*/ 0 w 9155141"/>
              <a:gd name="connsiteY3" fmla="*/ 854363 h 887783"/>
              <a:gd name="connsiteX4" fmla="*/ 0 w 9155141"/>
              <a:gd name="connsiteY4" fmla="*/ 0 h 887783"/>
              <a:gd name="connsiteX0" fmla="*/ 29883 w 9155141"/>
              <a:gd name="connsiteY0" fmla="*/ 257757 h 861657"/>
              <a:gd name="connsiteX1" fmla="*/ 9148677 w 9155141"/>
              <a:gd name="connsiteY1" fmla="*/ 0 h 861657"/>
              <a:gd name="connsiteX2" fmla="*/ 9155141 w 9155141"/>
              <a:gd name="connsiteY2" fmla="*/ 861657 h 861657"/>
              <a:gd name="connsiteX3" fmla="*/ 0 w 9155141"/>
              <a:gd name="connsiteY3" fmla="*/ 828237 h 861657"/>
              <a:gd name="connsiteX4" fmla="*/ 29883 w 9155141"/>
              <a:gd name="connsiteY4" fmla="*/ 257757 h 861657"/>
              <a:gd name="connsiteX0" fmla="*/ 29883 w 9155141"/>
              <a:gd name="connsiteY0" fmla="*/ 332463 h 936363"/>
              <a:gd name="connsiteX1" fmla="*/ 9148677 w 9155141"/>
              <a:gd name="connsiteY1" fmla="*/ 0 h 936363"/>
              <a:gd name="connsiteX2" fmla="*/ 9155141 w 9155141"/>
              <a:gd name="connsiteY2" fmla="*/ 936363 h 936363"/>
              <a:gd name="connsiteX3" fmla="*/ 0 w 9155141"/>
              <a:gd name="connsiteY3" fmla="*/ 902943 h 936363"/>
              <a:gd name="connsiteX4" fmla="*/ 29883 w 9155141"/>
              <a:gd name="connsiteY4" fmla="*/ 332463 h 936363"/>
              <a:gd name="connsiteX0" fmla="*/ 0 w 9170081"/>
              <a:gd name="connsiteY0" fmla="*/ 272698 h 936363"/>
              <a:gd name="connsiteX1" fmla="*/ 9163617 w 9170081"/>
              <a:gd name="connsiteY1" fmla="*/ 0 h 936363"/>
              <a:gd name="connsiteX2" fmla="*/ 9170081 w 9170081"/>
              <a:gd name="connsiteY2" fmla="*/ 936363 h 936363"/>
              <a:gd name="connsiteX3" fmla="*/ 14940 w 9170081"/>
              <a:gd name="connsiteY3" fmla="*/ 902943 h 936363"/>
              <a:gd name="connsiteX4" fmla="*/ 0 w 9170081"/>
              <a:gd name="connsiteY4" fmla="*/ 272698 h 936363"/>
              <a:gd name="connsiteX0" fmla="*/ 0 w 9170081"/>
              <a:gd name="connsiteY0" fmla="*/ 374298 h 936363"/>
              <a:gd name="connsiteX1" fmla="*/ 9163617 w 9170081"/>
              <a:gd name="connsiteY1" fmla="*/ 0 h 936363"/>
              <a:gd name="connsiteX2" fmla="*/ 9170081 w 9170081"/>
              <a:gd name="connsiteY2" fmla="*/ 936363 h 936363"/>
              <a:gd name="connsiteX3" fmla="*/ 14940 w 9170081"/>
              <a:gd name="connsiteY3" fmla="*/ 902943 h 936363"/>
              <a:gd name="connsiteX4" fmla="*/ 0 w 9170081"/>
              <a:gd name="connsiteY4" fmla="*/ 374298 h 936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0081" h="936363">
                <a:moveTo>
                  <a:pt x="0" y="374298"/>
                </a:moveTo>
                <a:lnTo>
                  <a:pt x="9163617" y="0"/>
                </a:lnTo>
                <a:cubicBezTo>
                  <a:pt x="9165772" y="222474"/>
                  <a:pt x="9167926" y="713889"/>
                  <a:pt x="9170081" y="936363"/>
                </a:cubicBezTo>
                <a:lnTo>
                  <a:pt x="14940" y="902943"/>
                </a:lnTo>
                <a:lnTo>
                  <a:pt x="0" y="374298"/>
                </a:lnTo>
                <a:close/>
              </a:path>
            </a:pathLst>
          </a:custGeom>
          <a:solidFill>
            <a:srgbClr val="012158"/>
          </a:solidFill>
          <a:ln>
            <a:solidFill>
              <a:schemeClr val="tx2">
                <a:lumMod val="75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sz="1800"/>
          </a:p>
        </p:txBody>
      </p:sp>
      <p:pic>
        <p:nvPicPr>
          <p:cNvPr id="8" name="Picture 7" descr="UVA_Primary_white.eps"/>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8846127" y="6324412"/>
            <a:ext cx="1623755" cy="333562"/>
          </a:xfrm>
          <a:prstGeom prst="rect">
            <a:avLst/>
          </a:prstGeom>
        </p:spPr>
      </p:pic>
      <p:sp>
        <p:nvSpPr>
          <p:cNvPr id="9" name="Slide Number Placeholder 5"/>
          <p:cNvSpPr>
            <a:spLocks noGrp="1"/>
          </p:cNvSpPr>
          <p:nvPr>
            <p:ph type="sldNum" sz="quarter" idx="4"/>
          </p:nvPr>
        </p:nvSpPr>
        <p:spPr>
          <a:xfrm>
            <a:off x="354677" y="6460258"/>
            <a:ext cx="2560320" cy="365125"/>
          </a:xfrm>
          <a:prstGeom prst="rect">
            <a:avLst/>
          </a:prstGeom>
        </p:spPr>
        <p:txBody>
          <a:bodyPr vert="horz" lIns="91440" tIns="45720" rIns="91440" bIns="45720" rtlCol="0" anchor="ctr"/>
          <a:lstStyle>
            <a:lvl1pPr algn="l">
              <a:defRPr sz="1800" baseline="0">
                <a:solidFill>
                  <a:schemeClr val="bg1"/>
                </a:solidFill>
                <a:latin typeface="ITC Franklin Gothic Std Book Extra Compressed"/>
              </a:defRPr>
            </a:lvl1pPr>
          </a:lstStyle>
          <a:p>
            <a:fld id="{0F418C06-167A-E646-9EF6-18275B625F6B}" type="slidenum">
              <a:rPr lang="en-US" smtClean="0"/>
              <a:pPr/>
              <a:t>‹#›</a:t>
            </a:fld>
            <a:endParaRPr lang="en-US"/>
          </a:p>
        </p:txBody>
      </p:sp>
    </p:spTree>
    <p:extLst>
      <p:ext uri="{BB962C8B-B14F-4D97-AF65-F5344CB8AC3E}">
        <p14:creationId xmlns:p14="http://schemas.microsoft.com/office/powerpoint/2010/main" val="1787865795"/>
      </p:ext>
    </p:extLst>
  </p:cSld>
  <p:clrMap bg1="lt1" tx1="dk1" bg2="lt2" tx2="dk2" accent1="accent1" accent2="accent2" accent3="accent3" accent4="accent4" accent5="accent5" accent6="accent6" hlink="hlink" folHlink="folHlink"/>
  <p:sldLayoutIdLst>
    <p:sldLayoutId id="2147483679" r:id="rId1"/>
    <p:sldLayoutId id="2147483659" r:id="rId2"/>
    <p:sldLayoutId id="2147483660" r:id="rId3"/>
    <p:sldLayoutId id="2147483662" r:id="rId4"/>
    <p:sldLayoutId id="2147483663" r:id="rId5"/>
  </p:sldLayoutIdLst>
  <p:hf hdr="0" ftr="0" dt="0"/>
  <p:txStyles>
    <p:titleStyle>
      <a:lvl1pPr algn="ctr" defTabSz="457209" rtl="0" eaLnBrk="1" latinLnBrk="0" hangingPunct="1">
        <a:spcBef>
          <a:spcPct val="0"/>
        </a:spcBef>
        <a:buNone/>
        <a:defRPr sz="4400" kern="1200">
          <a:solidFill>
            <a:schemeClr val="tx1"/>
          </a:solidFill>
          <a:latin typeface="+mj-lt"/>
          <a:ea typeface="+mj-ea"/>
          <a:cs typeface="+mj-cs"/>
        </a:defRPr>
      </a:lvl1pPr>
    </p:titleStyle>
    <p:bodyStyle>
      <a:lvl1pPr marL="342907" indent="-342907" algn="l" defTabSz="457209" rtl="0" eaLnBrk="1" latinLnBrk="0" hangingPunct="1">
        <a:spcBef>
          <a:spcPct val="20000"/>
        </a:spcBef>
        <a:buFont typeface="Arial"/>
        <a:buChar char="•"/>
        <a:defRPr sz="3200" kern="1200">
          <a:solidFill>
            <a:schemeClr val="tx1"/>
          </a:solidFill>
          <a:latin typeface="+mn-lt"/>
          <a:ea typeface="+mn-ea"/>
          <a:cs typeface="+mn-cs"/>
        </a:defRPr>
      </a:lvl1pPr>
      <a:lvl2pPr marL="742965" indent="-285756" algn="l" defTabSz="457209" rtl="0" eaLnBrk="1" latinLnBrk="0" hangingPunct="1">
        <a:spcBef>
          <a:spcPct val="20000"/>
        </a:spcBef>
        <a:buFont typeface="Arial"/>
        <a:buChar char="–"/>
        <a:defRPr sz="2800" kern="1200">
          <a:solidFill>
            <a:schemeClr val="tx1"/>
          </a:solidFill>
          <a:latin typeface="+mn-lt"/>
          <a:ea typeface="+mn-ea"/>
          <a:cs typeface="+mn-cs"/>
        </a:defRPr>
      </a:lvl2pPr>
      <a:lvl3pPr marL="1143023" indent="-228605" algn="l" defTabSz="457209" rtl="0" eaLnBrk="1" latinLnBrk="0" hangingPunct="1">
        <a:spcBef>
          <a:spcPct val="20000"/>
        </a:spcBef>
        <a:buFont typeface="Arial"/>
        <a:buChar char="•"/>
        <a:defRPr sz="2400" kern="1200">
          <a:solidFill>
            <a:schemeClr val="tx1"/>
          </a:solidFill>
          <a:latin typeface="+mn-lt"/>
          <a:ea typeface="+mn-ea"/>
          <a:cs typeface="+mn-cs"/>
        </a:defRPr>
      </a:lvl3pPr>
      <a:lvl4pPr marL="1600232" indent="-228605" algn="l" defTabSz="457209" rtl="0" eaLnBrk="1" latinLnBrk="0" hangingPunct="1">
        <a:spcBef>
          <a:spcPct val="20000"/>
        </a:spcBef>
        <a:buFont typeface="Arial"/>
        <a:buChar char="–"/>
        <a:defRPr sz="2000" kern="1200">
          <a:solidFill>
            <a:schemeClr val="tx1"/>
          </a:solidFill>
          <a:latin typeface="+mn-lt"/>
          <a:ea typeface="+mn-ea"/>
          <a:cs typeface="+mn-cs"/>
        </a:defRPr>
      </a:lvl4pPr>
      <a:lvl5pPr marL="2057441" indent="-228605" algn="l" defTabSz="457209" rtl="0" eaLnBrk="1" latinLnBrk="0" hangingPunct="1">
        <a:spcBef>
          <a:spcPct val="20000"/>
        </a:spcBef>
        <a:buFont typeface="Arial"/>
        <a:buChar char="»"/>
        <a:defRPr sz="2000" kern="1200">
          <a:solidFill>
            <a:schemeClr val="tx1"/>
          </a:solidFill>
          <a:latin typeface="+mn-lt"/>
          <a:ea typeface="+mn-ea"/>
          <a:cs typeface="+mn-cs"/>
        </a:defRPr>
      </a:lvl5pPr>
      <a:lvl6pPr marL="2514650" indent="-228605" algn="l" defTabSz="457209" rtl="0" eaLnBrk="1" latinLnBrk="0" hangingPunct="1">
        <a:spcBef>
          <a:spcPct val="20000"/>
        </a:spcBef>
        <a:buFont typeface="Arial"/>
        <a:buChar char="•"/>
        <a:defRPr sz="2000" kern="1200">
          <a:solidFill>
            <a:schemeClr val="tx1"/>
          </a:solidFill>
          <a:latin typeface="+mn-lt"/>
          <a:ea typeface="+mn-ea"/>
          <a:cs typeface="+mn-cs"/>
        </a:defRPr>
      </a:lvl6pPr>
      <a:lvl7pPr marL="2971859" indent="-228605" algn="l" defTabSz="457209" rtl="0" eaLnBrk="1" latinLnBrk="0" hangingPunct="1">
        <a:spcBef>
          <a:spcPct val="20000"/>
        </a:spcBef>
        <a:buFont typeface="Arial"/>
        <a:buChar char="•"/>
        <a:defRPr sz="2000" kern="1200">
          <a:solidFill>
            <a:schemeClr val="tx1"/>
          </a:solidFill>
          <a:latin typeface="+mn-lt"/>
          <a:ea typeface="+mn-ea"/>
          <a:cs typeface="+mn-cs"/>
        </a:defRPr>
      </a:lvl7pPr>
      <a:lvl8pPr marL="3429069" indent="-228605" algn="l" defTabSz="457209" rtl="0" eaLnBrk="1" latinLnBrk="0" hangingPunct="1">
        <a:spcBef>
          <a:spcPct val="20000"/>
        </a:spcBef>
        <a:buFont typeface="Arial"/>
        <a:buChar char="•"/>
        <a:defRPr sz="2000" kern="1200">
          <a:solidFill>
            <a:schemeClr val="tx1"/>
          </a:solidFill>
          <a:latin typeface="+mn-lt"/>
          <a:ea typeface="+mn-ea"/>
          <a:cs typeface="+mn-cs"/>
        </a:defRPr>
      </a:lvl8pPr>
      <a:lvl9pPr marL="3886278" indent="-228605" algn="l" defTabSz="45720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9" rtl="0" eaLnBrk="1" latinLnBrk="0" hangingPunct="1">
        <a:defRPr sz="1800" kern="1200">
          <a:solidFill>
            <a:schemeClr val="tx1"/>
          </a:solidFill>
          <a:latin typeface="+mn-lt"/>
          <a:ea typeface="+mn-ea"/>
          <a:cs typeface="+mn-cs"/>
        </a:defRPr>
      </a:lvl1pPr>
      <a:lvl2pPr marL="457209" algn="l" defTabSz="457209" rtl="0" eaLnBrk="1" latinLnBrk="0" hangingPunct="1">
        <a:defRPr sz="1800" kern="1200">
          <a:solidFill>
            <a:schemeClr val="tx1"/>
          </a:solidFill>
          <a:latin typeface="+mn-lt"/>
          <a:ea typeface="+mn-ea"/>
          <a:cs typeface="+mn-cs"/>
        </a:defRPr>
      </a:lvl2pPr>
      <a:lvl3pPr marL="914418" algn="l" defTabSz="457209" rtl="0" eaLnBrk="1" latinLnBrk="0" hangingPunct="1">
        <a:defRPr sz="1800" kern="1200">
          <a:solidFill>
            <a:schemeClr val="tx1"/>
          </a:solidFill>
          <a:latin typeface="+mn-lt"/>
          <a:ea typeface="+mn-ea"/>
          <a:cs typeface="+mn-cs"/>
        </a:defRPr>
      </a:lvl3pPr>
      <a:lvl4pPr marL="1371627" algn="l" defTabSz="457209" rtl="0" eaLnBrk="1" latinLnBrk="0" hangingPunct="1">
        <a:defRPr sz="1800" kern="1200">
          <a:solidFill>
            <a:schemeClr val="tx1"/>
          </a:solidFill>
          <a:latin typeface="+mn-lt"/>
          <a:ea typeface="+mn-ea"/>
          <a:cs typeface="+mn-cs"/>
        </a:defRPr>
      </a:lvl4pPr>
      <a:lvl5pPr marL="1828837" algn="l" defTabSz="457209" rtl="0" eaLnBrk="1" latinLnBrk="0" hangingPunct="1">
        <a:defRPr sz="1800" kern="1200">
          <a:solidFill>
            <a:schemeClr val="tx1"/>
          </a:solidFill>
          <a:latin typeface="+mn-lt"/>
          <a:ea typeface="+mn-ea"/>
          <a:cs typeface="+mn-cs"/>
        </a:defRPr>
      </a:lvl5pPr>
      <a:lvl6pPr marL="2286046" algn="l" defTabSz="457209" rtl="0" eaLnBrk="1" latinLnBrk="0" hangingPunct="1">
        <a:defRPr sz="1800" kern="1200">
          <a:solidFill>
            <a:schemeClr val="tx1"/>
          </a:solidFill>
          <a:latin typeface="+mn-lt"/>
          <a:ea typeface="+mn-ea"/>
          <a:cs typeface="+mn-cs"/>
        </a:defRPr>
      </a:lvl6pPr>
      <a:lvl7pPr marL="2743255" algn="l" defTabSz="457209" rtl="0" eaLnBrk="1" latinLnBrk="0" hangingPunct="1">
        <a:defRPr sz="1800" kern="1200">
          <a:solidFill>
            <a:schemeClr val="tx1"/>
          </a:solidFill>
          <a:latin typeface="+mn-lt"/>
          <a:ea typeface="+mn-ea"/>
          <a:cs typeface="+mn-cs"/>
        </a:defRPr>
      </a:lvl7pPr>
      <a:lvl8pPr marL="3200464" algn="l" defTabSz="457209" rtl="0" eaLnBrk="1" latinLnBrk="0" hangingPunct="1">
        <a:defRPr sz="1800" kern="1200">
          <a:solidFill>
            <a:schemeClr val="tx1"/>
          </a:solidFill>
          <a:latin typeface="+mn-lt"/>
          <a:ea typeface="+mn-ea"/>
          <a:cs typeface="+mn-cs"/>
        </a:defRPr>
      </a:lvl8pPr>
      <a:lvl9pPr marL="3657673" algn="l" defTabSz="457209"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alphaModFix amt="10000"/>
            <a:lum/>
          </a:blip>
          <a:srcRect/>
          <a:stretch>
            <a:fillRect l="30000" t="30000"/>
          </a:stretch>
        </a:blipFill>
        <a:effectLst/>
      </p:bgPr>
    </p:bg>
    <p:spTree>
      <p:nvGrpSpPr>
        <p:cNvPr id="1" name=""/>
        <p:cNvGrpSpPr/>
        <p:nvPr/>
      </p:nvGrpSpPr>
      <p:grpSpPr>
        <a:xfrm>
          <a:off x="0" y="0"/>
          <a:ext cx="0" cy="0"/>
          <a:chOff x="0" y="0"/>
          <a:chExt cx="0" cy="0"/>
        </a:xfrm>
      </p:grpSpPr>
      <p:pic>
        <p:nvPicPr>
          <p:cNvPr id="7" name="Picture 6" descr="grounds.png"/>
          <p:cNvPicPr>
            <a:picLocks noChangeAspect="1"/>
          </p:cNvPicPr>
          <p:nvPr userDrawn="1"/>
        </p:nvPicPr>
        <p:blipFill rotWithShape="1">
          <a:blip r:embed="rId4">
            <a:extLst>
              <a:ext uri="{28A0092B-C50C-407E-A947-70E740481C1C}">
                <a14:useLocalDpi xmlns:a14="http://schemas.microsoft.com/office/drawing/2010/main" val="0"/>
              </a:ext>
            </a:extLst>
          </a:blip>
          <a:srcRect l="2060" r="15387" b="-16499"/>
          <a:stretch/>
        </p:blipFill>
        <p:spPr>
          <a:xfrm>
            <a:off x="-1" y="0"/>
            <a:ext cx="10986445" cy="7569200"/>
          </a:xfrm>
          <a:prstGeom prst="rect">
            <a:avLst/>
          </a:prstGeom>
        </p:spPr>
      </p:pic>
      <p:sp>
        <p:nvSpPr>
          <p:cNvPr id="8" name="Rectangle 3"/>
          <p:cNvSpPr/>
          <p:nvPr userDrawn="1"/>
        </p:nvSpPr>
        <p:spPr>
          <a:xfrm>
            <a:off x="-17653" y="5978150"/>
            <a:ext cx="11004097" cy="936363"/>
          </a:xfrm>
          <a:custGeom>
            <a:avLst/>
            <a:gdLst>
              <a:gd name="connsiteX0" fmla="*/ 0 w 9144000"/>
              <a:gd name="connsiteY0" fmla="*/ 0 h 854363"/>
              <a:gd name="connsiteX1" fmla="*/ 9144000 w 9144000"/>
              <a:gd name="connsiteY1" fmla="*/ 0 h 854363"/>
              <a:gd name="connsiteX2" fmla="*/ 9144000 w 9144000"/>
              <a:gd name="connsiteY2" fmla="*/ 854363 h 854363"/>
              <a:gd name="connsiteX3" fmla="*/ 0 w 9144000"/>
              <a:gd name="connsiteY3" fmla="*/ 854363 h 854363"/>
              <a:gd name="connsiteX4" fmla="*/ 0 w 9144000"/>
              <a:gd name="connsiteY4" fmla="*/ 0 h 854363"/>
              <a:gd name="connsiteX0" fmla="*/ 0 w 9182100"/>
              <a:gd name="connsiteY0" fmla="*/ 0 h 854363"/>
              <a:gd name="connsiteX1" fmla="*/ 9182100 w 9182100"/>
              <a:gd name="connsiteY1" fmla="*/ 342900 h 854363"/>
              <a:gd name="connsiteX2" fmla="*/ 9144000 w 9182100"/>
              <a:gd name="connsiteY2" fmla="*/ 854363 h 854363"/>
              <a:gd name="connsiteX3" fmla="*/ 0 w 9182100"/>
              <a:gd name="connsiteY3" fmla="*/ 854363 h 854363"/>
              <a:gd name="connsiteX4" fmla="*/ 0 w 9182100"/>
              <a:gd name="connsiteY4" fmla="*/ 0 h 854363"/>
              <a:gd name="connsiteX0" fmla="*/ 0 w 9144000"/>
              <a:gd name="connsiteY0" fmla="*/ 0 h 854363"/>
              <a:gd name="connsiteX1" fmla="*/ 9104113 w 9144000"/>
              <a:gd name="connsiteY1" fmla="*/ 342900 h 854363"/>
              <a:gd name="connsiteX2" fmla="*/ 9144000 w 9144000"/>
              <a:gd name="connsiteY2" fmla="*/ 854363 h 854363"/>
              <a:gd name="connsiteX3" fmla="*/ 0 w 9144000"/>
              <a:gd name="connsiteY3" fmla="*/ 854363 h 854363"/>
              <a:gd name="connsiteX4" fmla="*/ 0 w 9144000"/>
              <a:gd name="connsiteY4" fmla="*/ 0 h 854363"/>
              <a:gd name="connsiteX0" fmla="*/ 0 w 9148677"/>
              <a:gd name="connsiteY0" fmla="*/ 0 h 854363"/>
              <a:gd name="connsiteX1" fmla="*/ 9148677 w 9148677"/>
              <a:gd name="connsiteY1" fmla="*/ 220361 h 854363"/>
              <a:gd name="connsiteX2" fmla="*/ 9144000 w 9148677"/>
              <a:gd name="connsiteY2" fmla="*/ 854363 h 854363"/>
              <a:gd name="connsiteX3" fmla="*/ 0 w 9148677"/>
              <a:gd name="connsiteY3" fmla="*/ 854363 h 854363"/>
              <a:gd name="connsiteX4" fmla="*/ 0 w 9148677"/>
              <a:gd name="connsiteY4" fmla="*/ 0 h 854363"/>
              <a:gd name="connsiteX0" fmla="*/ 0 w 9155141"/>
              <a:gd name="connsiteY0" fmla="*/ 0 h 887783"/>
              <a:gd name="connsiteX1" fmla="*/ 9148677 w 9155141"/>
              <a:gd name="connsiteY1" fmla="*/ 220361 h 887783"/>
              <a:gd name="connsiteX2" fmla="*/ 9155141 w 9155141"/>
              <a:gd name="connsiteY2" fmla="*/ 887783 h 887783"/>
              <a:gd name="connsiteX3" fmla="*/ 0 w 9155141"/>
              <a:gd name="connsiteY3" fmla="*/ 854363 h 887783"/>
              <a:gd name="connsiteX4" fmla="*/ 0 w 9155141"/>
              <a:gd name="connsiteY4" fmla="*/ 0 h 887783"/>
              <a:gd name="connsiteX0" fmla="*/ 0 w 9155141"/>
              <a:gd name="connsiteY0" fmla="*/ 0 h 887783"/>
              <a:gd name="connsiteX1" fmla="*/ 9148677 w 9155141"/>
              <a:gd name="connsiteY1" fmla="*/ 26126 h 887783"/>
              <a:gd name="connsiteX2" fmla="*/ 9155141 w 9155141"/>
              <a:gd name="connsiteY2" fmla="*/ 887783 h 887783"/>
              <a:gd name="connsiteX3" fmla="*/ 0 w 9155141"/>
              <a:gd name="connsiteY3" fmla="*/ 854363 h 887783"/>
              <a:gd name="connsiteX4" fmla="*/ 0 w 9155141"/>
              <a:gd name="connsiteY4" fmla="*/ 0 h 887783"/>
              <a:gd name="connsiteX0" fmla="*/ 29883 w 9155141"/>
              <a:gd name="connsiteY0" fmla="*/ 257757 h 861657"/>
              <a:gd name="connsiteX1" fmla="*/ 9148677 w 9155141"/>
              <a:gd name="connsiteY1" fmla="*/ 0 h 861657"/>
              <a:gd name="connsiteX2" fmla="*/ 9155141 w 9155141"/>
              <a:gd name="connsiteY2" fmla="*/ 861657 h 861657"/>
              <a:gd name="connsiteX3" fmla="*/ 0 w 9155141"/>
              <a:gd name="connsiteY3" fmla="*/ 828237 h 861657"/>
              <a:gd name="connsiteX4" fmla="*/ 29883 w 9155141"/>
              <a:gd name="connsiteY4" fmla="*/ 257757 h 861657"/>
              <a:gd name="connsiteX0" fmla="*/ 29883 w 9155141"/>
              <a:gd name="connsiteY0" fmla="*/ 332463 h 936363"/>
              <a:gd name="connsiteX1" fmla="*/ 9148677 w 9155141"/>
              <a:gd name="connsiteY1" fmla="*/ 0 h 936363"/>
              <a:gd name="connsiteX2" fmla="*/ 9155141 w 9155141"/>
              <a:gd name="connsiteY2" fmla="*/ 936363 h 936363"/>
              <a:gd name="connsiteX3" fmla="*/ 0 w 9155141"/>
              <a:gd name="connsiteY3" fmla="*/ 902943 h 936363"/>
              <a:gd name="connsiteX4" fmla="*/ 29883 w 9155141"/>
              <a:gd name="connsiteY4" fmla="*/ 332463 h 936363"/>
              <a:gd name="connsiteX0" fmla="*/ 0 w 9170081"/>
              <a:gd name="connsiteY0" fmla="*/ 272698 h 936363"/>
              <a:gd name="connsiteX1" fmla="*/ 9163617 w 9170081"/>
              <a:gd name="connsiteY1" fmla="*/ 0 h 936363"/>
              <a:gd name="connsiteX2" fmla="*/ 9170081 w 9170081"/>
              <a:gd name="connsiteY2" fmla="*/ 936363 h 936363"/>
              <a:gd name="connsiteX3" fmla="*/ 14940 w 9170081"/>
              <a:gd name="connsiteY3" fmla="*/ 902943 h 936363"/>
              <a:gd name="connsiteX4" fmla="*/ 0 w 9170081"/>
              <a:gd name="connsiteY4" fmla="*/ 272698 h 936363"/>
              <a:gd name="connsiteX0" fmla="*/ 0 w 9170081"/>
              <a:gd name="connsiteY0" fmla="*/ 374298 h 936363"/>
              <a:gd name="connsiteX1" fmla="*/ 9163617 w 9170081"/>
              <a:gd name="connsiteY1" fmla="*/ 0 h 936363"/>
              <a:gd name="connsiteX2" fmla="*/ 9170081 w 9170081"/>
              <a:gd name="connsiteY2" fmla="*/ 936363 h 936363"/>
              <a:gd name="connsiteX3" fmla="*/ 14940 w 9170081"/>
              <a:gd name="connsiteY3" fmla="*/ 902943 h 936363"/>
              <a:gd name="connsiteX4" fmla="*/ 0 w 9170081"/>
              <a:gd name="connsiteY4" fmla="*/ 374298 h 936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0081" h="936363">
                <a:moveTo>
                  <a:pt x="0" y="374298"/>
                </a:moveTo>
                <a:lnTo>
                  <a:pt x="9163617" y="0"/>
                </a:lnTo>
                <a:cubicBezTo>
                  <a:pt x="9165772" y="222474"/>
                  <a:pt x="9167926" y="713889"/>
                  <a:pt x="9170081" y="936363"/>
                </a:cubicBezTo>
                <a:lnTo>
                  <a:pt x="14940" y="902943"/>
                </a:lnTo>
                <a:lnTo>
                  <a:pt x="0" y="374298"/>
                </a:lnTo>
                <a:close/>
              </a:path>
            </a:pathLst>
          </a:custGeom>
          <a:solidFill>
            <a:srgbClr val="012158"/>
          </a:solidFill>
          <a:ln>
            <a:solidFill>
              <a:schemeClr val="tx2">
                <a:lumMod val="75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sz="1800"/>
          </a:p>
        </p:txBody>
      </p:sp>
      <p:pic>
        <p:nvPicPr>
          <p:cNvPr id="9" name="Picture 8" descr="UVA_Primary_white.eps"/>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8846127" y="6324412"/>
            <a:ext cx="1623755" cy="333562"/>
          </a:xfrm>
          <a:prstGeom prst="rect">
            <a:avLst/>
          </a:prstGeom>
        </p:spPr>
      </p:pic>
    </p:spTree>
    <p:extLst>
      <p:ext uri="{BB962C8B-B14F-4D97-AF65-F5344CB8AC3E}">
        <p14:creationId xmlns:p14="http://schemas.microsoft.com/office/powerpoint/2010/main" val="214172888"/>
      </p:ext>
    </p:extLst>
  </p:cSld>
  <p:clrMap bg1="lt1" tx1="dk1" bg2="lt2" tx2="dk2" accent1="accent1" accent2="accent2" accent3="accent3" accent4="accent4" accent5="accent5" accent6="accent6" hlink="hlink" folHlink="folHlink"/>
  <p:sldLayoutIdLst>
    <p:sldLayoutId id="2147483673" r:id="rId1"/>
  </p:sldLayoutIdLst>
  <p:hf hdr="0" ftr="0" dt="0"/>
  <p:txStyles>
    <p:titleStyle>
      <a:lvl1pPr algn="ctr" defTabSz="457209" rtl="0" eaLnBrk="1" latinLnBrk="0" hangingPunct="1">
        <a:spcBef>
          <a:spcPct val="0"/>
        </a:spcBef>
        <a:buNone/>
        <a:defRPr sz="4400" kern="1200">
          <a:solidFill>
            <a:schemeClr val="tx1"/>
          </a:solidFill>
          <a:latin typeface="+mj-lt"/>
          <a:ea typeface="+mj-ea"/>
          <a:cs typeface="+mj-cs"/>
        </a:defRPr>
      </a:lvl1pPr>
    </p:titleStyle>
    <p:bodyStyle>
      <a:lvl1pPr marL="342907" indent="-342907" algn="l" defTabSz="457209" rtl="0" eaLnBrk="1" latinLnBrk="0" hangingPunct="1">
        <a:spcBef>
          <a:spcPct val="20000"/>
        </a:spcBef>
        <a:buFont typeface="Arial"/>
        <a:buChar char="•"/>
        <a:defRPr sz="3200" kern="1200">
          <a:solidFill>
            <a:schemeClr val="tx1"/>
          </a:solidFill>
          <a:latin typeface="+mn-lt"/>
          <a:ea typeface="+mn-ea"/>
          <a:cs typeface="+mn-cs"/>
        </a:defRPr>
      </a:lvl1pPr>
      <a:lvl2pPr marL="742965" indent="-285756" algn="l" defTabSz="457209" rtl="0" eaLnBrk="1" latinLnBrk="0" hangingPunct="1">
        <a:spcBef>
          <a:spcPct val="20000"/>
        </a:spcBef>
        <a:buFont typeface="Arial"/>
        <a:buChar char="–"/>
        <a:defRPr sz="2800" kern="1200">
          <a:solidFill>
            <a:schemeClr val="tx1"/>
          </a:solidFill>
          <a:latin typeface="+mn-lt"/>
          <a:ea typeface="+mn-ea"/>
          <a:cs typeface="+mn-cs"/>
        </a:defRPr>
      </a:lvl2pPr>
      <a:lvl3pPr marL="1143023" indent="-228605" algn="l" defTabSz="457209" rtl="0" eaLnBrk="1" latinLnBrk="0" hangingPunct="1">
        <a:spcBef>
          <a:spcPct val="20000"/>
        </a:spcBef>
        <a:buFont typeface="Arial"/>
        <a:buChar char="•"/>
        <a:defRPr sz="2400" kern="1200">
          <a:solidFill>
            <a:schemeClr val="tx1"/>
          </a:solidFill>
          <a:latin typeface="+mn-lt"/>
          <a:ea typeface="+mn-ea"/>
          <a:cs typeface="+mn-cs"/>
        </a:defRPr>
      </a:lvl3pPr>
      <a:lvl4pPr marL="1600232" indent="-228605" algn="l" defTabSz="457209" rtl="0" eaLnBrk="1" latinLnBrk="0" hangingPunct="1">
        <a:spcBef>
          <a:spcPct val="20000"/>
        </a:spcBef>
        <a:buFont typeface="Arial"/>
        <a:buChar char="–"/>
        <a:defRPr sz="2000" kern="1200">
          <a:solidFill>
            <a:schemeClr val="tx1"/>
          </a:solidFill>
          <a:latin typeface="+mn-lt"/>
          <a:ea typeface="+mn-ea"/>
          <a:cs typeface="+mn-cs"/>
        </a:defRPr>
      </a:lvl4pPr>
      <a:lvl5pPr marL="2057441" indent="-228605" algn="l" defTabSz="457209" rtl="0" eaLnBrk="1" latinLnBrk="0" hangingPunct="1">
        <a:spcBef>
          <a:spcPct val="20000"/>
        </a:spcBef>
        <a:buFont typeface="Arial"/>
        <a:buChar char="»"/>
        <a:defRPr sz="2000" kern="1200">
          <a:solidFill>
            <a:schemeClr val="tx1"/>
          </a:solidFill>
          <a:latin typeface="+mn-lt"/>
          <a:ea typeface="+mn-ea"/>
          <a:cs typeface="+mn-cs"/>
        </a:defRPr>
      </a:lvl5pPr>
      <a:lvl6pPr marL="2514650" indent="-228605" algn="l" defTabSz="457209" rtl="0" eaLnBrk="1" latinLnBrk="0" hangingPunct="1">
        <a:spcBef>
          <a:spcPct val="20000"/>
        </a:spcBef>
        <a:buFont typeface="Arial"/>
        <a:buChar char="•"/>
        <a:defRPr sz="2000" kern="1200">
          <a:solidFill>
            <a:schemeClr val="tx1"/>
          </a:solidFill>
          <a:latin typeface="+mn-lt"/>
          <a:ea typeface="+mn-ea"/>
          <a:cs typeface="+mn-cs"/>
        </a:defRPr>
      </a:lvl6pPr>
      <a:lvl7pPr marL="2971859" indent="-228605" algn="l" defTabSz="457209" rtl="0" eaLnBrk="1" latinLnBrk="0" hangingPunct="1">
        <a:spcBef>
          <a:spcPct val="20000"/>
        </a:spcBef>
        <a:buFont typeface="Arial"/>
        <a:buChar char="•"/>
        <a:defRPr sz="2000" kern="1200">
          <a:solidFill>
            <a:schemeClr val="tx1"/>
          </a:solidFill>
          <a:latin typeface="+mn-lt"/>
          <a:ea typeface="+mn-ea"/>
          <a:cs typeface="+mn-cs"/>
        </a:defRPr>
      </a:lvl7pPr>
      <a:lvl8pPr marL="3429069" indent="-228605" algn="l" defTabSz="457209" rtl="0" eaLnBrk="1" latinLnBrk="0" hangingPunct="1">
        <a:spcBef>
          <a:spcPct val="20000"/>
        </a:spcBef>
        <a:buFont typeface="Arial"/>
        <a:buChar char="•"/>
        <a:defRPr sz="2000" kern="1200">
          <a:solidFill>
            <a:schemeClr val="tx1"/>
          </a:solidFill>
          <a:latin typeface="+mn-lt"/>
          <a:ea typeface="+mn-ea"/>
          <a:cs typeface="+mn-cs"/>
        </a:defRPr>
      </a:lvl8pPr>
      <a:lvl9pPr marL="3886278" indent="-228605" algn="l" defTabSz="45720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9" rtl="0" eaLnBrk="1" latinLnBrk="0" hangingPunct="1">
        <a:defRPr sz="1800" kern="1200">
          <a:solidFill>
            <a:schemeClr val="tx1"/>
          </a:solidFill>
          <a:latin typeface="+mn-lt"/>
          <a:ea typeface="+mn-ea"/>
          <a:cs typeface="+mn-cs"/>
        </a:defRPr>
      </a:lvl1pPr>
      <a:lvl2pPr marL="457209" algn="l" defTabSz="457209" rtl="0" eaLnBrk="1" latinLnBrk="0" hangingPunct="1">
        <a:defRPr sz="1800" kern="1200">
          <a:solidFill>
            <a:schemeClr val="tx1"/>
          </a:solidFill>
          <a:latin typeface="+mn-lt"/>
          <a:ea typeface="+mn-ea"/>
          <a:cs typeface="+mn-cs"/>
        </a:defRPr>
      </a:lvl2pPr>
      <a:lvl3pPr marL="914418" algn="l" defTabSz="457209" rtl="0" eaLnBrk="1" latinLnBrk="0" hangingPunct="1">
        <a:defRPr sz="1800" kern="1200">
          <a:solidFill>
            <a:schemeClr val="tx1"/>
          </a:solidFill>
          <a:latin typeface="+mn-lt"/>
          <a:ea typeface="+mn-ea"/>
          <a:cs typeface="+mn-cs"/>
        </a:defRPr>
      </a:lvl3pPr>
      <a:lvl4pPr marL="1371627" algn="l" defTabSz="457209" rtl="0" eaLnBrk="1" latinLnBrk="0" hangingPunct="1">
        <a:defRPr sz="1800" kern="1200">
          <a:solidFill>
            <a:schemeClr val="tx1"/>
          </a:solidFill>
          <a:latin typeface="+mn-lt"/>
          <a:ea typeface="+mn-ea"/>
          <a:cs typeface="+mn-cs"/>
        </a:defRPr>
      </a:lvl4pPr>
      <a:lvl5pPr marL="1828837" algn="l" defTabSz="457209" rtl="0" eaLnBrk="1" latinLnBrk="0" hangingPunct="1">
        <a:defRPr sz="1800" kern="1200">
          <a:solidFill>
            <a:schemeClr val="tx1"/>
          </a:solidFill>
          <a:latin typeface="+mn-lt"/>
          <a:ea typeface="+mn-ea"/>
          <a:cs typeface="+mn-cs"/>
        </a:defRPr>
      </a:lvl5pPr>
      <a:lvl6pPr marL="2286046" algn="l" defTabSz="457209" rtl="0" eaLnBrk="1" latinLnBrk="0" hangingPunct="1">
        <a:defRPr sz="1800" kern="1200">
          <a:solidFill>
            <a:schemeClr val="tx1"/>
          </a:solidFill>
          <a:latin typeface="+mn-lt"/>
          <a:ea typeface="+mn-ea"/>
          <a:cs typeface="+mn-cs"/>
        </a:defRPr>
      </a:lvl6pPr>
      <a:lvl7pPr marL="2743255" algn="l" defTabSz="457209" rtl="0" eaLnBrk="1" latinLnBrk="0" hangingPunct="1">
        <a:defRPr sz="1800" kern="1200">
          <a:solidFill>
            <a:schemeClr val="tx1"/>
          </a:solidFill>
          <a:latin typeface="+mn-lt"/>
          <a:ea typeface="+mn-ea"/>
          <a:cs typeface="+mn-cs"/>
        </a:defRPr>
      </a:lvl7pPr>
      <a:lvl8pPr marL="3200464" algn="l" defTabSz="457209" rtl="0" eaLnBrk="1" latinLnBrk="0" hangingPunct="1">
        <a:defRPr sz="1800" kern="1200">
          <a:solidFill>
            <a:schemeClr val="tx1"/>
          </a:solidFill>
          <a:latin typeface="+mn-lt"/>
          <a:ea typeface="+mn-ea"/>
          <a:cs typeface="+mn-cs"/>
        </a:defRPr>
      </a:lvl8pPr>
      <a:lvl9pPr marL="3657673" algn="l" defTabSz="457209"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alphaModFix amt="10000"/>
            <a:lum/>
          </a:blip>
          <a:srcRect/>
          <a:stretch>
            <a:fillRect l="30000" t="30000"/>
          </a:stretch>
        </a:blipFill>
        <a:effectLst/>
      </p:bgPr>
    </p:bg>
    <p:spTree>
      <p:nvGrpSpPr>
        <p:cNvPr id="1" name=""/>
        <p:cNvGrpSpPr/>
        <p:nvPr/>
      </p:nvGrpSpPr>
      <p:grpSpPr>
        <a:xfrm>
          <a:off x="0" y="0"/>
          <a:ext cx="0" cy="0"/>
          <a:chOff x="0" y="0"/>
          <a:chExt cx="0" cy="0"/>
        </a:xfrm>
      </p:grpSpPr>
      <p:sp>
        <p:nvSpPr>
          <p:cNvPr id="7" name="Rectangle 3"/>
          <p:cNvSpPr/>
          <p:nvPr userDrawn="1"/>
        </p:nvSpPr>
        <p:spPr>
          <a:xfrm>
            <a:off x="-17653" y="5978150"/>
            <a:ext cx="11004097" cy="936363"/>
          </a:xfrm>
          <a:custGeom>
            <a:avLst/>
            <a:gdLst>
              <a:gd name="connsiteX0" fmla="*/ 0 w 9144000"/>
              <a:gd name="connsiteY0" fmla="*/ 0 h 854363"/>
              <a:gd name="connsiteX1" fmla="*/ 9144000 w 9144000"/>
              <a:gd name="connsiteY1" fmla="*/ 0 h 854363"/>
              <a:gd name="connsiteX2" fmla="*/ 9144000 w 9144000"/>
              <a:gd name="connsiteY2" fmla="*/ 854363 h 854363"/>
              <a:gd name="connsiteX3" fmla="*/ 0 w 9144000"/>
              <a:gd name="connsiteY3" fmla="*/ 854363 h 854363"/>
              <a:gd name="connsiteX4" fmla="*/ 0 w 9144000"/>
              <a:gd name="connsiteY4" fmla="*/ 0 h 854363"/>
              <a:gd name="connsiteX0" fmla="*/ 0 w 9182100"/>
              <a:gd name="connsiteY0" fmla="*/ 0 h 854363"/>
              <a:gd name="connsiteX1" fmla="*/ 9182100 w 9182100"/>
              <a:gd name="connsiteY1" fmla="*/ 342900 h 854363"/>
              <a:gd name="connsiteX2" fmla="*/ 9144000 w 9182100"/>
              <a:gd name="connsiteY2" fmla="*/ 854363 h 854363"/>
              <a:gd name="connsiteX3" fmla="*/ 0 w 9182100"/>
              <a:gd name="connsiteY3" fmla="*/ 854363 h 854363"/>
              <a:gd name="connsiteX4" fmla="*/ 0 w 9182100"/>
              <a:gd name="connsiteY4" fmla="*/ 0 h 854363"/>
              <a:gd name="connsiteX0" fmla="*/ 0 w 9144000"/>
              <a:gd name="connsiteY0" fmla="*/ 0 h 854363"/>
              <a:gd name="connsiteX1" fmla="*/ 9104113 w 9144000"/>
              <a:gd name="connsiteY1" fmla="*/ 342900 h 854363"/>
              <a:gd name="connsiteX2" fmla="*/ 9144000 w 9144000"/>
              <a:gd name="connsiteY2" fmla="*/ 854363 h 854363"/>
              <a:gd name="connsiteX3" fmla="*/ 0 w 9144000"/>
              <a:gd name="connsiteY3" fmla="*/ 854363 h 854363"/>
              <a:gd name="connsiteX4" fmla="*/ 0 w 9144000"/>
              <a:gd name="connsiteY4" fmla="*/ 0 h 854363"/>
              <a:gd name="connsiteX0" fmla="*/ 0 w 9148677"/>
              <a:gd name="connsiteY0" fmla="*/ 0 h 854363"/>
              <a:gd name="connsiteX1" fmla="*/ 9148677 w 9148677"/>
              <a:gd name="connsiteY1" fmla="*/ 220361 h 854363"/>
              <a:gd name="connsiteX2" fmla="*/ 9144000 w 9148677"/>
              <a:gd name="connsiteY2" fmla="*/ 854363 h 854363"/>
              <a:gd name="connsiteX3" fmla="*/ 0 w 9148677"/>
              <a:gd name="connsiteY3" fmla="*/ 854363 h 854363"/>
              <a:gd name="connsiteX4" fmla="*/ 0 w 9148677"/>
              <a:gd name="connsiteY4" fmla="*/ 0 h 854363"/>
              <a:gd name="connsiteX0" fmla="*/ 0 w 9155141"/>
              <a:gd name="connsiteY0" fmla="*/ 0 h 887783"/>
              <a:gd name="connsiteX1" fmla="*/ 9148677 w 9155141"/>
              <a:gd name="connsiteY1" fmla="*/ 220361 h 887783"/>
              <a:gd name="connsiteX2" fmla="*/ 9155141 w 9155141"/>
              <a:gd name="connsiteY2" fmla="*/ 887783 h 887783"/>
              <a:gd name="connsiteX3" fmla="*/ 0 w 9155141"/>
              <a:gd name="connsiteY3" fmla="*/ 854363 h 887783"/>
              <a:gd name="connsiteX4" fmla="*/ 0 w 9155141"/>
              <a:gd name="connsiteY4" fmla="*/ 0 h 887783"/>
              <a:gd name="connsiteX0" fmla="*/ 0 w 9155141"/>
              <a:gd name="connsiteY0" fmla="*/ 0 h 887783"/>
              <a:gd name="connsiteX1" fmla="*/ 9148677 w 9155141"/>
              <a:gd name="connsiteY1" fmla="*/ 26126 h 887783"/>
              <a:gd name="connsiteX2" fmla="*/ 9155141 w 9155141"/>
              <a:gd name="connsiteY2" fmla="*/ 887783 h 887783"/>
              <a:gd name="connsiteX3" fmla="*/ 0 w 9155141"/>
              <a:gd name="connsiteY3" fmla="*/ 854363 h 887783"/>
              <a:gd name="connsiteX4" fmla="*/ 0 w 9155141"/>
              <a:gd name="connsiteY4" fmla="*/ 0 h 887783"/>
              <a:gd name="connsiteX0" fmla="*/ 29883 w 9155141"/>
              <a:gd name="connsiteY0" fmla="*/ 257757 h 861657"/>
              <a:gd name="connsiteX1" fmla="*/ 9148677 w 9155141"/>
              <a:gd name="connsiteY1" fmla="*/ 0 h 861657"/>
              <a:gd name="connsiteX2" fmla="*/ 9155141 w 9155141"/>
              <a:gd name="connsiteY2" fmla="*/ 861657 h 861657"/>
              <a:gd name="connsiteX3" fmla="*/ 0 w 9155141"/>
              <a:gd name="connsiteY3" fmla="*/ 828237 h 861657"/>
              <a:gd name="connsiteX4" fmla="*/ 29883 w 9155141"/>
              <a:gd name="connsiteY4" fmla="*/ 257757 h 861657"/>
              <a:gd name="connsiteX0" fmla="*/ 29883 w 9155141"/>
              <a:gd name="connsiteY0" fmla="*/ 332463 h 936363"/>
              <a:gd name="connsiteX1" fmla="*/ 9148677 w 9155141"/>
              <a:gd name="connsiteY1" fmla="*/ 0 h 936363"/>
              <a:gd name="connsiteX2" fmla="*/ 9155141 w 9155141"/>
              <a:gd name="connsiteY2" fmla="*/ 936363 h 936363"/>
              <a:gd name="connsiteX3" fmla="*/ 0 w 9155141"/>
              <a:gd name="connsiteY3" fmla="*/ 902943 h 936363"/>
              <a:gd name="connsiteX4" fmla="*/ 29883 w 9155141"/>
              <a:gd name="connsiteY4" fmla="*/ 332463 h 936363"/>
              <a:gd name="connsiteX0" fmla="*/ 0 w 9170081"/>
              <a:gd name="connsiteY0" fmla="*/ 272698 h 936363"/>
              <a:gd name="connsiteX1" fmla="*/ 9163617 w 9170081"/>
              <a:gd name="connsiteY1" fmla="*/ 0 h 936363"/>
              <a:gd name="connsiteX2" fmla="*/ 9170081 w 9170081"/>
              <a:gd name="connsiteY2" fmla="*/ 936363 h 936363"/>
              <a:gd name="connsiteX3" fmla="*/ 14940 w 9170081"/>
              <a:gd name="connsiteY3" fmla="*/ 902943 h 936363"/>
              <a:gd name="connsiteX4" fmla="*/ 0 w 9170081"/>
              <a:gd name="connsiteY4" fmla="*/ 272698 h 936363"/>
              <a:gd name="connsiteX0" fmla="*/ 0 w 9170081"/>
              <a:gd name="connsiteY0" fmla="*/ 374298 h 936363"/>
              <a:gd name="connsiteX1" fmla="*/ 9163617 w 9170081"/>
              <a:gd name="connsiteY1" fmla="*/ 0 h 936363"/>
              <a:gd name="connsiteX2" fmla="*/ 9170081 w 9170081"/>
              <a:gd name="connsiteY2" fmla="*/ 936363 h 936363"/>
              <a:gd name="connsiteX3" fmla="*/ 14940 w 9170081"/>
              <a:gd name="connsiteY3" fmla="*/ 902943 h 936363"/>
              <a:gd name="connsiteX4" fmla="*/ 0 w 9170081"/>
              <a:gd name="connsiteY4" fmla="*/ 374298 h 936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0081" h="936363">
                <a:moveTo>
                  <a:pt x="0" y="374298"/>
                </a:moveTo>
                <a:lnTo>
                  <a:pt x="9163617" y="0"/>
                </a:lnTo>
                <a:cubicBezTo>
                  <a:pt x="9165772" y="222474"/>
                  <a:pt x="9167926" y="713889"/>
                  <a:pt x="9170081" y="936363"/>
                </a:cubicBezTo>
                <a:lnTo>
                  <a:pt x="14940" y="902943"/>
                </a:lnTo>
                <a:lnTo>
                  <a:pt x="0" y="374298"/>
                </a:lnTo>
                <a:close/>
              </a:path>
            </a:pathLst>
          </a:custGeom>
          <a:solidFill>
            <a:srgbClr val="012158"/>
          </a:solidFill>
          <a:ln>
            <a:solidFill>
              <a:schemeClr val="tx2">
                <a:lumMod val="75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sz="1800"/>
          </a:p>
        </p:txBody>
      </p:sp>
      <p:sp>
        <p:nvSpPr>
          <p:cNvPr id="8" name="Rectangle 6"/>
          <p:cNvSpPr/>
          <p:nvPr userDrawn="1"/>
        </p:nvSpPr>
        <p:spPr>
          <a:xfrm>
            <a:off x="1" y="3"/>
            <a:ext cx="10974360" cy="996305"/>
          </a:xfrm>
          <a:custGeom>
            <a:avLst/>
            <a:gdLst>
              <a:gd name="connsiteX0" fmla="*/ 0 w 9144000"/>
              <a:gd name="connsiteY0" fmla="*/ 0 h 727363"/>
              <a:gd name="connsiteX1" fmla="*/ 9144000 w 9144000"/>
              <a:gd name="connsiteY1" fmla="*/ 0 h 727363"/>
              <a:gd name="connsiteX2" fmla="*/ 9144000 w 9144000"/>
              <a:gd name="connsiteY2" fmla="*/ 727363 h 727363"/>
              <a:gd name="connsiteX3" fmla="*/ 0 w 9144000"/>
              <a:gd name="connsiteY3" fmla="*/ 727363 h 727363"/>
              <a:gd name="connsiteX4" fmla="*/ 0 w 9144000"/>
              <a:gd name="connsiteY4" fmla="*/ 0 h 727363"/>
              <a:gd name="connsiteX0" fmla="*/ 0 w 9155759"/>
              <a:gd name="connsiteY0" fmla="*/ 0 h 927253"/>
              <a:gd name="connsiteX1" fmla="*/ 9144000 w 9155759"/>
              <a:gd name="connsiteY1" fmla="*/ 0 h 927253"/>
              <a:gd name="connsiteX2" fmla="*/ 9155759 w 9155759"/>
              <a:gd name="connsiteY2" fmla="*/ 927253 h 927253"/>
              <a:gd name="connsiteX3" fmla="*/ 0 w 9155759"/>
              <a:gd name="connsiteY3" fmla="*/ 727363 h 927253"/>
              <a:gd name="connsiteX4" fmla="*/ 0 w 9155759"/>
              <a:gd name="connsiteY4" fmla="*/ 0 h 927253"/>
              <a:gd name="connsiteX0" fmla="*/ 0 w 9155759"/>
              <a:gd name="connsiteY0" fmla="*/ 0 h 936540"/>
              <a:gd name="connsiteX1" fmla="*/ 9144000 w 9155759"/>
              <a:gd name="connsiteY1" fmla="*/ 0 h 936540"/>
              <a:gd name="connsiteX2" fmla="*/ 9155759 w 9155759"/>
              <a:gd name="connsiteY2" fmla="*/ 927253 h 936540"/>
              <a:gd name="connsiteX3" fmla="*/ 29883 w 9155759"/>
              <a:gd name="connsiteY3" fmla="*/ 936540 h 936540"/>
              <a:gd name="connsiteX4" fmla="*/ 0 w 9155759"/>
              <a:gd name="connsiteY4" fmla="*/ 0 h 936540"/>
              <a:gd name="connsiteX0" fmla="*/ 0 w 9170700"/>
              <a:gd name="connsiteY0" fmla="*/ 0 h 936540"/>
              <a:gd name="connsiteX1" fmla="*/ 9144000 w 9170700"/>
              <a:gd name="connsiteY1" fmla="*/ 0 h 936540"/>
              <a:gd name="connsiteX2" fmla="*/ 9170700 w 9170700"/>
              <a:gd name="connsiteY2" fmla="*/ 747959 h 936540"/>
              <a:gd name="connsiteX3" fmla="*/ 29883 w 9170700"/>
              <a:gd name="connsiteY3" fmla="*/ 936540 h 936540"/>
              <a:gd name="connsiteX4" fmla="*/ 0 w 9170700"/>
              <a:gd name="connsiteY4" fmla="*/ 0 h 936540"/>
              <a:gd name="connsiteX0" fmla="*/ 44823 w 9215523"/>
              <a:gd name="connsiteY0" fmla="*/ 0 h 1041128"/>
              <a:gd name="connsiteX1" fmla="*/ 9188823 w 9215523"/>
              <a:gd name="connsiteY1" fmla="*/ 0 h 1041128"/>
              <a:gd name="connsiteX2" fmla="*/ 9215523 w 9215523"/>
              <a:gd name="connsiteY2" fmla="*/ 747959 h 1041128"/>
              <a:gd name="connsiteX3" fmla="*/ 0 w 9215523"/>
              <a:gd name="connsiteY3" fmla="*/ 1041128 h 1041128"/>
              <a:gd name="connsiteX4" fmla="*/ 44823 w 9215523"/>
              <a:gd name="connsiteY4" fmla="*/ 0 h 1041128"/>
              <a:gd name="connsiteX0" fmla="*/ 0 w 9170700"/>
              <a:gd name="connsiteY0" fmla="*/ 0 h 921599"/>
              <a:gd name="connsiteX1" fmla="*/ 9144000 w 9170700"/>
              <a:gd name="connsiteY1" fmla="*/ 0 h 921599"/>
              <a:gd name="connsiteX2" fmla="*/ 9170700 w 9170700"/>
              <a:gd name="connsiteY2" fmla="*/ 747959 h 921599"/>
              <a:gd name="connsiteX3" fmla="*/ 14942 w 9170700"/>
              <a:gd name="connsiteY3" fmla="*/ 921599 h 921599"/>
              <a:gd name="connsiteX4" fmla="*/ 0 w 9170700"/>
              <a:gd name="connsiteY4" fmla="*/ 0 h 921599"/>
              <a:gd name="connsiteX0" fmla="*/ 0 w 9170700"/>
              <a:gd name="connsiteY0" fmla="*/ 0 h 891717"/>
              <a:gd name="connsiteX1" fmla="*/ 9144000 w 9170700"/>
              <a:gd name="connsiteY1" fmla="*/ 0 h 891717"/>
              <a:gd name="connsiteX2" fmla="*/ 9170700 w 9170700"/>
              <a:gd name="connsiteY2" fmla="*/ 747959 h 891717"/>
              <a:gd name="connsiteX3" fmla="*/ 1 w 9170700"/>
              <a:gd name="connsiteY3" fmla="*/ 891717 h 891717"/>
              <a:gd name="connsiteX4" fmla="*/ 0 w 9170700"/>
              <a:gd name="connsiteY4" fmla="*/ 0 h 891717"/>
              <a:gd name="connsiteX0" fmla="*/ 0 w 9170700"/>
              <a:gd name="connsiteY0" fmla="*/ 0 h 891717"/>
              <a:gd name="connsiteX1" fmla="*/ 9144000 w 9170700"/>
              <a:gd name="connsiteY1" fmla="*/ 0 h 891717"/>
              <a:gd name="connsiteX2" fmla="*/ 9170700 w 9170700"/>
              <a:gd name="connsiteY2" fmla="*/ 628429 h 891717"/>
              <a:gd name="connsiteX3" fmla="*/ 1 w 9170700"/>
              <a:gd name="connsiteY3" fmla="*/ 891717 h 891717"/>
              <a:gd name="connsiteX4" fmla="*/ 0 w 9170700"/>
              <a:gd name="connsiteY4" fmla="*/ 0 h 891717"/>
              <a:gd name="connsiteX0" fmla="*/ 0 w 9170700"/>
              <a:gd name="connsiteY0" fmla="*/ 0 h 996305"/>
              <a:gd name="connsiteX1" fmla="*/ 9144000 w 9170700"/>
              <a:gd name="connsiteY1" fmla="*/ 0 h 996305"/>
              <a:gd name="connsiteX2" fmla="*/ 9170700 w 9170700"/>
              <a:gd name="connsiteY2" fmla="*/ 628429 h 996305"/>
              <a:gd name="connsiteX3" fmla="*/ 1 w 9170700"/>
              <a:gd name="connsiteY3" fmla="*/ 996305 h 996305"/>
              <a:gd name="connsiteX4" fmla="*/ 0 w 9170700"/>
              <a:gd name="connsiteY4" fmla="*/ 0 h 996305"/>
              <a:gd name="connsiteX0" fmla="*/ 0 w 9170700"/>
              <a:gd name="connsiteY0" fmla="*/ 0 h 996305"/>
              <a:gd name="connsiteX1" fmla="*/ 9144000 w 9170700"/>
              <a:gd name="connsiteY1" fmla="*/ 0 h 996305"/>
              <a:gd name="connsiteX2" fmla="*/ 9170700 w 9170700"/>
              <a:gd name="connsiteY2" fmla="*/ 553724 h 996305"/>
              <a:gd name="connsiteX3" fmla="*/ 1 w 9170700"/>
              <a:gd name="connsiteY3" fmla="*/ 996305 h 996305"/>
              <a:gd name="connsiteX4" fmla="*/ 0 w 9170700"/>
              <a:gd name="connsiteY4" fmla="*/ 0 h 996305"/>
              <a:gd name="connsiteX0" fmla="*/ 0 w 9144000"/>
              <a:gd name="connsiteY0" fmla="*/ 0 h 996305"/>
              <a:gd name="connsiteX1" fmla="*/ 9144000 w 9144000"/>
              <a:gd name="connsiteY1" fmla="*/ 0 h 996305"/>
              <a:gd name="connsiteX2" fmla="*/ 9132600 w 9144000"/>
              <a:gd name="connsiteY2" fmla="*/ 566424 h 996305"/>
              <a:gd name="connsiteX3" fmla="*/ 1 w 9144000"/>
              <a:gd name="connsiteY3" fmla="*/ 996305 h 996305"/>
              <a:gd name="connsiteX4" fmla="*/ 0 w 9144000"/>
              <a:gd name="connsiteY4" fmla="*/ 0 h 996305"/>
              <a:gd name="connsiteX0" fmla="*/ 0 w 9145300"/>
              <a:gd name="connsiteY0" fmla="*/ 0 h 996305"/>
              <a:gd name="connsiteX1" fmla="*/ 9144000 w 9145300"/>
              <a:gd name="connsiteY1" fmla="*/ 0 h 996305"/>
              <a:gd name="connsiteX2" fmla="*/ 9145300 w 9145300"/>
              <a:gd name="connsiteY2" fmla="*/ 566424 h 996305"/>
              <a:gd name="connsiteX3" fmla="*/ 1 w 9145300"/>
              <a:gd name="connsiteY3" fmla="*/ 996305 h 996305"/>
              <a:gd name="connsiteX4" fmla="*/ 0 w 9145300"/>
              <a:gd name="connsiteY4" fmla="*/ 0 h 996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5300" h="996305">
                <a:moveTo>
                  <a:pt x="0" y="0"/>
                </a:moveTo>
                <a:lnTo>
                  <a:pt x="9144000" y="0"/>
                </a:lnTo>
                <a:cubicBezTo>
                  <a:pt x="9144433" y="188808"/>
                  <a:pt x="9144867" y="377616"/>
                  <a:pt x="9145300" y="566424"/>
                </a:cubicBezTo>
                <a:lnTo>
                  <a:pt x="1" y="996305"/>
                </a:lnTo>
                <a:cubicBezTo>
                  <a:pt x="1" y="699066"/>
                  <a:pt x="0" y="297239"/>
                  <a:pt x="0" y="0"/>
                </a:cubicBezTo>
                <a:close/>
              </a:path>
            </a:pathLst>
          </a:custGeom>
          <a:solidFill>
            <a:srgbClr val="012158"/>
          </a:solidFill>
          <a:ln>
            <a:solidFill>
              <a:schemeClr val="tx2">
                <a:lumMod val="75000"/>
              </a:schemeClr>
            </a:solidFill>
          </a:ln>
          <a:effectLst/>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sz="1800"/>
          </a:p>
        </p:txBody>
      </p:sp>
      <p:pic>
        <p:nvPicPr>
          <p:cNvPr id="9" name="Picture 8" descr="UVA_Primary_white.eps"/>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407647" y="277922"/>
            <a:ext cx="1690094" cy="347190"/>
          </a:xfrm>
          <a:prstGeom prst="rect">
            <a:avLst/>
          </a:prstGeom>
        </p:spPr>
      </p:pic>
      <p:sp>
        <p:nvSpPr>
          <p:cNvPr id="10" name="Slide Number Placeholder 5"/>
          <p:cNvSpPr>
            <a:spLocks noGrp="1"/>
          </p:cNvSpPr>
          <p:nvPr>
            <p:ph type="sldNum" sz="quarter" idx="4"/>
          </p:nvPr>
        </p:nvSpPr>
        <p:spPr>
          <a:xfrm>
            <a:off x="354677" y="6460258"/>
            <a:ext cx="2560320" cy="365125"/>
          </a:xfrm>
          <a:prstGeom prst="rect">
            <a:avLst/>
          </a:prstGeom>
        </p:spPr>
        <p:txBody>
          <a:bodyPr vert="horz" lIns="91440" tIns="45720" rIns="91440" bIns="45720" rtlCol="0" anchor="ctr"/>
          <a:lstStyle>
            <a:lvl1pPr algn="l">
              <a:defRPr sz="1800" baseline="0">
                <a:solidFill>
                  <a:schemeClr val="bg1"/>
                </a:solidFill>
                <a:latin typeface="ITC Franklin Gothic Std Book Extra Compressed"/>
              </a:defRPr>
            </a:lvl1pPr>
          </a:lstStyle>
          <a:p>
            <a:fld id="{0F418C06-167A-E646-9EF6-18275B625F6B}" type="slidenum">
              <a:rPr lang="en-US" smtClean="0"/>
              <a:pPr/>
              <a:t>‹#›</a:t>
            </a:fld>
            <a:endParaRPr lang="en-US"/>
          </a:p>
        </p:txBody>
      </p:sp>
    </p:spTree>
    <p:extLst>
      <p:ext uri="{BB962C8B-B14F-4D97-AF65-F5344CB8AC3E}">
        <p14:creationId xmlns:p14="http://schemas.microsoft.com/office/powerpoint/2010/main" val="587998656"/>
      </p:ext>
    </p:extLst>
  </p:cSld>
  <p:clrMap bg1="lt1" tx1="dk1" bg2="lt2" tx2="dk2" accent1="accent1" accent2="accent2" accent3="accent3" accent4="accent4" accent5="accent5" accent6="accent6" hlink="hlink" folHlink="folHlink"/>
  <p:sldLayoutIdLst>
    <p:sldLayoutId id="2147483680" r:id="rId1"/>
    <p:sldLayoutId id="2147483665" r:id="rId2"/>
    <p:sldLayoutId id="2147483666" r:id="rId3"/>
    <p:sldLayoutId id="2147483668" r:id="rId4"/>
    <p:sldLayoutId id="2147483669" r:id="rId5"/>
    <p:sldLayoutId id="2147483682" r:id="rId6"/>
    <p:sldLayoutId id="2147483683" r:id="rId7"/>
    <p:sldLayoutId id="2147483684" r:id="rId8"/>
    <p:sldLayoutId id="2147483685" r:id="rId9"/>
    <p:sldLayoutId id="2147483692" r:id="rId10"/>
  </p:sldLayoutIdLst>
  <p:hf hdr="0" ftr="0" dt="0"/>
  <p:txStyles>
    <p:titleStyle>
      <a:lvl1pPr algn="ctr" defTabSz="457209" rtl="0" eaLnBrk="1" latinLnBrk="0" hangingPunct="1">
        <a:spcBef>
          <a:spcPct val="0"/>
        </a:spcBef>
        <a:buNone/>
        <a:defRPr sz="4400" kern="1200">
          <a:solidFill>
            <a:schemeClr val="tx1"/>
          </a:solidFill>
          <a:latin typeface="+mj-lt"/>
          <a:ea typeface="+mj-ea"/>
          <a:cs typeface="+mj-cs"/>
        </a:defRPr>
      </a:lvl1pPr>
    </p:titleStyle>
    <p:bodyStyle>
      <a:lvl1pPr marL="342907" indent="-342907" algn="l" defTabSz="457209" rtl="0" eaLnBrk="1" latinLnBrk="0" hangingPunct="1">
        <a:spcBef>
          <a:spcPct val="20000"/>
        </a:spcBef>
        <a:buFont typeface="Arial"/>
        <a:buChar char="•"/>
        <a:defRPr sz="3200" kern="1200">
          <a:solidFill>
            <a:schemeClr val="tx1"/>
          </a:solidFill>
          <a:latin typeface="+mn-lt"/>
          <a:ea typeface="+mn-ea"/>
          <a:cs typeface="+mn-cs"/>
        </a:defRPr>
      </a:lvl1pPr>
      <a:lvl2pPr marL="742965" indent="-285756" algn="l" defTabSz="457209" rtl="0" eaLnBrk="1" latinLnBrk="0" hangingPunct="1">
        <a:spcBef>
          <a:spcPct val="20000"/>
        </a:spcBef>
        <a:buFont typeface="Arial"/>
        <a:buChar char="–"/>
        <a:defRPr sz="2800" kern="1200">
          <a:solidFill>
            <a:schemeClr val="tx1"/>
          </a:solidFill>
          <a:latin typeface="+mn-lt"/>
          <a:ea typeface="+mn-ea"/>
          <a:cs typeface="+mn-cs"/>
        </a:defRPr>
      </a:lvl2pPr>
      <a:lvl3pPr marL="1143023" indent="-228605" algn="l" defTabSz="457209" rtl="0" eaLnBrk="1" latinLnBrk="0" hangingPunct="1">
        <a:spcBef>
          <a:spcPct val="20000"/>
        </a:spcBef>
        <a:buFont typeface="Arial"/>
        <a:buChar char="•"/>
        <a:defRPr sz="2400" kern="1200">
          <a:solidFill>
            <a:schemeClr val="tx1"/>
          </a:solidFill>
          <a:latin typeface="+mn-lt"/>
          <a:ea typeface="+mn-ea"/>
          <a:cs typeface="+mn-cs"/>
        </a:defRPr>
      </a:lvl3pPr>
      <a:lvl4pPr marL="1600232" indent="-228605" algn="l" defTabSz="457209" rtl="0" eaLnBrk="1" latinLnBrk="0" hangingPunct="1">
        <a:spcBef>
          <a:spcPct val="20000"/>
        </a:spcBef>
        <a:buFont typeface="Arial"/>
        <a:buChar char="–"/>
        <a:defRPr sz="2000" kern="1200">
          <a:solidFill>
            <a:schemeClr val="tx1"/>
          </a:solidFill>
          <a:latin typeface="+mn-lt"/>
          <a:ea typeface="+mn-ea"/>
          <a:cs typeface="+mn-cs"/>
        </a:defRPr>
      </a:lvl4pPr>
      <a:lvl5pPr marL="2057441" indent="-228605" algn="l" defTabSz="457209" rtl="0" eaLnBrk="1" latinLnBrk="0" hangingPunct="1">
        <a:spcBef>
          <a:spcPct val="20000"/>
        </a:spcBef>
        <a:buFont typeface="Arial"/>
        <a:buChar char="»"/>
        <a:defRPr sz="2000" kern="1200">
          <a:solidFill>
            <a:schemeClr val="tx1"/>
          </a:solidFill>
          <a:latin typeface="+mn-lt"/>
          <a:ea typeface="+mn-ea"/>
          <a:cs typeface="+mn-cs"/>
        </a:defRPr>
      </a:lvl5pPr>
      <a:lvl6pPr marL="2514650" indent="-228605" algn="l" defTabSz="457209" rtl="0" eaLnBrk="1" latinLnBrk="0" hangingPunct="1">
        <a:spcBef>
          <a:spcPct val="20000"/>
        </a:spcBef>
        <a:buFont typeface="Arial"/>
        <a:buChar char="•"/>
        <a:defRPr sz="2000" kern="1200">
          <a:solidFill>
            <a:schemeClr val="tx1"/>
          </a:solidFill>
          <a:latin typeface="+mn-lt"/>
          <a:ea typeface="+mn-ea"/>
          <a:cs typeface="+mn-cs"/>
        </a:defRPr>
      </a:lvl6pPr>
      <a:lvl7pPr marL="2971859" indent="-228605" algn="l" defTabSz="457209" rtl="0" eaLnBrk="1" latinLnBrk="0" hangingPunct="1">
        <a:spcBef>
          <a:spcPct val="20000"/>
        </a:spcBef>
        <a:buFont typeface="Arial"/>
        <a:buChar char="•"/>
        <a:defRPr sz="2000" kern="1200">
          <a:solidFill>
            <a:schemeClr val="tx1"/>
          </a:solidFill>
          <a:latin typeface="+mn-lt"/>
          <a:ea typeface="+mn-ea"/>
          <a:cs typeface="+mn-cs"/>
        </a:defRPr>
      </a:lvl7pPr>
      <a:lvl8pPr marL="3429069" indent="-228605" algn="l" defTabSz="457209" rtl="0" eaLnBrk="1" latinLnBrk="0" hangingPunct="1">
        <a:spcBef>
          <a:spcPct val="20000"/>
        </a:spcBef>
        <a:buFont typeface="Arial"/>
        <a:buChar char="•"/>
        <a:defRPr sz="2000" kern="1200">
          <a:solidFill>
            <a:schemeClr val="tx1"/>
          </a:solidFill>
          <a:latin typeface="+mn-lt"/>
          <a:ea typeface="+mn-ea"/>
          <a:cs typeface="+mn-cs"/>
        </a:defRPr>
      </a:lvl8pPr>
      <a:lvl9pPr marL="3886278" indent="-228605" algn="l" defTabSz="45720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9" rtl="0" eaLnBrk="1" latinLnBrk="0" hangingPunct="1">
        <a:defRPr sz="1800" kern="1200">
          <a:solidFill>
            <a:schemeClr val="tx1"/>
          </a:solidFill>
          <a:latin typeface="+mn-lt"/>
          <a:ea typeface="+mn-ea"/>
          <a:cs typeface="+mn-cs"/>
        </a:defRPr>
      </a:lvl1pPr>
      <a:lvl2pPr marL="457209" algn="l" defTabSz="457209" rtl="0" eaLnBrk="1" latinLnBrk="0" hangingPunct="1">
        <a:defRPr sz="1800" kern="1200">
          <a:solidFill>
            <a:schemeClr val="tx1"/>
          </a:solidFill>
          <a:latin typeface="+mn-lt"/>
          <a:ea typeface="+mn-ea"/>
          <a:cs typeface="+mn-cs"/>
        </a:defRPr>
      </a:lvl2pPr>
      <a:lvl3pPr marL="914418" algn="l" defTabSz="457209" rtl="0" eaLnBrk="1" latinLnBrk="0" hangingPunct="1">
        <a:defRPr sz="1800" kern="1200">
          <a:solidFill>
            <a:schemeClr val="tx1"/>
          </a:solidFill>
          <a:latin typeface="+mn-lt"/>
          <a:ea typeface="+mn-ea"/>
          <a:cs typeface="+mn-cs"/>
        </a:defRPr>
      </a:lvl3pPr>
      <a:lvl4pPr marL="1371627" algn="l" defTabSz="457209" rtl="0" eaLnBrk="1" latinLnBrk="0" hangingPunct="1">
        <a:defRPr sz="1800" kern="1200">
          <a:solidFill>
            <a:schemeClr val="tx1"/>
          </a:solidFill>
          <a:latin typeface="+mn-lt"/>
          <a:ea typeface="+mn-ea"/>
          <a:cs typeface="+mn-cs"/>
        </a:defRPr>
      </a:lvl4pPr>
      <a:lvl5pPr marL="1828837" algn="l" defTabSz="457209" rtl="0" eaLnBrk="1" latinLnBrk="0" hangingPunct="1">
        <a:defRPr sz="1800" kern="1200">
          <a:solidFill>
            <a:schemeClr val="tx1"/>
          </a:solidFill>
          <a:latin typeface="+mn-lt"/>
          <a:ea typeface="+mn-ea"/>
          <a:cs typeface="+mn-cs"/>
        </a:defRPr>
      </a:lvl5pPr>
      <a:lvl6pPr marL="2286046" algn="l" defTabSz="457209" rtl="0" eaLnBrk="1" latinLnBrk="0" hangingPunct="1">
        <a:defRPr sz="1800" kern="1200">
          <a:solidFill>
            <a:schemeClr val="tx1"/>
          </a:solidFill>
          <a:latin typeface="+mn-lt"/>
          <a:ea typeface="+mn-ea"/>
          <a:cs typeface="+mn-cs"/>
        </a:defRPr>
      </a:lvl6pPr>
      <a:lvl7pPr marL="2743255" algn="l" defTabSz="457209" rtl="0" eaLnBrk="1" latinLnBrk="0" hangingPunct="1">
        <a:defRPr sz="1800" kern="1200">
          <a:solidFill>
            <a:schemeClr val="tx1"/>
          </a:solidFill>
          <a:latin typeface="+mn-lt"/>
          <a:ea typeface="+mn-ea"/>
          <a:cs typeface="+mn-cs"/>
        </a:defRPr>
      </a:lvl7pPr>
      <a:lvl8pPr marL="3200464" algn="l" defTabSz="457209" rtl="0" eaLnBrk="1" latinLnBrk="0" hangingPunct="1">
        <a:defRPr sz="1800" kern="1200">
          <a:solidFill>
            <a:schemeClr val="tx1"/>
          </a:solidFill>
          <a:latin typeface="+mn-lt"/>
          <a:ea typeface="+mn-ea"/>
          <a:cs typeface="+mn-cs"/>
        </a:defRPr>
      </a:lvl8pPr>
      <a:lvl9pPr marL="3657673" algn="l" defTabSz="457209"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alphaModFix amt="10000"/>
            <a:lum/>
          </a:blip>
          <a:srcRect/>
          <a:stretch>
            <a:fillRect l="30000" t="30000"/>
          </a:stretch>
        </a:blipFill>
        <a:effectLst/>
      </p:bgPr>
    </p:bg>
    <p:spTree>
      <p:nvGrpSpPr>
        <p:cNvPr id="1" name=""/>
        <p:cNvGrpSpPr/>
        <p:nvPr/>
      </p:nvGrpSpPr>
      <p:grpSpPr>
        <a:xfrm>
          <a:off x="0" y="0"/>
          <a:ext cx="0" cy="0"/>
          <a:chOff x="0" y="0"/>
          <a:chExt cx="0" cy="0"/>
        </a:xfrm>
      </p:grpSpPr>
      <p:pic>
        <p:nvPicPr>
          <p:cNvPr id="7" name="Picture 6" descr="grounds.png"/>
          <p:cNvPicPr>
            <a:picLocks noChangeAspect="1"/>
          </p:cNvPicPr>
          <p:nvPr userDrawn="1"/>
        </p:nvPicPr>
        <p:blipFill rotWithShape="1">
          <a:blip r:embed="rId4">
            <a:extLst>
              <a:ext uri="{28A0092B-C50C-407E-A947-70E740481C1C}">
                <a14:useLocalDpi xmlns:a14="http://schemas.microsoft.com/office/drawing/2010/main" val="0"/>
              </a:ext>
            </a:extLst>
          </a:blip>
          <a:srcRect l="2060" r="15387" b="-16499"/>
          <a:stretch/>
        </p:blipFill>
        <p:spPr>
          <a:xfrm>
            <a:off x="-1" y="0"/>
            <a:ext cx="10986445" cy="7569200"/>
          </a:xfrm>
          <a:prstGeom prst="rect">
            <a:avLst/>
          </a:prstGeom>
        </p:spPr>
      </p:pic>
      <p:pic>
        <p:nvPicPr>
          <p:cNvPr id="8" name="Picture 7" descr="grounds.png"/>
          <p:cNvPicPr>
            <a:picLocks noChangeAspect="1"/>
          </p:cNvPicPr>
          <p:nvPr userDrawn="1"/>
        </p:nvPicPr>
        <p:blipFill rotWithShape="1">
          <a:blip r:embed="rId4">
            <a:extLst>
              <a:ext uri="{28A0092B-C50C-407E-A947-70E740481C1C}">
                <a14:useLocalDpi xmlns:a14="http://schemas.microsoft.com/office/drawing/2010/main" val="0"/>
              </a:ext>
            </a:extLst>
          </a:blip>
          <a:srcRect l="249" r="10121" b="-16499"/>
          <a:stretch/>
        </p:blipFill>
        <p:spPr>
          <a:xfrm>
            <a:off x="-17653" y="457200"/>
            <a:ext cx="10990453" cy="6974051"/>
          </a:xfrm>
          <a:prstGeom prst="rect">
            <a:avLst/>
          </a:prstGeom>
        </p:spPr>
      </p:pic>
      <p:sp>
        <p:nvSpPr>
          <p:cNvPr id="9" name="Rectangle 3"/>
          <p:cNvSpPr/>
          <p:nvPr userDrawn="1"/>
        </p:nvSpPr>
        <p:spPr>
          <a:xfrm>
            <a:off x="-17653" y="5978150"/>
            <a:ext cx="11004097" cy="936363"/>
          </a:xfrm>
          <a:custGeom>
            <a:avLst/>
            <a:gdLst>
              <a:gd name="connsiteX0" fmla="*/ 0 w 9144000"/>
              <a:gd name="connsiteY0" fmla="*/ 0 h 854363"/>
              <a:gd name="connsiteX1" fmla="*/ 9144000 w 9144000"/>
              <a:gd name="connsiteY1" fmla="*/ 0 h 854363"/>
              <a:gd name="connsiteX2" fmla="*/ 9144000 w 9144000"/>
              <a:gd name="connsiteY2" fmla="*/ 854363 h 854363"/>
              <a:gd name="connsiteX3" fmla="*/ 0 w 9144000"/>
              <a:gd name="connsiteY3" fmla="*/ 854363 h 854363"/>
              <a:gd name="connsiteX4" fmla="*/ 0 w 9144000"/>
              <a:gd name="connsiteY4" fmla="*/ 0 h 854363"/>
              <a:gd name="connsiteX0" fmla="*/ 0 w 9182100"/>
              <a:gd name="connsiteY0" fmla="*/ 0 h 854363"/>
              <a:gd name="connsiteX1" fmla="*/ 9182100 w 9182100"/>
              <a:gd name="connsiteY1" fmla="*/ 342900 h 854363"/>
              <a:gd name="connsiteX2" fmla="*/ 9144000 w 9182100"/>
              <a:gd name="connsiteY2" fmla="*/ 854363 h 854363"/>
              <a:gd name="connsiteX3" fmla="*/ 0 w 9182100"/>
              <a:gd name="connsiteY3" fmla="*/ 854363 h 854363"/>
              <a:gd name="connsiteX4" fmla="*/ 0 w 9182100"/>
              <a:gd name="connsiteY4" fmla="*/ 0 h 854363"/>
              <a:gd name="connsiteX0" fmla="*/ 0 w 9144000"/>
              <a:gd name="connsiteY0" fmla="*/ 0 h 854363"/>
              <a:gd name="connsiteX1" fmla="*/ 9104113 w 9144000"/>
              <a:gd name="connsiteY1" fmla="*/ 342900 h 854363"/>
              <a:gd name="connsiteX2" fmla="*/ 9144000 w 9144000"/>
              <a:gd name="connsiteY2" fmla="*/ 854363 h 854363"/>
              <a:gd name="connsiteX3" fmla="*/ 0 w 9144000"/>
              <a:gd name="connsiteY3" fmla="*/ 854363 h 854363"/>
              <a:gd name="connsiteX4" fmla="*/ 0 w 9144000"/>
              <a:gd name="connsiteY4" fmla="*/ 0 h 854363"/>
              <a:gd name="connsiteX0" fmla="*/ 0 w 9148677"/>
              <a:gd name="connsiteY0" fmla="*/ 0 h 854363"/>
              <a:gd name="connsiteX1" fmla="*/ 9148677 w 9148677"/>
              <a:gd name="connsiteY1" fmla="*/ 220361 h 854363"/>
              <a:gd name="connsiteX2" fmla="*/ 9144000 w 9148677"/>
              <a:gd name="connsiteY2" fmla="*/ 854363 h 854363"/>
              <a:gd name="connsiteX3" fmla="*/ 0 w 9148677"/>
              <a:gd name="connsiteY3" fmla="*/ 854363 h 854363"/>
              <a:gd name="connsiteX4" fmla="*/ 0 w 9148677"/>
              <a:gd name="connsiteY4" fmla="*/ 0 h 854363"/>
              <a:gd name="connsiteX0" fmla="*/ 0 w 9155141"/>
              <a:gd name="connsiteY0" fmla="*/ 0 h 887783"/>
              <a:gd name="connsiteX1" fmla="*/ 9148677 w 9155141"/>
              <a:gd name="connsiteY1" fmla="*/ 220361 h 887783"/>
              <a:gd name="connsiteX2" fmla="*/ 9155141 w 9155141"/>
              <a:gd name="connsiteY2" fmla="*/ 887783 h 887783"/>
              <a:gd name="connsiteX3" fmla="*/ 0 w 9155141"/>
              <a:gd name="connsiteY3" fmla="*/ 854363 h 887783"/>
              <a:gd name="connsiteX4" fmla="*/ 0 w 9155141"/>
              <a:gd name="connsiteY4" fmla="*/ 0 h 887783"/>
              <a:gd name="connsiteX0" fmla="*/ 0 w 9155141"/>
              <a:gd name="connsiteY0" fmla="*/ 0 h 887783"/>
              <a:gd name="connsiteX1" fmla="*/ 9148677 w 9155141"/>
              <a:gd name="connsiteY1" fmla="*/ 26126 h 887783"/>
              <a:gd name="connsiteX2" fmla="*/ 9155141 w 9155141"/>
              <a:gd name="connsiteY2" fmla="*/ 887783 h 887783"/>
              <a:gd name="connsiteX3" fmla="*/ 0 w 9155141"/>
              <a:gd name="connsiteY3" fmla="*/ 854363 h 887783"/>
              <a:gd name="connsiteX4" fmla="*/ 0 w 9155141"/>
              <a:gd name="connsiteY4" fmla="*/ 0 h 887783"/>
              <a:gd name="connsiteX0" fmla="*/ 29883 w 9155141"/>
              <a:gd name="connsiteY0" fmla="*/ 257757 h 861657"/>
              <a:gd name="connsiteX1" fmla="*/ 9148677 w 9155141"/>
              <a:gd name="connsiteY1" fmla="*/ 0 h 861657"/>
              <a:gd name="connsiteX2" fmla="*/ 9155141 w 9155141"/>
              <a:gd name="connsiteY2" fmla="*/ 861657 h 861657"/>
              <a:gd name="connsiteX3" fmla="*/ 0 w 9155141"/>
              <a:gd name="connsiteY3" fmla="*/ 828237 h 861657"/>
              <a:gd name="connsiteX4" fmla="*/ 29883 w 9155141"/>
              <a:gd name="connsiteY4" fmla="*/ 257757 h 861657"/>
              <a:gd name="connsiteX0" fmla="*/ 29883 w 9155141"/>
              <a:gd name="connsiteY0" fmla="*/ 332463 h 936363"/>
              <a:gd name="connsiteX1" fmla="*/ 9148677 w 9155141"/>
              <a:gd name="connsiteY1" fmla="*/ 0 h 936363"/>
              <a:gd name="connsiteX2" fmla="*/ 9155141 w 9155141"/>
              <a:gd name="connsiteY2" fmla="*/ 936363 h 936363"/>
              <a:gd name="connsiteX3" fmla="*/ 0 w 9155141"/>
              <a:gd name="connsiteY3" fmla="*/ 902943 h 936363"/>
              <a:gd name="connsiteX4" fmla="*/ 29883 w 9155141"/>
              <a:gd name="connsiteY4" fmla="*/ 332463 h 936363"/>
              <a:gd name="connsiteX0" fmla="*/ 0 w 9170081"/>
              <a:gd name="connsiteY0" fmla="*/ 272698 h 936363"/>
              <a:gd name="connsiteX1" fmla="*/ 9163617 w 9170081"/>
              <a:gd name="connsiteY1" fmla="*/ 0 h 936363"/>
              <a:gd name="connsiteX2" fmla="*/ 9170081 w 9170081"/>
              <a:gd name="connsiteY2" fmla="*/ 936363 h 936363"/>
              <a:gd name="connsiteX3" fmla="*/ 14940 w 9170081"/>
              <a:gd name="connsiteY3" fmla="*/ 902943 h 936363"/>
              <a:gd name="connsiteX4" fmla="*/ 0 w 9170081"/>
              <a:gd name="connsiteY4" fmla="*/ 272698 h 936363"/>
              <a:gd name="connsiteX0" fmla="*/ 0 w 9170081"/>
              <a:gd name="connsiteY0" fmla="*/ 374298 h 936363"/>
              <a:gd name="connsiteX1" fmla="*/ 9163617 w 9170081"/>
              <a:gd name="connsiteY1" fmla="*/ 0 h 936363"/>
              <a:gd name="connsiteX2" fmla="*/ 9170081 w 9170081"/>
              <a:gd name="connsiteY2" fmla="*/ 936363 h 936363"/>
              <a:gd name="connsiteX3" fmla="*/ 14940 w 9170081"/>
              <a:gd name="connsiteY3" fmla="*/ 902943 h 936363"/>
              <a:gd name="connsiteX4" fmla="*/ 0 w 9170081"/>
              <a:gd name="connsiteY4" fmla="*/ 374298 h 936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0081" h="936363">
                <a:moveTo>
                  <a:pt x="0" y="374298"/>
                </a:moveTo>
                <a:lnTo>
                  <a:pt x="9163617" y="0"/>
                </a:lnTo>
                <a:cubicBezTo>
                  <a:pt x="9165772" y="222474"/>
                  <a:pt x="9167926" y="713889"/>
                  <a:pt x="9170081" y="936363"/>
                </a:cubicBezTo>
                <a:lnTo>
                  <a:pt x="14940" y="902943"/>
                </a:lnTo>
                <a:lnTo>
                  <a:pt x="0" y="374298"/>
                </a:lnTo>
                <a:close/>
              </a:path>
            </a:pathLst>
          </a:custGeom>
          <a:solidFill>
            <a:srgbClr val="012158"/>
          </a:solidFill>
          <a:ln>
            <a:solidFill>
              <a:schemeClr val="tx2">
                <a:lumMod val="75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sz="1800"/>
          </a:p>
        </p:txBody>
      </p:sp>
      <p:sp>
        <p:nvSpPr>
          <p:cNvPr id="10" name="Rectangle 6"/>
          <p:cNvSpPr/>
          <p:nvPr userDrawn="1"/>
        </p:nvSpPr>
        <p:spPr>
          <a:xfrm>
            <a:off x="-3156" y="3"/>
            <a:ext cx="10974360" cy="996305"/>
          </a:xfrm>
          <a:custGeom>
            <a:avLst/>
            <a:gdLst>
              <a:gd name="connsiteX0" fmla="*/ 0 w 9144000"/>
              <a:gd name="connsiteY0" fmla="*/ 0 h 727363"/>
              <a:gd name="connsiteX1" fmla="*/ 9144000 w 9144000"/>
              <a:gd name="connsiteY1" fmla="*/ 0 h 727363"/>
              <a:gd name="connsiteX2" fmla="*/ 9144000 w 9144000"/>
              <a:gd name="connsiteY2" fmla="*/ 727363 h 727363"/>
              <a:gd name="connsiteX3" fmla="*/ 0 w 9144000"/>
              <a:gd name="connsiteY3" fmla="*/ 727363 h 727363"/>
              <a:gd name="connsiteX4" fmla="*/ 0 w 9144000"/>
              <a:gd name="connsiteY4" fmla="*/ 0 h 727363"/>
              <a:gd name="connsiteX0" fmla="*/ 0 w 9155759"/>
              <a:gd name="connsiteY0" fmla="*/ 0 h 927253"/>
              <a:gd name="connsiteX1" fmla="*/ 9144000 w 9155759"/>
              <a:gd name="connsiteY1" fmla="*/ 0 h 927253"/>
              <a:gd name="connsiteX2" fmla="*/ 9155759 w 9155759"/>
              <a:gd name="connsiteY2" fmla="*/ 927253 h 927253"/>
              <a:gd name="connsiteX3" fmla="*/ 0 w 9155759"/>
              <a:gd name="connsiteY3" fmla="*/ 727363 h 927253"/>
              <a:gd name="connsiteX4" fmla="*/ 0 w 9155759"/>
              <a:gd name="connsiteY4" fmla="*/ 0 h 927253"/>
              <a:gd name="connsiteX0" fmla="*/ 0 w 9155759"/>
              <a:gd name="connsiteY0" fmla="*/ 0 h 936540"/>
              <a:gd name="connsiteX1" fmla="*/ 9144000 w 9155759"/>
              <a:gd name="connsiteY1" fmla="*/ 0 h 936540"/>
              <a:gd name="connsiteX2" fmla="*/ 9155759 w 9155759"/>
              <a:gd name="connsiteY2" fmla="*/ 927253 h 936540"/>
              <a:gd name="connsiteX3" fmla="*/ 29883 w 9155759"/>
              <a:gd name="connsiteY3" fmla="*/ 936540 h 936540"/>
              <a:gd name="connsiteX4" fmla="*/ 0 w 9155759"/>
              <a:gd name="connsiteY4" fmla="*/ 0 h 936540"/>
              <a:gd name="connsiteX0" fmla="*/ 0 w 9170700"/>
              <a:gd name="connsiteY0" fmla="*/ 0 h 936540"/>
              <a:gd name="connsiteX1" fmla="*/ 9144000 w 9170700"/>
              <a:gd name="connsiteY1" fmla="*/ 0 h 936540"/>
              <a:gd name="connsiteX2" fmla="*/ 9170700 w 9170700"/>
              <a:gd name="connsiteY2" fmla="*/ 747959 h 936540"/>
              <a:gd name="connsiteX3" fmla="*/ 29883 w 9170700"/>
              <a:gd name="connsiteY3" fmla="*/ 936540 h 936540"/>
              <a:gd name="connsiteX4" fmla="*/ 0 w 9170700"/>
              <a:gd name="connsiteY4" fmla="*/ 0 h 936540"/>
              <a:gd name="connsiteX0" fmla="*/ 44823 w 9215523"/>
              <a:gd name="connsiteY0" fmla="*/ 0 h 1041128"/>
              <a:gd name="connsiteX1" fmla="*/ 9188823 w 9215523"/>
              <a:gd name="connsiteY1" fmla="*/ 0 h 1041128"/>
              <a:gd name="connsiteX2" fmla="*/ 9215523 w 9215523"/>
              <a:gd name="connsiteY2" fmla="*/ 747959 h 1041128"/>
              <a:gd name="connsiteX3" fmla="*/ 0 w 9215523"/>
              <a:gd name="connsiteY3" fmla="*/ 1041128 h 1041128"/>
              <a:gd name="connsiteX4" fmla="*/ 44823 w 9215523"/>
              <a:gd name="connsiteY4" fmla="*/ 0 h 1041128"/>
              <a:gd name="connsiteX0" fmla="*/ 0 w 9170700"/>
              <a:gd name="connsiteY0" fmla="*/ 0 h 921599"/>
              <a:gd name="connsiteX1" fmla="*/ 9144000 w 9170700"/>
              <a:gd name="connsiteY1" fmla="*/ 0 h 921599"/>
              <a:gd name="connsiteX2" fmla="*/ 9170700 w 9170700"/>
              <a:gd name="connsiteY2" fmla="*/ 747959 h 921599"/>
              <a:gd name="connsiteX3" fmla="*/ 14942 w 9170700"/>
              <a:gd name="connsiteY3" fmla="*/ 921599 h 921599"/>
              <a:gd name="connsiteX4" fmla="*/ 0 w 9170700"/>
              <a:gd name="connsiteY4" fmla="*/ 0 h 921599"/>
              <a:gd name="connsiteX0" fmla="*/ 0 w 9170700"/>
              <a:gd name="connsiteY0" fmla="*/ 0 h 891717"/>
              <a:gd name="connsiteX1" fmla="*/ 9144000 w 9170700"/>
              <a:gd name="connsiteY1" fmla="*/ 0 h 891717"/>
              <a:gd name="connsiteX2" fmla="*/ 9170700 w 9170700"/>
              <a:gd name="connsiteY2" fmla="*/ 747959 h 891717"/>
              <a:gd name="connsiteX3" fmla="*/ 1 w 9170700"/>
              <a:gd name="connsiteY3" fmla="*/ 891717 h 891717"/>
              <a:gd name="connsiteX4" fmla="*/ 0 w 9170700"/>
              <a:gd name="connsiteY4" fmla="*/ 0 h 891717"/>
              <a:gd name="connsiteX0" fmla="*/ 0 w 9170700"/>
              <a:gd name="connsiteY0" fmla="*/ 0 h 891717"/>
              <a:gd name="connsiteX1" fmla="*/ 9144000 w 9170700"/>
              <a:gd name="connsiteY1" fmla="*/ 0 h 891717"/>
              <a:gd name="connsiteX2" fmla="*/ 9170700 w 9170700"/>
              <a:gd name="connsiteY2" fmla="*/ 628429 h 891717"/>
              <a:gd name="connsiteX3" fmla="*/ 1 w 9170700"/>
              <a:gd name="connsiteY3" fmla="*/ 891717 h 891717"/>
              <a:gd name="connsiteX4" fmla="*/ 0 w 9170700"/>
              <a:gd name="connsiteY4" fmla="*/ 0 h 891717"/>
              <a:gd name="connsiteX0" fmla="*/ 0 w 9170700"/>
              <a:gd name="connsiteY0" fmla="*/ 0 h 996305"/>
              <a:gd name="connsiteX1" fmla="*/ 9144000 w 9170700"/>
              <a:gd name="connsiteY1" fmla="*/ 0 h 996305"/>
              <a:gd name="connsiteX2" fmla="*/ 9170700 w 9170700"/>
              <a:gd name="connsiteY2" fmla="*/ 628429 h 996305"/>
              <a:gd name="connsiteX3" fmla="*/ 1 w 9170700"/>
              <a:gd name="connsiteY3" fmla="*/ 996305 h 996305"/>
              <a:gd name="connsiteX4" fmla="*/ 0 w 9170700"/>
              <a:gd name="connsiteY4" fmla="*/ 0 h 996305"/>
              <a:gd name="connsiteX0" fmla="*/ 0 w 9170700"/>
              <a:gd name="connsiteY0" fmla="*/ 0 h 996305"/>
              <a:gd name="connsiteX1" fmla="*/ 9144000 w 9170700"/>
              <a:gd name="connsiteY1" fmla="*/ 0 h 996305"/>
              <a:gd name="connsiteX2" fmla="*/ 9170700 w 9170700"/>
              <a:gd name="connsiteY2" fmla="*/ 553724 h 996305"/>
              <a:gd name="connsiteX3" fmla="*/ 1 w 9170700"/>
              <a:gd name="connsiteY3" fmla="*/ 996305 h 996305"/>
              <a:gd name="connsiteX4" fmla="*/ 0 w 9170700"/>
              <a:gd name="connsiteY4" fmla="*/ 0 h 996305"/>
              <a:gd name="connsiteX0" fmla="*/ 0 w 9144000"/>
              <a:gd name="connsiteY0" fmla="*/ 0 h 996305"/>
              <a:gd name="connsiteX1" fmla="*/ 9144000 w 9144000"/>
              <a:gd name="connsiteY1" fmla="*/ 0 h 996305"/>
              <a:gd name="connsiteX2" fmla="*/ 9132600 w 9144000"/>
              <a:gd name="connsiteY2" fmla="*/ 566424 h 996305"/>
              <a:gd name="connsiteX3" fmla="*/ 1 w 9144000"/>
              <a:gd name="connsiteY3" fmla="*/ 996305 h 996305"/>
              <a:gd name="connsiteX4" fmla="*/ 0 w 9144000"/>
              <a:gd name="connsiteY4" fmla="*/ 0 h 996305"/>
              <a:gd name="connsiteX0" fmla="*/ 0 w 9145300"/>
              <a:gd name="connsiteY0" fmla="*/ 0 h 996305"/>
              <a:gd name="connsiteX1" fmla="*/ 9144000 w 9145300"/>
              <a:gd name="connsiteY1" fmla="*/ 0 h 996305"/>
              <a:gd name="connsiteX2" fmla="*/ 9145300 w 9145300"/>
              <a:gd name="connsiteY2" fmla="*/ 566424 h 996305"/>
              <a:gd name="connsiteX3" fmla="*/ 1 w 9145300"/>
              <a:gd name="connsiteY3" fmla="*/ 996305 h 996305"/>
              <a:gd name="connsiteX4" fmla="*/ 0 w 9145300"/>
              <a:gd name="connsiteY4" fmla="*/ 0 h 996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5300" h="996305">
                <a:moveTo>
                  <a:pt x="0" y="0"/>
                </a:moveTo>
                <a:lnTo>
                  <a:pt x="9144000" y="0"/>
                </a:lnTo>
                <a:cubicBezTo>
                  <a:pt x="9144433" y="188808"/>
                  <a:pt x="9144867" y="377616"/>
                  <a:pt x="9145300" y="566424"/>
                </a:cubicBezTo>
                <a:lnTo>
                  <a:pt x="1" y="996305"/>
                </a:lnTo>
                <a:cubicBezTo>
                  <a:pt x="1" y="699066"/>
                  <a:pt x="0" y="297239"/>
                  <a:pt x="0" y="0"/>
                </a:cubicBezTo>
                <a:close/>
              </a:path>
            </a:pathLst>
          </a:custGeom>
          <a:solidFill>
            <a:srgbClr val="012158"/>
          </a:solidFill>
          <a:ln>
            <a:solidFill>
              <a:schemeClr val="tx2">
                <a:lumMod val="75000"/>
              </a:schemeClr>
            </a:solidFill>
          </a:ln>
          <a:effectLst/>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sz="1800"/>
          </a:p>
        </p:txBody>
      </p:sp>
      <p:pic>
        <p:nvPicPr>
          <p:cNvPr id="11" name="Picture 10" descr="UVA_Primary_white.eps"/>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19730" y="277922"/>
            <a:ext cx="1690094" cy="347190"/>
          </a:xfrm>
          <a:prstGeom prst="rect">
            <a:avLst/>
          </a:prstGeom>
        </p:spPr>
      </p:pic>
    </p:spTree>
    <p:extLst>
      <p:ext uri="{BB962C8B-B14F-4D97-AF65-F5344CB8AC3E}">
        <p14:creationId xmlns:p14="http://schemas.microsoft.com/office/powerpoint/2010/main" val="862877668"/>
      </p:ext>
    </p:extLst>
  </p:cSld>
  <p:clrMap bg1="lt1" tx1="dk1" bg2="lt2" tx2="dk2" accent1="accent1" accent2="accent2" accent3="accent3" accent4="accent4" accent5="accent5" accent6="accent6" hlink="hlink" folHlink="folHlink"/>
  <p:sldLayoutIdLst>
    <p:sldLayoutId id="2147483675" r:id="rId1"/>
  </p:sldLayoutIdLst>
  <p:hf hdr="0" ftr="0" dt="0"/>
  <p:txStyles>
    <p:titleStyle>
      <a:lvl1pPr algn="ctr" defTabSz="457209" rtl="0" eaLnBrk="1" latinLnBrk="0" hangingPunct="1">
        <a:spcBef>
          <a:spcPct val="0"/>
        </a:spcBef>
        <a:buNone/>
        <a:defRPr sz="4400" kern="1200">
          <a:solidFill>
            <a:schemeClr val="tx1"/>
          </a:solidFill>
          <a:latin typeface="+mj-lt"/>
          <a:ea typeface="+mj-ea"/>
          <a:cs typeface="+mj-cs"/>
        </a:defRPr>
      </a:lvl1pPr>
    </p:titleStyle>
    <p:bodyStyle>
      <a:lvl1pPr marL="342907" indent="-342907" algn="l" defTabSz="457209" rtl="0" eaLnBrk="1" latinLnBrk="0" hangingPunct="1">
        <a:spcBef>
          <a:spcPct val="20000"/>
        </a:spcBef>
        <a:buFont typeface="Arial"/>
        <a:buChar char="•"/>
        <a:defRPr sz="3200" kern="1200">
          <a:solidFill>
            <a:schemeClr val="tx1"/>
          </a:solidFill>
          <a:latin typeface="+mn-lt"/>
          <a:ea typeface="+mn-ea"/>
          <a:cs typeface="+mn-cs"/>
        </a:defRPr>
      </a:lvl1pPr>
      <a:lvl2pPr marL="742965" indent="-285756" algn="l" defTabSz="457209" rtl="0" eaLnBrk="1" latinLnBrk="0" hangingPunct="1">
        <a:spcBef>
          <a:spcPct val="20000"/>
        </a:spcBef>
        <a:buFont typeface="Arial"/>
        <a:buChar char="–"/>
        <a:defRPr sz="2800" kern="1200">
          <a:solidFill>
            <a:schemeClr val="tx1"/>
          </a:solidFill>
          <a:latin typeface="+mn-lt"/>
          <a:ea typeface="+mn-ea"/>
          <a:cs typeface="+mn-cs"/>
        </a:defRPr>
      </a:lvl2pPr>
      <a:lvl3pPr marL="1143023" indent="-228605" algn="l" defTabSz="457209" rtl="0" eaLnBrk="1" latinLnBrk="0" hangingPunct="1">
        <a:spcBef>
          <a:spcPct val="20000"/>
        </a:spcBef>
        <a:buFont typeface="Arial"/>
        <a:buChar char="•"/>
        <a:defRPr sz="2400" kern="1200">
          <a:solidFill>
            <a:schemeClr val="tx1"/>
          </a:solidFill>
          <a:latin typeface="+mn-lt"/>
          <a:ea typeface="+mn-ea"/>
          <a:cs typeface="+mn-cs"/>
        </a:defRPr>
      </a:lvl3pPr>
      <a:lvl4pPr marL="1600232" indent="-228605" algn="l" defTabSz="457209" rtl="0" eaLnBrk="1" latinLnBrk="0" hangingPunct="1">
        <a:spcBef>
          <a:spcPct val="20000"/>
        </a:spcBef>
        <a:buFont typeface="Arial"/>
        <a:buChar char="–"/>
        <a:defRPr sz="2000" kern="1200">
          <a:solidFill>
            <a:schemeClr val="tx1"/>
          </a:solidFill>
          <a:latin typeface="+mn-lt"/>
          <a:ea typeface="+mn-ea"/>
          <a:cs typeface="+mn-cs"/>
        </a:defRPr>
      </a:lvl4pPr>
      <a:lvl5pPr marL="2057441" indent="-228605" algn="l" defTabSz="457209" rtl="0" eaLnBrk="1" latinLnBrk="0" hangingPunct="1">
        <a:spcBef>
          <a:spcPct val="20000"/>
        </a:spcBef>
        <a:buFont typeface="Arial"/>
        <a:buChar char="»"/>
        <a:defRPr sz="2000" kern="1200">
          <a:solidFill>
            <a:schemeClr val="tx1"/>
          </a:solidFill>
          <a:latin typeface="+mn-lt"/>
          <a:ea typeface="+mn-ea"/>
          <a:cs typeface="+mn-cs"/>
        </a:defRPr>
      </a:lvl5pPr>
      <a:lvl6pPr marL="2514650" indent="-228605" algn="l" defTabSz="457209" rtl="0" eaLnBrk="1" latinLnBrk="0" hangingPunct="1">
        <a:spcBef>
          <a:spcPct val="20000"/>
        </a:spcBef>
        <a:buFont typeface="Arial"/>
        <a:buChar char="•"/>
        <a:defRPr sz="2000" kern="1200">
          <a:solidFill>
            <a:schemeClr val="tx1"/>
          </a:solidFill>
          <a:latin typeface="+mn-lt"/>
          <a:ea typeface="+mn-ea"/>
          <a:cs typeface="+mn-cs"/>
        </a:defRPr>
      </a:lvl6pPr>
      <a:lvl7pPr marL="2971859" indent="-228605" algn="l" defTabSz="457209" rtl="0" eaLnBrk="1" latinLnBrk="0" hangingPunct="1">
        <a:spcBef>
          <a:spcPct val="20000"/>
        </a:spcBef>
        <a:buFont typeface="Arial"/>
        <a:buChar char="•"/>
        <a:defRPr sz="2000" kern="1200">
          <a:solidFill>
            <a:schemeClr val="tx1"/>
          </a:solidFill>
          <a:latin typeface="+mn-lt"/>
          <a:ea typeface="+mn-ea"/>
          <a:cs typeface="+mn-cs"/>
        </a:defRPr>
      </a:lvl7pPr>
      <a:lvl8pPr marL="3429069" indent="-228605" algn="l" defTabSz="457209" rtl="0" eaLnBrk="1" latinLnBrk="0" hangingPunct="1">
        <a:spcBef>
          <a:spcPct val="20000"/>
        </a:spcBef>
        <a:buFont typeface="Arial"/>
        <a:buChar char="•"/>
        <a:defRPr sz="2000" kern="1200">
          <a:solidFill>
            <a:schemeClr val="tx1"/>
          </a:solidFill>
          <a:latin typeface="+mn-lt"/>
          <a:ea typeface="+mn-ea"/>
          <a:cs typeface="+mn-cs"/>
        </a:defRPr>
      </a:lvl8pPr>
      <a:lvl9pPr marL="3886278" indent="-228605" algn="l" defTabSz="45720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9" rtl="0" eaLnBrk="1" latinLnBrk="0" hangingPunct="1">
        <a:defRPr sz="1800" kern="1200">
          <a:solidFill>
            <a:schemeClr val="tx1"/>
          </a:solidFill>
          <a:latin typeface="+mn-lt"/>
          <a:ea typeface="+mn-ea"/>
          <a:cs typeface="+mn-cs"/>
        </a:defRPr>
      </a:lvl1pPr>
      <a:lvl2pPr marL="457209" algn="l" defTabSz="457209" rtl="0" eaLnBrk="1" latinLnBrk="0" hangingPunct="1">
        <a:defRPr sz="1800" kern="1200">
          <a:solidFill>
            <a:schemeClr val="tx1"/>
          </a:solidFill>
          <a:latin typeface="+mn-lt"/>
          <a:ea typeface="+mn-ea"/>
          <a:cs typeface="+mn-cs"/>
        </a:defRPr>
      </a:lvl2pPr>
      <a:lvl3pPr marL="914418" algn="l" defTabSz="457209" rtl="0" eaLnBrk="1" latinLnBrk="0" hangingPunct="1">
        <a:defRPr sz="1800" kern="1200">
          <a:solidFill>
            <a:schemeClr val="tx1"/>
          </a:solidFill>
          <a:latin typeface="+mn-lt"/>
          <a:ea typeface="+mn-ea"/>
          <a:cs typeface="+mn-cs"/>
        </a:defRPr>
      </a:lvl3pPr>
      <a:lvl4pPr marL="1371627" algn="l" defTabSz="457209" rtl="0" eaLnBrk="1" latinLnBrk="0" hangingPunct="1">
        <a:defRPr sz="1800" kern="1200">
          <a:solidFill>
            <a:schemeClr val="tx1"/>
          </a:solidFill>
          <a:latin typeface="+mn-lt"/>
          <a:ea typeface="+mn-ea"/>
          <a:cs typeface="+mn-cs"/>
        </a:defRPr>
      </a:lvl4pPr>
      <a:lvl5pPr marL="1828837" algn="l" defTabSz="457209" rtl="0" eaLnBrk="1" latinLnBrk="0" hangingPunct="1">
        <a:defRPr sz="1800" kern="1200">
          <a:solidFill>
            <a:schemeClr val="tx1"/>
          </a:solidFill>
          <a:latin typeface="+mn-lt"/>
          <a:ea typeface="+mn-ea"/>
          <a:cs typeface="+mn-cs"/>
        </a:defRPr>
      </a:lvl5pPr>
      <a:lvl6pPr marL="2286046" algn="l" defTabSz="457209" rtl="0" eaLnBrk="1" latinLnBrk="0" hangingPunct="1">
        <a:defRPr sz="1800" kern="1200">
          <a:solidFill>
            <a:schemeClr val="tx1"/>
          </a:solidFill>
          <a:latin typeface="+mn-lt"/>
          <a:ea typeface="+mn-ea"/>
          <a:cs typeface="+mn-cs"/>
        </a:defRPr>
      </a:lvl6pPr>
      <a:lvl7pPr marL="2743255" algn="l" defTabSz="457209" rtl="0" eaLnBrk="1" latinLnBrk="0" hangingPunct="1">
        <a:defRPr sz="1800" kern="1200">
          <a:solidFill>
            <a:schemeClr val="tx1"/>
          </a:solidFill>
          <a:latin typeface="+mn-lt"/>
          <a:ea typeface="+mn-ea"/>
          <a:cs typeface="+mn-cs"/>
        </a:defRPr>
      </a:lvl7pPr>
      <a:lvl8pPr marL="3200464" algn="l" defTabSz="457209" rtl="0" eaLnBrk="1" latinLnBrk="0" hangingPunct="1">
        <a:defRPr sz="1800" kern="1200">
          <a:solidFill>
            <a:schemeClr val="tx1"/>
          </a:solidFill>
          <a:latin typeface="+mn-lt"/>
          <a:ea typeface="+mn-ea"/>
          <a:cs typeface="+mn-cs"/>
        </a:defRPr>
      </a:lvl8pPr>
      <a:lvl9pPr marL="3657673" algn="l" defTabSz="457209"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alphaModFix amt="10000"/>
            <a:lum/>
          </a:blip>
          <a:srcRect/>
          <a:stretch>
            <a:fillRect l="30000" t="30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9535126"/>
      </p:ext>
    </p:extLst>
  </p:cSld>
  <p:clrMap bg1="lt1" tx1="dk1" bg2="lt2" tx2="dk2" accent1="accent1" accent2="accent2" accent3="accent3" accent4="accent4" accent5="accent5" accent6="accent6" hlink="hlink" folHlink="folHlink"/>
  <p:sldLayoutIdLst>
    <p:sldLayoutId id="2147483677" r:id="rId1"/>
  </p:sldLayoutIdLst>
  <p:hf hdr="0" ftr="0" dt="0"/>
  <p:txStyles>
    <p:titleStyle>
      <a:lvl1pPr algn="ctr" defTabSz="457209" rtl="0" eaLnBrk="1" latinLnBrk="0" hangingPunct="1">
        <a:spcBef>
          <a:spcPct val="0"/>
        </a:spcBef>
        <a:buNone/>
        <a:defRPr sz="4400" kern="1200">
          <a:solidFill>
            <a:schemeClr val="tx1"/>
          </a:solidFill>
          <a:latin typeface="+mj-lt"/>
          <a:ea typeface="+mj-ea"/>
          <a:cs typeface="+mj-cs"/>
        </a:defRPr>
      </a:lvl1pPr>
    </p:titleStyle>
    <p:bodyStyle>
      <a:lvl1pPr marL="342907" indent="-342907" algn="l" defTabSz="457209" rtl="0" eaLnBrk="1" latinLnBrk="0" hangingPunct="1">
        <a:spcBef>
          <a:spcPct val="20000"/>
        </a:spcBef>
        <a:buFont typeface="Arial"/>
        <a:buChar char="•"/>
        <a:defRPr sz="3200" kern="1200">
          <a:solidFill>
            <a:schemeClr val="tx1"/>
          </a:solidFill>
          <a:latin typeface="+mn-lt"/>
          <a:ea typeface="+mn-ea"/>
          <a:cs typeface="+mn-cs"/>
        </a:defRPr>
      </a:lvl1pPr>
      <a:lvl2pPr marL="742965" indent="-285756" algn="l" defTabSz="457209" rtl="0" eaLnBrk="1" latinLnBrk="0" hangingPunct="1">
        <a:spcBef>
          <a:spcPct val="20000"/>
        </a:spcBef>
        <a:buFont typeface="Arial"/>
        <a:buChar char="–"/>
        <a:defRPr sz="2800" kern="1200">
          <a:solidFill>
            <a:schemeClr val="tx1"/>
          </a:solidFill>
          <a:latin typeface="+mn-lt"/>
          <a:ea typeface="+mn-ea"/>
          <a:cs typeface="+mn-cs"/>
        </a:defRPr>
      </a:lvl2pPr>
      <a:lvl3pPr marL="1143023" indent="-228605" algn="l" defTabSz="457209" rtl="0" eaLnBrk="1" latinLnBrk="0" hangingPunct="1">
        <a:spcBef>
          <a:spcPct val="20000"/>
        </a:spcBef>
        <a:buFont typeface="Arial"/>
        <a:buChar char="•"/>
        <a:defRPr sz="2400" kern="1200">
          <a:solidFill>
            <a:schemeClr val="tx1"/>
          </a:solidFill>
          <a:latin typeface="+mn-lt"/>
          <a:ea typeface="+mn-ea"/>
          <a:cs typeface="+mn-cs"/>
        </a:defRPr>
      </a:lvl3pPr>
      <a:lvl4pPr marL="1600232" indent="-228605" algn="l" defTabSz="457209" rtl="0" eaLnBrk="1" latinLnBrk="0" hangingPunct="1">
        <a:spcBef>
          <a:spcPct val="20000"/>
        </a:spcBef>
        <a:buFont typeface="Arial"/>
        <a:buChar char="–"/>
        <a:defRPr sz="2000" kern="1200">
          <a:solidFill>
            <a:schemeClr val="tx1"/>
          </a:solidFill>
          <a:latin typeface="+mn-lt"/>
          <a:ea typeface="+mn-ea"/>
          <a:cs typeface="+mn-cs"/>
        </a:defRPr>
      </a:lvl4pPr>
      <a:lvl5pPr marL="2057441" indent="-228605" algn="l" defTabSz="457209" rtl="0" eaLnBrk="1" latinLnBrk="0" hangingPunct="1">
        <a:spcBef>
          <a:spcPct val="20000"/>
        </a:spcBef>
        <a:buFont typeface="Arial"/>
        <a:buChar char="»"/>
        <a:defRPr sz="2000" kern="1200">
          <a:solidFill>
            <a:schemeClr val="tx1"/>
          </a:solidFill>
          <a:latin typeface="+mn-lt"/>
          <a:ea typeface="+mn-ea"/>
          <a:cs typeface="+mn-cs"/>
        </a:defRPr>
      </a:lvl5pPr>
      <a:lvl6pPr marL="2514650" indent="-228605" algn="l" defTabSz="457209" rtl="0" eaLnBrk="1" latinLnBrk="0" hangingPunct="1">
        <a:spcBef>
          <a:spcPct val="20000"/>
        </a:spcBef>
        <a:buFont typeface="Arial"/>
        <a:buChar char="•"/>
        <a:defRPr sz="2000" kern="1200">
          <a:solidFill>
            <a:schemeClr val="tx1"/>
          </a:solidFill>
          <a:latin typeface="+mn-lt"/>
          <a:ea typeface="+mn-ea"/>
          <a:cs typeface="+mn-cs"/>
        </a:defRPr>
      </a:lvl6pPr>
      <a:lvl7pPr marL="2971859" indent="-228605" algn="l" defTabSz="457209" rtl="0" eaLnBrk="1" latinLnBrk="0" hangingPunct="1">
        <a:spcBef>
          <a:spcPct val="20000"/>
        </a:spcBef>
        <a:buFont typeface="Arial"/>
        <a:buChar char="•"/>
        <a:defRPr sz="2000" kern="1200">
          <a:solidFill>
            <a:schemeClr val="tx1"/>
          </a:solidFill>
          <a:latin typeface="+mn-lt"/>
          <a:ea typeface="+mn-ea"/>
          <a:cs typeface="+mn-cs"/>
        </a:defRPr>
      </a:lvl7pPr>
      <a:lvl8pPr marL="3429069" indent="-228605" algn="l" defTabSz="457209" rtl="0" eaLnBrk="1" latinLnBrk="0" hangingPunct="1">
        <a:spcBef>
          <a:spcPct val="20000"/>
        </a:spcBef>
        <a:buFont typeface="Arial"/>
        <a:buChar char="•"/>
        <a:defRPr sz="2000" kern="1200">
          <a:solidFill>
            <a:schemeClr val="tx1"/>
          </a:solidFill>
          <a:latin typeface="+mn-lt"/>
          <a:ea typeface="+mn-ea"/>
          <a:cs typeface="+mn-cs"/>
        </a:defRPr>
      </a:lvl8pPr>
      <a:lvl9pPr marL="3886278" indent="-228605" algn="l" defTabSz="45720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9" rtl="0" eaLnBrk="1" latinLnBrk="0" hangingPunct="1">
        <a:defRPr sz="1800" kern="1200">
          <a:solidFill>
            <a:schemeClr val="tx1"/>
          </a:solidFill>
          <a:latin typeface="+mn-lt"/>
          <a:ea typeface="+mn-ea"/>
          <a:cs typeface="+mn-cs"/>
        </a:defRPr>
      </a:lvl1pPr>
      <a:lvl2pPr marL="457209" algn="l" defTabSz="457209" rtl="0" eaLnBrk="1" latinLnBrk="0" hangingPunct="1">
        <a:defRPr sz="1800" kern="1200">
          <a:solidFill>
            <a:schemeClr val="tx1"/>
          </a:solidFill>
          <a:latin typeface="+mn-lt"/>
          <a:ea typeface="+mn-ea"/>
          <a:cs typeface="+mn-cs"/>
        </a:defRPr>
      </a:lvl2pPr>
      <a:lvl3pPr marL="914418" algn="l" defTabSz="457209" rtl="0" eaLnBrk="1" latinLnBrk="0" hangingPunct="1">
        <a:defRPr sz="1800" kern="1200">
          <a:solidFill>
            <a:schemeClr val="tx1"/>
          </a:solidFill>
          <a:latin typeface="+mn-lt"/>
          <a:ea typeface="+mn-ea"/>
          <a:cs typeface="+mn-cs"/>
        </a:defRPr>
      </a:lvl3pPr>
      <a:lvl4pPr marL="1371627" algn="l" defTabSz="457209" rtl="0" eaLnBrk="1" latinLnBrk="0" hangingPunct="1">
        <a:defRPr sz="1800" kern="1200">
          <a:solidFill>
            <a:schemeClr val="tx1"/>
          </a:solidFill>
          <a:latin typeface="+mn-lt"/>
          <a:ea typeface="+mn-ea"/>
          <a:cs typeface="+mn-cs"/>
        </a:defRPr>
      </a:lvl4pPr>
      <a:lvl5pPr marL="1828837" algn="l" defTabSz="457209" rtl="0" eaLnBrk="1" latinLnBrk="0" hangingPunct="1">
        <a:defRPr sz="1800" kern="1200">
          <a:solidFill>
            <a:schemeClr val="tx1"/>
          </a:solidFill>
          <a:latin typeface="+mn-lt"/>
          <a:ea typeface="+mn-ea"/>
          <a:cs typeface="+mn-cs"/>
        </a:defRPr>
      </a:lvl5pPr>
      <a:lvl6pPr marL="2286046" algn="l" defTabSz="457209" rtl="0" eaLnBrk="1" latinLnBrk="0" hangingPunct="1">
        <a:defRPr sz="1800" kern="1200">
          <a:solidFill>
            <a:schemeClr val="tx1"/>
          </a:solidFill>
          <a:latin typeface="+mn-lt"/>
          <a:ea typeface="+mn-ea"/>
          <a:cs typeface="+mn-cs"/>
        </a:defRPr>
      </a:lvl6pPr>
      <a:lvl7pPr marL="2743255" algn="l" defTabSz="457209" rtl="0" eaLnBrk="1" latinLnBrk="0" hangingPunct="1">
        <a:defRPr sz="1800" kern="1200">
          <a:solidFill>
            <a:schemeClr val="tx1"/>
          </a:solidFill>
          <a:latin typeface="+mn-lt"/>
          <a:ea typeface="+mn-ea"/>
          <a:cs typeface="+mn-cs"/>
        </a:defRPr>
      </a:lvl7pPr>
      <a:lvl8pPr marL="3200464" algn="l" defTabSz="457209" rtl="0" eaLnBrk="1" latinLnBrk="0" hangingPunct="1">
        <a:defRPr sz="1800" kern="1200">
          <a:solidFill>
            <a:schemeClr val="tx1"/>
          </a:solidFill>
          <a:latin typeface="+mn-lt"/>
          <a:ea typeface="+mn-ea"/>
          <a:cs typeface="+mn-cs"/>
        </a:defRPr>
      </a:lvl8pPr>
      <a:lvl9pPr marL="3657673" algn="l" defTabSz="45720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12.jpeg"/><Relationship Id="rId4" Type="http://schemas.openxmlformats.org/officeDocument/2006/relationships/image" Target="../media/image11.jpeg"/></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hyperlink" Target="https://creativecommons.org/licenses/by/3.0/"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5.xml"/><Relationship Id="rId5" Type="http://schemas.openxmlformats.org/officeDocument/2006/relationships/image" Target="../media/image18.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23.pn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vert="horz" anchor="t"/>
          <a:lstStyle/>
          <a:p>
            <a:r>
              <a:rPr lang="en-US"/>
              <a:t>DSPG 2019</a:t>
            </a:r>
          </a:p>
        </p:txBody>
      </p:sp>
      <p:sp>
        <p:nvSpPr>
          <p:cNvPr id="3" name="Text Placeholder 2"/>
          <p:cNvSpPr>
            <a:spLocks noGrp="1"/>
          </p:cNvSpPr>
          <p:nvPr>
            <p:ph type="body" sz="quarter" idx="11"/>
          </p:nvPr>
        </p:nvSpPr>
        <p:spPr/>
        <p:txBody>
          <a:bodyPr vert="horz" anchor="t"/>
          <a:lstStyle/>
          <a:p>
            <a:r>
              <a:rPr lang="en-US" dirty="0"/>
              <a:t>TOSS Updates</a:t>
            </a:r>
          </a:p>
        </p:txBody>
      </p:sp>
      <p:sp>
        <p:nvSpPr>
          <p:cNvPr id="4" name="Text Placeholder 3">
            <a:extLst>
              <a:ext uri="{FF2B5EF4-FFF2-40B4-BE49-F238E27FC236}">
                <a16:creationId xmlns:a16="http://schemas.microsoft.com/office/drawing/2014/main" id="{695C6E70-55B7-804E-9019-4306EE3AFEBC}"/>
              </a:ext>
            </a:extLst>
          </p:cNvPr>
          <p:cNvSpPr>
            <a:spLocks noGrp="1"/>
          </p:cNvSpPr>
          <p:nvPr>
            <p:ph type="body" sz="quarter" idx="12"/>
          </p:nvPr>
        </p:nvSpPr>
        <p:spPr>
          <a:xfrm>
            <a:off x="10885" y="3644105"/>
            <a:ext cx="10972800" cy="419581"/>
          </a:xfrm>
        </p:spPr>
        <p:txBody>
          <a:bodyPr vert="horz" anchor="t"/>
          <a:lstStyle/>
          <a:p>
            <a:r>
              <a:rPr lang="en-US" sz="2000" dirty="0"/>
              <a:t>Gizem Korkmaz, </a:t>
            </a:r>
            <a:r>
              <a:rPr lang="en-US" sz="2000" dirty="0" err="1"/>
              <a:t>Bayoan</a:t>
            </a:r>
            <a:r>
              <a:rPr lang="en-US" sz="2000" dirty="0"/>
              <a:t> Calderon, Cong Cong, Eliza Tobin, Calvin </a:t>
            </a:r>
            <a:r>
              <a:rPr lang="en-US" sz="2000" dirty="0" err="1"/>
              <a:t>Isch</a:t>
            </a:r>
            <a:endParaRPr lang="en-US" sz="2000" dirty="0"/>
          </a:p>
        </p:txBody>
      </p:sp>
      <p:sp>
        <p:nvSpPr>
          <p:cNvPr id="5" name="Text Placeholder 4">
            <a:extLst>
              <a:ext uri="{FF2B5EF4-FFF2-40B4-BE49-F238E27FC236}">
                <a16:creationId xmlns:a16="http://schemas.microsoft.com/office/drawing/2014/main" id="{1453DEBA-EA85-2846-BC0B-E17BB0899DDF}"/>
              </a:ext>
            </a:extLst>
          </p:cNvPr>
          <p:cNvSpPr>
            <a:spLocks noGrp="1"/>
          </p:cNvSpPr>
          <p:nvPr>
            <p:ph type="body" sz="quarter" idx="13"/>
          </p:nvPr>
        </p:nvSpPr>
        <p:spPr>
          <a:xfrm>
            <a:off x="0" y="4063686"/>
            <a:ext cx="10972800" cy="346075"/>
          </a:xfrm>
        </p:spPr>
        <p:txBody>
          <a:bodyPr vert="horz" anchor="t"/>
          <a:lstStyle/>
          <a:p>
            <a:r>
              <a:rPr lang="en-US" dirty="0"/>
              <a:t>Sponsor:  Carol Robbins, National Science Foundation, National Center for Science and Engineering Statistics</a:t>
            </a:r>
          </a:p>
        </p:txBody>
      </p:sp>
    </p:spTree>
    <p:extLst>
      <p:ext uri="{BB962C8B-B14F-4D97-AF65-F5344CB8AC3E}">
        <p14:creationId xmlns:p14="http://schemas.microsoft.com/office/powerpoint/2010/main" val="1301978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0" y="11457"/>
            <a:ext cx="10972800" cy="457200"/>
          </a:xfrm>
        </p:spPr>
        <p:txBody>
          <a:bodyPr vert="horz" anchor="t"/>
          <a:lstStyle/>
          <a:p>
            <a:r>
              <a:rPr lang="en-US" dirty="0"/>
              <a:t>Outline </a:t>
            </a:r>
          </a:p>
        </p:txBody>
      </p:sp>
      <p:sp>
        <p:nvSpPr>
          <p:cNvPr id="3" name="Text Placeholder 2"/>
          <p:cNvSpPr>
            <a:spLocks noGrp="1"/>
          </p:cNvSpPr>
          <p:nvPr>
            <p:ph type="body" sz="quarter" idx="11"/>
          </p:nvPr>
        </p:nvSpPr>
        <p:spPr>
          <a:xfrm>
            <a:off x="1641761" y="726987"/>
            <a:ext cx="7689277" cy="4875649"/>
          </a:xfrm>
        </p:spPr>
        <p:txBody>
          <a:bodyPr vert="horz" anchor="t"/>
          <a:lstStyle/>
          <a:p>
            <a:r>
              <a:rPr lang="en-US" b="1" dirty="0"/>
              <a:t>Problem Statement</a:t>
            </a:r>
          </a:p>
          <a:p>
            <a:r>
              <a:rPr lang="en-US" b="1" dirty="0"/>
              <a:t>OSS Definition</a:t>
            </a:r>
          </a:p>
          <a:p>
            <a:r>
              <a:rPr lang="en-US" b="1" dirty="0"/>
              <a:t>License info</a:t>
            </a:r>
          </a:p>
          <a:p>
            <a:r>
              <a:rPr lang="en-US" sz="2000" b="1" dirty="0">
                <a:solidFill>
                  <a:srgbClr val="17375E"/>
                </a:solidFill>
              </a:rPr>
              <a:t>Universe Definition</a:t>
            </a:r>
          </a:p>
          <a:p>
            <a:r>
              <a:rPr lang="en-US" b="1" dirty="0">
                <a:solidFill>
                  <a:srgbClr val="17375E"/>
                </a:solidFill>
              </a:rPr>
              <a:t>Data Source: GitHub</a:t>
            </a:r>
          </a:p>
          <a:p>
            <a:r>
              <a:rPr lang="en-US" sz="2000" b="1" dirty="0">
                <a:solidFill>
                  <a:srgbClr val="17375E"/>
                </a:solidFill>
              </a:rPr>
              <a:t>Data Collection Methods (pros cons)</a:t>
            </a:r>
          </a:p>
          <a:p>
            <a:r>
              <a:rPr lang="en-US" b="1" dirty="0">
                <a:solidFill>
                  <a:srgbClr val="17375E"/>
                </a:solidFill>
              </a:rPr>
              <a:t>Final Dataset Coverage (even if it s not finished)</a:t>
            </a:r>
          </a:p>
          <a:p>
            <a:r>
              <a:rPr lang="en-US" b="1" dirty="0">
                <a:solidFill>
                  <a:srgbClr val="17375E"/>
                </a:solidFill>
              </a:rPr>
              <a:t>Today’s Focus: 2015 -- Profiling &amp; Exploration</a:t>
            </a:r>
          </a:p>
          <a:p>
            <a:pPr lvl="1"/>
            <a:r>
              <a:rPr lang="en-US" sz="1800" b="1" dirty="0">
                <a:solidFill>
                  <a:srgbClr val="17375E"/>
                </a:solidFill>
              </a:rPr>
              <a:t>Repo counts (2012,2015,2018) totals </a:t>
            </a:r>
            <a:r>
              <a:rPr lang="en-US" sz="1800" b="1" dirty="0">
                <a:solidFill>
                  <a:srgbClr val="17375E"/>
                </a:solidFill>
                <a:sym typeface="Wingdings" pitchFamily="2" charset="2"/>
              </a:rPr>
              <a:t> Eliza</a:t>
            </a:r>
          </a:p>
          <a:p>
            <a:pPr lvl="1"/>
            <a:r>
              <a:rPr lang="en-US" sz="1800" b="1" dirty="0">
                <a:solidFill>
                  <a:srgbClr val="17375E"/>
                </a:solidFill>
                <a:sym typeface="Wingdings" pitchFamily="2" charset="2"/>
              </a:rPr>
              <a:t>Repo counts by license  Calvin &amp; Eliza</a:t>
            </a:r>
          </a:p>
          <a:p>
            <a:pPr lvl="1"/>
            <a:r>
              <a:rPr lang="en-US" sz="1800" b="1" dirty="0">
                <a:solidFill>
                  <a:srgbClr val="17375E"/>
                </a:solidFill>
                <a:sym typeface="Wingdings" pitchFamily="2" charset="2"/>
              </a:rPr>
              <a:t>Number of contributors, commits for 2015 Eliza</a:t>
            </a:r>
          </a:p>
          <a:p>
            <a:pPr lvl="1"/>
            <a:r>
              <a:rPr lang="en-US" sz="1800" b="1" dirty="0">
                <a:solidFill>
                  <a:srgbClr val="17375E"/>
                </a:solidFill>
                <a:sym typeface="Wingdings" pitchFamily="2" charset="2"/>
              </a:rPr>
              <a:t>Location  Cong</a:t>
            </a:r>
          </a:p>
          <a:p>
            <a:pPr lvl="1"/>
            <a:r>
              <a:rPr lang="en-US" sz="1800" b="1" dirty="0">
                <a:solidFill>
                  <a:srgbClr val="17375E"/>
                </a:solidFill>
                <a:sym typeface="Wingdings" pitchFamily="2" charset="2"/>
              </a:rPr>
              <a:t>Company  Cong</a:t>
            </a:r>
          </a:p>
          <a:p>
            <a:pPr lvl="1"/>
            <a:r>
              <a:rPr lang="en-US" sz="1800" b="1" dirty="0">
                <a:solidFill>
                  <a:srgbClr val="17375E"/>
                </a:solidFill>
                <a:sym typeface="Wingdings" pitchFamily="2" charset="2"/>
              </a:rPr>
              <a:t>Networks (maybe)   Brandon</a:t>
            </a:r>
          </a:p>
          <a:p>
            <a:r>
              <a:rPr lang="en-US" b="1" dirty="0">
                <a:solidFill>
                  <a:srgbClr val="17375E"/>
                </a:solidFill>
              </a:rPr>
              <a:t>Interpretation of findings</a:t>
            </a:r>
          </a:p>
          <a:p>
            <a:pPr marL="0" indent="0">
              <a:buNone/>
            </a:pPr>
            <a:endParaRPr lang="en-US" sz="1000" b="1" dirty="0">
              <a:solidFill>
                <a:srgbClr val="17375E"/>
              </a:solidFill>
              <a:sym typeface="Wingdings" pitchFamily="2" charset="2"/>
            </a:endParaRPr>
          </a:p>
          <a:p>
            <a:pPr lvl="1"/>
            <a:endParaRPr lang="en-US" sz="1800" b="1" dirty="0">
              <a:solidFill>
                <a:srgbClr val="17375E"/>
              </a:solidFill>
            </a:endParaRPr>
          </a:p>
          <a:p>
            <a:endParaRPr lang="en-US" sz="2000" b="1" dirty="0">
              <a:solidFill>
                <a:srgbClr val="17375E"/>
              </a:solidFill>
            </a:endParaRPr>
          </a:p>
          <a:p>
            <a:pPr marL="342900" indent="-342900"/>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solidFill>
                <a:srgbClr val="17375E"/>
              </a:solidFill>
              <a:cs typeface="Calibri"/>
            </a:endParaRPr>
          </a:p>
        </p:txBody>
      </p:sp>
      <p:sp>
        <p:nvSpPr>
          <p:cNvPr id="4" name="Slide Number Placeholder 3"/>
          <p:cNvSpPr>
            <a:spLocks noGrp="1"/>
          </p:cNvSpPr>
          <p:nvPr>
            <p:ph type="sldNum" sz="quarter" idx="4"/>
          </p:nvPr>
        </p:nvSpPr>
        <p:spPr/>
        <p:txBody>
          <a:bodyPr/>
          <a:lstStyle/>
          <a:p>
            <a:fld id="{0F418C06-167A-E646-9EF6-18275B625F6B}" type="slidenum">
              <a:rPr lang="en-US" smtClean="0"/>
              <a:pPr/>
              <a:t>2</a:t>
            </a:fld>
            <a:endParaRPr lang="en-US"/>
          </a:p>
        </p:txBody>
      </p:sp>
    </p:spTree>
    <p:extLst>
      <p:ext uri="{BB962C8B-B14F-4D97-AF65-F5344CB8AC3E}">
        <p14:creationId xmlns:p14="http://schemas.microsoft.com/office/powerpoint/2010/main" val="10032775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vert="horz" anchor="t"/>
          <a:lstStyle/>
          <a:p>
            <a:r>
              <a:rPr lang="en-US" dirty="0"/>
              <a:t>OSS Definition </a:t>
            </a:r>
          </a:p>
        </p:txBody>
      </p:sp>
      <p:sp>
        <p:nvSpPr>
          <p:cNvPr id="3" name="Text Placeholder 2"/>
          <p:cNvSpPr>
            <a:spLocks noGrp="1"/>
          </p:cNvSpPr>
          <p:nvPr>
            <p:ph type="body" sz="quarter" idx="11"/>
          </p:nvPr>
        </p:nvSpPr>
        <p:spPr>
          <a:xfrm>
            <a:off x="1796810" y="1501904"/>
            <a:ext cx="7689277" cy="4013200"/>
          </a:xfrm>
        </p:spPr>
        <p:txBody>
          <a:bodyPr vert="horz" anchor="t"/>
          <a:lstStyle/>
          <a:p>
            <a:pPr marL="0" indent="0">
              <a:buNone/>
            </a:pPr>
            <a:r>
              <a:rPr lang="en-US" b="1" dirty="0"/>
              <a:t>Open Source Software (OSS): "a computer software</a:t>
            </a:r>
            <a:r>
              <a:rPr lang="en-US" dirty="0"/>
              <a:t>, with its source code made available with a </a:t>
            </a:r>
            <a:r>
              <a:rPr lang="en-US" b="1" dirty="0"/>
              <a:t>license</a:t>
            </a:r>
            <a:r>
              <a:rPr lang="en-US" dirty="0"/>
              <a:t>, in which the copyright holder provides the rights to study, change, and distribute the software to anyone and for any purpose." (Open Source Initiative)</a:t>
            </a:r>
            <a:endParaRPr lang="en-US" sz="2000" b="1" dirty="0">
              <a:solidFill>
                <a:srgbClr val="17375E"/>
              </a:solidFill>
            </a:endParaRPr>
          </a:p>
          <a:p>
            <a:pPr marL="342900" indent="-342900"/>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solidFill>
                <a:srgbClr val="17375E"/>
              </a:solidFill>
              <a:cs typeface="Calibri"/>
            </a:endParaRPr>
          </a:p>
        </p:txBody>
      </p:sp>
      <p:sp>
        <p:nvSpPr>
          <p:cNvPr id="4" name="Slide Number Placeholder 3"/>
          <p:cNvSpPr>
            <a:spLocks noGrp="1"/>
          </p:cNvSpPr>
          <p:nvPr>
            <p:ph type="sldNum" sz="quarter" idx="4"/>
          </p:nvPr>
        </p:nvSpPr>
        <p:spPr/>
        <p:txBody>
          <a:bodyPr/>
          <a:lstStyle/>
          <a:p>
            <a:fld id="{0F418C06-167A-E646-9EF6-18275B625F6B}" type="slidenum">
              <a:rPr lang="en-US" smtClean="0"/>
              <a:pPr/>
              <a:t>3</a:t>
            </a:fld>
            <a:endParaRPr lang="en-US"/>
          </a:p>
        </p:txBody>
      </p:sp>
      <p:pic>
        <p:nvPicPr>
          <p:cNvPr id="6" name="Picture 6">
            <a:extLst>
              <a:ext uri="{FF2B5EF4-FFF2-40B4-BE49-F238E27FC236}">
                <a16:creationId xmlns:a16="http://schemas.microsoft.com/office/drawing/2014/main" id="{CFDC048B-06D2-4E46-A560-CC13AC92A8DA}"/>
              </a:ext>
            </a:extLst>
          </p:cNvPr>
          <p:cNvPicPr>
            <a:picLocks noChangeAspect="1"/>
          </p:cNvPicPr>
          <p:nvPr/>
        </p:nvPicPr>
        <p:blipFill>
          <a:blip r:embed="rId3"/>
          <a:stretch>
            <a:fillRect/>
          </a:stretch>
        </p:blipFill>
        <p:spPr>
          <a:xfrm>
            <a:off x="3630877" y="3193308"/>
            <a:ext cx="4032233" cy="2570743"/>
          </a:xfrm>
          <a:prstGeom prst="rect">
            <a:avLst/>
          </a:prstGeom>
        </p:spPr>
      </p:pic>
    </p:spTree>
    <p:extLst>
      <p:ext uri="{BB962C8B-B14F-4D97-AF65-F5344CB8AC3E}">
        <p14:creationId xmlns:p14="http://schemas.microsoft.com/office/powerpoint/2010/main" val="6910701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p:txBody>
          <a:bodyPr vert="horz" anchor="t"/>
          <a:lstStyle/>
          <a:p>
            <a:r>
              <a:rPr lang="en-US" dirty="0"/>
              <a:t>Copyrights</a:t>
            </a:r>
          </a:p>
        </p:txBody>
      </p:sp>
    </p:spTree>
    <p:extLst>
      <p:ext uri="{BB962C8B-B14F-4D97-AF65-F5344CB8AC3E}">
        <p14:creationId xmlns:p14="http://schemas.microsoft.com/office/powerpoint/2010/main" val="38378173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C140EE6-901D-4159-98C1-872584FA69A1}"/>
              </a:ext>
            </a:extLst>
          </p:cNvPr>
          <p:cNvSpPr>
            <a:spLocks noGrp="1"/>
          </p:cNvSpPr>
          <p:nvPr>
            <p:ph type="body" sz="quarter" idx="10"/>
          </p:nvPr>
        </p:nvSpPr>
        <p:spPr/>
        <p:txBody>
          <a:bodyPr vert="horz" anchor="t"/>
          <a:lstStyle/>
          <a:p>
            <a:r>
              <a:rPr lang="en-US"/>
              <a:t>Overview Continued</a:t>
            </a:r>
          </a:p>
        </p:txBody>
      </p:sp>
      <p:sp>
        <p:nvSpPr>
          <p:cNvPr id="3" name="Text Placeholder 2">
            <a:extLst>
              <a:ext uri="{FF2B5EF4-FFF2-40B4-BE49-F238E27FC236}">
                <a16:creationId xmlns:a16="http://schemas.microsoft.com/office/drawing/2014/main" id="{5CB815F9-32AE-4AAC-AF41-8D4E16739340}"/>
              </a:ext>
            </a:extLst>
          </p:cNvPr>
          <p:cNvSpPr>
            <a:spLocks noGrp="1"/>
          </p:cNvSpPr>
          <p:nvPr>
            <p:ph type="body" sz="quarter" idx="11"/>
          </p:nvPr>
        </p:nvSpPr>
        <p:spPr>
          <a:xfrm>
            <a:off x="1399112" y="1523848"/>
            <a:ext cx="8302922" cy="4150911"/>
          </a:xfrm>
        </p:spPr>
        <p:txBody>
          <a:bodyPr vert="horz" anchor="t"/>
          <a:lstStyle/>
          <a:p>
            <a:pPr marL="342900" indent="-342900"/>
            <a:r>
              <a:rPr lang="en-US" b="1"/>
              <a:t>Issue: </a:t>
            </a:r>
            <a:r>
              <a:rPr lang="en-US"/>
              <a:t>There are no commonly used metrics to measure the amount of open source software (OSS) in existence and OSS is not captured in the nation's gross domestic product (GDP)</a:t>
            </a:r>
          </a:p>
          <a:p>
            <a:pPr marL="342900" indent="-342900"/>
            <a:endParaRPr lang="en-US"/>
          </a:p>
          <a:p>
            <a:pPr marL="342900" indent="-342900"/>
            <a:r>
              <a:rPr lang="en-US" b="1">
                <a:latin typeface="ITC Franklin Gothic Std Book Co"/>
              </a:rPr>
              <a:t>Goals:</a:t>
            </a:r>
            <a:endParaRPr lang="en-US">
              <a:latin typeface="ITC Franklin Gothic Std Book Co"/>
            </a:endParaRPr>
          </a:p>
          <a:p>
            <a:pPr marL="742950" lvl="1" indent="-285750"/>
            <a:r>
              <a:rPr lang="en-US" sz="1800">
                <a:solidFill>
                  <a:srgbClr val="002060"/>
                </a:solidFill>
                <a:latin typeface="ITC Franklin Gothic Std Book Co"/>
                <a:cs typeface="Calibri"/>
              </a:rPr>
              <a:t>Amount in existence</a:t>
            </a:r>
          </a:p>
          <a:p>
            <a:pPr marL="1143000" lvl="2" indent="-228600"/>
            <a:r>
              <a:rPr lang="en-US" sz="1800">
                <a:solidFill>
                  <a:srgbClr val="002060"/>
                </a:solidFill>
                <a:latin typeface="ITC Franklin Gothic Std Book Co"/>
                <a:cs typeface="Calibri"/>
              </a:rPr>
              <a:t>Longitudinal comparisons</a:t>
            </a:r>
          </a:p>
          <a:p>
            <a:pPr marL="742950" lvl="1" indent="-285750"/>
            <a:r>
              <a:rPr lang="en-US" sz="1800">
                <a:solidFill>
                  <a:srgbClr val="002060"/>
                </a:solidFill>
                <a:latin typeface="ITC Franklin Gothic Std Book Co"/>
                <a:cs typeface="Calibri"/>
              </a:rPr>
              <a:t>Identify developers (who creates OSS?)</a:t>
            </a:r>
          </a:p>
          <a:p>
            <a:pPr marL="742950" lvl="1" indent="-285750"/>
            <a:r>
              <a:rPr lang="en-US" sz="1800">
                <a:solidFill>
                  <a:srgbClr val="002060"/>
                </a:solidFill>
                <a:latin typeface="ITC Franklin Gothic Std Book Co"/>
                <a:cs typeface="Calibri"/>
              </a:rPr>
              <a:t>Measure research output of OSS by sector</a:t>
            </a:r>
          </a:p>
          <a:p>
            <a:pPr marL="742950" lvl="1" indent="-285750"/>
            <a:endParaRPr lang="en-US" sz="1600">
              <a:solidFill>
                <a:schemeClr val="accent1">
                  <a:lumMod val="50000"/>
                </a:schemeClr>
              </a:solidFill>
              <a:latin typeface="Calibri"/>
              <a:cs typeface="Calibri"/>
            </a:endParaRPr>
          </a:p>
          <a:p>
            <a:pPr marL="742950" lvl="1" indent="-285750"/>
            <a:endParaRPr lang="en-US" sz="1600">
              <a:solidFill>
                <a:schemeClr val="accent1">
                  <a:lumMod val="50000"/>
                </a:schemeClr>
              </a:solidFill>
              <a:latin typeface="Calibri"/>
              <a:cs typeface="Calibri"/>
            </a:endParaRPr>
          </a:p>
          <a:p>
            <a:pPr marL="342900" indent="-342900"/>
            <a:r>
              <a:rPr lang="en-US" b="1">
                <a:solidFill>
                  <a:srgbClr val="002060"/>
                </a:solidFill>
                <a:latin typeface="Calibri"/>
                <a:cs typeface="Calibri"/>
              </a:rPr>
              <a:t>Universe: </a:t>
            </a:r>
            <a:r>
              <a:rPr lang="en-US">
                <a:solidFill>
                  <a:srgbClr val="002060"/>
                </a:solidFill>
                <a:latin typeface="Calibri"/>
                <a:cs typeface="Calibri"/>
              </a:rPr>
              <a:t>All registered open source software</a:t>
            </a:r>
            <a:endParaRPr lang="en-US" b="1">
              <a:solidFill>
                <a:srgbClr val="17375E"/>
              </a:solidFill>
            </a:endParaRPr>
          </a:p>
          <a:p>
            <a:pPr marL="742950" lvl="1" indent="-285750"/>
            <a:endParaRPr lang="en-US" sz="2000">
              <a:solidFill>
                <a:schemeClr val="accent1">
                  <a:lumMod val="50000"/>
                </a:schemeClr>
              </a:solidFill>
              <a:latin typeface="ITC Franklin Gothic Std Book Compressed"/>
            </a:endParaRPr>
          </a:p>
        </p:txBody>
      </p:sp>
      <p:sp>
        <p:nvSpPr>
          <p:cNvPr id="4" name="Slide Number Placeholder 3">
            <a:extLst>
              <a:ext uri="{FF2B5EF4-FFF2-40B4-BE49-F238E27FC236}">
                <a16:creationId xmlns:a16="http://schemas.microsoft.com/office/drawing/2014/main" id="{7BE1E96D-8B97-48AC-988D-6F58ED65C05A}"/>
              </a:ext>
            </a:extLst>
          </p:cNvPr>
          <p:cNvSpPr>
            <a:spLocks noGrp="1"/>
          </p:cNvSpPr>
          <p:nvPr>
            <p:ph type="sldNum" sz="quarter" idx="4"/>
          </p:nvPr>
        </p:nvSpPr>
        <p:spPr/>
        <p:txBody>
          <a:bodyPr/>
          <a:lstStyle/>
          <a:p>
            <a:fld id="{0F418C06-167A-E646-9EF6-18275B625F6B}" type="slidenum">
              <a:rPr lang="en-US" smtClean="0"/>
              <a:pPr/>
              <a:t>5</a:t>
            </a:fld>
            <a:endParaRPr lang="en-US"/>
          </a:p>
        </p:txBody>
      </p:sp>
      <p:pic>
        <p:nvPicPr>
          <p:cNvPr id="5" name="Picture 5" descr="A picture containing vector graphics&#10;&#10;Description generated with high confidence">
            <a:extLst>
              <a:ext uri="{FF2B5EF4-FFF2-40B4-BE49-F238E27FC236}">
                <a16:creationId xmlns:a16="http://schemas.microsoft.com/office/drawing/2014/main" id="{11669417-ED84-41B0-96FB-1B9DB2BB6A70}"/>
              </a:ext>
            </a:extLst>
          </p:cNvPr>
          <p:cNvPicPr>
            <a:picLocks noChangeAspect="1"/>
          </p:cNvPicPr>
          <p:nvPr/>
        </p:nvPicPr>
        <p:blipFill>
          <a:blip r:embed="rId3"/>
          <a:stretch>
            <a:fillRect/>
          </a:stretch>
        </p:blipFill>
        <p:spPr>
          <a:xfrm>
            <a:off x="7548985" y="2373165"/>
            <a:ext cx="2958759" cy="3417954"/>
          </a:xfrm>
          <a:prstGeom prst="rect">
            <a:avLst/>
          </a:prstGeom>
        </p:spPr>
      </p:pic>
    </p:spTree>
    <p:extLst>
      <p:ext uri="{BB962C8B-B14F-4D97-AF65-F5344CB8AC3E}">
        <p14:creationId xmlns:p14="http://schemas.microsoft.com/office/powerpoint/2010/main" val="2452256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E783343-C48C-446A-B9C8-22E564DB2682}"/>
              </a:ext>
            </a:extLst>
          </p:cNvPr>
          <p:cNvSpPr>
            <a:spLocks noGrp="1"/>
          </p:cNvSpPr>
          <p:nvPr>
            <p:ph type="body" sz="quarter" idx="10"/>
          </p:nvPr>
        </p:nvSpPr>
        <p:spPr>
          <a:xfrm>
            <a:off x="914400" y="333107"/>
            <a:ext cx="9144000" cy="457200"/>
          </a:xfrm>
        </p:spPr>
        <p:txBody>
          <a:bodyPr vert="horz" anchor="t"/>
          <a:lstStyle/>
          <a:p>
            <a:r>
              <a:rPr lang="en-US"/>
              <a:t>Data Discovery</a:t>
            </a:r>
          </a:p>
        </p:txBody>
      </p:sp>
      <p:sp>
        <p:nvSpPr>
          <p:cNvPr id="3" name="Text Placeholder 2">
            <a:extLst>
              <a:ext uri="{FF2B5EF4-FFF2-40B4-BE49-F238E27FC236}">
                <a16:creationId xmlns:a16="http://schemas.microsoft.com/office/drawing/2014/main" id="{711CDCB2-1885-4740-A137-BB16FB98B5A5}"/>
              </a:ext>
            </a:extLst>
          </p:cNvPr>
          <p:cNvSpPr>
            <a:spLocks noGrp="1"/>
          </p:cNvSpPr>
          <p:nvPr>
            <p:ph type="body" sz="quarter" idx="11"/>
          </p:nvPr>
        </p:nvSpPr>
        <p:spPr>
          <a:xfrm>
            <a:off x="824027" y="1096490"/>
            <a:ext cx="8829885" cy="4803447"/>
          </a:xfrm>
        </p:spPr>
        <p:txBody>
          <a:bodyPr vert="horz" anchor="t"/>
          <a:lstStyle/>
          <a:p>
            <a:pPr marL="342900" indent="-342900"/>
            <a:r>
              <a:rPr lang="en-US">
                <a:latin typeface="ITC Franklin Gothic Std Book Co"/>
              </a:rPr>
              <a:t>Licenses define limitations of use</a:t>
            </a:r>
            <a:endParaRPr lang="en-US"/>
          </a:p>
          <a:p>
            <a:pPr marL="742950" lvl="1" indent="-285750"/>
            <a:r>
              <a:rPr lang="en-US" sz="1600" b="1">
                <a:solidFill>
                  <a:srgbClr val="002060"/>
                </a:solidFill>
                <a:latin typeface="ITC Franklin Gothic Std Book Co"/>
              </a:rPr>
              <a:t>Product registration:</a:t>
            </a:r>
            <a:r>
              <a:rPr lang="en-US" sz="1600">
                <a:solidFill>
                  <a:srgbClr val="002060"/>
                </a:solidFill>
                <a:latin typeface="ITC Franklin Gothic Std Book Co"/>
              </a:rPr>
              <a:t> provides developers with claims when licenses are violated</a:t>
            </a:r>
            <a:endParaRPr lang="en-US" sz="1600">
              <a:solidFill>
                <a:srgbClr val="002060"/>
              </a:solidFill>
              <a:latin typeface="ITC Franklin Gothic Std Book Co"/>
              <a:cs typeface="Calibri"/>
            </a:endParaRPr>
          </a:p>
          <a:p>
            <a:pPr marL="742950" lvl="1" indent="-285750"/>
            <a:endParaRPr lang="en-US" sz="1600">
              <a:solidFill>
                <a:schemeClr val="tx2"/>
              </a:solidFill>
              <a:latin typeface="ITC Franklin Gothic Std Book Co"/>
            </a:endParaRPr>
          </a:p>
          <a:p>
            <a:pPr marL="342900" indent="-342900"/>
            <a:r>
              <a:rPr lang="en-US">
                <a:latin typeface="ITC Franklin Gothic Std Book Co"/>
              </a:rPr>
              <a:t>Three traditional ways to register innovation: </a:t>
            </a:r>
            <a:endParaRPr lang="en-US" sz="1600">
              <a:solidFill>
                <a:srgbClr val="17375E"/>
              </a:solidFill>
              <a:latin typeface="ITC Franklin Gothic Std Book Co"/>
              <a:cs typeface="Calibri"/>
            </a:endParaRPr>
          </a:p>
          <a:p>
            <a:pPr marL="0" indent="0">
              <a:buNone/>
            </a:pPr>
            <a:r>
              <a:rPr lang="en-US" sz="1600">
                <a:solidFill>
                  <a:srgbClr val="17375E"/>
                </a:solidFill>
                <a:latin typeface="ITC Franklin Gothic Std Book Co"/>
              </a:rPr>
              <a:t>                                                            </a:t>
            </a:r>
            <a:endParaRPr lang="en-US" sz="1600">
              <a:solidFill>
                <a:srgbClr val="17375E"/>
              </a:solidFill>
              <a:latin typeface="ITC Franklin Gothic Std Book Co"/>
              <a:cs typeface="Calibri"/>
            </a:endParaRPr>
          </a:p>
          <a:p>
            <a:pPr marL="0" indent="0">
              <a:buNone/>
            </a:pPr>
            <a:r>
              <a:rPr lang="en-US" sz="1600">
                <a:solidFill>
                  <a:srgbClr val="17375E"/>
                </a:solidFill>
                <a:latin typeface="ITC Franklin Gothic Std Book Co"/>
              </a:rPr>
              <a:t>                                                                        Copyright </a:t>
            </a:r>
            <a:endParaRPr lang="en-US" sz="1600">
              <a:solidFill>
                <a:srgbClr val="17375E"/>
              </a:solidFill>
              <a:latin typeface="ITC Franklin Gothic Std Book Co"/>
              <a:cs typeface="Calibri"/>
            </a:endParaRPr>
          </a:p>
          <a:p>
            <a:pPr marL="742950" lvl="1" indent="-285750"/>
            <a:endParaRPr lang="en-US" sz="1600">
              <a:solidFill>
                <a:srgbClr val="17375E"/>
              </a:solidFill>
              <a:latin typeface="ITC Franklin Gothic Std Book Co"/>
            </a:endParaRPr>
          </a:p>
          <a:p>
            <a:pPr marL="457200" lvl="1" indent="0">
              <a:buNone/>
            </a:pPr>
            <a:endParaRPr lang="en-US" sz="1600">
              <a:solidFill>
                <a:srgbClr val="17375E"/>
              </a:solidFill>
              <a:latin typeface="ITC Franklin Gothic Std Book Co"/>
            </a:endParaRPr>
          </a:p>
          <a:p>
            <a:pPr marL="457200" lvl="1" indent="0">
              <a:buNone/>
            </a:pPr>
            <a:r>
              <a:rPr lang="en-US" sz="1600">
                <a:solidFill>
                  <a:srgbClr val="17375E"/>
                </a:solidFill>
                <a:latin typeface="ITC Franklin Gothic Std Book Co"/>
              </a:rPr>
              <a:t>                             Trademark</a:t>
            </a:r>
          </a:p>
          <a:p>
            <a:pPr marL="742950" lvl="1" indent="-285750"/>
            <a:endParaRPr lang="en-US" sz="1600">
              <a:solidFill>
                <a:srgbClr val="17375E"/>
              </a:solidFill>
              <a:latin typeface="ITC Franklin Gothic Std Book Co"/>
            </a:endParaRPr>
          </a:p>
          <a:p>
            <a:pPr marL="742950" lvl="1" indent="-285750"/>
            <a:endParaRPr lang="en-US" sz="1600">
              <a:solidFill>
                <a:srgbClr val="17375E"/>
              </a:solidFill>
              <a:latin typeface="ITC Franklin Gothic Std Book Co"/>
            </a:endParaRPr>
          </a:p>
          <a:p>
            <a:pPr marL="457200" lvl="1" indent="0">
              <a:buNone/>
            </a:pPr>
            <a:r>
              <a:rPr lang="en-US" sz="1600">
                <a:solidFill>
                  <a:srgbClr val="17375E"/>
                </a:solidFill>
                <a:latin typeface="ITC Franklin Gothic Std Book Co"/>
              </a:rPr>
              <a:t>    </a:t>
            </a:r>
            <a:endParaRPr lang="en-US" sz="1600">
              <a:solidFill>
                <a:srgbClr val="17375E"/>
              </a:solidFill>
              <a:latin typeface="ITC Franklin Gothic Std Book Co"/>
              <a:cs typeface="Calibri"/>
            </a:endParaRPr>
          </a:p>
          <a:p>
            <a:pPr marL="457200" lvl="1" indent="0">
              <a:buNone/>
            </a:pPr>
            <a:r>
              <a:rPr lang="en-US" sz="1600">
                <a:solidFill>
                  <a:srgbClr val="17375E"/>
                </a:solidFill>
                <a:latin typeface="ITC Franklin Gothic Std Book Co"/>
              </a:rPr>
              <a:t>    Patent </a:t>
            </a:r>
            <a:endParaRPr lang="en-US" sz="1600">
              <a:solidFill>
                <a:srgbClr val="17375E"/>
              </a:solidFill>
              <a:latin typeface="ITC Franklin Gothic Std Book Co"/>
              <a:cs typeface="Calibri"/>
            </a:endParaRPr>
          </a:p>
          <a:p>
            <a:pPr marL="0" indent="0">
              <a:buNone/>
            </a:pPr>
            <a:endParaRPr lang="en-US" b="1"/>
          </a:p>
          <a:p>
            <a:pPr marL="742950" lvl="1" indent="-285750"/>
            <a:endParaRPr lang="en-US" sz="1600">
              <a:solidFill>
                <a:srgbClr val="17375E"/>
              </a:solidFill>
              <a:latin typeface="ITC Franklin Gothic Std Book Co"/>
              <a:ea typeface="+mn-lt"/>
              <a:cs typeface="+mn-lt"/>
            </a:endParaRPr>
          </a:p>
          <a:p>
            <a:pPr marL="742950" lvl="1" indent="-285750"/>
            <a:endParaRPr lang="en-US" sz="1600">
              <a:solidFill>
                <a:srgbClr val="17375E"/>
              </a:solidFill>
              <a:latin typeface="ITC Franklin Gothic Std Book Co"/>
              <a:ea typeface="+mn-lt"/>
              <a:cs typeface="+mn-lt"/>
            </a:endParaRPr>
          </a:p>
          <a:p>
            <a:pPr marL="742950" lvl="1" indent="-285750"/>
            <a:endParaRPr lang="en-US" sz="1600">
              <a:solidFill>
                <a:srgbClr val="17375E"/>
              </a:solidFill>
              <a:latin typeface="ITC Franklin Gothic Std Book Co"/>
              <a:ea typeface="+mn-lt"/>
              <a:cs typeface="+mn-lt"/>
            </a:endParaRPr>
          </a:p>
          <a:p>
            <a:pPr marL="457200" lvl="1" indent="0">
              <a:buNone/>
            </a:pPr>
            <a:endParaRPr lang="en-US" sz="1600">
              <a:solidFill>
                <a:srgbClr val="17375E"/>
              </a:solidFill>
              <a:latin typeface="ITC Franklin Gothic Std Book Co"/>
              <a:ea typeface="+mn-lt"/>
              <a:cs typeface="+mn-lt"/>
            </a:endParaRPr>
          </a:p>
          <a:p>
            <a:pPr marL="342900" indent="-342900"/>
            <a:endParaRPr lang="en-US" sz="1600">
              <a:solidFill>
                <a:srgbClr val="17375E"/>
              </a:solidFill>
              <a:latin typeface="ITC Franklin Gothic Std Book Co"/>
              <a:ea typeface="+mn-lt"/>
              <a:cs typeface="+mn-lt"/>
            </a:endParaRPr>
          </a:p>
          <a:p>
            <a:pPr marL="1143000" lvl="2" indent="-228600"/>
            <a:endParaRPr lang="en-US" sz="1200">
              <a:solidFill>
                <a:srgbClr val="17375E"/>
              </a:solidFill>
              <a:latin typeface="ITC Franklin Gothic Std Book Co"/>
              <a:ea typeface="+mn-lt"/>
              <a:cs typeface="+mn-lt"/>
            </a:endParaRPr>
          </a:p>
          <a:p>
            <a:pPr marL="342900" indent="-342900"/>
            <a:endParaRPr lang="en-US">
              <a:solidFill>
                <a:srgbClr val="17375E"/>
              </a:solidFill>
              <a:latin typeface="ITC Franklin Gothic Std Book Co"/>
              <a:ea typeface="+mn-lt"/>
              <a:cs typeface="+mn-lt"/>
            </a:endParaRPr>
          </a:p>
          <a:p>
            <a:pPr marL="342900" indent="-342900"/>
            <a:endParaRPr lang="en-US">
              <a:solidFill>
                <a:srgbClr val="17375E"/>
              </a:solidFill>
              <a:latin typeface="ITC Franklin Gothic Std Book Co"/>
              <a:cs typeface="Calibri"/>
            </a:endParaRPr>
          </a:p>
          <a:p>
            <a:pPr marL="742950" lvl="1" indent="-285750"/>
            <a:endParaRPr lang="en-US" sz="1600">
              <a:solidFill>
                <a:srgbClr val="000000"/>
              </a:solidFill>
              <a:latin typeface="ITC Franklin Gothic Std Book Co"/>
              <a:cs typeface="Calibri"/>
            </a:endParaRPr>
          </a:p>
          <a:p>
            <a:pPr marL="457200" lvl="1" indent="0">
              <a:buNone/>
            </a:pPr>
            <a:endParaRPr lang="en-US" sz="1600">
              <a:solidFill>
                <a:srgbClr val="000000"/>
              </a:solidFill>
              <a:latin typeface="ITC Franklin Gothic Std Book Co"/>
              <a:cs typeface="Calibri"/>
            </a:endParaRPr>
          </a:p>
          <a:p>
            <a:pPr marL="342900" indent="-342900"/>
            <a:endParaRPr lang="en-US">
              <a:solidFill>
                <a:srgbClr val="17375E"/>
              </a:solidFill>
              <a:latin typeface="ITC Franklin Gothic Std Book Co"/>
              <a:cs typeface="Calibri"/>
            </a:endParaRPr>
          </a:p>
          <a:p>
            <a:pPr marL="342900" indent="-342900"/>
            <a:endParaRPr lang="en-US">
              <a:solidFill>
                <a:srgbClr val="17375E"/>
              </a:solidFill>
              <a:latin typeface="ITC Franklin Gothic Std Book Co"/>
              <a:cs typeface="Calibri"/>
            </a:endParaRPr>
          </a:p>
        </p:txBody>
      </p:sp>
      <p:sp>
        <p:nvSpPr>
          <p:cNvPr id="4" name="Slide Number Placeholder 3">
            <a:extLst>
              <a:ext uri="{FF2B5EF4-FFF2-40B4-BE49-F238E27FC236}">
                <a16:creationId xmlns:a16="http://schemas.microsoft.com/office/drawing/2014/main" id="{D3BFDEDA-DCDD-4646-B497-6A276AD5741E}"/>
              </a:ext>
            </a:extLst>
          </p:cNvPr>
          <p:cNvSpPr>
            <a:spLocks noGrp="1"/>
          </p:cNvSpPr>
          <p:nvPr>
            <p:ph type="sldNum" sz="quarter" idx="4"/>
          </p:nvPr>
        </p:nvSpPr>
        <p:spPr/>
        <p:txBody>
          <a:bodyPr/>
          <a:lstStyle/>
          <a:p>
            <a:fld id="{0F418C06-167A-E646-9EF6-18275B625F6B}" type="slidenum">
              <a:rPr lang="en-US" smtClean="0"/>
              <a:pPr/>
              <a:t>6</a:t>
            </a:fld>
            <a:endParaRPr lang="en-US"/>
          </a:p>
        </p:txBody>
      </p:sp>
      <p:pic>
        <p:nvPicPr>
          <p:cNvPr id="7" name="Picture 7">
            <a:extLst>
              <a:ext uri="{FF2B5EF4-FFF2-40B4-BE49-F238E27FC236}">
                <a16:creationId xmlns:a16="http://schemas.microsoft.com/office/drawing/2014/main" id="{B11340B7-8855-456C-AE03-D2A32989D716}"/>
              </a:ext>
            </a:extLst>
          </p:cNvPr>
          <p:cNvPicPr>
            <a:picLocks noChangeAspect="1"/>
          </p:cNvPicPr>
          <p:nvPr/>
        </p:nvPicPr>
        <p:blipFill>
          <a:blip r:embed="rId3"/>
          <a:stretch>
            <a:fillRect/>
          </a:stretch>
        </p:blipFill>
        <p:spPr>
          <a:xfrm>
            <a:off x="5043814" y="3353835"/>
            <a:ext cx="1555125" cy="1349102"/>
          </a:xfrm>
          <a:prstGeom prst="rect">
            <a:avLst/>
          </a:prstGeom>
        </p:spPr>
      </p:pic>
      <p:pic>
        <p:nvPicPr>
          <p:cNvPr id="10" name="Picture 10" descr="A close up of electronics&#10;&#10;Description generated with very high confidence">
            <a:extLst>
              <a:ext uri="{FF2B5EF4-FFF2-40B4-BE49-F238E27FC236}">
                <a16:creationId xmlns:a16="http://schemas.microsoft.com/office/drawing/2014/main" id="{90363F8D-B6CF-4B4E-96C6-D36EC686787E}"/>
              </a:ext>
            </a:extLst>
          </p:cNvPr>
          <p:cNvPicPr>
            <a:picLocks noChangeAspect="1"/>
          </p:cNvPicPr>
          <p:nvPr/>
        </p:nvPicPr>
        <p:blipFill>
          <a:blip r:embed="rId4"/>
          <a:stretch>
            <a:fillRect/>
          </a:stretch>
        </p:blipFill>
        <p:spPr>
          <a:xfrm>
            <a:off x="3094008" y="4497502"/>
            <a:ext cx="1718614" cy="1529540"/>
          </a:xfrm>
          <a:prstGeom prst="rect">
            <a:avLst/>
          </a:prstGeom>
        </p:spPr>
      </p:pic>
      <p:pic>
        <p:nvPicPr>
          <p:cNvPr id="13" name="Picture 13" descr="A picture containing text&#10;&#10;Description generated with very high confidence">
            <a:extLst>
              <a:ext uri="{FF2B5EF4-FFF2-40B4-BE49-F238E27FC236}">
                <a16:creationId xmlns:a16="http://schemas.microsoft.com/office/drawing/2014/main" id="{8208B3D9-E6F5-4C8D-A9B6-F9977D773E41}"/>
              </a:ext>
            </a:extLst>
          </p:cNvPr>
          <p:cNvPicPr>
            <a:picLocks noChangeAspect="1"/>
          </p:cNvPicPr>
          <p:nvPr/>
        </p:nvPicPr>
        <p:blipFill>
          <a:blip r:embed="rId5"/>
          <a:stretch>
            <a:fillRect/>
          </a:stretch>
        </p:blipFill>
        <p:spPr>
          <a:xfrm>
            <a:off x="6774611" y="2326510"/>
            <a:ext cx="2083118" cy="1384288"/>
          </a:xfrm>
          <a:prstGeom prst="rect">
            <a:avLst/>
          </a:prstGeom>
        </p:spPr>
      </p:pic>
    </p:spTree>
    <p:extLst>
      <p:ext uri="{BB962C8B-B14F-4D97-AF65-F5344CB8AC3E}">
        <p14:creationId xmlns:p14="http://schemas.microsoft.com/office/powerpoint/2010/main" val="3471383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BC63E8A-134D-4950-B4F9-009A33CDB33E}"/>
              </a:ext>
            </a:extLst>
          </p:cNvPr>
          <p:cNvSpPr>
            <a:spLocks noGrp="1"/>
          </p:cNvSpPr>
          <p:nvPr>
            <p:ph type="body" sz="quarter" idx="10"/>
          </p:nvPr>
        </p:nvSpPr>
        <p:spPr/>
        <p:txBody>
          <a:bodyPr vert="horz" anchor="t"/>
          <a:lstStyle/>
          <a:p>
            <a:r>
              <a:rPr lang="en-US"/>
              <a:t>Copyright Data Discovery</a:t>
            </a:r>
          </a:p>
        </p:txBody>
      </p:sp>
      <p:sp>
        <p:nvSpPr>
          <p:cNvPr id="3" name="Text Placeholder 2">
            <a:extLst>
              <a:ext uri="{FF2B5EF4-FFF2-40B4-BE49-F238E27FC236}">
                <a16:creationId xmlns:a16="http://schemas.microsoft.com/office/drawing/2014/main" id="{453DFE40-D147-4348-9970-09B4AEE857B3}"/>
              </a:ext>
            </a:extLst>
          </p:cNvPr>
          <p:cNvSpPr>
            <a:spLocks noGrp="1"/>
          </p:cNvSpPr>
          <p:nvPr>
            <p:ph type="body" sz="quarter" idx="11"/>
          </p:nvPr>
        </p:nvSpPr>
        <p:spPr>
          <a:xfrm>
            <a:off x="569450" y="1576057"/>
            <a:ext cx="6990779" cy="4734289"/>
          </a:xfrm>
        </p:spPr>
        <p:txBody>
          <a:bodyPr vert="horz" anchor="t"/>
          <a:lstStyle/>
          <a:p>
            <a:pPr marL="342900" indent="-342900"/>
            <a:r>
              <a:rPr lang="en-US">
                <a:solidFill>
                  <a:schemeClr val="tx2"/>
                </a:solidFill>
              </a:rPr>
              <a:t>First step: investigate </a:t>
            </a:r>
            <a:r>
              <a:rPr lang="en-US" b="1">
                <a:solidFill>
                  <a:schemeClr val="tx2"/>
                </a:solidFill>
              </a:rPr>
              <a:t>software copyrighted in U.S.</a:t>
            </a:r>
            <a:endParaRPr lang="en-US">
              <a:solidFill>
                <a:schemeClr val="tx2"/>
              </a:solidFill>
            </a:endParaRPr>
          </a:p>
          <a:p>
            <a:pPr marL="742950" lvl="1" indent="-285750"/>
            <a:r>
              <a:rPr lang="en-US" sz="1600" b="1">
                <a:solidFill>
                  <a:schemeClr val="tx2"/>
                </a:solidFill>
                <a:latin typeface="Calibri"/>
                <a:cs typeface="Calibri"/>
              </a:rPr>
              <a:t>Copyright: </a:t>
            </a:r>
            <a:r>
              <a:rPr lang="en-US" sz="1600">
                <a:solidFill>
                  <a:schemeClr val="tx2"/>
                </a:solidFill>
                <a:latin typeface="Calibri"/>
                <a:cs typeface="Calibri"/>
              </a:rPr>
              <a:t>"a form of </a:t>
            </a:r>
            <a:r>
              <a:rPr lang="en-US" sz="1600" b="1">
                <a:solidFill>
                  <a:schemeClr val="tx2"/>
                </a:solidFill>
                <a:latin typeface="Calibri"/>
                <a:cs typeface="Calibri"/>
              </a:rPr>
              <a:t>protection</a:t>
            </a:r>
            <a:r>
              <a:rPr lang="en-US" sz="1600">
                <a:solidFill>
                  <a:schemeClr val="tx2"/>
                </a:solidFill>
                <a:latin typeface="Calibri"/>
                <a:cs typeface="Calibri"/>
              </a:rPr>
              <a:t> provided by the laws of the United States </a:t>
            </a:r>
            <a:r>
              <a:rPr lang="en-US" sz="1600" b="1">
                <a:solidFill>
                  <a:schemeClr val="tx2"/>
                </a:solidFill>
                <a:latin typeface="Calibri"/>
                <a:cs typeface="Calibri"/>
              </a:rPr>
              <a:t>to the authors of ‘original works of authorship’</a:t>
            </a:r>
            <a:r>
              <a:rPr lang="en-US" sz="1600">
                <a:solidFill>
                  <a:schemeClr val="tx2"/>
                </a:solidFill>
                <a:latin typeface="Calibri"/>
                <a:cs typeface="Calibri"/>
              </a:rPr>
              <a:t> that are </a:t>
            </a:r>
            <a:r>
              <a:rPr lang="en-US" sz="1600" b="1">
                <a:solidFill>
                  <a:schemeClr val="tx2"/>
                </a:solidFill>
                <a:latin typeface="Calibri"/>
                <a:cs typeface="Calibri"/>
              </a:rPr>
              <a:t>fixed</a:t>
            </a:r>
            <a:r>
              <a:rPr lang="en-US" sz="1600">
                <a:solidFill>
                  <a:schemeClr val="tx2"/>
                </a:solidFill>
                <a:latin typeface="Calibri"/>
                <a:cs typeface="Calibri"/>
              </a:rPr>
              <a:t> in a tangible </a:t>
            </a:r>
            <a:r>
              <a:rPr lang="en-US" sz="1600" b="1">
                <a:solidFill>
                  <a:schemeClr val="tx2"/>
                </a:solidFill>
                <a:latin typeface="Calibri"/>
                <a:cs typeface="Calibri"/>
              </a:rPr>
              <a:t>form of expression</a:t>
            </a:r>
            <a:r>
              <a:rPr lang="en-US" sz="1600">
                <a:solidFill>
                  <a:schemeClr val="tx2"/>
                </a:solidFill>
                <a:latin typeface="Calibri"/>
                <a:cs typeface="Calibri"/>
              </a:rPr>
              <a:t>” (U.S. Copyright Office)</a:t>
            </a:r>
            <a:endParaRPr lang="en-US" sz="1600">
              <a:solidFill>
                <a:schemeClr val="tx2"/>
              </a:solidFill>
              <a:cs typeface="Calibri"/>
            </a:endParaRPr>
          </a:p>
          <a:p>
            <a:pPr marL="742950" lvl="1" indent="-285750"/>
            <a:endParaRPr lang="en-US" sz="1600">
              <a:solidFill>
                <a:schemeClr val="tx2"/>
              </a:solidFill>
              <a:latin typeface="Calibri"/>
              <a:cs typeface="Calibri"/>
            </a:endParaRPr>
          </a:p>
          <a:p>
            <a:pPr marL="342900" indent="-342900"/>
            <a:r>
              <a:rPr lang="en-US" b="1">
                <a:solidFill>
                  <a:schemeClr val="tx2"/>
                </a:solidFill>
              </a:rPr>
              <a:t>Why?</a:t>
            </a:r>
            <a:endParaRPr lang="en-US">
              <a:solidFill>
                <a:schemeClr val="tx2"/>
              </a:solidFill>
            </a:endParaRPr>
          </a:p>
          <a:p>
            <a:pPr marL="742950" lvl="1" indent="-285750"/>
            <a:r>
              <a:rPr lang="en-US" sz="2000">
                <a:solidFill>
                  <a:schemeClr val="tx2"/>
                </a:solidFill>
              </a:rPr>
              <a:t>Accessible</a:t>
            </a:r>
            <a:endParaRPr lang="en-US" sz="2000">
              <a:solidFill>
                <a:schemeClr val="tx2"/>
              </a:solidFill>
              <a:cs typeface="Calibri"/>
            </a:endParaRPr>
          </a:p>
          <a:p>
            <a:pPr marL="742950" lvl="1" indent="-285750"/>
            <a:r>
              <a:rPr lang="en-US" sz="2000">
                <a:solidFill>
                  <a:schemeClr val="tx2"/>
                </a:solidFill>
              </a:rPr>
              <a:t>Some copyrighted computer files are OSS</a:t>
            </a:r>
            <a:endParaRPr lang="en-US" sz="2000">
              <a:solidFill>
                <a:schemeClr val="tx2"/>
              </a:solidFill>
              <a:cs typeface="Calibri"/>
            </a:endParaRPr>
          </a:p>
          <a:p>
            <a:pPr marL="742950" lvl="1" indent="-285750"/>
            <a:endParaRPr lang="en-US">
              <a:solidFill>
                <a:schemeClr val="tx2"/>
              </a:solidFill>
              <a:latin typeface="Calibri"/>
              <a:cs typeface="Calibri"/>
            </a:endParaRPr>
          </a:p>
          <a:p>
            <a:pPr marL="457200" lvl="1" indent="0">
              <a:buNone/>
            </a:pPr>
            <a:endParaRPr lang="en-US">
              <a:solidFill>
                <a:schemeClr val="tx2"/>
              </a:solidFill>
              <a:latin typeface="Calibri"/>
              <a:cs typeface="Calibri"/>
            </a:endParaRPr>
          </a:p>
          <a:p>
            <a:pPr marL="342900" indent="-342900"/>
            <a:endParaRPr lang="en-US">
              <a:solidFill>
                <a:schemeClr val="tx2"/>
              </a:solidFill>
            </a:endParaRPr>
          </a:p>
        </p:txBody>
      </p:sp>
      <p:sp>
        <p:nvSpPr>
          <p:cNvPr id="4" name="Slide Number Placeholder 3">
            <a:extLst>
              <a:ext uri="{FF2B5EF4-FFF2-40B4-BE49-F238E27FC236}">
                <a16:creationId xmlns:a16="http://schemas.microsoft.com/office/drawing/2014/main" id="{A84EA0F9-479A-4D59-AD90-C4F5E334B373}"/>
              </a:ext>
            </a:extLst>
          </p:cNvPr>
          <p:cNvSpPr>
            <a:spLocks noGrp="1"/>
          </p:cNvSpPr>
          <p:nvPr>
            <p:ph type="sldNum" sz="quarter" idx="4"/>
          </p:nvPr>
        </p:nvSpPr>
        <p:spPr/>
        <p:txBody>
          <a:bodyPr/>
          <a:lstStyle/>
          <a:p>
            <a:fld id="{0F418C06-167A-E646-9EF6-18275B625F6B}" type="slidenum">
              <a:rPr lang="en-US" smtClean="0"/>
              <a:pPr/>
              <a:t>7</a:t>
            </a:fld>
            <a:endParaRPr lang="en-US"/>
          </a:p>
        </p:txBody>
      </p:sp>
      <p:pic>
        <p:nvPicPr>
          <p:cNvPr id="13" name="Picture 13">
            <a:extLst>
              <a:ext uri="{FF2B5EF4-FFF2-40B4-BE49-F238E27FC236}">
                <a16:creationId xmlns:a16="http://schemas.microsoft.com/office/drawing/2014/main" id="{CE540DBD-7F86-4650-9E57-E71BA0B9EE41}"/>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8124334" y="356286"/>
            <a:ext cx="2743200" cy="2728987"/>
          </a:xfrm>
          <a:prstGeom prst="rect">
            <a:avLst/>
          </a:prstGeom>
        </p:spPr>
      </p:pic>
      <p:sp>
        <p:nvSpPr>
          <p:cNvPr id="17" name="TextBox 16">
            <a:extLst>
              <a:ext uri="{FF2B5EF4-FFF2-40B4-BE49-F238E27FC236}">
                <a16:creationId xmlns:a16="http://schemas.microsoft.com/office/drawing/2014/main" id="{C5F12528-B813-43EA-B009-8E9C1D58E83E}"/>
              </a:ext>
            </a:extLst>
          </p:cNvPr>
          <p:cNvSpPr txBox="1"/>
          <p:nvPr/>
        </p:nvSpPr>
        <p:spPr>
          <a:xfrm>
            <a:off x="1550709" y="4896059"/>
            <a:ext cx="844955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chemeClr val="tx2"/>
                </a:solidFill>
                <a:latin typeface="ITC Franklin Gothic Std Book Co"/>
                <a:ea typeface="+mn-lt"/>
                <a:cs typeface="+mn-lt"/>
              </a:rPr>
              <a:t>Is Copyright a Good Measure of the Universe of OSS?</a:t>
            </a:r>
            <a:endParaRPr lang="en-US" sz="2800" b="1">
              <a:solidFill>
                <a:schemeClr val="tx2"/>
              </a:solidFill>
              <a:latin typeface="ITC Franklin Gothic Std Book Co"/>
            </a:endParaRPr>
          </a:p>
        </p:txBody>
      </p:sp>
    </p:spTree>
    <p:extLst>
      <p:ext uri="{BB962C8B-B14F-4D97-AF65-F5344CB8AC3E}">
        <p14:creationId xmlns:p14="http://schemas.microsoft.com/office/powerpoint/2010/main" val="3537143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5BD0CAA-4B05-4DB4-9947-5359F5393D3B}"/>
              </a:ext>
            </a:extLst>
          </p:cNvPr>
          <p:cNvSpPr>
            <a:spLocks noGrp="1"/>
          </p:cNvSpPr>
          <p:nvPr>
            <p:ph type="body" sz="quarter" idx="10"/>
          </p:nvPr>
        </p:nvSpPr>
        <p:spPr/>
        <p:txBody>
          <a:bodyPr vert="horz" anchor="t"/>
          <a:lstStyle/>
          <a:p>
            <a:r>
              <a:rPr lang="en-US"/>
              <a:t>Copyright Data Description &amp; Collection</a:t>
            </a:r>
          </a:p>
        </p:txBody>
      </p:sp>
      <p:sp>
        <p:nvSpPr>
          <p:cNvPr id="4" name="Slide Number Placeholder 3">
            <a:extLst>
              <a:ext uri="{FF2B5EF4-FFF2-40B4-BE49-F238E27FC236}">
                <a16:creationId xmlns:a16="http://schemas.microsoft.com/office/drawing/2014/main" id="{A3FC2744-A800-41F3-B73C-2D1D27B6360D}"/>
              </a:ext>
            </a:extLst>
          </p:cNvPr>
          <p:cNvSpPr>
            <a:spLocks noGrp="1"/>
          </p:cNvSpPr>
          <p:nvPr>
            <p:ph type="sldNum" sz="quarter" idx="4"/>
          </p:nvPr>
        </p:nvSpPr>
        <p:spPr/>
        <p:txBody>
          <a:bodyPr/>
          <a:lstStyle/>
          <a:p>
            <a:fld id="{0F418C06-167A-E646-9EF6-18275B625F6B}" type="slidenum">
              <a:rPr lang="en-US" smtClean="0"/>
              <a:pPr/>
              <a:t>8</a:t>
            </a:fld>
            <a:endParaRPr lang="en-US"/>
          </a:p>
        </p:txBody>
      </p:sp>
      <p:sp>
        <p:nvSpPr>
          <p:cNvPr id="8" name="Text Placeholder 2">
            <a:extLst>
              <a:ext uri="{FF2B5EF4-FFF2-40B4-BE49-F238E27FC236}">
                <a16:creationId xmlns:a16="http://schemas.microsoft.com/office/drawing/2014/main" id="{30CA7313-CC32-47A5-BE36-4BA55FDD5667}"/>
              </a:ext>
            </a:extLst>
          </p:cNvPr>
          <p:cNvSpPr>
            <a:spLocks noGrp="1"/>
          </p:cNvSpPr>
          <p:nvPr>
            <p:ph type="body" sz="quarter" idx="11"/>
          </p:nvPr>
        </p:nvSpPr>
        <p:spPr>
          <a:xfrm>
            <a:off x="1411219" y="1598302"/>
            <a:ext cx="7758132" cy="4426332"/>
          </a:xfrm>
        </p:spPr>
        <p:txBody>
          <a:bodyPr vert="horz" anchor="t"/>
          <a:lstStyle/>
          <a:p>
            <a:pPr marL="0" indent="0">
              <a:buNone/>
            </a:pPr>
            <a:endParaRPr lang="en-US">
              <a:cs typeface="Calibri"/>
            </a:endParaRPr>
          </a:p>
          <a:p>
            <a:r>
              <a:rPr lang="en-US" b="1">
                <a:solidFill>
                  <a:srgbClr val="17375E"/>
                </a:solidFill>
                <a:cs typeface="Calibri"/>
              </a:rPr>
              <a:t>Data Scraping: </a:t>
            </a:r>
            <a:endParaRPr lang="en-US">
              <a:solidFill>
                <a:srgbClr val="000000"/>
              </a:solidFill>
              <a:latin typeface="Calibri"/>
              <a:cs typeface="Calibri"/>
            </a:endParaRPr>
          </a:p>
          <a:p>
            <a:pPr marL="0" indent="0">
              <a:buNone/>
            </a:pPr>
            <a:r>
              <a:rPr lang="en-US">
                <a:solidFill>
                  <a:srgbClr val="17375E"/>
                </a:solidFill>
                <a:cs typeface="Calibri"/>
              </a:rPr>
              <a:t>      U</a:t>
            </a:r>
            <a:r>
              <a:rPr lang="en-US">
                <a:solidFill>
                  <a:srgbClr val="17375E"/>
                </a:solidFill>
                <a:latin typeface="ITC Franklin Gothic Std Book Compressed"/>
                <a:cs typeface="Calibri"/>
              </a:rPr>
              <a:t>.S. Copyright </a:t>
            </a:r>
            <a:r>
              <a:rPr lang="en-US">
                <a:solidFill>
                  <a:srgbClr val="17375E"/>
                </a:solidFill>
                <a:cs typeface="Calibri"/>
              </a:rPr>
              <a:t>Office through Library of Congress</a:t>
            </a:r>
            <a:endParaRPr lang="en-US">
              <a:solidFill>
                <a:srgbClr val="000000"/>
              </a:solidFill>
              <a:latin typeface="Calibri"/>
              <a:cs typeface="Calibri"/>
            </a:endParaRPr>
          </a:p>
          <a:p>
            <a:pPr marL="0" indent="0">
              <a:buNone/>
            </a:pPr>
            <a:endParaRPr lang="en-US">
              <a:solidFill>
                <a:srgbClr val="17375E"/>
              </a:solidFill>
              <a:cs typeface="Calibri"/>
            </a:endParaRPr>
          </a:p>
          <a:p>
            <a:r>
              <a:rPr lang="en-US" b="1">
                <a:solidFill>
                  <a:srgbClr val="17375E"/>
                </a:solidFill>
                <a:cs typeface="Calibri"/>
              </a:rPr>
              <a:t>Program</a:t>
            </a:r>
            <a:r>
              <a:rPr lang="en-US" b="1">
                <a:solidFill>
                  <a:srgbClr val="17375E"/>
                </a:solidFill>
                <a:latin typeface="ITC Franklin Gothic Std Book Compressed"/>
                <a:cs typeface="Calibri"/>
              </a:rPr>
              <a:t>:</a:t>
            </a:r>
            <a:r>
              <a:rPr lang="en-US">
                <a:solidFill>
                  <a:srgbClr val="17375E"/>
                </a:solidFill>
                <a:cs typeface="Calibri"/>
              </a:rPr>
              <a:t> For every year,</a:t>
            </a:r>
            <a:r>
              <a:rPr lang="en-US">
                <a:solidFill>
                  <a:srgbClr val="17375E"/>
                </a:solidFill>
                <a:latin typeface="ITC Franklin Gothic Std Book Compressed"/>
                <a:cs typeface="Calibri"/>
              </a:rPr>
              <a:t> visits every page of copyright data in order to</a:t>
            </a:r>
            <a:r>
              <a:rPr lang="en-US">
                <a:solidFill>
                  <a:srgbClr val="17375E"/>
                </a:solidFill>
                <a:cs typeface="Calibri"/>
              </a:rPr>
              <a:t> retrieve </a:t>
            </a:r>
            <a:r>
              <a:rPr lang="en-US">
                <a:solidFill>
                  <a:srgbClr val="17375E"/>
                </a:solidFill>
                <a:latin typeface="ITC Franklin Gothic Std Book Compressed"/>
                <a:cs typeface="Calibri"/>
              </a:rPr>
              <a:t>the HTML </a:t>
            </a:r>
            <a:r>
              <a:rPr lang="en-US">
                <a:solidFill>
                  <a:srgbClr val="17375E"/>
                </a:solidFill>
                <a:cs typeface="Calibri"/>
              </a:rPr>
              <a:t>elements of all "computer files"</a:t>
            </a:r>
            <a:endParaRPr lang="en-US">
              <a:solidFill>
                <a:srgbClr val="000000"/>
              </a:solidFill>
              <a:latin typeface="Calibri"/>
              <a:cs typeface="Calibri"/>
            </a:endParaRPr>
          </a:p>
          <a:p>
            <a:r>
              <a:rPr lang="en-US">
                <a:solidFill>
                  <a:srgbClr val="17375E"/>
                </a:solidFill>
                <a:cs typeface="Calibri"/>
              </a:rPr>
              <a:t>2000 – 2014</a:t>
            </a:r>
          </a:p>
          <a:p>
            <a:r>
              <a:rPr lang="en-US">
                <a:solidFill>
                  <a:srgbClr val="17375E"/>
                </a:solidFill>
                <a:cs typeface="Calibri"/>
              </a:rPr>
              <a:t>110,650 copyrights scraped</a:t>
            </a:r>
          </a:p>
          <a:p>
            <a:r>
              <a:rPr lang="en-US">
                <a:solidFill>
                  <a:srgbClr val="17375E"/>
                </a:solidFill>
                <a:cs typeface="Calibri"/>
              </a:rPr>
              <a:t>Put</a:t>
            </a:r>
            <a:r>
              <a:rPr lang="en-US">
                <a:solidFill>
                  <a:srgbClr val="17375E"/>
                </a:solidFill>
                <a:latin typeface="ITC Franklin Gothic Std Book Compressed"/>
                <a:cs typeface="Calibri"/>
              </a:rPr>
              <a:t> data into our database </a:t>
            </a:r>
            <a:endParaRPr lang="en-US">
              <a:solidFill>
                <a:srgbClr val="000000"/>
              </a:solidFill>
              <a:latin typeface="Calibri"/>
              <a:cs typeface="Calibri"/>
            </a:endParaRPr>
          </a:p>
          <a:p>
            <a:endParaRPr lang="en-US">
              <a:solidFill>
                <a:srgbClr val="17375E"/>
              </a:solidFill>
              <a:latin typeface="ITC Franklin Gothic Std Book Compressed"/>
              <a:cs typeface="Calibri"/>
            </a:endParaRPr>
          </a:p>
          <a:p>
            <a:pPr lvl="1"/>
            <a:endParaRPr lang="en-US">
              <a:solidFill>
                <a:srgbClr val="17375E"/>
              </a:solidFill>
              <a:latin typeface="ITC Franklin Gothic Std Book Compressed"/>
              <a:cs typeface="Calibri"/>
            </a:endParaRPr>
          </a:p>
          <a:p>
            <a:endParaRPr lang="en-US">
              <a:solidFill>
                <a:srgbClr val="17375E"/>
              </a:solidFill>
              <a:latin typeface="ITC Franklin Gothic Std Book Compressed"/>
              <a:cs typeface="Calibri"/>
            </a:endParaRPr>
          </a:p>
          <a:p>
            <a:endParaRPr lang="en-US">
              <a:solidFill>
                <a:srgbClr val="17375E"/>
              </a:solidFill>
              <a:cs typeface="Calibri"/>
            </a:endParaRPr>
          </a:p>
          <a:p>
            <a:pPr lvl="1"/>
            <a:endParaRPr lang="en-US">
              <a:solidFill>
                <a:srgbClr val="17375E"/>
              </a:solidFill>
              <a:latin typeface="ITC Franklin Gothic Std Book Compressed"/>
              <a:cs typeface="Calibri"/>
            </a:endParaRPr>
          </a:p>
          <a:p>
            <a:endParaRPr lang="en-US">
              <a:solidFill>
                <a:srgbClr val="17375E"/>
              </a:solidFill>
              <a:cs typeface="Calibri"/>
            </a:endParaRPr>
          </a:p>
          <a:p>
            <a:pPr marL="0" indent="0">
              <a:buNone/>
            </a:pPr>
            <a:endParaRPr lang="en-US">
              <a:solidFill>
                <a:srgbClr val="17375E"/>
              </a:solidFill>
              <a:cs typeface="Calibri"/>
            </a:endParaRPr>
          </a:p>
          <a:p>
            <a:endParaRPr lang="en-US" b="1">
              <a:solidFill>
                <a:srgbClr val="17375E"/>
              </a:solidFill>
              <a:cs typeface="Calibri"/>
            </a:endParaRPr>
          </a:p>
          <a:p>
            <a:pPr lvl="1"/>
            <a:endParaRPr lang="en-US">
              <a:solidFill>
                <a:srgbClr val="000000"/>
              </a:solidFill>
              <a:latin typeface="Calibri"/>
              <a:cs typeface="Calibri"/>
            </a:endParaRPr>
          </a:p>
          <a:p>
            <a:endParaRPr lang="en-US">
              <a:solidFill>
                <a:srgbClr val="17375E"/>
              </a:solidFill>
              <a:cs typeface="Calibri"/>
            </a:endParaRPr>
          </a:p>
        </p:txBody>
      </p:sp>
      <p:pic>
        <p:nvPicPr>
          <p:cNvPr id="3" name="Picture 4">
            <a:extLst>
              <a:ext uri="{FF2B5EF4-FFF2-40B4-BE49-F238E27FC236}">
                <a16:creationId xmlns:a16="http://schemas.microsoft.com/office/drawing/2014/main" id="{3F9189CD-CC39-4887-91EF-DF0FC31F032D}"/>
              </a:ext>
            </a:extLst>
          </p:cNvPr>
          <p:cNvPicPr>
            <a:picLocks noChangeAspect="1"/>
          </p:cNvPicPr>
          <p:nvPr/>
        </p:nvPicPr>
        <p:blipFill>
          <a:blip r:embed="rId3"/>
          <a:stretch>
            <a:fillRect/>
          </a:stretch>
        </p:blipFill>
        <p:spPr>
          <a:xfrm>
            <a:off x="7306276" y="1734353"/>
            <a:ext cx="2281806" cy="482220"/>
          </a:xfrm>
          <a:prstGeom prst="rect">
            <a:avLst/>
          </a:prstGeom>
        </p:spPr>
      </p:pic>
    </p:spTree>
    <p:extLst>
      <p:ext uri="{BB962C8B-B14F-4D97-AF65-F5344CB8AC3E}">
        <p14:creationId xmlns:p14="http://schemas.microsoft.com/office/powerpoint/2010/main" val="309940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31381F1-C726-4EF8-9C09-CD2999B0FBF0}"/>
              </a:ext>
            </a:extLst>
          </p:cNvPr>
          <p:cNvSpPr>
            <a:spLocks noGrp="1"/>
          </p:cNvSpPr>
          <p:nvPr>
            <p:ph type="sldNum" sz="quarter" idx="10"/>
          </p:nvPr>
        </p:nvSpPr>
        <p:spPr/>
        <p:txBody>
          <a:bodyPr/>
          <a:lstStyle/>
          <a:p>
            <a:fld id="{0F418C06-167A-E646-9EF6-18275B625F6B}" type="slidenum">
              <a:rPr lang="en-US" smtClean="0"/>
              <a:pPr/>
              <a:t>9</a:t>
            </a:fld>
            <a:endParaRPr lang="en-US"/>
          </a:p>
        </p:txBody>
      </p:sp>
      <p:sp>
        <p:nvSpPr>
          <p:cNvPr id="49" name="Text Placeholder 1">
            <a:extLst>
              <a:ext uri="{FF2B5EF4-FFF2-40B4-BE49-F238E27FC236}">
                <a16:creationId xmlns:a16="http://schemas.microsoft.com/office/drawing/2014/main" id="{975CFC70-A53B-4A46-B94A-4B97EB9C64EF}"/>
              </a:ext>
            </a:extLst>
          </p:cNvPr>
          <p:cNvSpPr txBox="1">
            <a:spLocks/>
          </p:cNvSpPr>
          <p:nvPr/>
        </p:nvSpPr>
        <p:spPr>
          <a:xfrm>
            <a:off x="914400" y="622300"/>
            <a:ext cx="9144000" cy="457200"/>
          </a:xfrm>
          <a:prstGeom prst="rect">
            <a:avLst/>
          </a:prstGeom>
        </p:spPr>
        <p:txBody>
          <a:bodyPr vert="horz" lIns="91440" tIns="45720" rIns="91440" bIns="45720" rtlCol="0" anchor="t"/>
          <a:lstStyle>
            <a:defPPr>
              <a:defRPr lang="en-US"/>
            </a:defPPr>
            <a:lvl1pPr marL="0" algn="l" defTabSz="457200" rtl="0" eaLnBrk="1" latinLnBrk="0" hangingPunct="1">
              <a:defRPr sz="1800" kern="1200" baseline="0">
                <a:solidFill>
                  <a:schemeClr val="bg1"/>
                </a:solidFill>
                <a:latin typeface="ITC Franklin Gothic Std Book Extra Compressed"/>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200">
                <a:solidFill>
                  <a:schemeClr val="tx2">
                    <a:lumMod val="75000"/>
                  </a:schemeClr>
                </a:solidFill>
                <a:latin typeface="ITC Franklin Gothic Std Demi Compressed"/>
              </a:rPr>
              <a:t>Copyright Data Exploration</a:t>
            </a:r>
          </a:p>
        </p:txBody>
      </p:sp>
      <p:sp>
        <p:nvSpPr>
          <p:cNvPr id="103" name="Oval 102">
            <a:extLst>
              <a:ext uri="{FF2B5EF4-FFF2-40B4-BE49-F238E27FC236}">
                <a16:creationId xmlns:a16="http://schemas.microsoft.com/office/drawing/2014/main" id="{F4FB92DE-7E4A-4733-8F39-C124D9D09023}"/>
              </a:ext>
            </a:extLst>
          </p:cNvPr>
          <p:cNvSpPr/>
          <p:nvPr/>
        </p:nvSpPr>
        <p:spPr>
          <a:xfrm>
            <a:off x="1123489" y="2221714"/>
            <a:ext cx="3614056" cy="3156856"/>
          </a:xfrm>
          <a:prstGeom prst="ellipse">
            <a:avLst/>
          </a:prstGeom>
          <a:solidFill>
            <a:schemeClr val="tx2"/>
          </a:solidFill>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800"/>
          </a:p>
        </p:txBody>
      </p:sp>
      <p:sp>
        <p:nvSpPr>
          <p:cNvPr id="104" name="Oval 103">
            <a:extLst>
              <a:ext uri="{FF2B5EF4-FFF2-40B4-BE49-F238E27FC236}">
                <a16:creationId xmlns:a16="http://schemas.microsoft.com/office/drawing/2014/main" id="{FC6AE265-7FF6-4A9A-A81B-06EC3D776068}"/>
              </a:ext>
            </a:extLst>
          </p:cNvPr>
          <p:cNvSpPr/>
          <p:nvPr/>
        </p:nvSpPr>
        <p:spPr>
          <a:xfrm>
            <a:off x="1854329" y="3288709"/>
            <a:ext cx="2148115" cy="2082800"/>
          </a:xfrm>
          <a:prstGeom prst="ellipse">
            <a:avLst/>
          </a:prstGeom>
          <a:solidFill>
            <a:schemeClr val="accent5"/>
          </a:solidFill>
          <a:ln>
            <a:solidFill>
              <a:schemeClr val="accent5"/>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1800">
              <a:solidFill>
                <a:srgbClr val="FFFFFF"/>
              </a:solidFill>
            </a:endParaRPr>
          </a:p>
        </p:txBody>
      </p:sp>
      <p:sp>
        <p:nvSpPr>
          <p:cNvPr id="105" name="Oval 104">
            <a:extLst>
              <a:ext uri="{FF2B5EF4-FFF2-40B4-BE49-F238E27FC236}">
                <a16:creationId xmlns:a16="http://schemas.microsoft.com/office/drawing/2014/main" id="{80D44B26-1254-4612-BDCF-8489005797FB}"/>
              </a:ext>
            </a:extLst>
          </p:cNvPr>
          <p:cNvSpPr/>
          <p:nvPr/>
        </p:nvSpPr>
        <p:spPr>
          <a:xfrm>
            <a:off x="2454268" y="4427730"/>
            <a:ext cx="950686" cy="950687"/>
          </a:xfrm>
          <a:prstGeom prst="ellipse">
            <a:avLst/>
          </a:prstGeom>
          <a:solidFill>
            <a:schemeClr val="accent6"/>
          </a:solidFill>
          <a:ln>
            <a:solidFill>
              <a:schemeClr val="accent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sz="1800">
              <a:solidFill>
                <a:srgbClr val="FFFFFF"/>
              </a:solidFill>
            </a:endParaRPr>
          </a:p>
        </p:txBody>
      </p:sp>
      <p:sp>
        <p:nvSpPr>
          <p:cNvPr id="106" name="TextBox 105">
            <a:extLst>
              <a:ext uri="{FF2B5EF4-FFF2-40B4-BE49-F238E27FC236}">
                <a16:creationId xmlns:a16="http://schemas.microsoft.com/office/drawing/2014/main" id="{E35B978E-5950-4782-A0B3-F0530F943F5D}"/>
              </a:ext>
            </a:extLst>
          </p:cNvPr>
          <p:cNvSpPr txBox="1"/>
          <p:nvPr/>
        </p:nvSpPr>
        <p:spPr>
          <a:xfrm>
            <a:off x="1566489" y="2732700"/>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solidFill>
                  <a:srgbClr val="FFFFFF"/>
                </a:solidFill>
              </a:rPr>
              <a:t>Copyrights</a:t>
            </a:r>
            <a:endParaRPr lang="en-US" sz="2400" b="1">
              <a:solidFill>
                <a:srgbClr val="FFFFFF"/>
              </a:solidFill>
              <a:cs typeface="Calibri"/>
            </a:endParaRPr>
          </a:p>
        </p:txBody>
      </p:sp>
      <p:sp>
        <p:nvSpPr>
          <p:cNvPr id="107" name="TextBox 106">
            <a:extLst>
              <a:ext uri="{FF2B5EF4-FFF2-40B4-BE49-F238E27FC236}">
                <a16:creationId xmlns:a16="http://schemas.microsoft.com/office/drawing/2014/main" id="{3DC0566D-FECD-4217-B5B9-E56FEBA6A21F}"/>
              </a:ext>
            </a:extLst>
          </p:cNvPr>
          <p:cNvSpPr txBox="1"/>
          <p:nvPr/>
        </p:nvSpPr>
        <p:spPr>
          <a:xfrm>
            <a:off x="1566488" y="3586714"/>
            <a:ext cx="274320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solidFill>
                  <a:srgbClr val="FFFFFF"/>
                </a:solidFill>
              </a:rPr>
              <a:t>Computer</a:t>
            </a:r>
            <a:endParaRPr lang="en-US" sz="2400" b="1">
              <a:solidFill>
                <a:srgbClr val="FFFFFF"/>
              </a:solidFill>
              <a:cs typeface="Calibri"/>
            </a:endParaRPr>
          </a:p>
          <a:p>
            <a:pPr algn="ctr"/>
            <a:r>
              <a:rPr lang="en-US" sz="2400" b="1">
                <a:solidFill>
                  <a:srgbClr val="FFFFFF"/>
                </a:solidFill>
              </a:rPr>
              <a:t>files</a:t>
            </a:r>
            <a:endParaRPr lang="en-US" sz="2400" b="1">
              <a:solidFill>
                <a:srgbClr val="FFFFFF"/>
              </a:solidFill>
              <a:cs typeface="Calibri"/>
            </a:endParaRPr>
          </a:p>
        </p:txBody>
      </p:sp>
      <p:sp>
        <p:nvSpPr>
          <p:cNvPr id="108" name="TextBox 107">
            <a:extLst>
              <a:ext uri="{FF2B5EF4-FFF2-40B4-BE49-F238E27FC236}">
                <a16:creationId xmlns:a16="http://schemas.microsoft.com/office/drawing/2014/main" id="{962DAA7B-1C45-4C6D-9F73-F4B7CA2EF446}"/>
              </a:ext>
            </a:extLst>
          </p:cNvPr>
          <p:cNvSpPr txBox="1"/>
          <p:nvPr/>
        </p:nvSpPr>
        <p:spPr>
          <a:xfrm>
            <a:off x="1552110" y="4668575"/>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solidFill>
                  <a:srgbClr val="FFFFFF"/>
                </a:solidFill>
                <a:cs typeface="Calibri"/>
              </a:rPr>
              <a:t>OSS</a:t>
            </a:r>
          </a:p>
        </p:txBody>
      </p:sp>
      <p:sp>
        <p:nvSpPr>
          <p:cNvPr id="109" name="TextBox 108">
            <a:extLst>
              <a:ext uri="{FF2B5EF4-FFF2-40B4-BE49-F238E27FC236}">
                <a16:creationId xmlns:a16="http://schemas.microsoft.com/office/drawing/2014/main" id="{156193CD-34DF-44E6-AE78-F0F722197CF0}"/>
              </a:ext>
            </a:extLst>
          </p:cNvPr>
          <p:cNvSpPr txBox="1"/>
          <p:nvPr/>
        </p:nvSpPr>
        <p:spPr>
          <a:xfrm>
            <a:off x="5013591" y="2226165"/>
            <a:ext cx="4813538" cy="28007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a:solidFill>
                  <a:schemeClr val="tx2">
                    <a:lumMod val="75000"/>
                  </a:schemeClr>
                </a:solidFill>
                <a:latin typeface="ITC Franklin Gothic Std Book Compressed"/>
              </a:rPr>
              <a:t>Can we identify sectors that developed software?</a:t>
            </a:r>
          </a:p>
          <a:p>
            <a:endParaRPr lang="en-US" sz="2200">
              <a:solidFill>
                <a:schemeClr val="tx2">
                  <a:lumMod val="75000"/>
                </a:schemeClr>
              </a:solidFill>
              <a:latin typeface="ITC Franklin Gothic Std Book Compressed"/>
            </a:endParaRPr>
          </a:p>
          <a:p>
            <a:r>
              <a:rPr lang="en-US" sz="2200">
                <a:solidFill>
                  <a:schemeClr val="tx2">
                    <a:lumMod val="75000"/>
                  </a:schemeClr>
                </a:solidFill>
                <a:latin typeface="ITC Franklin Gothic Std Book Compressed"/>
              </a:rPr>
              <a:t>Can we identify OSS in the computer file copyrights?</a:t>
            </a:r>
          </a:p>
          <a:p>
            <a:endParaRPr lang="en-US" sz="2200">
              <a:solidFill>
                <a:schemeClr val="tx2">
                  <a:lumMod val="75000"/>
                </a:schemeClr>
              </a:solidFill>
              <a:latin typeface="ITC Franklin Gothic Std Book Compressed"/>
            </a:endParaRPr>
          </a:p>
          <a:p>
            <a:r>
              <a:rPr lang="en-US" sz="2200">
                <a:solidFill>
                  <a:schemeClr val="tx2">
                    <a:lumMod val="75000"/>
                  </a:schemeClr>
                </a:solidFill>
                <a:latin typeface="ITC Franklin Gothic Std Book Compressed"/>
              </a:rPr>
              <a:t>Are copyrights a good measure of the OSS universe?</a:t>
            </a:r>
          </a:p>
        </p:txBody>
      </p:sp>
    </p:spTree>
    <p:extLst>
      <p:ext uri="{BB962C8B-B14F-4D97-AF65-F5344CB8AC3E}">
        <p14:creationId xmlns:p14="http://schemas.microsoft.com/office/powerpoint/2010/main" val="3798426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B208F7-7DBA-488D-9FB8-D1EF473DDDE1}"/>
              </a:ext>
            </a:extLst>
          </p:cNvPr>
          <p:cNvSpPr>
            <a:spLocks noGrp="1"/>
          </p:cNvSpPr>
          <p:nvPr>
            <p:ph type="body" sz="quarter" idx="10"/>
          </p:nvPr>
        </p:nvSpPr>
        <p:spPr/>
        <p:txBody>
          <a:bodyPr vert="horz" anchor="t"/>
          <a:lstStyle/>
          <a:p>
            <a:r>
              <a:rPr lang="en-US"/>
              <a:t>Copyright Claimants Categorization</a:t>
            </a:r>
          </a:p>
        </p:txBody>
      </p:sp>
      <p:sp>
        <p:nvSpPr>
          <p:cNvPr id="3" name="Text Placeholder 2">
            <a:extLst>
              <a:ext uri="{FF2B5EF4-FFF2-40B4-BE49-F238E27FC236}">
                <a16:creationId xmlns:a16="http://schemas.microsoft.com/office/drawing/2014/main" id="{B079B935-5B8F-47EF-8992-884A2A303AA6}"/>
              </a:ext>
            </a:extLst>
          </p:cNvPr>
          <p:cNvSpPr>
            <a:spLocks noGrp="1"/>
          </p:cNvSpPr>
          <p:nvPr>
            <p:ph type="body" sz="quarter" idx="11"/>
          </p:nvPr>
        </p:nvSpPr>
        <p:spPr>
          <a:xfrm>
            <a:off x="1331770" y="1356451"/>
            <a:ext cx="7840003" cy="4013200"/>
          </a:xfrm>
        </p:spPr>
        <p:txBody>
          <a:bodyPr vert="horz" anchor="t"/>
          <a:lstStyle/>
          <a:p>
            <a:pPr marL="0" indent="0">
              <a:buNone/>
            </a:pPr>
            <a:r>
              <a:rPr lang="en-US" b="1"/>
              <a:t>                 Can we identify sectors who file the copyright?</a:t>
            </a:r>
          </a:p>
          <a:p>
            <a:pPr marL="742950" indent="-285750">
              <a:buFont typeface="Arial,Sans-Serif"/>
              <a:buChar char="–"/>
            </a:pPr>
            <a:endParaRPr lang="en-US"/>
          </a:p>
          <a:p>
            <a:pPr marL="342900" indent="-342900">
              <a:buFont typeface="Arial,Sans-Serif"/>
              <a:buChar char="–"/>
            </a:pPr>
            <a:endParaRPr lang="en-US" sz="2000" b="1">
              <a:solidFill>
                <a:srgbClr val="17375E"/>
              </a:solidFill>
              <a:latin typeface="ITC Franklin Gothic Std Book Compressed"/>
            </a:endParaRPr>
          </a:p>
        </p:txBody>
      </p:sp>
      <p:sp>
        <p:nvSpPr>
          <p:cNvPr id="4" name="Slide Number Placeholder 3">
            <a:extLst>
              <a:ext uri="{FF2B5EF4-FFF2-40B4-BE49-F238E27FC236}">
                <a16:creationId xmlns:a16="http://schemas.microsoft.com/office/drawing/2014/main" id="{0476AF6D-C5B3-4773-AB45-7A7F63C30B33}"/>
              </a:ext>
            </a:extLst>
          </p:cNvPr>
          <p:cNvSpPr>
            <a:spLocks noGrp="1"/>
          </p:cNvSpPr>
          <p:nvPr>
            <p:ph type="sldNum" sz="quarter" idx="4"/>
          </p:nvPr>
        </p:nvSpPr>
        <p:spPr/>
        <p:txBody>
          <a:bodyPr/>
          <a:lstStyle/>
          <a:p>
            <a:fld id="{0F418C06-167A-E646-9EF6-18275B625F6B}" type="slidenum">
              <a:rPr lang="en-US" smtClean="0"/>
              <a:pPr/>
              <a:t>10</a:t>
            </a:fld>
            <a:endParaRPr lang="en-US"/>
          </a:p>
        </p:txBody>
      </p:sp>
      <p:pic>
        <p:nvPicPr>
          <p:cNvPr id="5" name="Picture 5" descr="A screenshot of a cell phone&#10;&#10;Description generated with very high confidence">
            <a:extLst>
              <a:ext uri="{FF2B5EF4-FFF2-40B4-BE49-F238E27FC236}">
                <a16:creationId xmlns:a16="http://schemas.microsoft.com/office/drawing/2014/main" id="{B8205D79-8E17-476E-B26F-A6DF09E77547}"/>
              </a:ext>
            </a:extLst>
          </p:cNvPr>
          <p:cNvPicPr>
            <a:picLocks noChangeAspect="1"/>
          </p:cNvPicPr>
          <p:nvPr/>
        </p:nvPicPr>
        <p:blipFill>
          <a:blip r:embed="rId3"/>
          <a:stretch>
            <a:fillRect/>
          </a:stretch>
        </p:blipFill>
        <p:spPr>
          <a:xfrm>
            <a:off x="3478102" y="2265359"/>
            <a:ext cx="3946891" cy="3661578"/>
          </a:xfrm>
          <a:prstGeom prst="rect">
            <a:avLst/>
          </a:prstGeom>
        </p:spPr>
      </p:pic>
      <p:sp>
        <p:nvSpPr>
          <p:cNvPr id="7" name="TextBox 6">
            <a:extLst>
              <a:ext uri="{FF2B5EF4-FFF2-40B4-BE49-F238E27FC236}">
                <a16:creationId xmlns:a16="http://schemas.microsoft.com/office/drawing/2014/main" id="{010C41D2-F9A2-440D-8FE0-C44876AA7F43}"/>
              </a:ext>
            </a:extLst>
          </p:cNvPr>
          <p:cNvSpPr txBox="1"/>
          <p:nvPr/>
        </p:nvSpPr>
        <p:spPr>
          <a:xfrm>
            <a:off x="3434650" y="1897180"/>
            <a:ext cx="509482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a:solidFill>
                  <a:srgbClr val="002060"/>
                </a:solidFill>
                <a:latin typeface="ITC Franklin Gothic Std Book Co"/>
                <a:cs typeface="Calibri"/>
              </a:rPr>
              <a:t>Names of claimants in the copyright data</a:t>
            </a:r>
          </a:p>
        </p:txBody>
      </p:sp>
    </p:spTree>
    <p:extLst>
      <p:ext uri="{BB962C8B-B14F-4D97-AF65-F5344CB8AC3E}">
        <p14:creationId xmlns:p14="http://schemas.microsoft.com/office/powerpoint/2010/main" val="9237921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B208F7-7DBA-488D-9FB8-D1EF473DDDE1}"/>
              </a:ext>
            </a:extLst>
          </p:cNvPr>
          <p:cNvSpPr>
            <a:spLocks noGrp="1"/>
          </p:cNvSpPr>
          <p:nvPr>
            <p:ph type="body" sz="quarter" idx="10"/>
          </p:nvPr>
        </p:nvSpPr>
        <p:spPr/>
        <p:txBody>
          <a:bodyPr vert="horz" anchor="t"/>
          <a:lstStyle/>
          <a:p>
            <a:r>
              <a:rPr lang="en-US"/>
              <a:t>Copyright Claimants Categorization</a:t>
            </a:r>
          </a:p>
        </p:txBody>
      </p:sp>
      <p:sp>
        <p:nvSpPr>
          <p:cNvPr id="3" name="Text Placeholder 2">
            <a:extLst>
              <a:ext uri="{FF2B5EF4-FFF2-40B4-BE49-F238E27FC236}">
                <a16:creationId xmlns:a16="http://schemas.microsoft.com/office/drawing/2014/main" id="{B079B935-5B8F-47EF-8992-884A2A303AA6}"/>
              </a:ext>
            </a:extLst>
          </p:cNvPr>
          <p:cNvSpPr>
            <a:spLocks noGrp="1"/>
          </p:cNvSpPr>
          <p:nvPr>
            <p:ph type="body" sz="quarter" idx="11"/>
          </p:nvPr>
        </p:nvSpPr>
        <p:spPr>
          <a:xfrm>
            <a:off x="1331770" y="1356451"/>
            <a:ext cx="7840003" cy="4013200"/>
          </a:xfrm>
        </p:spPr>
        <p:txBody>
          <a:bodyPr vert="horz" anchor="t"/>
          <a:lstStyle/>
          <a:p>
            <a:pPr marL="0" indent="0">
              <a:buNone/>
            </a:pPr>
            <a:r>
              <a:rPr lang="en-US"/>
              <a:t>                     </a:t>
            </a:r>
            <a:r>
              <a:rPr lang="en-US">
                <a:solidFill>
                  <a:srgbClr val="002060"/>
                </a:solidFill>
              </a:rPr>
              <a:t>Can we identify sectors who file the copyright?</a:t>
            </a:r>
          </a:p>
          <a:p>
            <a:pPr marL="742950" indent="-285750">
              <a:buFont typeface="Arial,Sans-Serif"/>
              <a:buChar char="–"/>
            </a:pPr>
            <a:endParaRPr lang="en-US"/>
          </a:p>
          <a:p>
            <a:pPr marL="342900" indent="-342900">
              <a:buFont typeface="Arial,Sans-Serif"/>
              <a:buChar char="–"/>
            </a:pPr>
            <a:endParaRPr lang="en-US" sz="2000" b="1">
              <a:solidFill>
                <a:srgbClr val="17375E"/>
              </a:solidFill>
              <a:latin typeface="ITC Franklin Gothic Std Book Compressed"/>
            </a:endParaRPr>
          </a:p>
        </p:txBody>
      </p:sp>
      <p:sp>
        <p:nvSpPr>
          <p:cNvPr id="4" name="Slide Number Placeholder 3">
            <a:extLst>
              <a:ext uri="{FF2B5EF4-FFF2-40B4-BE49-F238E27FC236}">
                <a16:creationId xmlns:a16="http://schemas.microsoft.com/office/drawing/2014/main" id="{0476AF6D-C5B3-4773-AB45-7A7F63C30B33}"/>
              </a:ext>
            </a:extLst>
          </p:cNvPr>
          <p:cNvSpPr>
            <a:spLocks noGrp="1"/>
          </p:cNvSpPr>
          <p:nvPr>
            <p:ph type="sldNum" sz="quarter" idx="4"/>
          </p:nvPr>
        </p:nvSpPr>
        <p:spPr/>
        <p:txBody>
          <a:bodyPr/>
          <a:lstStyle/>
          <a:p>
            <a:fld id="{0F418C06-167A-E646-9EF6-18275B625F6B}" type="slidenum">
              <a:rPr lang="en-US" smtClean="0"/>
              <a:pPr/>
              <a:t>11</a:t>
            </a:fld>
            <a:endParaRPr lang="en-US"/>
          </a:p>
        </p:txBody>
      </p:sp>
      <p:pic>
        <p:nvPicPr>
          <p:cNvPr id="5" name="Picture 5" descr="A screenshot of a cell phone&#10;&#10;Description generated with very high confidence">
            <a:extLst>
              <a:ext uri="{FF2B5EF4-FFF2-40B4-BE49-F238E27FC236}">
                <a16:creationId xmlns:a16="http://schemas.microsoft.com/office/drawing/2014/main" id="{B8205D79-8E17-476E-B26F-A6DF09E77547}"/>
              </a:ext>
            </a:extLst>
          </p:cNvPr>
          <p:cNvPicPr>
            <a:picLocks noChangeAspect="1"/>
          </p:cNvPicPr>
          <p:nvPr/>
        </p:nvPicPr>
        <p:blipFill>
          <a:blip r:embed="rId3"/>
          <a:stretch>
            <a:fillRect/>
          </a:stretch>
        </p:blipFill>
        <p:spPr>
          <a:xfrm>
            <a:off x="3779760" y="2189996"/>
            <a:ext cx="3946891" cy="3661578"/>
          </a:xfrm>
          <a:prstGeom prst="rect">
            <a:avLst/>
          </a:prstGeom>
        </p:spPr>
      </p:pic>
      <p:sp>
        <p:nvSpPr>
          <p:cNvPr id="7" name="TextBox 6">
            <a:extLst>
              <a:ext uri="{FF2B5EF4-FFF2-40B4-BE49-F238E27FC236}">
                <a16:creationId xmlns:a16="http://schemas.microsoft.com/office/drawing/2014/main" id="{010C41D2-F9A2-440D-8FE0-C44876AA7F43}"/>
              </a:ext>
            </a:extLst>
          </p:cNvPr>
          <p:cNvSpPr txBox="1"/>
          <p:nvPr/>
        </p:nvSpPr>
        <p:spPr>
          <a:xfrm>
            <a:off x="3698600" y="1771575"/>
            <a:ext cx="509482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a:solidFill>
                  <a:schemeClr val="tx2">
                    <a:lumMod val="75000"/>
                  </a:schemeClr>
                </a:solidFill>
                <a:latin typeface="ITC Franklin Gothic Std Book Co"/>
                <a:cs typeface="Calibri"/>
              </a:rPr>
              <a:t>Names of claimants in the copyright data</a:t>
            </a:r>
          </a:p>
        </p:txBody>
      </p:sp>
      <p:sp>
        <p:nvSpPr>
          <p:cNvPr id="8" name="Rectangle 7">
            <a:extLst>
              <a:ext uri="{FF2B5EF4-FFF2-40B4-BE49-F238E27FC236}">
                <a16:creationId xmlns:a16="http://schemas.microsoft.com/office/drawing/2014/main" id="{B1105D69-BED9-45F4-98DA-C584C1339523}"/>
              </a:ext>
            </a:extLst>
          </p:cNvPr>
          <p:cNvSpPr/>
          <p:nvPr/>
        </p:nvSpPr>
        <p:spPr>
          <a:xfrm>
            <a:off x="5077762" y="2844993"/>
            <a:ext cx="345636" cy="633968"/>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1800"/>
          </a:p>
        </p:txBody>
      </p:sp>
      <p:sp>
        <p:nvSpPr>
          <p:cNvPr id="10" name="Rectangle 9">
            <a:extLst>
              <a:ext uri="{FF2B5EF4-FFF2-40B4-BE49-F238E27FC236}">
                <a16:creationId xmlns:a16="http://schemas.microsoft.com/office/drawing/2014/main" id="{F7900F28-B5B4-4627-A830-18691399A238}"/>
              </a:ext>
            </a:extLst>
          </p:cNvPr>
          <p:cNvSpPr/>
          <p:nvPr/>
        </p:nvSpPr>
        <p:spPr>
          <a:xfrm>
            <a:off x="5313789" y="3476948"/>
            <a:ext cx="345636" cy="339559"/>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1800"/>
          </a:p>
        </p:txBody>
      </p:sp>
      <p:sp>
        <p:nvSpPr>
          <p:cNvPr id="6" name="TextBox 5">
            <a:extLst>
              <a:ext uri="{FF2B5EF4-FFF2-40B4-BE49-F238E27FC236}">
                <a16:creationId xmlns:a16="http://schemas.microsoft.com/office/drawing/2014/main" id="{F1C332D7-1763-4626-B3BE-0E6AC4EE6F60}"/>
              </a:ext>
            </a:extLst>
          </p:cNvPr>
          <p:cNvSpPr txBox="1"/>
          <p:nvPr/>
        </p:nvSpPr>
        <p:spPr>
          <a:xfrm>
            <a:off x="9011789" y="3238003"/>
            <a:ext cx="1057564"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b="1">
                <a:solidFill>
                  <a:srgbClr val="C00000"/>
                </a:solidFill>
              </a:rPr>
              <a:t>Business</a:t>
            </a:r>
          </a:p>
        </p:txBody>
      </p:sp>
      <p:cxnSp>
        <p:nvCxnSpPr>
          <p:cNvPr id="11" name="Straight Arrow Connector 10">
            <a:extLst>
              <a:ext uri="{FF2B5EF4-FFF2-40B4-BE49-F238E27FC236}">
                <a16:creationId xmlns:a16="http://schemas.microsoft.com/office/drawing/2014/main" id="{9955D030-33D6-4622-9D3C-622B02560A4C}"/>
              </a:ext>
            </a:extLst>
          </p:cNvPr>
          <p:cNvCxnSpPr/>
          <p:nvPr/>
        </p:nvCxnSpPr>
        <p:spPr>
          <a:xfrm flipH="1" flipV="1">
            <a:off x="6817168" y="3395719"/>
            <a:ext cx="2194910" cy="14012"/>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
        <p:nvSpPr>
          <p:cNvPr id="14" name="Rectangle 13">
            <a:extLst>
              <a:ext uri="{FF2B5EF4-FFF2-40B4-BE49-F238E27FC236}">
                <a16:creationId xmlns:a16="http://schemas.microsoft.com/office/drawing/2014/main" id="{490569B8-2396-436F-AC0E-DDE9771BE64C}"/>
              </a:ext>
            </a:extLst>
          </p:cNvPr>
          <p:cNvSpPr/>
          <p:nvPr/>
        </p:nvSpPr>
        <p:spPr>
          <a:xfrm>
            <a:off x="5484013" y="4447999"/>
            <a:ext cx="336878" cy="225697"/>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1800"/>
          </a:p>
        </p:txBody>
      </p:sp>
    </p:spTree>
    <p:extLst>
      <p:ext uri="{BB962C8B-B14F-4D97-AF65-F5344CB8AC3E}">
        <p14:creationId xmlns:p14="http://schemas.microsoft.com/office/powerpoint/2010/main" val="19884519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9" descr="A screenshot of a cell phone&#10;&#10;Description generated with very high confidence">
            <a:extLst>
              <a:ext uri="{FF2B5EF4-FFF2-40B4-BE49-F238E27FC236}">
                <a16:creationId xmlns:a16="http://schemas.microsoft.com/office/drawing/2014/main" id="{DAF15B79-816B-44BD-AEFF-162B29B0CB15}"/>
              </a:ext>
            </a:extLst>
          </p:cNvPr>
          <p:cNvPicPr>
            <a:picLocks noChangeAspect="1"/>
          </p:cNvPicPr>
          <p:nvPr/>
        </p:nvPicPr>
        <p:blipFill>
          <a:blip r:embed="rId3"/>
          <a:stretch>
            <a:fillRect/>
          </a:stretch>
        </p:blipFill>
        <p:spPr>
          <a:xfrm>
            <a:off x="3031959" y="2258768"/>
            <a:ext cx="3968233" cy="3762379"/>
          </a:xfrm>
          <a:prstGeom prst="rect">
            <a:avLst/>
          </a:prstGeom>
        </p:spPr>
      </p:pic>
      <p:sp>
        <p:nvSpPr>
          <p:cNvPr id="2" name="Text Placeholder 1">
            <a:extLst>
              <a:ext uri="{FF2B5EF4-FFF2-40B4-BE49-F238E27FC236}">
                <a16:creationId xmlns:a16="http://schemas.microsoft.com/office/drawing/2014/main" id="{31B208F7-7DBA-488D-9FB8-D1EF473DDDE1}"/>
              </a:ext>
            </a:extLst>
          </p:cNvPr>
          <p:cNvSpPr>
            <a:spLocks noGrp="1"/>
          </p:cNvSpPr>
          <p:nvPr>
            <p:ph type="body" sz="quarter" idx="10"/>
          </p:nvPr>
        </p:nvSpPr>
        <p:spPr/>
        <p:txBody>
          <a:bodyPr vert="horz" anchor="t"/>
          <a:lstStyle/>
          <a:p>
            <a:r>
              <a:rPr lang="en-US"/>
              <a:t>Copyright Claimants Categorization</a:t>
            </a:r>
          </a:p>
        </p:txBody>
      </p:sp>
      <p:sp>
        <p:nvSpPr>
          <p:cNvPr id="3" name="Text Placeholder 2">
            <a:extLst>
              <a:ext uri="{FF2B5EF4-FFF2-40B4-BE49-F238E27FC236}">
                <a16:creationId xmlns:a16="http://schemas.microsoft.com/office/drawing/2014/main" id="{B079B935-5B8F-47EF-8992-884A2A303AA6}"/>
              </a:ext>
            </a:extLst>
          </p:cNvPr>
          <p:cNvSpPr>
            <a:spLocks noGrp="1"/>
          </p:cNvSpPr>
          <p:nvPr>
            <p:ph type="body" sz="quarter" idx="11"/>
          </p:nvPr>
        </p:nvSpPr>
        <p:spPr>
          <a:xfrm>
            <a:off x="1331770" y="1356451"/>
            <a:ext cx="7840003" cy="4013200"/>
          </a:xfrm>
        </p:spPr>
        <p:txBody>
          <a:bodyPr vert="horz" anchor="t"/>
          <a:lstStyle/>
          <a:p>
            <a:pPr marL="0" indent="0">
              <a:buNone/>
            </a:pPr>
            <a:r>
              <a:rPr lang="en-US"/>
              <a:t>Can we identify sectors who file the copyright?</a:t>
            </a:r>
          </a:p>
          <a:p>
            <a:pPr marL="742950" indent="-285750">
              <a:buFont typeface="Arial,Sans-Serif"/>
              <a:buChar char="–"/>
            </a:pPr>
            <a:endParaRPr lang="en-US"/>
          </a:p>
          <a:p>
            <a:pPr marL="342900" indent="-342900">
              <a:buFont typeface="Arial,Sans-Serif"/>
              <a:buChar char="–"/>
            </a:pPr>
            <a:endParaRPr lang="en-US" sz="2000" b="1">
              <a:solidFill>
                <a:srgbClr val="17375E"/>
              </a:solidFill>
              <a:latin typeface="ITC Franklin Gothic Std Book Compressed"/>
            </a:endParaRPr>
          </a:p>
        </p:txBody>
      </p:sp>
      <p:sp>
        <p:nvSpPr>
          <p:cNvPr id="4" name="Slide Number Placeholder 3">
            <a:extLst>
              <a:ext uri="{FF2B5EF4-FFF2-40B4-BE49-F238E27FC236}">
                <a16:creationId xmlns:a16="http://schemas.microsoft.com/office/drawing/2014/main" id="{0476AF6D-C5B3-4773-AB45-7A7F63C30B33}"/>
              </a:ext>
            </a:extLst>
          </p:cNvPr>
          <p:cNvSpPr>
            <a:spLocks noGrp="1"/>
          </p:cNvSpPr>
          <p:nvPr>
            <p:ph type="sldNum" sz="quarter" idx="4"/>
          </p:nvPr>
        </p:nvSpPr>
        <p:spPr/>
        <p:txBody>
          <a:bodyPr/>
          <a:lstStyle/>
          <a:p>
            <a:fld id="{0F418C06-167A-E646-9EF6-18275B625F6B}" type="slidenum">
              <a:rPr lang="en-US" smtClean="0"/>
              <a:pPr/>
              <a:t>12</a:t>
            </a:fld>
            <a:endParaRPr lang="en-US"/>
          </a:p>
        </p:txBody>
      </p:sp>
      <p:sp>
        <p:nvSpPr>
          <p:cNvPr id="7" name="TextBox 6">
            <a:extLst>
              <a:ext uri="{FF2B5EF4-FFF2-40B4-BE49-F238E27FC236}">
                <a16:creationId xmlns:a16="http://schemas.microsoft.com/office/drawing/2014/main" id="{010C41D2-F9A2-440D-8FE0-C44876AA7F43}"/>
              </a:ext>
            </a:extLst>
          </p:cNvPr>
          <p:cNvSpPr txBox="1"/>
          <p:nvPr/>
        </p:nvSpPr>
        <p:spPr>
          <a:xfrm>
            <a:off x="2944456" y="1909740"/>
            <a:ext cx="509482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a:solidFill>
                  <a:schemeClr val="tx2">
                    <a:lumMod val="75000"/>
                  </a:schemeClr>
                </a:solidFill>
                <a:cs typeface="Calibri"/>
              </a:rPr>
              <a:t>Names of claimants in the copyright data</a:t>
            </a:r>
          </a:p>
        </p:txBody>
      </p:sp>
      <p:sp>
        <p:nvSpPr>
          <p:cNvPr id="9" name="Rectangle 8">
            <a:extLst>
              <a:ext uri="{FF2B5EF4-FFF2-40B4-BE49-F238E27FC236}">
                <a16:creationId xmlns:a16="http://schemas.microsoft.com/office/drawing/2014/main" id="{E5E5BC47-1B8D-4F9E-B7DC-496FDA6A625C}"/>
              </a:ext>
            </a:extLst>
          </p:cNvPr>
          <p:cNvSpPr/>
          <p:nvPr/>
        </p:nvSpPr>
        <p:spPr>
          <a:xfrm>
            <a:off x="3032747" y="2589585"/>
            <a:ext cx="1764510" cy="1337329"/>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1800"/>
          </a:p>
        </p:txBody>
      </p:sp>
      <p:sp>
        <p:nvSpPr>
          <p:cNvPr id="6" name="TextBox 5">
            <a:extLst>
              <a:ext uri="{FF2B5EF4-FFF2-40B4-BE49-F238E27FC236}">
                <a16:creationId xmlns:a16="http://schemas.microsoft.com/office/drawing/2014/main" id="{2C46C8DC-0EDE-4DE1-8722-1970D052DDFD}"/>
              </a:ext>
            </a:extLst>
          </p:cNvPr>
          <p:cNvSpPr txBox="1"/>
          <p:nvPr/>
        </p:nvSpPr>
        <p:spPr>
          <a:xfrm>
            <a:off x="7137982" y="3078450"/>
            <a:ext cx="1615391"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b="1">
                <a:solidFill>
                  <a:srgbClr val="C00000"/>
                </a:solidFill>
              </a:rPr>
              <a:t>Government</a:t>
            </a:r>
          </a:p>
        </p:txBody>
      </p:sp>
      <p:cxnSp>
        <p:nvCxnSpPr>
          <p:cNvPr id="12" name="Straight Arrow Connector 11">
            <a:extLst>
              <a:ext uri="{FF2B5EF4-FFF2-40B4-BE49-F238E27FC236}">
                <a16:creationId xmlns:a16="http://schemas.microsoft.com/office/drawing/2014/main" id="{F2EFCFA1-EF67-4B07-8725-CF03C602C6ED}"/>
              </a:ext>
            </a:extLst>
          </p:cNvPr>
          <p:cNvCxnSpPr/>
          <p:nvPr/>
        </p:nvCxnSpPr>
        <p:spPr>
          <a:xfrm flipH="1" flipV="1">
            <a:off x="4955929" y="3223606"/>
            <a:ext cx="2194910" cy="14012"/>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0993621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B208F7-7DBA-488D-9FB8-D1EF473DDDE1}"/>
              </a:ext>
            </a:extLst>
          </p:cNvPr>
          <p:cNvSpPr>
            <a:spLocks noGrp="1"/>
          </p:cNvSpPr>
          <p:nvPr>
            <p:ph type="body" sz="quarter" idx="10"/>
          </p:nvPr>
        </p:nvSpPr>
        <p:spPr/>
        <p:txBody>
          <a:bodyPr vert="horz" anchor="t"/>
          <a:lstStyle/>
          <a:p>
            <a:r>
              <a:rPr lang="en-US"/>
              <a:t>Copyright Claimants Categorization</a:t>
            </a:r>
          </a:p>
        </p:txBody>
      </p:sp>
      <p:sp>
        <p:nvSpPr>
          <p:cNvPr id="3" name="Text Placeholder 2">
            <a:extLst>
              <a:ext uri="{FF2B5EF4-FFF2-40B4-BE49-F238E27FC236}">
                <a16:creationId xmlns:a16="http://schemas.microsoft.com/office/drawing/2014/main" id="{B079B935-5B8F-47EF-8992-884A2A303AA6}"/>
              </a:ext>
            </a:extLst>
          </p:cNvPr>
          <p:cNvSpPr>
            <a:spLocks noGrp="1"/>
          </p:cNvSpPr>
          <p:nvPr>
            <p:ph type="body" sz="quarter" idx="11"/>
          </p:nvPr>
        </p:nvSpPr>
        <p:spPr>
          <a:xfrm>
            <a:off x="1331770" y="1356451"/>
            <a:ext cx="7840003" cy="4013200"/>
          </a:xfrm>
        </p:spPr>
        <p:txBody>
          <a:bodyPr vert="horz" anchor="t"/>
          <a:lstStyle/>
          <a:p>
            <a:pPr marL="0" indent="0">
              <a:buNone/>
            </a:pPr>
            <a:r>
              <a:rPr lang="en-US"/>
              <a:t>                     Can we identify sectors who file the copyright?</a:t>
            </a:r>
          </a:p>
          <a:p>
            <a:pPr marL="742950" indent="-285750">
              <a:buFont typeface="Arial,Sans-Serif"/>
              <a:buChar char="–"/>
            </a:pPr>
            <a:endParaRPr lang="en-US"/>
          </a:p>
          <a:p>
            <a:pPr marL="342900" indent="-342900">
              <a:buFont typeface="Arial,Sans-Serif"/>
              <a:buChar char="–"/>
            </a:pPr>
            <a:endParaRPr lang="en-US" sz="2000" b="1">
              <a:solidFill>
                <a:srgbClr val="17375E"/>
              </a:solidFill>
              <a:latin typeface="ITC Franklin Gothic Std Book Compressed"/>
            </a:endParaRPr>
          </a:p>
        </p:txBody>
      </p:sp>
      <p:sp>
        <p:nvSpPr>
          <p:cNvPr id="4" name="Slide Number Placeholder 3">
            <a:extLst>
              <a:ext uri="{FF2B5EF4-FFF2-40B4-BE49-F238E27FC236}">
                <a16:creationId xmlns:a16="http://schemas.microsoft.com/office/drawing/2014/main" id="{0476AF6D-C5B3-4773-AB45-7A7F63C30B33}"/>
              </a:ext>
            </a:extLst>
          </p:cNvPr>
          <p:cNvSpPr>
            <a:spLocks noGrp="1"/>
          </p:cNvSpPr>
          <p:nvPr>
            <p:ph type="sldNum" sz="quarter" idx="4"/>
          </p:nvPr>
        </p:nvSpPr>
        <p:spPr/>
        <p:txBody>
          <a:bodyPr/>
          <a:lstStyle/>
          <a:p>
            <a:fld id="{0F418C06-167A-E646-9EF6-18275B625F6B}" type="slidenum">
              <a:rPr lang="en-US" smtClean="0"/>
              <a:pPr/>
              <a:t>13</a:t>
            </a:fld>
            <a:endParaRPr lang="en-US"/>
          </a:p>
        </p:txBody>
      </p:sp>
      <p:pic>
        <p:nvPicPr>
          <p:cNvPr id="5" name="Picture 5" descr="A screenshot of a cell phone&#10;&#10;Description generated with very high confidence">
            <a:extLst>
              <a:ext uri="{FF2B5EF4-FFF2-40B4-BE49-F238E27FC236}">
                <a16:creationId xmlns:a16="http://schemas.microsoft.com/office/drawing/2014/main" id="{B8205D79-8E17-476E-B26F-A6DF09E77547}"/>
              </a:ext>
            </a:extLst>
          </p:cNvPr>
          <p:cNvPicPr>
            <a:picLocks noChangeAspect="1"/>
          </p:cNvPicPr>
          <p:nvPr/>
        </p:nvPicPr>
        <p:blipFill>
          <a:blip r:embed="rId3"/>
          <a:stretch>
            <a:fillRect/>
          </a:stretch>
        </p:blipFill>
        <p:spPr>
          <a:xfrm>
            <a:off x="3679207" y="2240238"/>
            <a:ext cx="3946891" cy="3661578"/>
          </a:xfrm>
          <a:prstGeom prst="rect">
            <a:avLst/>
          </a:prstGeom>
        </p:spPr>
      </p:pic>
      <p:sp>
        <p:nvSpPr>
          <p:cNvPr id="7" name="TextBox 6">
            <a:extLst>
              <a:ext uri="{FF2B5EF4-FFF2-40B4-BE49-F238E27FC236}">
                <a16:creationId xmlns:a16="http://schemas.microsoft.com/office/drawing/2014/main" id="{010C41D2-F9A2-440D-8FE0-C44876AA7F43}"/>
              </a:ext>
            </a:extLst>
          </p:cNvPr>
          <p:cNvSpPr txBox="1"/>
          <p:nvPr/>
        </p:nvSpPr>
        <p:spPr>
          <a:xfrm>
            <a:off x="3736308" y="1784136"/>
            <a:ext cx="509482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a:solidFill>
                  <a:schemeClr val="tx2">
                    <a:lumMod val="75000"/>
                  </a:schemeClr>
                </a:solidFill>
                <a:latin typeface="ITC Franklin Gothic Std Book Co"/>
                <a:cs typeface="Calibri"/>
              </a:rPr>
              <a:t>Names of claimants in the copyright data</a:t>
            </a:r>
          </a:p>
        </p:txBody>
      </p:sp>
      <p:sp>
        <p:nvSpPr>
          <p:cNvPr id="9" name="Rectangle 8">
            <a:extLst>
              <a:ext uri="{FF2B5EF4-FFF2-40B4-BE49-F238E27FC236}">
                <a16:creationId xmlns:a16="http://schemas.microsoft.com/office/drawing/2014/main" id="{E5E5BC47-1B8D-4F9E-B7DC-496FDA6A625C}"/>
              </a:ext>
            </a:extLst>
          </p:cNvPr>
          <p:cNvSpPr/>
          <p:nvPr/>
        </p:nvSpPr>
        <p:spPr>
          <a:xfrm>
            <a:off x="3737097" y="3895630"/>
            <a:ext cx="1742635" cy="385741"/>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1800"/>
          </a:p>
        </p:txBody>
      </p:sp>
      <p:sp>
        <p:nvSpPr>
          <p:cNvPr id="6" name="TextBox 5">
            <a:extLst>
              <a:ext uri="{FF2B5EF4-FFF2-40B4-BE49-F238E27FC236}">
                <a16:creationId xmlns:a16="http://schemas.microsoft.com/office/drawing/2014/main" id="{2C46C8DC-0EDE-4DE1-8722-1970D052DDFD}"/>
              </a:ext>
            </a:extLst>
          </p:cNvPr>
          <p:cNvSpPr txBox="1"/>
          <p:nvPr/>
        </p:nvSpPr>
        <p:spPr>
          <a:xfrm>
            <a:off x="8755460" y="3948606"/>
            <a:ext cx="1057564"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b="1">
                <a:solidFill>
                  <a:srgbClr val="C00000"/>
                </a:solidFill>
              </a:rPr>
              <a:t>Individual</a:t>
            </a:r>
          </a:p>
        </p:txBody>
      </p:sp>
      <p:cxnSp>
        <p:nvCxnSpPr>
          <p:cNvPr id="12" name="Straight Arrow Connector 11">
            <a:extLst>
              <a:ext uri="{FF2B5EF4-FFF2-40B4-BE49-F238E27FC236}">
                <a16:creationId xmlns:a16="http://schemas.microsoft.com/office/drawing/2014/main" id="{F2EFCFA1-EF67-4B07-8725-CF03C602C6ED}"/>
              </a:ext>
            </a:extLst>
          </p:cNvPr>
          <p:cNvCxnSpPr/>
          <p:nvPr/>
        </p:nvCxnSpPr>
        <p:spPr>
          <a:xfrm flipH="1" flipV="1">
            <a:off x="6435148" y="4131443"/>
            <a:ext cx="2194910" cy="14012"/>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7170054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B208F7-7DBA-488D-9FB8-D1EF473DDDE1}"/>
              </a:ext>
            </a:extLst>
          </p:cNvPr>
          <p:cNvSpPr>
            <a:spLocks noGrp="1"/>
          </p:cNvSpPr>
          <p:nvPr>
            <p:ph type="body" sz="quarter" idx="10"/>
          </p:nvPr>
        </p:nvSpPr>
        <p:spPr/>
        <p:txBody>
          <a:bodyPr vert="horz" anchor="t"/>
          <a:lstStyle/>
          <a:p>
            <a:r>
              <a:rPr lang="en-US"/>
              <a:t>Copyright Claimants Categorization</a:t>
            </a:r>
          </a:p>
        </p:txBody>
      </p:sp>
      <p:sp>
        <p:nvSpPr>
          <p:cNvPr id="3" name="Text Placeholder 2">
            <a:extLst>
              <a:ext uri="{FF2B5EF4-FFF2-40B4-BE49-F238E27FC236}">
                <a16:creationId xmlns:a16="http://schemas.microsoft.com/office/drawing/2014/main" id="{B079B935-5B8F-47EF-8992-884A2A303AA6}"/>
              </a:ext>
            </a:extLst>
          </p:cNvPr>
          <p:cNvSpPr>
            <a:spLocks noGrp="1"/>
          </p:cNvSpPr>
          <p:nvPr>
            <p:ph type="body" sz="quarter" idx="11"/>
          </p:nvPr>
        </p:nvSpPr>
        <p:spPr>
          <a:xfrm>
            <a:off x="1331770" y="1356451"/>
            <a:ext cx="7840003" cy="4013200"/>
          </a:xfrm>
        </p:spPr>
        <p:txBody>
          <a:bodyPr vert="horz" anchor="t"/>
          <a:lstStyle/>
          <a:p>
            <a:pPr marL="342900" indent="-342900"/>
            <a:r>
              <a:rPr lang="en-US"/>
              <a:t>Identified sectors for</a:t>
            </a:r>
            <a:r>
              <a:rPr lang="en-US" b="1"/>
              <a:t> 81%</a:t>
            </a:r>
            <a:r>
              <a:rPr lang="en-US"/>
              <a:t> of copyright claimants</a:t>
            </a:r>
          </a:p>
          <a:p>
            <a:pPr marL="342900" indent="-342900"/>
            <a:r>
              <a:rPr lang="en-US"/>
              <a:t>98% accuracy based on random check</a:t>
            </a:r>
          </a:p>
          <a:p>
            <a:pPr marL="742950" indent="-285750">
              <a:buFont typeface="Arial,Sans-Serif"/>
              <a:buChar char="–"/>
            </a:pPr>
            <a:endParaRPr lang="en-US"/>
          </a:p>
          <a:p>
            <a:pPr marL="342900" indent="-342900">
              <a:buFont typeface="Arial,Sans-Serif"/>
              <a:buChar char="–"/>
            </a:pPr>
            <a:r>
              <a:rPr lang="en-US" b="1"/>
              <a:t>Sector Categorization:</a:t>
            </a:r>
            <a:endParaRPr lang="en-US"/>
          </a:p>
          <a:p>
            <a:pPr marL="742950" lvl="1" indent="-285750">
              <a:buFont typeface="Arial,Sans-Serif"/>
              <a:buChar char="–"/>
            </a:pPr>
            <a:r>
              <a:rPr lang="en-US" sz="2000">
                <a:latin typeface="ITC Franklin Gothic Std Book Compressed"/>
              </a:rPr>
              <a:t>Business</a:t>
            </a:r>
          </a:p>
          <a:p>
            <a:pPr marL="742950" lvl="1" indent="-285750">
              <a:buFont typeface="Arial,Sans-Serif"/>
              <a:buChar char="–"/>
            </a:pPr>
            <a:r>
              <a:rPr lang="en-US" sz="2000">
                <a:latin typeface="ITC Franklin Gothic Std Book Compressed"/>
              </a:rPr>
              <a:t>Government</a:t>
            </a:r>
          </a:p>
          <a:p>
            <a:pPr marL="742950" lvl="1" indent="-285750">
              <a:buFont typeface="Arial,Sans-Serif"/>
              <a:buChar char="–"/>
            </a:pPr>
            <a:r>
              <a:rPr lang="en-US" sz="2000">
                <a:latin typeface="ITC Franklin Gothic Std Book Compressed"/>
              </a:rPr>
              <a:t>Nonprofits</a:t>
            </a:r>
          </a:p>
          <a:p>
            <a:pPr marL="742950" lvl="1" indent="-285750">
              <a:buFont typeface="Arial,Sans-Serif"/>
              <a:buChar char="–"/>
            </a:pPr>
            <a:r>
              <a:rPr lang="en-US" sz="2000">
                <a:latin typeface="ITC Franklin Gothic Std Book Compressed"/>
              </a:rPr>
              <a:t>Universities</a:t>
            </a:r>
          </a:p>
          <a:p>
            <a:pPr marL="742950" lvl="1" indent="-285750">
              <a:buFont typeface="Arial,Sans-Serif"/>
              <a:buChar char="–"/>
            </a:pPr>
            <a:r>
              <a:rPr lang="en-US" sz="2000">
                <a:latin typeface="ITC Franklin Gothic Std Book Compressed"/>
              </a:rPr>
              <a:t>Individuals</a:t>
            </a:r>
          </a:p>
          <a:p>
            <a:pPr marL="742950" lvl="1" indent="-285750">
              <a:buFont typeface="Arial,Sans-Serif"/>
              <a:buChar char="–"/>
            </a:pPr>
            <a:r>
              <a:rPr lang="en-US" sz="2000">
                <a:latin typeface="ITC Franklin Gothic Std Book Compressed"/>
              </a:rPr>
              <a:t>Foreign</a:t>
            </a:r>
          </a:p>
        </p:txBody>
      </p:sp>
      <p:sp>
        <p:nvSpPr>
          <p:cNvPr id="4" name="Slide Number Placeholder 3">
            <a:extLst>
              <a:ext uri="{FF2B5EF4-FFF2-40B4-BE49-F238E27FC236}">
                <a16:creationId xmlns:a16="http://schemas.microsoft.com/office/drawing/2014/main" id="{0476AF6D-C5B3-4773-AB45-7A7F63C30B33}"/>
              </a:ext>
            </a:extLst>
          </p:cNvPr>
          <p:cNvSpPr>
            <a:spLocks noGrp="1"/>
          </p:cNvSpPr>
          <p:nvPr>
            <p:ph type="sldNum" sz="quarter" idx="4"/>
          </p:nvPr>
        </p:nvSpPr>
        <p:spPr/>
        <p:txBody>
          <a:bodyPr/>
          <a:lstStyle/>
          <a:p>
            <a:fld id="{0F418C06-167A-E646-9EF6-18275B625F6B}" type="slidenum">
              <a:rPr lang="en-US" smtClean="0"/>
              <a:pPr/>
              <a:t>14</a:t>
            </a:fld>
            <a:endParaRPr lang="en-US"/>
          </a:p>
        </p:txBody>
      </p:sp>
      <p:pic>
        <p:nvPicPr>
          <p:cNvPr id="9" name="Picture 10" descr="A screenshot of a cell phone&#10;&#10;Description generated with high confidence">
            <a:extLst>
              <a:ext uri="{FF2B5EF4-FFF2-40B4-BE49-F238E27FC236}">
                <a16:creationId xmlns:a16="http://schemas.microsoft.com/office/drawing/2014/main" id="{F8E9B03A-73D7-4D81-91FB-FE9AE6CA5845}"/>
              </a:ext>
            </a:extLst>
          </p:cNvPr>
          <p:cNvPicPr>
            <a:picLocks noChangeAspect="1"/>
          </p:cNvPicPr>
          <p:nvPr/>
        </p:nvPicPr>
        <p:blipFill rotWithShape="1">
          <a:blip r:embed="rId3"/>
          <a:srcRect l="1351" t="3394" r="1544" b="16971"/>
          <a:stretch/>
        </p:blipFill>
        <p:spPr>
          <a:xfrm>
            <a:off x="5312097" y="2567824"/>
            <a:ext cx="4482179" cy="2717801"/>
          </a:xfrm>
          <a:prstGeom prst="rect">
            <a:avLst/>
          </a:prstGeom>
        </p:spPr>
      </p:pic>
      <p:sp>
        <p:nvSpPr>
          <p:cNvPr id="5" name="TextBox 4">
            <a:extLst>
              <a:ext uri="{FF2B5EF4-FFF2-40B4-BE49-F238E27FC236}">
                <a16:creationId xmlns:a16="http://schemas.microsoft.com/office/drawing/2014/main" id="{1C05B0EA-33E4-42A1-AE5A-42F02534EDBF}"/>
              </a:ext>
            </a:extLst>
          </p:cNvPr>
          <p:cNvSpPr txBox="1"/>
          <p:nvPr/>
        </p:nvSpPr>
        <p:spPr>
          <a:xfrm>
            <a:off x="5674628" y="5189411"/>
            <a:ext cx="3897085" cy="6463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800">
                <a:solidFill>
                  <a:schemeClr val="tx2">
                    <a:lumMod val="75000"/>
                  </a:schemeClr>
                </a:solidFill>
                <a:cs typeface="Calibri"/>
              </a:rPr>
              <a:t>Business is the largest sector in copyright records</a:t>
            </a:r>
          </a:p>
        </p:txBody>
      </p:sp>
      <p:sp>
        <p:nvSpPr>
          <p:cNvPr id="6" name="TextBox 5">
            <a:extLst>
              <a:ext uri="{FF2B5EF4-FFF2-40B4-BE49-F238E27FC236}">
                <a16:creationId xmlns:a16="http://schemas.microsoft.com/office/drawing/2014/main" id="{08F4D94E-A0FD-48BC-BB8E-A388643971A5}"/>
              </a:ext>
            </a:extLst>
          </p:cNvPr>
          <p:cNvSpPr txBox="1"/>
          <p:nvPr/>
        </p:nvSpPr>
        <p:spPr>
          <a:xfrm>
            <a:off x="5252331" y="3922295"/>
            <a:ext cx="686894" cy="338554"/>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a:solidFill>
                  <a:schemeClr val="tx1">
                    <a:lumMod val="65000"/>
                    <a:lumOff val="35000"/>
                  </a:schemeClr>
                </a:solidFill>
                <a:latin typeface="Arial"/>
                <a:cs typeface="Arial"/>
              </a:rPr>
              <a:t>0.3%</a:t>
            </a:r>
          </a:p>
        </p:txBody>
      </p:sp>
    </p:spTree>
    <p:extLst>
      <p:ext uri="{BB962C8B-B14F-4D97-AF65-F5344CB8AC3E}">
        <p14:creationId xmlns:p14="http://schemas.microsoft.com/office/powerpoint/2010/main" val="5112387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screenshot of a cell phone&#10;&#10;Description generated with high confidence">
            <a:extLst>
              <a:ext uri="{FF2B5EF4-FFF2-40B4-BE49-F238E27FC236}">
                <a16:creationId xmlns:a16="http://schemas.microsoft.com/office/drawing/2014/main" id="{65E99D5E-3DE6-4AAF-982A-7FBA1E85EB7D}"/>
              </a:ext>
            </a:extLst>
          </p:cNvPr>
          <p:cNvPicPr>
            <a:picLocks noChangeAspect="1"/>
          </p:cNvPicPr>
          <p:nvPr/>
        </p:nvPicPr>
        <p:blipFill>
          <a:blip r:embed="rId3"/>
          <a:stretch>
            <a:fillRect/>
          </a:stretch>
        </p:blipFill>
        <p:spPr>
          <a:xfrm>
            <a:off x="5254765" y="1474903"/>
            <a:ext cx="4782457" cy="2964449"/>
          </a:xfrm>
          <a:prstGeom prst="rect">
            <a:avLst/>
          </a:prstGeom>
        </p:spPr>
      </p:pic>
      <p:sp>
        <p:nvSpPr>
          <p:cNvPr id="2" name="Text Placeholder 1">
            <a:extLst>
              <a:ext uri="{FF2B5EF4-FFF2-40B4-BE49-F238E27FC236}">
                <a16:creationId xmlns:a16="http://schemas.microsoft.com/office/drawing/2014/main" id="{CD93875C-FF23-4372-A72A-870679201368}"/>
              </a:ext>
            </a:extLst>
          </p:cNvPr>
          <p:cNvSpPr>
            <a:spLocks noGrp="1"/>
          </p:cNvSpPr>
          <p:nvPr>
            <p:ph type="body" sz="quarter" idx="10"/>
          </p:nvPr>
        </p:nvSpPr>
        <p:spPr>
          <a:xfrm>
            <a:off x="914400" y="222939"/>
            <a:ext cx="9144000" cy="663766"/>
          </a:xfrm>
        </p:spPr>
        <p:txBody>
          <a:bodyPr vert="horz" anchor="t"/>
          <a:lstStyle/>
          <a:p>
            <a:r>
              <a:rPr lang="en-US" sz="2400" b="1"/>
              <a:t>Findings:</a:t>
            </a:r>
            <a:endParaRPr lang="en-US" b="1"/>
          </a:p>
          <a:p>
            <a:r>
              <a:rPr lang="en-US" sz="2400"/>
              <a:t>Difficulties finding OSS in the decreasing copyrights</a:t>
            </a:r>
          </a:p>
        </p:txBody>
      </p:sp>
      <p:sp>
        <p:nvSpPr>
          <p:cNvPr id="4" name="Slide Number Placeholder 3">
            <a:extLst>
              <a:ext uri="{FF2B5EF4-FFF2-40B4-BE49-F238E27FC236}">
                <a16:creationId xmlns:a16="http://schemas.microsoft.com/office/drawing/2014/main" id="{D43119CF-D4DF-49B2-A6B4-6544B3BCBA0F}"/>
              </a:ext>
            </a:extLst>
          </p:cNvPr>
          <p:cNvSpPr>
            <a:spLocks noGrp="1"/>
          </p:cNvSpPr>
          <p:nvPr>
            <p:ph type="sldNum" sz="quarter" idx="4"/>
          </p:nvPr>
        </p:nvSpPr>
        <p:spPr/>
        <p:txBody>
          <a:bodyPr/>
          <a:lstStyle/>
          <a:p>
            <a:fld id="{0F418C06-167A-E646-9EF6-18275B625F6B}" type="slidenum">
              <a:rPr lang="en-US" smtClean="0"/>
              <a:pPr/>
              <a:t>15</a:t>
            </a:fld>
            <a:endParaRPr lang="en-US"/>
          </a:p>
        </p:txBody>
      </p:sp>
      <p:sp>
        <p:nvSpPr>
          <p:cNvPr id="15" name="TextBox 14">
            <a:extLst>
              <a:ext uri="{FF2B5EF4-FFF2-40B4-BE49-F238E27FC236}">
                <a16:creationId xmlns:a16="http://schemas.microsoft.com/office/drawing/2014/main" id="{A28FB2A3-C6A0-4834-AB8E-76C8863A7ED7}"/>
              </a:ext>
            </a:extLst>
          </p:cNvPr>
          <p:cNvSpPr txBox="1"/>
          <p:nvPr/>
        </p:nvSpPr>
        <p:spPr>
          <a:xfrm>
            <a:off x="-771524" y="3542881"/>
            <a:ext cx="8164285"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9600">
                <a:solidFill>
                  <a:srgbClr val="002060"/>
                </a:solidFill>
              </a:rPr>
              <a:t>55 </a:t>
            </a:r>
            <a:endParaRPr lang="en-US" sz="9600">
              <a:solidFill>
                <a:srgbClr val="002060"/>
              </a:solidFill>
              <a:cs typeface="Calibri"/>
            </a:endParaRPr>
          </a:p>
        </p:txBody>
      </p:sp>
      <p:sp>
        <p:nvSpPr>
          <p:cNvPr id="3" name="Text Placeholder 2">
            <a:extLst>
              <a:ext uri="{FF2B5EF4-FFF2-40B4-BE49-F238E27FC236}">
                <a16:creationId xmlns:a16="http://schemas.microsoft.com/office/drawing/2014/main" id="{8F721D33-972A-4843-9395-A8380C945858}"/>
              </a:ext>
            </a:extLst>
          </p:cNvPr>
          <p:cNvSpPr txBox="1">
            <a:spLocks/>
          </p:cNvSpPr>
          <p:nvPr/>
        </p:nvSpPr>
        <p:spPr>
          <a:xfrm>
            <a:off x="1217161" y="1643516"/>
            <a:ext cx="4064721" cy="3567112"/>
          </a:xfrm>
          <a:prstGeom prst="rect">
            <a:avLst/>
          </a:prstGeom>
        </p:spPr>
        <p:txBody>
          <a:bodyPr vert="horz" anchor="t"/>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US" sz="2000" b="1">
                <a:solidFill>
                  <a:schemeClr val="tx1">
                    <a:lumMod val="75000"/>
                    <a:lumOff val="25000"/>
                  </a:schemeClr>
                </a:solidFill>
                <a:cs typeface="Calibri"/>
              </a:rPr>
              <a:t>Identifying OSS in the data</a:t>
            </a:r>
            <a:endParaRPr lang="en-US" sz="3200"/>
          </a:p>
          <a:p>
            <a:pPr marL="285750" indent="-285750"/>
            <a:r>
              <a:rPr lang="en-US" sz="2000">
                <a:solidFill>
                  <a:schemeClr val="tx1">
                    <a:lumMod val="75000"/>
                    <a:lumOff val="25000"/>
                  </a:schemeClr>
                </a:solidFill>
              </a:rPr>
              <a:t>Queried the database for OSS-identifiable characteristics</a:t>
            </a:r>
            <a:endParaRPr lang="en-US" sz="2000">
              <a:solidFill>
                <a:schemeClr val="tx1">
                  <a:lumMod val="75000"/>
                  <a:lumOff val="25000"/>
                </a:schemeClr>
              </a:solidFill>
              <a:cs typeface="Calibri"/>
            </a:endParaRPr>
          </a:p>
          <a:p>
            <a:pPr lvl="1"/>
            <a:r>
              <a:rPr lang="en-US" sz="1600">
                <a:solidFill>
                  <a:schemeClr val="tx1">
                    <a:lumMod val="75000"/>
                    <a:lumOff val="25000"/>
                  </a:schemeClr>
                </a:solidFill>
              </a:rPr>
              <a:t>Typical terms:  "OSS", "Free Software"</a:t>
            </a:r>
            <a:endParaRPr lang="en-US" sz="1600">
              <a:solidFill>
                <a:schemeClr val="tx1">
                  <a:lumMod val="75000"/>
                  <a:lumOff val="25000"/>
                </a:schemeClr>
              </a:solidFill>
              <a:cs typeface="Calibri"/>
            </a:endParaRPr>
          </a:p>
          <a:p>
            <a:pPr lvl="1"/>
            <a:r>
              <a:rPr lang="en-US" sz="1600">
                <a:solidFill>
                  <a:schemeClr val="tx1">
                    <a:lumMod val="75000"/>
                    <a:lumOff val="25000"/>
                  </a:schemeClr>
                </a:solidFill>
                <a:cs typeface="Calibri"/>
              </a:rPr>
              <a:t>Licenses: MIT, APACHE, BSD, GNU, GPL</a:t>
            </a:r>
          </a:p>
          <a:p>
            <a:pPr lvl="1"/>
            <a:r>
              <a:rPr lang="en-US" sz="1600">
                <a:solidFill>
                  <a:schemeClr val="tx1">
                    <a:lumMod val="75000"/>
                    <a:lumOff val="25000"/>
                  </a:schemeClr>
                </a:solidFill>
                <a:cs typeface="Calibri"/>
              </a:rPr>
              <a:t>Large Programs: R, Python, Android</a:t>
            </a:r>
          </a:p>
        </p:txBody>
      </p:sp>
      <p:sp>
        <p:nvSpPr>
          <p:cNvPr id="5" name="TextBox 4">
            <a:extLst>
              <a:ext uri="{FF2B5EF4-FFF2-40B4-BE49-F238E27FC236}">
                <a16:creationId xmlns:a16="http://schemas.microsoft.com/office/drawing/2014/main" id="{61878908-5ACA-4EF4-ADB3-DD118703F945}"/>
              </a:ext>
            </a:extLst>
          </p:cNvPr>
          <p:cNvSpPr txBox="1"/>
          <p:nvPr/>
        </p:nvSpPr>
        <p:spPr>
          <a:xfrm>
            <a:off x="2111829" y="4884058"/>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rgbClr val="002060"/>
                </a:solidFill>
              </a:rPr>
              <a:t>Identified so far</a:t>
            </a:r>
            <a:endParaRPr lang="en-US" sz="2400"/>
          </a:p>
        </p:txBody>
      </p:sp>
      <p:sp>
        <p:nvSpPr>
          <p:cNvPr id="12" name="TextBox 1">
            <a:extLst>
              <a:ext uri="{FF2B5EF4-FFF2-40B4-BE49-F238E27FC236}">
                <a16:creationId xmlns:a16="http://schemas.microsoft.com/office/drawing/2014/main" id="{D97815C4-87B1-43E7-B0CE-644C5EE45363}"/>
              </a:ext>
            </a:extLst>
          </p:cNvPr>
          <p:cNvSpPr txBox="1"/>
          <p:nvPr/>
        </p:nvSpPr>
        <p:spPr>
          <a:xfrm>
            <a:off x="5902352" y="4593825"/>
            <a:ext cx="3897085" cy="6463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800">
                <a:solidFill>
                  <a:schemeClr val="tx2">
                    <a:lumMod val="75000"/>
                  </a:schemeClr>
                </a:solidFill>
                <a:cs typeface="Calibri"/>
              </a:rPr>
              <a:t>The number of computer-file copyright applications is decreasing</a:t>
            </a:r>
          </a:p>
        </p:txBody>
      </p:sp>
      <p:pic>
        <p:nvPicPr>
          <p:cNvPr id="6" name="Picture 6" descr="A screenshot of a cell phone&#10;&#10;Description generated with very high confidence">
            <a:extLst>
              <a:ext uri="{FF2B5EF4-FFF2-40B4-BE49-F238E27FC236}">
                <a16:creationId xmlns:a16="http://schemas.microsoft.com/office/drawing/2014/main" id="{FB971827-5E29-444B-B02C-C7D71E725182}"/>
              </a:ext>
            </a:extLst>
          </p:cNvPr>
          <p:cNvPicPr>
            <a:picLocks noChangeAspect="1"/>
          </p:cNvPicPr>
          <p:nvPr/>
        </p:nvPicPr>
        <p:blipFill rotWithShape="1">
          <a:blip r:embed="rId4"/>
          <a:srcRect t="-59" r="-131" b="45304"/>
          <a:stretch/>
        </p:blipFill>
        <p:spPr>
          <a:xfrm>
            <a:off x="1469058" y="5373656"/>
            <a:ext cx="2746796" cy="712002"/>
          </a:xfrm>
          <a:prstGeom prst="rect">
            <a:avLst/>
          </a:prstGeom>
        </p:spPr>
      </p:pic>
      <p:pic>
        <p:nvPicPr>
          <p:cNvPr id="8" name="Picture 8" descr="A screenshot of a cell phone&#10;&#10;Description generated with very high confidence">
            <a:extLst>
              <a:ext uri="{FF2B5EF4-FFF2-40B4-BE49-F238E27FC236}">
                <a16:creationId xmlns:a16="http://schemas.microsoft.com/office/drawing/2014/main" id="{51484C58-8845-4F5F-A8AE-F56CE1F521B4}"/>
              </a:ext>
            </a:extLst>
          </p:cNvPr>
          <p:cNvPicPr>
            <a:picLocks noChangeAspect="1"/>
          </p:cNvPicPr>
          <p:nvPr/>
        </p:nvPicPr>
        <p:blipFill rotWithShape="1">
          <a:blip r:embed="rId5"/>
          <a:srcRect t="8" r="4167" b="55545"/>
          <a:stretch/>
        </p:blipFill>
        <p:spPr>
          <a:xfrm>
            <a:off x="4168715" y="5371239"/>
            <a:ext cx="1240738" cy="713074"/>
          </a:xfrm>
          <a:prstGeom prst="rect">
            <a:avLst/>
          </a:prstGeom>
        </p:spPr>
      </p:pic>
    </p:spTree>
    <p:extLst>
      <p:ext uri="{BB962C8B-B14F-4D97-AF65-F5344CB8AC3E}">
        <p14:creationId xmlns:p14="http://schemas.microsoft.com/office/powerpoint/2010/main" val="4894901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2">
            <a:extLst>
              <a:ext uri="{FF2B5EF4-FFF2-40B4-BE49-F238E27FC236}">
                <a16:creationId xmlns:a16="http://schemas.microsoft.com/office/drawing/2014/main" id="{C03EA492-FBF7-4DB2-98F7-97FC399A2493}"/>
              </a:ext>
            </a:extLst>
          </p:cNvPr>
          <p:cNvSpPr txBox="1">
            <a:spLocks/>
          </p:cNvSpPr>
          <p:nvPr/>
        </p:nvSpPr>
        <p:spPr>
          <a:xfrm>
            <a:off x="1217161" y="1643516"/>
            <a:ext cx="4064721" cy="3567112"/>
          </a:xfrm>
          <a:prstGeom prst="rect">
            <a:avLst/>
          </a:prstGeom>
        </p:spPr>
        <p:txBody>
          <a:bodyPr vert="horz" anchor="t"/>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US" sz="2000" b="1">
                <a:solidFill>
                  <a:schemeClr val="tx1">
                    <a:lumMod val="75000"/>
                    <a:lumOff val="25000"/>
                  </a:schemeClr>
                </a:solidFill>
                <a:cs typeface="Calibri"/>
              </a:rPr>
              <a:t>Identifying OSS in the data</a:t>
            </a:r>
            <a:endParaRPr lang="en-US" sz="3200"/>
          </a:p>
          <a:p>
            <a:pPr marL="285750" indent="-285750"/>
            <a:r>
              <a:rPr lang="en-US" sz="2000">
                <a:solidFill>
                  <a:schemeClr val="tx1">
                    <a:lumMod val="75000"/>
                    <a:lumOff val="25000"/>
                  </a:schemeClr>
                </a:solidFill>
              </a:rPr>
              <a:t>Queried the database for OSS-identifiable characteristics</a:t>
            </a:r>
            <a:endParaRPr lang="en-US" sz="2000">
              <a:solidFill>
                <a:schemeClr val="tx1">
                  <a:lumMod val="75000"/>
                  <a:lumOff val="25000"/>
                </a:schemeClr>
              </a:solidFill>
              <a:cs typeface="Calibri"/>
            </a:endParaRPr>
          </a:p>
          <a:p>
            <a:pPr lvl="1"/>
            <a:r>
              <a:rPr lang="en-US" sz="1600">
                <a:solidFill>
                  <a:schemeClr val="tx1">
                    <a:lumMod val="75000"/>
                    <a:lumOff val="25000"/>
                  </a:schemeClr>
                </a:solidFill>
              </a:rPr>
              <a:t>Typical terms:  "OSS", "Free Software"</a:t>
            </a:r>
            <a:endParaRPr lang="en-US" sz="1600">
              <a:solidFill>
                <a:schemeClr val="tx1">
                  <a:lumMod val="75000"/>
                  <a:lumOff val="25000"/>
                </a:schemeClr>
              </a:solidFill>
              <a:cs typeface="Calibri"/>
            </a:endParaRPr>
          </a:p>
          <a:p>
            <a:pPr lvl="1"/>
            <a:r>
              <a:rPr lang="en-US" sz="1600">
                <a:solidFill>
                  <a:schemeClr val="tx1">
                    <a:lumMod val="75000"/>
                    <a:lumOff val="25000"/>
                  </a:schemeClr>
                </a:solidFill>
                <a:cs typeface="Calibri"/>
              </a:rPr>
              <a:t>Licenses: MIT, APACHE, BSD, GNU, GPL</a:t>
            </a:r>
          </a:p>
          <a:p>
            <a:pPr lvl="1"/>
            <a:r>
              <a:rPr lang="en-US" sz="1600">
                <a:solidFill>
                  <a:schemeClr val="tx1">
                    <a:lumMod val="75000"/>
                    <a:lumOff val="25000"/>
                  </a:schemeClr>
                </a:solidFill>
                <a:cs typeface="Calibri"/>
              </a:rPr>
              <a:t>Large Programs: R, Python, Android</a:t>
            </a:r>
          </a:p>
        </p:txBody>
      </p:sp>
      <p:sp>
        <p:nvSpPr>
          <p:cNvPr id="19" name="TextBox 18">
            <a:extLst>
              <a:ext uri="{FF2B5EF4-FFF2-40B4-BE49-F238E27FC236}">
                <a16:creationId xmlns:a16="http://schemas.microsoft.com/office/drawing/2014/main" id="{8C38A028-9785-40C1-B4A3-86033C60DB5E}"/>
              </a:ext>
            </a:extLst>
          </p:cNvPr>
          <p:cNvSpPr txBox="1"/>
          <p:nvPr/>
        </p:nvSpPr>
        <p:spPr>
          <a:xfrm>
            <a:off x="2111829" y="4884058"/>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rgbClr val="002060"/>
                </a:solidFill>
              </a:rPr>
              <a:t>Identified so far</a:t>
            </a:r>
            <a:endParaRPr lang="en-US" sz="2400"/>
          </a:p>
        </p:txBody>
      </p:sp>
      <p:sp>
        <p:nvSpPr>
          <p:cNvPr id="9" name="TextBox 8">
            <a:extLst>
              <a:ext uri="{FF2B5EF4-FFF2-40B4-BE49-F238E27FC236}">
                <a16:creationId xmlns:a16="http://schemas.microsoft.com/office/drawing/2014/main" id="{72422585-BBE3-48AD-BD9A-787D799F2EE0}"/>
              </a:ext>
            </a:extLst>
          </p:cNvPr>
          <p:cNvSpPr txBox="1"/>
          <p:nvPr/>
        </p:nvSpPr>
        <p:spPr>
          <a:xfrm>
            <a:off x="-771524" y="3542881"/>
            <a:ext cx="8164285"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9600">
                <a:solidFill>
                  <a:srgbClr val="002060"/>
                </a:solidFill>
              </a:rPr>
              <a:t>55 </a:t>
            </a:r>
            <a:endParaRPr lang="en-US" sz="9600">
              <a:solidFill>
                <a:srgbClr val="002060"/>
              </a:solidFill>
              <a:cs typeface="Calibri"/>
            </a:endParaRPr>
          </a:p>
        </p:txBody>
      </p:sp>
      <p:pic>
        <p:nvPicPr>
          <p:cNvPr id="7" name="Picture 6" descr="A screenshot of a cell phone&#10;&#10;Description generated with very high confidence">
            <a:extLst>
              <a:ext uri="{FF2B5EF4-FFF2-40B4-BE49-F238E27FC236}">
                <a16:creationId xmlns:a16="http://schemas.microsoft.com/office/drawing/2014/main" id="{470C155F-044E-439E-92FD-6D943F8360F3}"/>
              </a:ext>
            </a:extLst>
          </p:cNvPr>
          <p:cNvPicPr>
            <a:picLocks noChangeAspect="1"/>
          </p:cNvPicPr>
          <p:nvPr/>
        </p:nvPicPr>
        <p:blipFill rotWithShape="1">
          <a:blip r:embed="rId3"/>
          <a:srcRect t="-59" r="-131" b="45304"/>
          <a:stretch/>
        </p:blipFill>
        <p:spPr>
          <a:xfrm>
            <a:off x="1469058" y="5373656"/>
            <a:ext cx="2746796" cy="712002"/>
          </a:xfrm>
          <a:prstGeom prst="rect">
            <a:avLst/>
          </a:prstGeom>
        </p:spPr>
      </p:pic>
      <p:pic>
        <p:nvPicPr>
          <p:cNvPr id="8" name="Picture 8" descr="A screenshot of a cell phone&#10;&#10;Description generated with very high confidence">
            <a:extLst>
              <a:ext uri="{FF2B5EF4-FFF2-40B4-BE49-F238E27FC236}">
                <a16:creationId xmlns:a16="http://schemas.microsoft.com/office/drawing/2014/main" id="{2DD215FC-168C-4906-83A6-17C3CB41FA63}"/>
              </a:ext>
            </a:extLst>
          </p:cNvPr>
          <p:cNvPicPr>
            <a:picLocks noChangeAspect="1"/>
          </p:cNvPicPr>
          <p:nvPr/>
        </p:nvPicPr>
        <p:blipFill rotWithShape="1">
          <a:blip r:embed="rId4"/>
          <a:srcRect t="8" r="4167" b="55545"/>
          <a:stretch/>
        </p:blipFill>
        <p:spPr>
          <a:xfrm>
            <a:off x="4168715" y="5371239"/>
            <a:ext cx="1240738" cy="713074"/>
          </a:xfrm>
          <a:prstGeom prst="rect">
            <a:avLst/>
          </a:prstGeom>
        </p:spPr>
      </p:pic>
      <p:sp>
        <p:nvSpPr>
          <p:cNvPr id="2" name="Text Placeholder 1">
            <a:extLst>
              <a:ext uri="{FF2B5EF4-FFF2-40B4-BE49-F238E27FC236}">
                <a16:creationId xmlns:a16="http://schemas.microsoft.com/office/drawing/2014/main" id="{CD93875C-FF23-4372-A72A-870679201368}"/>
              </a:ext>
            </a:extLst>
          </p:cNvPr>
          <p:cNvSpPr>
            <a:spLocks noGrp="1"/>
          </p:cNvSpPr>
          <p:nvPr>
            <p:ph type="body" sz="quarter" idx="10"/>
          </p:nvPr>
        </p:nvSpPr>
        <p:spPr>
          <a:xfrm>
            <a:off x="914400" y="222939"/>
            <a:ext cx="9144000" cy="663766"/>
          </a:xfrm>
        </p:spPr>
        <p:txBody>
          <a:bodyPr vert="horz" anchor="t"/>
          <a:lstStyle/>
          <a:p>
            <a:r>
              <a:rPr lang="en-US" sz="2400" b="1"/>
              <a:t>Findings:</a:t>
            </a:r>
            <a:endParaRPr lang="en-US" b="1"/>
          </a:p>
          <a:p>
            <a:r>
              <a:rPr lang="en-US" sz="2400"/>
              <a:t>Difficulties finding OSS in the decreasing copyrights</a:t>
            </a:r>
          </a:p>
        </p:txBody>
      </p:sp>
      <p:sp>
        <p:nvSpPr>
          <p:cNvPr id="4" name="Slide Number Placeholder 3">
            <a:extLst>
              <a:ext uri="{FF2B5EF4-FFF2-40B4-BE49-F238E27FC236}">
                <a16:creationId xmlns:a16="http://schemas.microsoft.com/office/drawing/2014/main" id="{D43119CF-D4DF-49B2-A6B4-6544B3BCBA0F}"/>
              </a:ext>
            </a:extLst>
          </p:cNvPr>
          <p:cNvSpPr>
            <a:spLocks noGrp="1"/>
          </p:cNvSpPr>
          <p:nvPr>
            <p:ph type="sldNum" sz="quarter" idx="4"/>
          </p:nvPr>
        </p:nvSpPr>
        <p:spPr/>
        <p:txBody>
          <a:bodyPr/>
          <a:lstStyle/>
          <a:p>
            <a:fld id="{0F418C06-167A-E646-9EF6-18275B625F6B}" type="slidenum">
              <a:rPr lang="en-US" smtClean="0"/>
              <a:pPr/>
              <a:t>16</a:t>
            </a:fld>
            <a:endParaRPr lang="en-US"/>
          </a:p>
        </p:txBody>
      </p:sp>
      <p:pic>
        <p:nvPicPr>
          <p:cNvPr id="10" name="Picture 9" descr="A screenshot of a cell phone&#10;&#10;Description generated with high confidence">
            <a:extLst>
              <a:ext uri="{FF2B5EF4-FFF2-40B4-BE49-F238E27FC236}">
                <a16:creationId xmlns:a16="http://schemas.microsoft.com/office/drawing/2014/main" id="{65E99D5E-3DE6-4AAF-982A-7FBA1E85EB7D}"/>
              </a:ext>
            </a:extLst>
          </p:cNvPr>
          <p:cNvPicPr>
            <a:picLocks noChangeAspect="1"/>
          </p:cNvPicPr>
          <p:nvPr/>
        </p:nvPicPr>
        <p:blipFill>
          <a:blip r:embed="rId5"/>
          <a:stretch>
            <a:fillRect/>
          </a:stretch>
        </p:blipFill>
        <p:spPr>
          <a:xfrm>
            <a:off x="5008023" y="1474902"/>
            <a:ext cx="4963885" cy="3073306"/>
          </a:xfrm>
          <a:prstGeom prst="rect">
            <a:avLst/>
          </a:prstGeom>
        </p:spPr>
      </p:pic>
      <p:sp>
        <p:nvSpPr>
          <p:cNvPr id="12" name="TextBox 1">
            <a:extLst>
              <a:ext uri="{FF2B5EF4-FFF2-40B4-BE49-F238E27FC236}">
                <a16:creationId xmlns:a16="http://schemas.microsoft.com/office/drawing/2014/main" id="{D97815C4-87B1-43E7-B0CE-644C5EE45363}"/>
              </a:ext>
            </a:extLst>
          </p:cNvPr>
          <p:cNvSpPr txBox="1"/>
          <p:nvPr/>
        </p:nvSpPr>
        <p:spPr>
          <a:xfrm>
            <a:off x="5902353" y="4593825"/>
            <a:ext cx="3897085" cy="6463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800">
                <a:solidFill>
                  <a:schemeClr val="tx2">
                    <a:lumMod val="75000"/>
                  </a:schemeClr>
                </a:solidFill>
                <a:cs typeface="Calibri"/>
              </a:rPr>
              <a:t>The number of computer-file copyright applications is decreasing</a:t>
            </a:r>
          </a:p>
        </p:txBody>
      </p:sp>
      <p:sp>
        <p:nvSpPr>
          <p:cNvPr id="6" name="TextBox 5">
            <a:extLst>
              <a:ext uri="{FF2B5EF4-FFF2-40B4-BE49-F238E27FC236}">
                <a16:creationId xmlns:a16="http://schemas.microsoft.com/office/drawing/2014/main" id="{1E9316F5-59FB-4106-96CC-3B4DEA41FBE5}"/>
              </a:ext>
            </a:extLst>
          </p:cNvPr>
          <p:cNvSpPr txBox="1"/>
          <p:nvPr/>
        </p:nvSpPr>
        <p:spPr>
          <a:xfrm rot="19980000">
            <a:off x="995419" y="1467892"/>
            <a:ext cx="8977085"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8800" b="1">
                <a:solidFill>
                  <a:srgbClr val="FF0000"/>
                </a:solidFill>
              </a:rPr>
              <a:t>Copyrights are NOT a good source for OSS</a:t>
            </a:r>
            <a:endParaRPr lang="en-US" sz="8800"/>
          </a:p>
        </p:txBody>
      </p:sp>
    </p:spTree>
    <p:extLst>
      <p:ext uri="{BB962C8B-B14F-4D97-AF65-F5344CB8AC3E}">
        <p14:creationId xmlns:p14="http://schemas.microsoft.com/office/powerpoint/2010/main" val="4842357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3CA0405-BE44-49C0-87E6-1A6DF1FBC43E}"/>
              </a:ext>
            </a:extLst>
          </p:cNvPr>
          <p:cNvSpPr>
            <a:spLocks noGrp="1"/>
          </p:cNvSpPr>
          <p:nvPr>
            <p:ph type="body" sz="quarter" idx="13"/>
          </p:nvPr>
        </p:nvSpPr>
        <p:spPr/>
        <p:txBody>
          <a:bodyPr vert="horz" anchor="t"/>
          <a:lstStyle/>
          <a:p>
            <a:r>
              <a:rPr lang="en-US">
                <a:solidFill>
                  <a:srgbClr val="1F497D"/>
                </a:solidFill>
              </a:rPr>
              <a:t>Challenges and Next Steps:</a:t>
            </a:r>
          </a:p>
        </p:txBody>
      </p:sp>
      <p:sp>
        <p:nvSpPr>
          <p:cNvPr id="4" name="Text Placeholder 3">
            <a:extLst>
              <a:ext uri="{FF2B5EF4-FFF2-40B4-BE49-F238E27FC236}">
                <a16:creationId xmlns:a16="http://schemas.microsoft.com/office/drawing/2014/main" id="{A021386D-66FF-4D22-BE55-3BB9EB9CF6F6}"/>
              </a:ext>
            </a:extLst>
          </p:cNvPr>
          <p:cNvSpPr>
            <a:spLocks noGrp="1"/>
          </p:cNvSpPr>
          <p:nvPr>
            <p:ph type="body" sz="quarter" idx="15"/>
          </p:nvPr>
        </p:nvSpPr>
        <p:spPr>
          <a:xfrm>
            <a:off x="5627690" y="1649908"/>
            <a:ext cx="4122283" cy="3567112"/>
          </a:xfrm>
        </p:spPr>
        <p:txBody>
          <a:bodyPr vert="horz" anchor="t"/>
          <a:lstStyle/>
          <a:p>
            <a:pPr algn="ctr"/>
            <a:r>
              <a:rPr lang="en-US" b="1">
                <a:solidFill>
                  <a:schemeClr val="tx1">
                    <a:lumMod val="75000"/>
                    <a:lumOff val="25000"/>
                  </a:schemeClr>
                </a:solidFill>
                <a:latin typeface="ITC Franklin Gothic"/>
              </a:rPr>
              <a:t>Explore alternative data sources </a:t>
            </a:r>
            <a:endParaRPr lang="en-US">
              <a:solidFill>
                <a:schemeClr val="tx1">
                  <a:lumMod val="75000"/>
                  <a:lumOff val="25000"/>
                </a:schemeClr>
              </a:solidFill>
              <a:latin typeface="ITC Franklin Gothic"/>
            </a:endParaRPr>
          </a:p>
          <a:p>
            <a:pPr marL="285750" indent="-285750">
              <a:buFont typeface="Arial"/>
              <a:buChar char="•"/>
            </a:pPr>
            <a:r>
              <a:rPr lang="en-US">
                <a:solidFill>
                  <a:schemeClr val="tx1">
                    <a:lumMod val="75000"/>
                    <a:lumOff val="25000"/>
                  </a:schemeClr>
                </a:solidFill>
                <a:latin typeface="ITC Franklin Gothic"/>
              </a:rPr>
              <a:t>Code.gov - Government OSS</a:t>
            </a:r>
          </a:p>
          <a:p>
            <a:pPr marL="1028700" lvl="1"/>
            <a:r>
              <a:rPr lang="en-US" sz="1800">
                <a:solidFill>
                  <a:schemeClr val="tx1">
                    <a:lumMod val="75000"/>
                    <a:lumOff val="25000"/>
                  </a:schemeClr>
                </a:solidFill>
                <a:latin typeface="ITC Franklin Gothic"/>
              </a:rPr>
              <a:t>Create government sector universe</a:t>
            </a:r>
            <a:endParaRPr lang="en-US" sz="1800">
              <a:solidFill>
                <a:schemeClr val="tx1">
                  <a:lumMod val="75000"/>
                  <a:lumOff val="25000"/>
                </a:schemeClr>
              </a:solidFill>
              <a:latin typeface="ITC Franklin Gothic"/>
              <a:cs typeface="Calibri"/>
            </a:endParaRPr>
          </a:p>
          <a:p>
            <a:pPr marL="1028700" lvl="1"/>
            <a:r>
              <a:rPr lang="en-US" sz="1800">
                <a:solidFill>
                  <a:schemeClr val="tx1">
                    <a:lumMod val="75000"/>
                    <a:lumOff val="25000"/>
                  </a:schemeClr>
                </a:solidFill>
                <a:latin typeface="ITC Franklin Gothic"/>
              </a:rPr>
              <a:t>Scrape their repos (GitHub, Bitbucket, </a:t>
            </a:r>
            <a:r>
              <a:rPr lang="en-US" sz="1800" err="1">
                <a:solidFill>
                  <a:schemeClr val="tx1">
                    <a:lumMod val="75000"/>
                    <a:lumOff val="25000"/>
                  </a:schemeClr>
                </a:solidFill>
                <a:latin typeface="ITC Franklin Gothic"/>
              </a:rPr>
              <a:t>SourceForge</a:t>
            </a:r>
            <a:r>
              <a:rPr lang="en-US" sz="1800">
                <a:solidFill>
                  <a:schemeClr val="tx1">
                    <a:lumMod val="75000"/>
                    <a:lumOff val="25000"/>
                  </a:schemeClr>
                </a:solidFill>
                <a:latin typeface="ITC Franklin Gothic"/>
              </a:rPr>
              <a:t>, etc.)</a:t>
            </a:r>
            <a:endParaRPr lang="en-US" sz="1200">
              <a:solidFill>
                <a:schemeClr val="tx1">
                  <a:lumMod val="75000"/>
                  <a:lumOff val="25000"/>
                </a:schemeClr>
              </a:solidFill>
              <a:latin typeface="ITC Franklin Gothic"/>
            </a:endParaRPr>
          </a:p>
          <a:p>
            <a:pPr marL="1028700" lvl="1"/>
            <a:endParaRPr lang="en-US" sz="1000" b="1">
              <a:solidFill>
                <a:schemeClr val="tx1">
                  <a:lumMod val="75000"/>
                  <a:lumOff val="25000"/>
                </a:schemeClr>
              </a:solidFill>
              <a:latin typeface="ITC Franklin Gothic"/>
            </a:endParaRPr>
          </a:p>
          <a:p>
            <a:r>
              <a:rPr lang="en-US" sz="2000" b="1">
                <a:solidFill>
                  <a:schemeClr val="tx1">
                    <a:lumMod val="75000"/>
                    <a:lumOff val="25000"/>
                  </a:schemeClr>
                </a:solidFill>
                <a:latin typeface="ITC Franklin Gothic"/>
              </a:rPr>
              <a:t>       Redefine the universe</a:t>
            </a:r>
            <a:endParaRPr lang="en-US" sz="2000">
              <a:solidFill>
                <a:schemeClr val="tx1">
                  <a:lumMod val="75000"/>
                  <a:lumOff val="25000"/>
                </a:schemeClr>
              </a:solidFill>
              <a:latin typeface="ITC Franklin Gothic"/>
            </a:endParaRPr>
          </a:p>
          <a:p>
            <a:pPr marL="285750" indent="-285750">
              <a:buFont typeface="Arial,Sans-Serif"/>
              <a:buChar char="•"/>
            </a:pPr>
            <a:r>
              <a:rPr lang="en-US">
                <a:solidFill>
                  <a:schemeClr val="tx1">
                    <a:lumMod val="75000"/>
                    <a:lumOff val="25000"/>
                  </a:schemeClr>
                </a:solidFill>
              </a:rPr>
              <a:t>Perhaps registration is not a common practice—change definition of the universe </a:t>
            </a:r>
          </a:p>
          <a:p>
            <a:pPr marL="1028700" lvl="1">
              <a:buFont typeface="Arial,Sans-Serif"/>
              <a:buChar char="•"/>
            </a:pPr>
            <a:r>
              <a:rPr lang="en-US" sz="2000">
                <a:solidFill>
                  <a:schemeClr val="tx1">
                    <a:lumMod val="75000"/>
                    <a:lumOff val="25000"/>
                  </a:schemeClr>
                </a:solidFill>
                <a:latin typeface="ITC Franklin Gothic Std Book Condensed"/>
              </a:rPr>
              <a:t>GitHub repositories with OSI-approved licenses  </a:t>
            </a:r>
            <a:endParaRPr lang="en-US" sz="2000">
              <a:solidFill>
                <a:schemeClr val="tx1">
                  <a:lumMod val="75000"/>
                  <a:lumOff val="25000"/>
                </a:schemeClr>
              </a:solidFill>
            </a:endParaRPr>
          </a:p>
          <a:p>
            <a:endParaRPr lang="en-US">
              <a:solidFill>
                <a:schemeClr val="tx1">
                  <a:lumMod val="75000"/>
                  <a:lumOff val="25000"/>
                </a:schemeClr>
              </a:solidFill>
              <a:latin typeface="ITC Franklin Gothic"/>
            </a:endParaRPr>
          </a:p>
          <a:p>
            <a:pPr marL="285750" indent="-285750">
              <a:buFont typeface="Arial"/>
              <a:buChar char="•"/>
            </a:pPr>
            <a:endParaRPr lang="en-US">
              <a:solidFill>
                <a:schemeClr val="tx1">
                  <a:lumMod val="75000"/>
                  <a:lumOff val="25000"/>
                </a:schemeClr>
              </a:solidFill>
              <a:latin typeface="ITC Franklin Gothic"/>
            </a:endParaRPr>
          </a:p>
        </p:txBody>
      </p:sp>
      <p:sp>
        <p:nvSpPr>
          <p:cNvPr id="5" name="Slide Number Placeholder 4">
            <a:extLst>
              <a:ext uri="{FF2B5EF4-FFF2-40B4-BE49-F238E27FC236}">
                <a16:creationId xmlns:a16="http://schemas.microsoft.com/office/drawing/2014/main" id="{A90CB2EB-9129-4B9A-9BBB-1A42A0D117B7}"/>
              </a:ext>
            </a:extLst>
          </p:cNvPr>
          <p:cNvSpPr>
            <a:spLocks noGrp="1"/>
          </p:cNvSpPr>
          <p:nvPr>
            <p:ph type="sldNum" sz="quarter" idx="4"/>
          </p:nvPr>
        </p:nvSpPr>
        <p:spPr/>
        <p:txBody>
          <a:bodyPr/>
          <a:lstStyle/>
          <a:p>
            <a:fld id="{0F418C06-167A-E646-9EF6-18275B625F6B}" type="slidenum">
              <a:rPr lang="en-US" smtClean="0"/>
              <a:pPr/>
              <a:t>17</a:t>
            </a:fld>
            <a:endParaRPr lang="en-US"/>
          </a:p>
        </p:txBody>
      </p:sp>
      <p:pic>
        <p:nvPicPr>
          <p:cNvPr id="6" name="Picture 6" descr="A screenshot of a cell phone&#10;&#10;Description generated with very high confidence">
            <a:extLst>
              <a:ext uri="{FF2B5EF4-FFF2-40B4-BE49-F238E27FC236}">
                <a16:creationId xmlns:a16="http://schemas.microsoft.com/office/drawing/2014/main" id="{8F431266-1B63-4345-A372-70C66610AD65}"/>
              </a:ext>
            </a:extLst>
          </p:cNvPr>
          <p:cNvPicPr>
            <a:picLocks noChangeAspect="1"/>
          </p:cNvPicPr>
          <p:nvPr/>
        </p:nvPicPr>
        <p:blipFill>
          <a:blip r:embed="rId3"/>
          <a:stretch>
            <a:fillRect/>
          </a:stretch>
        </p:blipFill>
        <p:spPr>
          <a:xfrm>
            <a:off x="1436914" y="4507957"/>
            <a:ext cx="4187372" cy="1173117"/>
          </a:xfrm>
          <a:prstGeom prst="rect">
            <a:avLst/>
          </a:prstGeom>
        </p:spPr>
      </p:pic>
      <p:sp>
        <p:nvSpPr>
          <p:cNvPr id="9" name="TextBox 8">
            <a:extLst>
              <a:ext uri="{FF2B5EF4-FFF2-40B4-BE49-F238E27FC236}">
                <a16:creationId xmlns:a16="http://schemas.microsoft.com/office/drawing/2014/main" id="{CC1BDB50-43C5-4CC4-ABE7-6E7B343AA8D5}"/>
              </a:ext>
            </a:extLst>
          </p:cNvPr>
          <p:cNvSpPr txBox="1"/>
          <p:nvPr/>
        </p:nvSpPr>
        <p:spPr>
          <a:xfrm>
            <a:off x="1654629" y="1502229"/>
            <a:ext cx="3548742"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t>What about Patents and Trademarks?</a:t>
            </a:r>
          </a:p>
        </p:txBody>
      </p:sp>
      <p:pic>
        <p:nvPicPr>
          <p:cNvPr id="14" name="Picture 14">
            <a:extLst>
              <a:ext uri="{FF2B5EF4-FFF2-40B4-BE49-F238E27FC236}">
                <a16:creationId xmlns:a16="http://schemas.microsoft.com/office/drawing/2014/main" id="{37F8DE2D-DC70-4616-9590-14D45257B990}"/>
              </a:ext>
            </a:extLst>
          </p:cNvPr>
          <p:cNvPicPr>
            <a:picLocks noChangeAspect="1"/>
          </p:cNvPicPr>
          <p:nvPr/>
        </p:nvPicPr>
        <p:blipFill>
          <a:blip r:embed="rId4"/>
          <a:stretch>
            <a:fillRect/>
          </a:stretch>
        </p:blipFill>
        <p:spPr>
          <a:xfrm>
            <a:off x="3701144" y="2710542"/>
            <a:ext cx="1436915" cy="1444172"/>
          </a:xfrm>
          <a:prstGeom prst="rect">
            <a:avLst/>
          </a:prstGeom>
        </p:spPr>
      </p:pic>
      <p:pic>
        <p:nvPicPr>
          <p:cNvPr id="16" name="Picture 16" descr="A close up of a sign&#10;&#10;Description generated with very high confidence">
            <a:extLst>
              <a:ext uri="{FF2B5EF4-FFF2-40B4-BE49-F238E27FC236}">
                <a16:creationId xmlns:a16="http://schemas.microsoft.com/office/drawing/2014/main" id="{FE65B38E-58DF-40C8-90E1-196DB9C4F2D1}"/>
              </a:ext>
            </a:extLst>
          </p:cNvPr>
          <p:cNvPicPr>
            <a:picLocks noChangeAspect="1"/>
          </p:cNvPicPr>
          <p:nvPr/>
        </p:nvPicPr>
        <p:blipFill>
          <a:blip r:embed="rId5"/>
          <a:stretch>
            <a:fillRect/>
          </a:stretch>
        </p:blipFill>
        <p:spPr>
          <a:xfrm>
            <a:off x="1872344" y="2688771"/>
            <a:ext cx="1436915" cy="1436915"/>
          </a:xfrm>
          <a:prstGeom prst="rect">
            <a:avLst/>
          </a:prstGeom>
        </p:spPr>
      </p:pic>
    </p:spTree>
    <p:extLst>
      <p:ext uri="{BB962C8B-B14F-4D97-AF65-F5344CB8AC3E}">
        <p14:creationId xmlns:p14="http://schemas.microsoft.com/office/powerpoint/2010/main" val="2217390528"/>
      </p:ext>
    </p:extLst>
  </p:cSld>
  <p:clrMapOvr>
    <a:masterClrMapping/>
  </p:clrMapOvr>
</p:sld>
</file>

<file path=ppt/theme/theme1.xml><?xml version="1.0" encoding="utf-8"?>
<a:theme xmlns:a="http://schemas.openxmlformats.org/drawingml/2006/main" name="title pag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ontent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1: imag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O2: imag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7.xml><?xml version="1.0" encoding="utf-8"?>
<a:theme xmlns:a="http://schemas.openxmlformats.org/drawingml/2006/main" name="O3">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8.xml><?xml version="1.0" encoding="utf-8"?>
<a:theme xmlns:a="http://schemas.openxmlformats.org/drawingml/2006/main" name="O3: imag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9.xml><?xml version="1.0" encoding="utf-8"?>
<a:theme xmlns:a="http://schemas.openxmlformats.org/drawingml/2006/main" name="blan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F92EF6C-D6BB-4608-BA35-E518DFB13D6B}">
  <ds:schemaRefs>
    <ds:schemaRef ds:uri="http://www.w3.org/XML/1998/namespace"/>
    <ds:schemaRef ds:uri="803e5ffa-c85b-4be1-b266-97e9b39ca769"/>
    <ds:schemaRef ds:uri="http://purl.org/dc/terms/"/>
    <ds:schemaRef ds:uri="http://schemas.openxmlformats.org/package/2006/metadata/core-properties"/>
    <ds:schemaRef ds:uri="http://schemas.microsoft.com/office/2006/documentManagement/types"/>
    <ds:schemaRef ds:uri="http://purl.org/dc/elements/1.1/"/>
    <ds:schemaRef ds:uri="f003ee77-356f-42cf-a98d-4065128301ee"/>
    <ds:schemaRef ds:uri="http://schemas.microsoft.com/office/infopath/2007/PartnerControls"/>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5FC8BCE4-E7A4-4F71-BE85-274BB623D45B}">
  <ds:schemaRefs>
    <ds:schemaRef ds:uri="http://schemas.microsoft.com/sharepoint/v3/contenttype/forms"/>
  </ds:schemaRefs>
</ds:datastoreItem>
</file>

<file path=customXml/itemProps3.xml><?xml version="1.0" encoding="utf-8"?>
<ds:datastoreItem xmlns:ds="http://schemas.openxmlformats.org/officeDocument/2006/customXml" ds:itemID="{BBA1CC87-694B-4341-ACE9-733B0D972E8A}"/>
</file>

<file path=docProps/app.xml><?xml version="1.0" encoding="utf-8"?>
<Properties xmlns="http://schemas.openxmlformats.org/officeDocument/2006/extended-properties" xmlns:vt="http://schemas.openxmlformats.org/officeDocument/2006/docPropsVTypes">
  <TotalTime>1</TotalTime>
  <Words>596</Words>
  <Application>Microsoft Macintosh PowerPoint</Application>
  <PresentationFormat>Custom</PresentationFormat>
  <Paragraphs>247</Paragraphs>
  <Slides>17</Slides>
  <Notes>14</Notes>
  <HiddenSlides>0</HiddenSlides>
  <MMClips>0</MMClips>
  <ScaleCrop>false</ScaleCrop>
  <HeadingPairs>
    <vt:vector size="6" baseType="variant">
      <vt:variant>
        <vt:lpstr>Fonts Used</vt:lpstr>
      </vt:variant>
      <vt:variant>
        <vt:i4>12</vt:i4>
      </vt:variant>
      <vt:variant>
        <vt:lpstr>Theme</vt:lpstr>
      </vt:variant>
      <vt:variant>
        <vt:i4>9</vt:i4>
      </vt:variant>
      <vt:variant>
        <vt:lpstr>Slide Titles</vt:lpstr>
      </vt:variant>
      <vt:variant>
        <vt:i4>17</vt:i4>
      </vt:variant>
    </vt:vector>
  </HeadingPairs>
  <TitlesOfParts>
    <vt:vector size="38" baseType="lpstr">
      <vt:lpstr>Arial</vt:lpstr>
      <vt:lpstr>Arial,Sans-Serif</vt:lpstr>
      <vt:lpstr>Calibri</vt:lpstr>
      <vt:lpstr>ITC Franklin Gothic</vt:lpstr>
      <vt:lpstr>ITC Franklin Gothic Std Book</vt:lpstr>
      <vt:lpstr>ITC Franklin Gothic Std Book Co</vt:lpstr>
      <vt:lpstr>ITC Franklin Gothic Std Book Compressed</vt:lpstr>
      <vt:lpstr>ITC Franklin Gothic Std Book Condensed</vt:lpstr>
      <vt:lpstr>ITC Franklin Gothic Std Book Extra Compressed</vt:lpstr>
      <vt:lpstr>ITC Franklin Gothic Std Demi Compressed</vt:lpstr>
      <vt:lpstr>ITC Franklin Gothic Std Demi Extra Compressed</vt:lpstr>
      <vt:lpstr>Wingdings</vt:lpstr>
      <vt:lpstr>title page</vt:lpstr>
      <vt:lpstr>contents</vt:lpstr>
      <vt:lpstr>O1</vt:lpstr>
      <vt:lpstr>O1: image</vt:lpstr>
      <vt:lpstr>O2</vt:lpstr>
      <vt:lpstr>O2: image</vt:lpstr>
      <vt:lpstr>O3</vt:lpstr>
      <vt:lpstr>O3: image</vt:lpstr>
      <vt:lpstr>blank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Mikale</dc:creator>
  <cp:lastModifiedBy>Korkmaz, Gizem (gk8yj)</cp:lastModifiedBy>
  <cp:revision>11</cp:revision>
  <dcterms:created xsi:type="dcterms:W3CDTF">2016-06-30T12:32:58Z</dcterms:created>
  <dcterms:modified xsi:type="dcterms:W3CDTF">2019-07-31T13:25:19Z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
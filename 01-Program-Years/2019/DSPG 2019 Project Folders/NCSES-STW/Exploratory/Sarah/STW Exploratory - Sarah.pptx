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6" r:id="rId11"/>
    <p:sldId id="287" r:id="rId12"/>
    <p:sldId id="288" r:id="rId13"/>
    <p:sldId id="289" r:id="rId14"/>
    <p:sldId id="290" r:id="rId15"/>
    <p:sldId id="291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Donald, Sarah (sm9dv)" userId="S::sm9dv@virginia.edu::9e8bfd15-d485-472e-bdd9-a28a60bbc615" providerId="AD" clId="Web-{72851321-05DB-3B48-285A-F4940DEAAC3F}"/>
    <pc:docChg chg="addSld modSld">
      <pc:chgData name="McDonald, Sarah (sm9dv)" userId="S::sm9dv@virginia.edu::9e8bfd15-d485-472e-bdd9-a28a60bbc615" providerId="AD" clId="Web-{72851321-05DB-3B48-285A-F4940DEAAC3F}" dt="2019-07-15T13:27:04.960" v="85"/>
      <pc:docMkLst>
        <pc:docMk/>
      </pc:docMkLst>
      <pc:sldChg chg="addSp delSp modSp new mod setBg">
        <pc:chgData name="McDonald, Sarah (sm9dv)" userId="S::sm9dv@virginia.edu::9e8bfd15-d485-472e-bdd9-a28a60bbc615" providerId="AD" clId="Web-{72851321-05DB-3B48-285A-F4940DEAAC3F}" dt="2019-07-15T13:04:30.760" v="6"/>
        <pc:sldMkLst>
          <pc:docMk/>
          <pc:sldMk cId="1117256870" sldId="268"/>
        </pc:sldMkLst>
        <pc:spChg chg="add del">
          <ac:chgData name="McDonald, Sarah (sm9dv)" userId="S::sm9dv@virginia.edu::9e8bfd15-d485-472e-bdd9-a28a60bbc615" providerId="AD" clId="Web-{72851321-05DB-3B48-285A-F4940DEAAC3F}" dt="2019-07-15T13:04:30.760" v="5"/>
          <ac:spMkLst>
            <pc:docMk/>
            <pc:sldMk cId="1117256870" sldId="268"/>
            <ac:spMk id="7" creationId="{B9FF99BD-075F-4761-A995-6FC574BD25EA}"/>
          </ac:spMkLst>
        </pc:spChg>
        <pc:spChg chg="add del">
          <ac:chgData name="McDonald, Sarah (sm9dv)" userId="S::sm9dv@virginia.edu::9e8bfd15-d485-472e-bdd9-a28a60bbc615" providerId="AD" clId="Web-{72851321-05DB-3B48-285A-F4940DEAAC3F}" dt="2019-07-15T13:04:30.760" v="5"/>
          <ac:spMkLst>
            <pc:docMk/>
            <pc:sldMk cId="1117256870" sldId="268"/>
            <ac:spMk id="9" creationId="{A7B21A54-9BA3-4EA9-B460-5A829ADD9051}"/>
          </ac:spMkLst>
        </pc:spChg>
        <pc:spChg chg="add del">
          <ac:chgData name="McDonald, Sarah (sm9dv)" userId="S::sm9dv@virginia.edu::9e8bfd15-d485-472e-bdd9-a28a60bbc615" providerId="AD" clId="Web-{72851321-05DB-3B48-285A-F4940DEAAC3F}" dt="2019-07-15T13:04:30.760" v="5"/>
          <ac:spMkLst>
            <pc:docMk/>
            <pc:sldMk cId="1117256870" sldId="268"/>
            <ac:spMk id="11" creationId="{6FA8F714-B9D8-488A-8CCA-E9948FF913A9}"/>
          </ac:spMkLst>
        </pc:spChg>
        <pc:picChg chg="add mod">
          <ac:chgData name="McDonald, Sarah (sm9dv)" userId="S::sm9dv@virginia.edu::9e8bfd15-d485-472e-bdd9-a28a60bbc615" providerId="AD" clId="Web-{72851321-05DB-3B48-285A-F4940DEAAC3F}" dt="2019-07-15T13:04:30.760" v="6"/>
          <ac:picMkLst>
            <pc:docMk/>
            <pc:sldMk cId="1117256870" sldId="268"/>
            <ac:picMk id="2" creationId="{0A2D1B0E-A763-4AD2-9337-9C6FC9CADFDB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5:14.135" v="9"/>
        <pc:sldMkLst>
          <pc:docMk/>
          <pc:sldMk cId="772629275" sldId="269"/>
        </pc:sldMkLst>
        <pc:picChg chg="add mod">
          <ac:chgData name="McDonald, Sarah (sm9dv)" userId="S::sm9dv@virginia.edu::9e8bfd15-d485-472e-bdd9-a28a60bbc615" providerId="AD" clId="Web-{72851321-05DB-3B48-285A-F4940DEAAC3F}" dt="2019-07-15T13:05:14.135" v="9"/>
          <ac:picMkLst>
            <pc:docMk/>
            <pc:sldMk cId="772629275" sldId="269"/>
            <ac:picMk id="2" creationId="{CAE98B1C-3FB1-4CBB-9B1A-57F598D6052C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5:34.261" v="12"/>
        <pc:sldMkLst>
          <pc:docMk/>
          <pc:sldMk cId="1889966724" sldId="270"/>
        </pc:sldMkLst>
        <pc:picChg chg="add mod">
          <ac:chgData name="McDonald, Sarah (sm9dv)" userId="S::sm9dv@virginia.edu::9e8bfd15-d485-472e-bdd9-a28a60bbc615" providerId="AD" clId="Web-{72851321-05DB-3B48-285A-F4940DEAAC3F}" dt="2019-07-15T13:05:34.261" v="12"/>
          <ac:picMkLst>
            <pc:docMk/>
            <pc:sldMk cId="1889966724" sldId="270"/>
            <ac:picMk id="2" creationId="{E1F6A1A6-2DD6-417D-8022-4A3B2CE92018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5:48.745" v="15"/>
        <pc:sldMkLst>
          <pc:docMk/>
          <pc:sldMk cId="1549675042" sldId="271"/>
        </pc:sldMkLst>
        <pc:picChg chg="add mod">
          <ac:chgData name="McDonald, Sarah (sm9dv)" userId="S::sm9dv@virginia.edu::9e8bfd15-d485-472e-bdd9-a28a60bbc615" providerId="AD" clId="Web-{72851321-05DB-3B48-285A-F4940DEAAC3F}" dt="2019-07-15T13:05:48.745" v="15"/>
          <ac:picMkLst>
            <pc:docMk/>
            <pc:sldMk cId="1549675042" sldId="271"/>
            <ac:picMk id="2" creationId="{B522BCC7-3469-47A6-B3D5-CF09688ACD68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6:15.589" v="18"/>
        <pc:sldMkLst>
          <pc:docMk/>
          <pc:sldMk cId="188201670" sldId="272"/>
        </pc:sldMkLst>
        <pc:picChg chg="add mod">
          <ac:chgData name="McDonald, Sarah (sm9dv)" userId="S::sm9dv@virginia.edu::9e8bfd15-d485-472e-bdd9-a28a60bbc615" providerId="AD" clId="Web-{72851321-05DB-3B48-285A-F4940DEAAC3F}" dt="2019-07-15T13:06:15.589" v="18"/>
          <ac:picMkLst>
            <pc:docMk/>
            <pc:sldMk cId="188201670" sldId="272"/>
            <ac:picMk id="2" creationId="{C1E27306-95BE-4DE8-9C0F-F54E0C1DC20B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6:48.074" v="21"/>
        <pc:sldMkLst>
          <pc:docMk/>
          <pc:sldMk cId="3089770356" sldId="273"/>
        </pc:sldMkLst>
        <pc:picChg chg="add mod">
          <ac:chgData name="McDonald, Sarah (sm9dv)" userId="S::sm9dv@virginia.edu::9e8bfd15-d485-472e-bdd9-a28a60bbc615" providerId="AD" clId="Web-{72851321-05DB-3B48-285A-F4940DEAAC3F}" dt="2019-07-15T13:06:48.074" v="21"/>
          <ac:picMkLst>
            <pc:docMk/>
            <pc:sldMk cId="3089770356" sldId="273"/>
            <ac:picMk id="2" creationId="{93C7B7F8-7EB6-49B3-8759-04DA53CC1B3A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7:12.652" v="24"/>
        <pc:sldMkLst>
          <pc:docMk/>
          <pc:sldMk cId="3349063830" sldId="274"/>
        </pc:sldMkLst>
        <pc:picChg chg="add mod">
          <ac:chgData name="McDonald, Sarah (sm9dv)" userId="S::sm9dv@virginia.edu::9e8bfd15-d485-472e-bdd9-a28a60bbc615" providerId="AD" clId="Web-{72851321-05DB-3B48-285A-F4940DEAAC3F}" dt="2019-07-15T13:07:12.652" v="24"/>
          <ac:picMkLst>
            <pc:docMk/>
            <pc:sldMk cId="3349063830" sldId="274"/>
            <ac:picMk id="2" creationId="{CA7DA6DE-6CE2-4EDC-8016-A2FF37E65BCA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7:37.277" v="27"/>
        <pc:sldMkLst>
          <pc:docMk/>
          <pc:sldMk cId="3343396429" sldId="275"/>
        </pc:sldMkLst>
        <pc:picChg chg="add mod">
          <ac:chgData name="McDonald, Sarah (sm9dv)" userId="S::sm9dv@virginia.edu::9e8bfd15-d485-472e-bdd9-a28a60bbc615" providerId="AD" clId="Web-{72851321-05DB-3B48-285A-F4940DEAAC3F}" dt="2019-07-15T13:07:37.277" v="27"/>
          <ac:picMkLst>
            <pc:docMk/>
            <pc:sldMk cId="3343396429" sldId="275"/>
            <ac:picMk id="2" creationId="{EC16D682-5DA9-413F-8CFF-21F546A8B70C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7:57.512" v="30"/>
        <pc:sldMkLst>
          <pc:docMk/>
          <pc:sldMk cId="284874209" sldId="276"/>
        </pc:sldMkLst>
        <pc:picChg chg="add mod">
          <ac:chgData name="McDonald, Sarah (sm9dv)" userId="S::sm9dv@virginia.edu::9e8bfd15-d485-472e-bdd9-a28a60bbc615" providerId="AD" clId="Web-{72851321-05DB-3B48-285A-F4940DEAAC3F}" dt="2019-07-15T13:07:57.512" v="30"/>
          <ac:picMkLst>
            <pc:docMk/>
            <pc:sldMk cId="284874209" sldId="276"/>
            <ac:picMk id="2" creationId="{F4BF1F8A-00F4-43A1-8D19-4D2AF30C9586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8:12.637" v="33"/>
        <pc:sldMkLst>
          <pc:docMk/>
          <pc:sldMk cId="3832333597" sldId="277"/>
        </pc:sldMkLst>
        <pc:picChg chg="add mod">
          <ac:chgData name="McDonald, Sarah (sm9dv)" userId="S::sm9dv@virginia.edu::9e8bfd15-d485-472e-bdd9-a28a60bbc615" providerId="AD" clId="Web-{72851321-05DB-3B48-285A-F4940DEAAC3F}" dt="2019-07-15T13:08:12.637" v="33"/>
          <ac:picMkLst>
            <pc:docMk/>
            <pc:sldMk cId="3832333597" sldId="277"/>
            <ac:picMk id="2" creationId="{0054AC01-D5A7-437E-B81E-E32FF17D96BB}"/>
          </ac:picMkLst>
        </pc:picChg>
      </pc:sldChg>
      <pc:sldChg chg="addSp delSp modSp new mod setBg">
        <pc:chgData name="McDonald, Sarah (sm9dv)" userId="S::sm9dv@virginia.edu::9e8bfd15-d485-472e-bdd9-a28a60bbc615" providerId="AD" clId="Web-{72851321-05DB-3B48-285A-F4940DEAAC3F}" dt="2019-07-15T13:09:31.497" v="49"/>
        <pc:sldMkLst>
          <pc:docMk/>
          <pc:sldMk cId="543812796" sldId="278"/>
        </pc:sldMkLst>
        <pc:picChg chg="add del mod">
          <ac:chgData name="McDonald, Sarah (sm9dv)" userId="S::sm9dv@virginia.edu::9e8bfd15-d485-472e-bdd9-a28a60bbc615" providerId="AD" clId="Web-{72851321-05DB-3B48-285A-F4940DEAAC3F}" dt="2019-07-15T13:09:22.857" v="47"/>
          <ac:picMkLst>
            <pc:docMk/>
            <pc:sldMk cId="543812796" sldId="278"/>
            <ac:picMk id="2" creationId="{FCE79AD3-4918-4A48-B458-A6D24F6BAC6C}"/>
          </ac:picMkLst>
        </pc:picChg>
        <pc:picChg chg="add mod">
          <ac:chgData name="McDonald, Sarah (sm9dv)" userId="S::sm9dv@virginia.edu::9e8bfd15-d485-472e-bdd9-a28a60bbc615" providerId="AD" clId="Web-{72851321-05DB-3B48-285A-F4940DEAAC3F}" dt="2019-07-15T13:09:31.497" v="49"/>
          <ac:picMkLst>
            <pc:docMk/>
            <pc:sldMk cId="543812796" sldId="278"/>
            <ac:picMk id="4" creationId="{03DBF20C-042D-4ECF-B6EA-0691F2AABA40}"/>
          </ac:picMkLst>
        </pc:picChg>
      </pc:sldChg>
      <pc:sldChg chg="addSp delSp modSp new mod setBg">
        <pc:chgData name="McDonald, Sarah (sm9dv)" userId="S::sm9dv@virginia.edu::9e8bfd15-d485-472e-bdd9-a28a60bbc615" providerId="AD" clId="Web-{72851321-05DB-3B48-285A-F4940DEAAC3F}" dt="2019-07-15T13:08:54.106" v="43"/>
        <pc:sldMkLst>
          <pc:docMk/>
          <pc:sldMk cId="1422989019" sldId="279"/>
        </pc:sldMkLst>
        <pc:spChg chg="add del">
          <ac:chgData name="McDonald, Sarah (sm9dv)" userId="S::sm9dv@virginia.edu::9e8bfd15-d485-472e-bdd9-a28a60bbc615" providerId="AD" clId="Web-{72851321-05DB-3B48-285A-F4940DEAAC3F}" dt="2019-07-15T13:08:54.106" v="42"/>
          <ac:spMkLst>
            <pc:docMk/>
            <pc:sldMk cId="1422989019" sldId="279"/>
            <ac:spMk id="7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72851321-05DB-3B48-285A-F4940DEAAC3F}" dt="2019-07-15T13:08:54.106" v="42"/>
          <ac:spMkLst>
            <pc:docMk/>
            <pc:sldMk cId="1422989019" sldId="279"/>
            <ac:spMk id="9" creationId="{1855405F-37A2-4869-9154-F8BE3BECE6C3}"/>
          </ac:spMkLst>
        </pc:spChg>
        <pc:picChg chg="add mod">
          <ac:chgData name="McDonald, Sarah (sm9dv)" userId="S::sm9dv@virginia.edu::9e8bfd15-d485-472e-bdd9-a28a60bbc615" providerId="AD" clId="Web-{72851321-05DB-3B48-285A-F4940DEAAC3F}" dt="2019-07-15T13:08:54.106" v="43"/>
          <ac:picMkLst>
            <pc:docMk/>
            <pc:sldMk cId="1422989019" sldId="279"/>
            <ac:picMk id="2" creationId="{F0634A14-E9C9-484B-8830-F3FDD92F7A9D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09:54.482" v="52"/>
        <pc:sldMkLst>
          <pc:docMk/>
          <pc:sldMk cId="2592895805" sldId="280"/>
        </pc:sldMkLst>
        <pc:picChg chg="add mod">
          <ac:chgData name="McDonald, Sarah (sm9dv)" userId="S::sm9dv@virginia.edu::9e8bfd15-d485-472e-bdd9-a28a60bbc615" providerId="AD" clId="Web-{72851321-05DB-3B48-285A-F4940DEAAC3F}" dt="2019-07-15T13:09:54.482" v="52"/>
          <ac:picMkLst>
            <pc:docMk/>
            <pc:sldMk cId="2592895805" sldId="280"/>
            <ac:picMk id="2" creationId="{86F8E7BE-B44A-4BAC-A77D-D710CFBC68C0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10:10.435" v="55"/>
        <pc:sldMkLst>
          <pc:docMk/>
          <pc:sldMk cId="2444953906" sldId="281"/>
        </pc:sldMkLst>
        <pc:picChg chg="add mod">
          <ac:chgData name="McDonald, Sarah (sm9dv)" userId="S::sm9dv@virginia.edu::9e8bfd15-d485-472e-bdd9-a28a60bbc615" providerId="AD" clId="Web-{72851321-05DB-3B48-285A-F4940DEAAC3F}" dt="2019-07-15T13:10:10.435" v="55"/>
          <ac:picMkLst>
            <pc:docMk/>
            <pc:sldMk cId="2444953906" sldId="281"/>
            <ac:picMk id="2" creationId="{CD090BBA-759C-43A8-9950-1CC10EFDD2B4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10:44.248" v="58"/>
        <pc:sldMkLst>
          <pc:docMk/>
          <pc:sldMk cId="1524263262" sldId="282"/>
        </pc:sldMkLst>
        <pc:picChg chg="add mod">
          <ac:chgData name="McDonald, Sarah (sm9dv)" userId="S::sm9dv@virginia.edu::9e8bfd15-d485-472e-bdd9-a28a60bbc615" providerId="AD" clId="Web-{72851321-05DB-3B48-285A-F4940DEAAC3F}" dt="2019-07-15T13:10:44.248" v="58"/>
          <ac:picMkLst>
            <pc:docMk/>
            <pc:sldMk cId="1524263262" sldId="282"/>
            <ac:picMk id="2" creationId="{9FD3F1F7-7F27-4E7C-90B0-32FC02BCAE88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11:00.969" v="61"/>
        <pc:sldMkLst>
          <pc:docMk/>
          <pc:sldMk cId="4000703277" sldId="283"/>
        </pc:sldMkLst>
        <pc:picChg chg="add mod">
          <ac:chgData name="McDonald, Sarah (sm9dv)" userId="S::sm9dv@virginia.edu::9e8bfd15-d485-472e-bdd9-a28a60bbc615" providerId="AD" clId="Web-{72851321-05DB-3B48-285A-F4940DEAAC3F}" dt="2019-07-15T13:11:00.969" v="61"/>
          <ac:picMkLst>
            <pc:docMk/>
            <pc:sldMk cId="4000703277" sldId="283"/>
            <ac:picMk id="2" creationId="{0C0B1A11-371A-42F1-B3E5-4716BB000B92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11:21.686" v="64"/>
        <pc:sldMkLst>
          <pc:docMk/>
          <pc:sldMk cId="3989649390" sldId="284"/>
        </pc:sldMkLst>
        <pc:picChg chg="add mod">
          <ac:chgData name="McDonald, Sarah (sm9dv)" userId="S::sm9dv@virginia.edu::9e8bfd15-d485-472e-bdd9-a28a60bbc615" providerId="AD" clId="Web-{72851321-05DB-3B48-285A-F4940DEAAC3F}" dt="2019-07-15T13:11:21.686" v="64"/>
          <ac:picMkLst>
            <pc:docMk/>
            <pc:sldMk cId="3989649390" sldId="284"/>
            <ac:picMk id="2" creationId="{1FA34F85-4521-453C-AE60-366AEC9A2F60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11:34.264" v="67"/>
        <pc:sldMkLst>
          <pc:docMk/>
          <pc:sldMk cId="3181024876" sldId="285"/>
        </pc:sldMkLst>
        <pc:picChg chg="add mod">
          <ac:chgData name="McDonald, Sarah (sm9dv)" userId="S::sm9dv@virginia.edu::9e8bfd15-d485-472e-bdd9-a28a60bbc615" providerId="AD" clId="Web-{72851321-05DB-3B48-285A-F4940DEAAC3F}" dt="2019-07-15T13:11:34.264" v="67"/>
          <ac:picMkLst>
            <pc:docMk/>
            <pc:sldMk cId="3181024876" sldId="285"/>
            <ac:picMk id="2" creationId="{A8F793A3-6046-4B76-B7F5-60BEC926464D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25:47.881" v="70"/>
        <pc:sldMkLst>
          <pc:docMk/>
          <pc:sldMk cId="111464251" sldId="286"/>
        </pc:sldMkLst>
        <pc:picChg chg="add mod">
          <ac:chgData name="McDonald, Sarah (sm9dv)" userId="S::sm9dv@virginia.edu::9e8bfd15-d485-472e-bdd9-a28a60bbc615" providerId="AD" clId="Web-{72851321-05DB-3B48-285A-F4940DEAAC3F}" dt="2019-07-15T13:25:47.881" v="70"/>
          <ac:picMkLst>
            <pc:docMk/>
            <pc:sldMk cId="111464251" sldId="286"/>
            <ac:picMk id="2" creationId="{D40D142E-9BF9-4758-A551-3B0EBE3ACA88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26:03.007" v="73"/>
        <pc:sldMkLst>
          <pc:docMk/>
          <pc:sldMk cId="3674350810" sldId="287"/>
        </pc:sldMkLst>
        <pc:picChg chg="add mod">
          <ac:chgData name="McDonald, Sarah (sm9dv)" userId="S::sm9dv@virginia.edu::9e8bfd15-d485-472e-bdd9-a28a60bbc615" providerId="AD" clId="Web-{72851321-05DB-3B48-285A-F4940DEAAC3F}" dt="2019-07-15T13:26:03.007" v="73"/>
          <ac:picMkLst>
            <pc:docMk/>
            <pc:sldMk cId="3674350810" sldId="287"/>
            <ac:picMk id="2" creationId="{C7360211-249E-4950-AC72-81ACF9D9993E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26:16.304" v="76"/>
        <pc:sldMkLst>
          <pc:docMk/>
          <pc:sldMk cId="921401285" sldId="288"/>
        </pc:sldMkLst>
        <pc:picChg chg="add mod">
          <ac:chgData name="McDonald, Sarah (sm9dv)" userId="S::sm9dv@virginia.edu::9e8bfd15-d485-472e-bdd9-a28a60bbc615" providerId="AD" clId="Web-{72851321-05DB-3B48-285A-F4940DEAAC3F}" dt="2019-07-15T13:26:16.304" v="76"/>
          <ac:picMkLst>
            <pc:docMk/>
            <pc:sldMk cId="921401285" sldId="288"/>
            <ac:picMk id="2" creationId="{5568459A-60A5-4F1C-95BE-E86D9A2A61BA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26:37.710" v="79"/>
        <pc:sldMkLst>
          <pc:docMk/>
          <pc:sldMk cId="3616437578" sldId="289"/>
        </pc:sldMkLst>
        <pc:picChg chg="add mod">
          <ac:chgData name="McDonald, Sarah (sm9dv)" userId="S::sm9dv@virginia.edu::9e8bfd15-d485-472e-bdd9-a28a60bbc615" providerId="AD" clId="Web-{72851321-05DB-3B48-285A-F4940DEAAC3F}" dt="2019-07-15T13:26:37.710" v="79"/>
          <ac:picMkLst>
            <pc:docMk/>
            <pc:sldMk cId="3616437578" sldId="289"/>
            <ac:picMk id="2" creationId="{F05B3B9C-4A8E-413B-B0CD-AB7521CB0FA3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26:51.070" v="82"/>
        <pc:sldMkLst>
          <pc:docMk/>
          <pc:sldMk cId="2680371971" sldId="290"/>
        </pc:sldMkLst>
        <pc:picChg chg="add mod">
          <ac:chgData name="McDonald, Sarah (sm9dv)" userId="S::sm9dv@virginia.edu::9e8bfd15-d485-472e-bdd9-a28a60bbc615" providerId="AD" clId="Web-{72851321-05DB-3B48-285A-F4940DEAAC3F}" dt="2019-07-15T13:26:51.070" v="82"/>
          <ac:picMkLst>
            <pc:docMk/>
            <pc:sldMk cId="2680371971" sldId="290"/>
            <ac:picMk id="2" creationId="{534F9B91-3CBC-4AB6-9E1C-AE438CBBE702}"/>
          </ac:picMkLst>
        </pc:picChg>
      </pc:sldChg>
      <pc:sldChg chg="addSp modSp new mod setBg">
        <pc:chgData name="McDonald, Sarah (sm9dv)" userId="S::sm9dv@virginia.edu::9e8bfd15-d485-472e-bdd9-a28a60bbc615" providerId="AD" clId="Web-{72851321-05DB-3B48-285A-F4940DEAAC3F}" dt="2019-07-15T13:27:04.960" v="85"/>
        <pc:sldMkLst>
          <pc:docMk/>
          <pc:sldMk cId="657896553" sldId="291"/>
        </pc:sldMkLst>
        <pc:picChg chg="add mod">
          <ac:chgData name="McDonald, Sarah (sm9dv)" userId="S::sm9dv@virginia.edu::9e8bfd15-d485-472e-bdd9-a28a60bbc615" providerId="AD" clId="Web-{72851321-05DB-3B48-285A-F4940DEAAC3F}" dt="2019-07-15T13:27:04.960" v="85"/>
          <ac:picMkLst>
            <pc:docMk/>
            <pc:sldMk cId="657896553" sldId="291"/>
            <ac:picMk id="2" creationId="{EAE5995F-D8A5-43DD-9AA6-A1D950AE16AA}"/>
          </ac:picMkLst>
        </pc:picChg>
      </pc:sldChg>
    </pc:docChg>
  </pc:docChgLst>
  <pc:docChgLst>
    <pc:chgData name="McDonald, Sarah (sm9dv)" userId="S::sm9dv@virginia.edu::9e8bfd15-d485-472e-bdd9-a28a60bbc615" providerId="AD" clId="Web-{0423009E-F82D-4016-2021-84B124B37838}"/>
    <pc:docChg chg="addSld delSld modSld">
      <pc:chgData name="McDonald, Sarah (sm9dv)" userId="S::sm9dv@virginia.edu::9e8bfd15-d485-472e-bdd9-a28a60bbc615" providerId="AD" clId="Web-{0423009E-F82D-4016-2021-84B124B37838}" dt="2019-07-12T17:58:43.666" v="11"/>
      <pc:docMkLst>
        <pc:docMk/>
      </pc:docMkLst>
      <pc:sldChg chg="addSp delSp modSp">
        <pc:chgData name="McDonald, Sarah (sm9dv)" userId="S::sm9dv@virginia.edu::9e8bfd15-d485-472e-bdd9-a28a60bbc615" providerId="AD" clId="Web-{0423009E-F82D-4016-2021-84B124B37838}" dt="2019-07-12T17:58:03.119" v="5"/>
        <pc:sldMkLst>
          <pc:docMk/>
          <pc:sldMk cId="1801908856" sldId="265"/>
        </pc:sldMkLst>
        <pc:spChg chg="add del">
          <ac:chgData name="McDonald, Sarah (sm9dv)" userId="S::sm9dv@virginia.edu::9e8bfd15-d485-472e-bdd9-a28a60bbc615" providerId="AD" clId="Web-{0423009E-F82D-4016-2021-84B124B37838}" dt="2019-07-12T17:58:03.119" v="4"/>
          <ac:spMkLst>
            <pc:docMk/>
            <pc:sldMk cId="1801908856" sldId="265"/>
            <ac:spMk id="8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0423009E-F82D-4016-2021-84B124B37838}" dt="2019-07-12T17:58:03.119" v="4"/>
          <ac:spMkLst>
            <pc:docMk/>
            <pc:sldMk cId="1801908856" sldId="265"/>
            <ac:spMk id="10" creationId="{1855405F-37A2-4869-9154-F8BE3BECE6C3}"/>
          </ac:spMkLst>
        </pc:spChg>
        <pc:picChg chg="del">
          <ac:chgData name="McDonald, Sarah (sm9dv)" userId="S::sm9dv@virginia.edu::9e8bfd15-d485-472e-bdd9-a28a60bbc615" providerId="AD" clId="Web-{0423009E-F82D-4016-2021-84B124B37838}" dt="2019-07-12T17:57:48.869" v="0"/>
          <ac:picMkLst>
            <pc:docMk/>
            <pc:sldMk cId="1801908856" sldId="265"/>
            <ac:picMk id="2" creationId="{E13FE6C4-5602-4FCA-9071-991333D85F70}"/>
          </ac:picMkLst>
        </pc:picChg>
        <pc:picChg chg="add mod">
          <ac:chgData name="McDonald, Sarah (sm9dv)" userId="S::sm9dv@virginia.edu::9e8bfd15-d485-472e-bdd9-a28a60bbc615" providerId="AD" clId="Web-{0423009E-F82D-4016-2021-84B124B37838}" dt="2019-07-12T17:58:03.119" v="5"/>
          <ac:picMkLst>
            <pc:docMk/>
            <pc:sldMk cId="1801908856" sldId="265"/>
            <ac:picMk id="3" creationId="{62850AE3-498A-4004-BAD8-8E7FD9C9CF55}"/>
          </ac:picMkLst>
        </pc:picChg>
      </pc:sldChg>
      <pc:sldChg chg="addSp modSp new mod setBg">
        <pc:chgData name="McDonald, Sarah (sm9dv)" userId="S::sm9dv@virginia.edu::9e8bfd15-d485-472e-bdd9-a28a60bbc615" providerId="AD" clId="Web-{0423009E-F82D-4016-2021-84B124B37838}" dt="2019-07-12T17:58:28.072" v="8"/>
        <pc:sldMkLst>
          <pc:docMk/>
          <pc:sldMk cId="3790487981" sldId="266"/>
        </pc:sldMkLst>
        <pc:picChg chg="add mod">
          <ac:chgData name="McDonald, Sarah (sm9dv)" userId="S::sm9dv@virginia.edu::9e8bfd15-d485-472e-bdd9-a28a60bbc615" providerId="AD" clId="Web-{0423009E-F82D-4016-2021-84B124B37838}" dt="2019-07-12T17:58:28.072" v="8"/>
          <ac:picMkLst>
            <pc:docMk/>
            <pc:sldMk cId="3790487981" sldId="266"/>
            <ac:picMk id="2" creationId="{090EDB36-3C18-4AE2-9A6A-CDE9153A6307}"/>
          </ac:picMkLst>
        </pc:picChg>
      </pc:sldChg>
      <pc:sldChg chg="del">
        <pc:chgData name="McDonald, Sarah (sm9dv)" userId="S::sm9dv@virginia.edu::9e8bfd15-d485-472e-bdd9-a28a60bbc615" providerId="AD" clId="Web-{0423009E-F82D-4016-2021-84B124B37838}" dt="2019-07-12T17:57:51.056" v="1"/>
        <pc:sldMkLst>
          <pc:docMk/>
          <pc:sldMk cId="4276300491" sldId="266"/>
        </pc:sldMkLst>
      </pc:sldChg>
      <pc:sldChg chg="addSp modSp new mod setBg">
        <pc:chgData name="McDonald, Sarah (sm9dv)" userId="S::sm9dv@virginia.edu::9e8bfd15-d485-472e-bdd9-a28a60bbc615" providerId="AD" clId="Web-{0423009E-F82D-4016-2021-84B124B37838}" dt="2019-07-12T17:58:43.666" v="11"/>
        <pc:sldMkLst>
          <pc:docMk/>
          <pc:sldMk cId="333022743" sldId="267"/>
        </pc:sldMkLst>
        <pc:picChg chg="add mod">
          <ac:chgData name="McDonald, Sarah (sm9dv)" userId="S::sm9dv@virginia.edu::9e8bfd15-d485-472e-bdd9-a28a60bbc615" providerId="AD" clId="Web-{0423009E-F82D-4016-2021-84B124B37838}" dt="2019-07-12T17:58:43.666" v="11"/>
          <ac:picMkLst>
            <pc:docMk/>
            <pc:sldMk cId="333022743" sldId="267"/>
            <ac:picMk id="2" creationId="{C929FA43-BC4C-4E2A-A293-D3C59F27126C}"/>
          </ac:picMkLst>
        </pc:picChg>
      </pc:sldChg>
    </pc:docChg>
  </pc:docChgLst>
  <pc:docChgLst>
    <pc:chgData name="McDonald, Sarah (sm9dv)" userId="S::sm9dv@virginia.edu::9e8bfd15-d485-472e-bdd9-a28a60bbc615" providerId="AD" clId="Web-{4DAEABE2-3785-4234-806A-4E381B9FBD5C}"/>
    <pc:docChg chg="addSld modSld">
      <pc:chgData name="McDonald, Sarah (sm9dv)" userId="S::sm9dv@virginia.edu::9e8bfd15-d485-472e-bdd9-a28a60bbc615" providerId="AD" clId="Web-{4DAEABE2-3785-4234-806A-4E381B9FBD5C}" dt="2019-07-12T17:41:24.882" v="10"/>
      <pc:docMkLst>
        <pc:docMk/>
      </pc:docMkLst>
      <pc:sldChg chg="addSp delSp modSp mod setBg modClrScheme chgLayout">
        <pc:chgData name="McDonald, Sarah (sm9dv)" userId="S::sm9dv@virginia.edu::9e8bfd15-d485-472e-bdd9-a28a60bbc615" providerId="AD" clId="Web-{4DAEABE2-3785-4234-806A-4E381B9FBD5C}" dt="2019-07-12T17:41:24.882" v="10"/>
        <pc:sldMkLst>
          <pc:docMk/>
          <pc:sldMk cId="109857222" sldId="256"/>
        </pc:sldMkLst>
        <pc:spChg chg="del">
          <ac:chgData name="McDonald, Sarah (sm9dv)" userId="S::sm9dv@virginia.edu::9e8bfd15-d485-472e-bdd9-a28a60bbc615" providerId="AD" clId="Web-{4DAEABE2-3785-4234-806A-4E381B9FBD5C}" dt="2019-07-12T17:40:25.364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McDonald, Sarah (sm9dv)" userId="S::sm9dv@virginia.edu::9e8bfd15-d485-472e-bdd9-a28a60bbc615" providerId="AD" clId="Web-{4DAEABE2-3785-4234-806A-4E381B9FBD5C}" dt="2019-07-12T17:40:25.364" v="0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McDonald, Sarah (sm9dv)" userId="S::sm9dv@virginia.edu::9e8bfd15-d485-472e-bdd9-a28a60bbc615" providerId="AD" clId="Web-{4DAEABE2-3785-4234-806A-4E381B9FBD5C}" dt="2019-07-12T17:41:24.882" v="10"/>
          <ac:picMkLst>
            <pc:docMk/>
            <pc:sldMk cId="109857222" sldId="256"/>
            <ac:picMk id="4" creationId="{6940FA43-7D6F-4B22-9ADE-A3AABB159601}"/>
          </ac:picMkLst>
        </pc:picChg>
      </pc:sldChg>
      <pc:sldChg chg="addSp modSp new mod setBg">
        <pc:chgData name="McDonald, Sarah (sm9dv)" userId="S::sm9dv@virginia.edu::9e8bfd15-d485-472e-bdd9-a28a60bbc615" providerId="AD" clId="Web-{4DAEABE2-3785-4234-806A-4E381B9FBD5C}" dt="2019-07-12T17:41:15.460" v="7"/>
        <pc:sldMkLst>
          <pc:docMk/>
          <pc:sldMk cId="780503711" sldId="257"/>
        </pc:sldMkLst>
        <pc:picChg chg="add mod">
          <ac:chgData name="McDonald, Sarah (sm9dv)" userId="S::sm9dv@virginia.edu::9e8bfd15-d485-472e-bdd9-a28a60bbc615" providerId="AD" clId="Web-{4DAEABE2-3785-4234-806A-4E381B9FBD5C}" dt="2019-07-12T17:41:15.460" v="7"/>
          <ac:picMkLst>
            <pc:docMk/>
            <pc:sldMk cId="780503711" sldId="257"/>
            <ac:picMk id="2" creationId="{48D9681E-0752-4596-AEC6-0F8E457161DA}"/>
          </ac:picMkLst>
        </pc:picChg>
      </pc:sldChg>
    </pc:docChg>
  </pc:docChgLst>
  <pc:docChgLst>
    <pc:chgData name="McDonald, Sarah (sm9dv)" userId="S::sm9dv@virginia.edu::9e8bfd15-d485-472e-bdd9-a28a60bbc615" providerId="AD" clId="Web-{52AC37D4-B107-35BB-678D-6B8A506A8E7F}"/>
    <pc:docChg chg="addSld modSld sldOrd">
      <pc:chgData name="McDonald, Sarah (sm9dv)" userId="S::sm9dv@virginia.edu::9e8bfd15-d485-472e-bdd9-a28a60bbc615" providerId="AD" clId="Web-{52AC37D4-B107-35BB-678D-6B8A506A8E7F}" dt="2019-07-12T17:56:47.098" v="50"/>
      <pc:docMkLst>
        <pc:docMk/>
      </pc:docMkLst>
      <pc:sldChg chg="addSp delSp">
        <pc:chgData name="McDonald, Sarah (sm9dv)" userId="S::sm9dv@virginia.edu::9e8bfd15-d485-472e-bdd9-a28a60bbc615" providerId="AD" clId="Web-{52AC37D4-B107-35BB-678D-6B8A506A8E7F}" dt="2019-07-12T17:46:39.731" v="28"/>
        <pc:sldMkLst>
          <pc:docMk/>
          <pc:sldMk cId="780503711" sldId="257"/>
        </pc:sldMkLst>
        <pc:spChg chg="add del">
          <ac:chgData name="McDonald, Sarah (sm9dv)" userId="S::sm9dv@virginia.edu::9e8bfd15-d485-472e-bdd9-a28a60bbc615" providerId="AD" clId="Web-{52AC37D4-B107-35BB-678D-6B8A506A8E7F}" dt="2019-07-12T17:46:39.731" v="28"/>
          <ac:spMkLst>
            <pc:docMk/>
            <pc:sldMk cId="780503711" sldId="257"/>
            <ac:spMk id="7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6:39.731" v="28"/>
          <ac:spMkLst>
            <pc:docMk/>
            <pc:sldMk cId="780503711" sldId="257"/>
            <ac:spMk id="9" creationId="{1855405F-37A2-4869-9154-F8BE3BECE6C3}"/>
          </ac:spMkLst>
        </pc:spChg>
      </pc:sldChg>
      <pc:sldChg chg="addSp delSp modSp new mod ord setBg">
        <pc:chgData name="McDonald, Sarah (sm9dv)" userId="S::sm9dv@virginia.edu::9e8bfd15-d485-472e-bdd9-a28a60bbc615" providerId="AD" clId="Web-{52AC37D4-B107-35BB-678D-6B8A506A8E7F}" dt="2019-07-12T17:46:54.716" v="33"/>
        <pc:sldMkLst>
          <pc:docMk/>
          <pc:sldMk cId="3630845416" sldId="258"/>
        </pc:sldMkLst>
        <pc:spChg chg="add del">
          <ac:chgData name="McDonald, Sarah (sm9dv)" userId="S::sm9dv@virginia.edu::9e8bfd15-d485-472e-bdd9-a28a60bbc615" providerId="AD" clId="Web-{52AC37D4-B107-35BB-678D-6B8A506A8E7F}" dt="2019-07-12T17:46:43.106" v="29"/>
          <ac:spMkLst>
            <pc:docMk/>
            <pc:sldMk cId="3630845416" sldId="258"/>
            <ac:spMk id="7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6:43.106" v="29"/>
          <ac:spMkLst>
            <pc:docMk/>
            <pc:sldMk cId="3630845416" sldId="258"/>
            <ac:spMk id="9" creationId="{1855405F-37A2-4869-9154-F8BE3BECE6C3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6:54.716" v="33"/>
          <ac:spMkLst>
            <pc:docMk/>
            <pc:sldMk cId="3630845416" sldId="258"/>
            <ac:spMk id="14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6:54.716" v="33"/>
          <ac:spMkLst>
            <pc:docMk/>
            <pc:sldMk cId="3630845416" sldId="258"/>
            <ac:spMk id="16" creationId="{1855405F-37A2-4869-9154-F8BE3BECE6C3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42:54.306" v="3"/>
          <ac:picMkLst>
            <pc:docMk/>
            <pc:sldMk cId="3630845416" sldId="258"/>
            <ac:picMk id="2" creationId="{D143C065-6B21-4EEE-8D6A-817F950291C0}"/>
          </ac:picMkLst>
        </pc:picChg>
      </pc:sldChg>
      <pc:sldChg chg="addSp delSp modSp new mod setBg">
        <pc:chgData name="McDonald, Sarah (sm9dv)" userId="S::sm9dv@virginia.edu::9e8bfd15-d485-472e-bdd9-a28a60bbc615" providerId="AD" clId="Web-{52AC37D4-B107-35BB-678D-6B8A506A8E7F}" dt="2019-07-12T17:46:50.965" v="32"/>
        <pc:sldMkLst>
          <pc:docMk/>
          <pc:sldMk cId="4029574451" sldId="259"/>
        </pc:sldMkLst>
        <pc:spChg chg="add del">
          <ac:chgData name="McDonald, Sarah (sm9dv)" userId="S::sm9dv@virginia.edu::9e8bfd15-d485-472e-bdd9-a28a60bbc615" providerId="AD" clId="Web-{52AC37D4-B107-35BB-678D-6B8A506A8E7F}" dt="2019-07-12T17:43:52.494" v="9"/>
          <ac:spMkLst>
            <pc:docMk/>
            <pc:sldMk cId="4029574451" sldId="259"/>
            <ac:spMk id="7" creationId="{072326FC-7086-4F2D-9E6A-130E82BCB8E1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3:52.494" v="9"/>
          <ac:spMkLst>
            <pc:docMk/>
            <pc:sldMk cId="4029574451" sldId="259"/>
            <ac:spMk id="9" creationId="{8E683379-C21E-4309-8CF8-50646AFA4999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6:50.965" v="32"/>
          <ac:spMkLst>
            <pc:docMk/>
            <pc:sldMk cId="4029574451" sldId="259"/>
            <ac:spMk id="14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6:50.965" v="32"/>
          <ac:spMkLst>
            <pc:docMk/>
            <pc:sldMk cId="4029574451" sldId="259"/>
            <ac:spMk id="16" creationId="{1855405F-37A2-4869-9154-F8BE3BECE6C3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6:50.949" v="31"/>
          <ac:spMkLst>
            <pc:docMk/>
            <pc:sldMk cId="4029574451" sldId="259"/>
            <ac:spMk id="21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6:50.949" v="31"/>
          <ac:spMkLst>
            <pc:docMk/>
            <pc:sldMk cId="4029574451" sldId="259"/>
            <ac:spMk id="23" creationId="{1855405F-37A2-4869-9154-F8BE3BECE6C3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43:21.353" v="7"/>
          <ac:picMkLst>
            <pc:docMk/>
            <pc:sldMk cId="4029574451" sldId="259"/>
            <ac:picMk id="2" creationId="{8E54C2F0-E6B5-45BC-B81A-85A0AC4578EF}"/>
          </ac:picMkLst>
        </pc:picChg>
      </pc:sldChg>
      <pc:sldChg chg="addSp delSp modSp new mod setBg">
        <pc:chgData name="McDonald, Sarah (sm9dv)" userId="S::sm9dv@virginia.edu::9e8bfd15-d485-472e-bdd9-a28a60bbc615" providerId="AD" clId="Web-{52AC37D4-B107-35BB-678D-6B8A506A8E7F}" dt="2019-07-12T17:47:02.778" v="36"/>
        <pc:sldMkLst>
          <pc:docMk/>
          <pc:sldMk cId="659541740" sldId="260"/>
        </pc:sldMkLst>
        <pc:spChg chg="add del">
          <ac:chgData name="McDonald, Sarah (sm9dv)" userId="S::sm9dv@virginia.edu::9e8bfd15-d485-472e-bdd9-a28a60bbc615" providerId="AD" clId="Web-{52AC37D4-B107-35BB-678D-6B8A506A8E7F}" dt="2019-07-12T17:47:02.778" v="36"/>
          <ac:spMkLst>
            <pc:docMk/>
            <pc:sldMk cId="659541740" sldId="260"/>
            <ac:spMk id="7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7:02.778" v="36"/>
          <ac:spMkLst>
            <pc:docMk/>
            <pc:sldMk cId="659541740" sldId="260"/>
            <ac:spMk id="9" creationId="{1855405F-37A2-4869-9154-F8BE3BECE6C3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47:02.778" v="36"/>
          <ac:picMkLst>
            <pc:docMk/>
            <pc:sldMk cId="659541740" sldId="260"/>
            <ac:picMk id="2" creationId="{F59D0573-6023-4902-B1DD-B192232B7644}"/>
          </ac:picMkLst>
        </pc:picChg>
      </pc:sldChg>
      <pc:sldChg chg="addSp delSp modSp new mod setBg">
        <pc:chgData name="McDonald, Sarah (sm9dv)" userId="S::sm9dv@virginia.edu::9e8bfd15-d485-472e-bdd9-a28a60bbc615" providerId="AD" clId="Web-{52AC37D4-B107-35BB-678D-6B8A506A8E7F}" dt="2019-07-12T17:47:07.340" v="37"/>
        <pc:sldMkLst>
          <pc:docMk/>
          <pc:sldMk cId="449143689" sldId="261"/>
        </pc:sldMkLst>
        <pc:spChg chg="add del">
          <ac:chgData name="McDonald, Sarah (sm9dv)" userId="S::sm9dv@virginia.edu::9e8bfd15-d485-472e-bdd9-a28a60bbc615" providerId="AD" clId="Web-{52AC37D4-B107-35BB-678D-6B8A506A8E7F}" dt="2019-07-12T17:47:07.340" v="37"/>
          <ac:spMkLst>
            <pc:docMk/>
            <pc:sldMk cId="449143689" sldId="261"/>
            <ac:spMk id="4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7:07.340" v="37"/>
          <ac:spMkLst>
            <pc:docMk/>
            <pc:sldMk cId="449143689" sldId="261"/>
            <ac:spMk id="5" creationId="{1855405F-37A2-4869-9154-F8BE3BECE6C3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4:23.323" v="15"/>
          <ac:spMkLst>
            <pc:docMk/>
            <pc:sldMk cId="449143689" sldId="261"/>
            <ac:spMk id="7" creationId="{072326FC-7086-4F2D-9E6A-130E82BCB8E1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4:23.323" v="15"/>
          <ac:spMkLst>
            <pc:docMk/>
            <pc:sldMk cId="449143689" sldId="261"/>
            <ac:spMk id="9" creationId="{8E683379-C21E-4309-8CF8-50646AFA4999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44:23.338" v="16"/>
          <ac:picMkLst>
            <pc:docMk/>
            <pc:sldMk cId="449143689" sldId="261"/>
            <ac:picMk id="2" creationId="{A01A0FB5-DB49-40A7-BF66-8D020785235B}"/>
          </ac:picMkLst>
        </pc:picChg>
      </pc:sldChg>
      <pc:sldChg chg="addSp delSp modSp new mod setBg">
        <pc:chgData name="McDonald, Sarah (sm9dv)" userId="S::sm9dv@virginia.edu::9e8bfd15-d485-472e-bdd9-a28a60bbc615" providerId="AD" clId="Web-{52AC37D4-B107-35BB-678D-6B8A506A8E7F}" dt="2019-07-12T17:47:11.153" v="38"/>
        <pc:sldMkLst>
          <pc:docMk/>
          <pc:sldMk cId="2638709545" sldId="262"/>
        </pc:sldMkLst>
        <pc:spChg chg="add del">
          <ac:chgData name="McDonald, Sarah (sm9dv)" userId="S::sm9dv@virginia.edu::9e8bfd15-d485-472e-bdd9-a28a60bbc615" providerId="AD" clId="Web-{52AC37D4-B107-35BB-678D-6B8A506A8E7F}" dt="2019-07-12T17:47:11.153" v="38"/>
          <ac:spMkLst>
            <pc:docMk/>
            <pc:sldMk cId="2638709545" sldId="262"/>
            <ac:spMk id="7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7:11.153" v="38"/>
          <ac:spMkLst>
            <pc:docMk/>
            <pc:sldMk cId="2638709545" sldId="262"/>
            <ac:spMk id="9" creationId="{1855405F-37A2-4869-9154-F8BE3BECE6C3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44:41.776" v="19"/>
          <ac:picMkLst>
            <pc:docMk/>
            <pc:sldMk cId="2638709545" sldId="262"/>
            <ac:picMk id="2" creationId="{645EC2D4-8D91-4371-8942-CAFB55F693E3}"/>
          </ac:picMkLst>
        </pc:picChg>
      </pc:sldChg>
      <pc:sldChg chg="addSp delSp modSp new mod setBg">
        <pc:chgData name="McDonald, Sarah (sm9dv)" userId="S::sm9dv@virginia.edu::9e8bfd15-d485-472e-bdd9-a28a60bbc615" providerId="AD" clId="Web-{52AC37D4-B107-35BB-678D-6B8A506A8E7F}" dt="2019-07-12T17:47:15.028" v="39"/>
        <pc:sldMkLst>
          <pc:docMk/>
          <pc:sldMk cId="2083543947" sldId="263"/>
        </pc:sldMkLst>
        <pc:spChg chg="add del">
          <ac:chgData name="McDonald, Sarah (sm9dv)" userId="S::sm9dv@virginia.edu::9e8bfd15-d485-472e-bdd9-a28a60bbc615" providerId="AD" clId="Web-{52AC37D4-B107-35BB-678D-6B8A506A8E7F}" dt="2019-07-12T17:47:15.028" v="39"/>
          <ac:spMkLst>
            <pc:docMk/>
            <pc:sldMk cId="2083543947" sldId="263"/>
            <ac:spMk id="7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7:15.028" v="39"/>
          <ac:spMkLst>
            <pc:docMk/>
            <pc:sldMk cId="2083543947" sldId="263"/>
            <ac:spMk id="9" creationId="{1855405F-37A2-4869-9154-F8BE3BECE6C3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44:58.636" v="22"/>
          <ac:picMkLst>
            <pc:docMk/>
            <pc:sldMk cId="2083543947" sldId="263"/>
            <ac:picMk id="2" creationId="{B5DF879E-74A7-4AD1-B786-F9DC99F03A2C}"/>
          </ac:picMkLst>
        </pc:picChg>
      </pc:sldChg>
      <pc:sldChg chg="addSp delSp modSp new mod setBg">
        <pc:chgData name="McDonald, Sarah (sm9dv)" userId="S::sm9dv@virginia.edu::9e8bfd15-d485-472e-bdd9-a28a60bbc615" providerId="AD" clId="Web-{52AC37D4-B107-35BB-678D-6B8A506A8E7F}" dt="2019-07-12T17:47:18.934" v="40"/>
        <pc:sldMkLst>
          <pc:docMk/>
          <pc:sldMk cId="1375224306" sldId="264"/>
        </pc:sldMkLst>
        <pc:spChg chg="add del">
          <ac:chgData name="McDonald, Sarah (sm9dv)" userId="S::sm9dv@virginia.edu::9e8bfd15-d485-472e-bdd9-a28a60bbc615" providerId="AD" clId="Web-{52AC37D4-B107-35BB-678D-6B8A506A8E7F}" dt="2019-07-12T17:47:18.934" v="40"/>
          <ac:spMkLst>
            <pc:docMk/>
            <pc:sldMk cId="1375224306" sldId="264"/>
            <ac:spMk id="4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7:18.934" v="40"/>
          <ac:spMkLst>
            <pc:docMk/>
            <pc:sldMk cId="1375224306" sldId="264"/>
            <ac:spMk id="5" creationId="{1855405F-37A2-4869-9154-F8BE3BECE6C3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5:32.777" v="26"/>
          <ac:spMkLst>
            <pc:docMk/>
            <pc:sldMk cId="1375224306" sldId="264"/>
            <ac:spMk id="7" creationId="{072326FC-7086-4F2D-9E6A-130E82BCB8E1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45:32.777" v="26"/>
          <ac:spMkLst>
            <pc:docMk/>
            <pc:sldMk cId="1375224306" sldId="264"/>
            <ac:spMk id="9" creationId="{8E683379-C21E-4309-8CF8-50646AFA4999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45:32.777" v="27"/>
          <ac:picMkLst>
            <pc:docMk/>
            <pc:sldMk cId="1375224306" sldId="264"/>
            <ac:picMk id="2" creationId="{C3B1BAF0-B9E1-472F-BAB0-370FE005DE7F}"/>
          </ac:picMkLst>
        </pc:picChg>
      </pc:sldChg>
      <pc:sldChg chg="addSp delSp modSp new mod setBg">
        <pc:chgData name="McDonald, Sarah (sm9dv)" userId="S::sm9dv@virginia.edu::9e8bfd15-d485-472e-bdd9-a28a60bbc615" providerId="AD" clId="Web-{52AC37D4-B107-35BB-678D-6B8A506A8E7F}" dt="2019-07-12T17:55:40.972" v="45"/>
        <pc:sldMkLst>
          <pc:docMk/>
          <pc:sldMk cId="1801908856" sldId="265"/>
        </pc:sldMkLst>
        <pc:spChg chg="add del">
          <ac:chgData name="McDonald, Sarah (sm9dv)" userId="S::sm9dv@virginia.edu::9e8bfd15-d485-472e-bdd9-a28a60bbc615" providerId="AD" clId="Web-{52AC37D4-B107-35BB-678D-6B8A506A8E7F}" dt="2019-07-12T17:55:40.956" v="44"/>
          <ac:spMkLst>
            <pc:docMk/>
            <pc:sldMk cId="1801908856" sldId="265"/>
            <ac:spMk id="7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55:40.956" v="44"/>
          <ac:spMkLst>
            <pc:docMk/>
            <pc:sldMk cId="1801908856" sldId="265"/>
            <ac:spMk id="9" creationId="{1855405F-37A2-4869-9154-F8BE3BECE6C3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55:40.972" v="45"/>
          <ac:picMkLst>
            <pc:docMk/>
            <pc:sldMk cId="1801908856" sldId="265"/>
            <ac:picMk id="2" creationId="{E13FE6C4-5602-4FCA-9071-991333D85F70}"/>
          </ac:picMkLst>
        </pc:picChg>
      </pc:sldChg>
      <pc:sldChg chg="addSp delSp modSp new mod setBg">
        <pc:chgData name="McDonald, Sarah (sm9dv)" userId="S::sm9dv@virginia.edu::9e8bfd15-d485-472e-bdd9-a28a60bbc615" providerId="AD" clId="Web-{52AC37D4-B107-35BB-678D-6B8A506A8E7F}" dt="2019-07-12T17:56:47.098" v="50"/>
        <pc:sldMkLst>
          <pc:docMk/>
          <pc:sldMk cId="4276300491" sldId="266"/>
        </pc:sldMkLst>
        <pc:spChg chg="add del">
          <ac:chgData name="McDonald, Sarah (sm9dv)" userId="S::sm9dv@virginia.edu::9e8bfd15-d485-472e-bdd9-a28a60bbc615" providerId="AD" clId="Web-{52AC37D4-B107-35BB-678D-6B8A506A8E7F}" dt="2019-07-12T17:56:47.098" v="49"/>
          <ac:spMkLst>
            <pc:docMk/>
            <pc:sldMk cId="4276300491" sldId="266"/>
            <ac:spMk id="7" creationId="{01D0AF59-99C3-4251-AB9A-C966C6AD4400}"/>
          </ac:spMkLst>
        </pc:spChg>
        <pc:spChg chg="add del">
          <ac:chgData name="McDonald, Sarah (sm9dv)" userId="S::sm9dv@virginia.edu::9e8bfd15-d485-472e-bdd9-a28a60bbc615" providerId="AD" clId="Web-{52AC37D4-B107-35BB-678D-6B8A506A8E7F}" dt="2019-07-12T17:56:47.098" v="49"/>
          <ac:spMkLst>
            <pc:docMk/>
            <pc:sldMk cId="4276300491" sldId="266"/>
            <ac:spMk id="9" creationId="{1855405F-37A2-4869-9154-F8BE3BECE6C3}"/>
          </ac:spMkLst>
        </pc:spChg>
        <pc:picChg chg="add mod">
          <ac:chgData name="McDonald, Sarah (sm9dv)" userId="S::sm9dv@virginia.edu::9e8bfd15-d485-472e-bdd9-a28a60bbc615" providerId="AD" clId="Web-{52AC37D4-B107-35BB-678D-6B8A506A8E7F}" dt="2019-07-12T17:56:47.098" v="50"/>
          <ac:picMkLst>
            <pc:docMk/>
            <pc:sldMk cId="4276300491" sldId="266"/>
            <ac:picMk id="2" creationId="{08B83D0A-7380-4A4E-9BEC-01640B54CD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6940FA43-7D6F-4B22-9ADE-A3AABB1596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48D9681E-0752-4596-AEC6-0F8E45716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0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close up of a map&#10;&#10;Description generated with high confidence">
            <a:extLst>
              <a:ext uri="{FF2B5EF4-FFF2-40B4-BE49-F238E27FC236}">
                <a16:creationId xmlns:a16="http://schemas.microsoft.com/office/drawing/2014/main" id="{D143C065-6B21-4EEE-8D6A-817F9502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8" y="643467"/>
            <a:ext cx="1081760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4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8E54C2F0-E6B5-45BC-B81A-85A0AC4578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2" r="1" b="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7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F59D0573-6023-4902-B1DD-B192232B76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2" r="1" b="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4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sky, photo&#10;&#10;Description generated with high confidence">
            <a:extLst>
              <a:ext uri="{FF2B5EF4-FFF2-40B4-BE49-F238E27FC236}">
                <a16:creationId xmlns:a16="http://schemas.microsoft.com/office/drawing/2014/main" id="{A01A0FB5-DB49-40A7-BF66-8D020785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8" y="643467"/>
            <a:ext cx="1081760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4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text&#10;&#10;Description generated with high confidence">
            <a:extLst>
              <a:ext uri="{FF2B5EF4-FFF2-40B4-BE49-F238E27FC236}">
                <a16:creationId xmlns:a16="http://schemas.microsoft.com/office/drawing/2014/main" id="{645EC2D4-8D91-4371-8942-CAFB55F69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8" y="643467"/>
            <a:ext cx="1081760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709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sky&#10;&#10;Description generated with high confidence">
            <a:extLst>
              <a:ext uri="{FF2B5EF4-FFF2-40B4-BE49-F238E27FC236}">
                <a16:creationId xmlns:a16="http://schemas.microsoft.com/office/drawing/2014/main" id="{B5DF879E-74A7-4AD1-B786-F9DC99F0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8" y="643467"/>
            <a:ext cx="1081760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43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3B1BAF0-B9E1-472F-BAB0-370FE005D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6" y="643467"/>
            <a:ext cx="948266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24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photo, sky&#10;&#10;Description generated with high confidence">
            <a:extLst>
              <a:ext uri="{FF2B5EF4-FFF2-40B4-BE49-F238E27FC236}">
                <a16:creationId xmlns:a16="http://schemas.microsoft.com/office/drawing/2014/main" id="{D40D142E-9BF9-4758-A551-3B0EBE3ACA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2" r="1" b="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photo&#10;&#10;Description generated with very high confidence">
            <a:extLst>
              <a:ext uri="{FF2B5EF4-FFF2-40B4-BE49-F238E27FC236}">
                <a16:creationId xmlns:a16="http://schemas.microsoft.com/office/drawing/2014/main" id="{C7360211-249E-4950-AC72-81ACF9D99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5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photo&#10;&#10;Description generated with very high confidence">
            <a:extLst>
              <a:ext uri="{FF2B5EF4-FFF2-40B4-BE49-F238E27FC236}">
                <a16:creationId xmlns:a16="http://schemas.microsoft.com/office/drawing/2014/main" id="{5568459A-60A5-4F1C-95BE-E86D9A2A6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01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F05B3B9C-4A8E-413B-B0CD-AB7521CB0F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2" r="1" b="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37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photo&#10;&#10;Description generated with high confidence">
            <a:extLst>
              <a:ext uri="{FF2B5EF4-FFF2-40B4-BE49-F238E27FC236}">
                <a16:creationId xmlns:a16="http://schemas.microsoft.com/office/drawing/2014/main" id="{534F9B91-3CBC-4AB6-9E1C-AE438CBBE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71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EAE5995F-D8A5-43DD-9AA6-A1D950AE1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96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62850AE3-498A-4004-BAD8-8E7FD9C9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90EDB36-3C18-4AE2-9A6A-CDE9153A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487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929FA43-BC4C-4E2A-A293-D3C59F27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2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writing implement, stationary&#10;&#10;Description generated with high confidence">
            <a:extLst>
              <a:ext uri="{FF2B5EF4-FFF2-40B4-BE49-F238E27FC236}">
                <a16:creationId xmlns:a16="http://schemas.microsoft.com/office/drawing/2014/main" id="{0A2D1B0E-A763-4AD2-9337-9C6FC9CAD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56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CAE98B1C-3FB1-4CBB-9B1A-57F598D60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29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F6A1A6-2DD6-417D-8022-4A3B2CE92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66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B522BCC7-3469-47A6-B3D5-CF09688A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75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C1E27306-95BE-4DE8-9C0F-F54E0C1D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1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93C7B7F8-7EB6-49B3-8759-04DA53CC1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70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7DA6DE-6CE2-4EDC-8016-A2FF37E65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63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EC16D682-5DA9-413F-8CFF-21F546A8B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96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F4BF1F8A-00F4-43A1-8D19-4D2AF30C9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4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054AC01-D5A7-437E-B81E-E32FF17D9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33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03DBF20C-042D-4ECF-B6EA-0691F2AAB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12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0634A14-E9C9-484B-8830-F3FDD92F7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89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86F8E7BE-B44A-4BAC-A77D-D710CFBC6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95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D090BBA-759C-43A8-9950-1CC10EFDD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2622"/>
            <a:ext cx="10905066" cy="4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53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9FD3F1F7-7F27-4E7C-90B0-32FC02BCA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63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C0B1A11-371A-42F1-B3E5-4716BB000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03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FA34F85-4521-453C-AE60-366AEC9A2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49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close up of a map&#10;&#10;Description generated with high confidence">
            <a:extLst>
              <a:ext uri="{FF2B5EF4-FFF2-40B4-BE49-F238E27FC236}">
                <a16:creationId xmlns:a16="http://schemas.microsoft.com/office/drawing/2014/main" id="{A8F793A3-6046-4B76-B7F5-60BEC9264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7" y="643466"/>
            <a:ext cx="1081760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024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B17CF620-FAF9-444B-B6E6-7B85C3872711}"/>
</file>

<file path=customXml/itemProps2.xml><?xml version="1.0" encoding="utf-8"?>
<ds:datastoreItem xmlns:ds="http://schemas.openxmlformats.org/officeDocument/2006/customXml" ds:itemID="{C5D3269F-848D-49BE-9588-3B6809169C60}"/>
</file>

<file path=customXml/itemProps3.xml><?xml version="1.0" encoding="utf-8"?>
<ds:datastoreItem xmlns:ds="http://schemas.openxmlformats.org/officeDocument/2006/customXml" ds:itemID="{4CDC285A-D7CF-47F2-AB70-3135AC5831B9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82</cp:revision>
  <dcterms:created xsi:type="dcterms:W3CDTF">2013-07-15T20:26:40Z</dcterms:created>
  <dcterms:modified xsi:type="dcterms:W3CDTF">2019-07-15T13:27:09Z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
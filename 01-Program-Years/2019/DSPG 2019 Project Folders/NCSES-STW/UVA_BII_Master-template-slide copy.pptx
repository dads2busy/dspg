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theme/theme4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5.xml" ContentType="application/vnd.openxmlformats-officedocument.theme+xml"/>
  <Override PartName="/ppt/slideLayouts/slideLayout14.xml" ContentType="application/vnd.openxmlformats-officedocument.presentationml.slideLayout+xml"/>
  <Override PartName="/ppt/theme/theme6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7.xml" ContentType="application/vnd.openxmlformats-officedocument.theme+xml"/>
  <Override PartName="/ppt/slideLayouts/slideLayout20.xml" ContentType="application/vnd.openxmlformats-officedocument.presentationml.slideLayout+xml"/>
  <Override PartName="/ppt/theme/theme8.xml" ContentType="application/vnd.openxmlformats-officedocument.theme+xml"/>
  <Override PartName="/ppt/slideLayouts/slideLayout21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50" r:id="rId5"/>
    <p:sldMasterId id="2147483652" r:id="rId6"/>
    <p:sldMasterId id="2147483670" r:id="rId7"/>
    <p:sldMasterId id="2147483658" r:id="rId8"/>
    <p:sldMasterId id="2147483672" r:id="rId9"/>
    <p:sldMasterId id="2147483664" r:id="rId10"/>
    <p:sldMasterId id="2147483674" r:id="rId11"/>
    <p:sldMasterId id="2147483676" r:id="rId12"/>
  </p:sldMasterIdLst>
  <p:notesMasterIdLst>
    <p:notesMasterId r:id="rId17"/>
  </p:notesMasterIdLst>
  <p:handoutMasterIdLst>
    <p:handoutMasterId r:id="rId18"/>
  </p:handoutMasterIdLst>
  <p:sldIdLst>
    <p:sldId id="258" r:id="rId13"/>
    <p:sldId id="259" r:id="rId14"/>
    <p:sldId id="263" r:id="rId15"/>
    <p:sldId id="262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1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4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3.xml"/><Relationship Id="rId10" Type="http://schemas.openxmlformats.org/officeDocument/2006/relationships/slideMaster" Target="slideMasters/slideMaster7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9ADF0D-4E3C-824B-B4C4-0F0207B029C3}" type="datetimeFigureOut">
              <a:rPr lang="en-US" smtClean="0"/>
              <a:t>6/25/2019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0CBC41-3838-4B45-8A94-E572349168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63888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C7A0F2-2E8A-2448-9FE7-271D4943A144}" type="datetimeFigureOut">
              <a:rPr lang="en-US" smtClean="0"/>
              <a:t>6/25/2019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8E8C4F-731C-F24D-9A9E-B4D5C84CE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1978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82756"/>
            <a:ext cx="9144000" cy="732883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sz="5400">
                <a:solidFill>
                  <a:schemeClr val="bg1"/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8467" y="2415639"/>
            <a:ext cx="9144000" cy="773112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sz="4400" baseline="0">
                <a:solidFill>
                  <a:schemeClr val="bg1"/>
                </a:solidFill>
                <a:latin typeface="ITC Franklin Gothic Std Demi Extra Compressed"/>
              </a:defRPr>
            </a:lvl1pPr>
          </a:lstStyle>
          <a:p>
            <a:pPr lvl="0"/>
            <a:r>
              <a:rPr lang="en-US"/>
              <a:t>Subtitle Here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9071" y="3644102"/>
            <a:ext cx="9144000" cy="419581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sz="2800" baseline="0">
                <a:solidFill>
                  <a:schemeClr val="bg1"/>
                </a:solidFill>
                <a:latin typeface="ITC Franklin Gothic Std Book Compressed"/>
              </a:defRPr>
            </a:lvl1pPr>
          </a:lstStyle>
          <a:p>
            <a:pPr lvl="0"/>
            <a:r>
              <a:rPr lang="en-US"/>
              <a:t>OPTIONAL AUTHOR NAME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063683"/>
            <a:ext cx="9144000" cy="346075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sz="1600" b="0" i="1" baseline="0">
                <a:solidFill>
                  <a:schemeClr val="bg1"/>
                </a:solidFill>
                <a:latin typeface="ITC Franklin Gothic Std Book"/>
              </a:defRPr>
            </a:lvl1pPr>
          </a:lstStyle>
          <a:p>
            <a:pPr lvl="0"/>
            <a:r>
              <a:rPr lang="en-US"/>
              <a:t>August 27th, 2016</a:t>
            </a:r>
          </a:p>
        </p:txBody>
      </p:sp>
    </p:spTree>
    <p:extLst>
      <p:ext uri="{BB962C8B-B14F-4D97-AF65-F5344CB8AC3E}">
        <p14:creationId xmlns:p14="http://schemas.microsoft.com/office/powerpoint/2010/main" val="491140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4205923" y="1473518"/>
            <a:ext cx="4823778" cy="5219382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4400" baseline="3000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ook Extra Compressed"/>
              </a:defRPr>
            </a:lvl1pPr>
          </a:lstStyle>
          <a:p>
            <a:pPr lvl="0"/>
            <a:r>
              <a:rPr lang="en-US"/>
              <a:t>1. Introduction Title Placed Here</a:t>
            </a:r>
          </a:p>
          <a:p>
            <a:pPr lvl="0"/>
            <a:r>
              <a:rPr lang="en-US"/>
              <a:t>2. Purpose Title Here</a:t>
            </a:r>
          </a:p>
          <a:p>
            <a:pPr lvl="0"/>
            <a:r>
              <a:rPr lang="en-US"/>
              <a:t>3. Description Title Would Go Here</a:t>
            </a:r>
          </a:p>
          <a:p>
            <a:pPr lvl="0"/>
            <a:r>
              <a:rPr lang="en-US"/>
              <a:t>4. </a:t>
            </a:r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Etam</a:t>
            </a:r>
            <a:r>
              <a:rPr lang="en-US"/>
              <a:t> Would Go Here</a:t>
            </a:r>
          </a:p>
          <a:p>
            <a:pPr lvl="0"/>
            <a:r>
              <a:rPr lang="en-US"/>
              <a:t>5. </a:t>
            </a:r>
            <a:r>
              <a:rPr lang="en-US" err="1"/>
              <a:t>Ipsum</a:t>
            </a:r>
            <a:r>
              <a:rPr lang="en-US"/>
              <a:t> Dolor Would Go Here</a:t>
            </a:r>
          </a:p>
          <a:p>
            <a:pPr lvl="0"/>
            <a:r>
              <a:rPr lang="en-US"/>
              <a:t>6. Methodology Would Be Placed Here</a:t>
            </a:r>
          </a:p>
          <a:p>
            <a:pPr lvl="0"/>
            <a:r>
              <a:rPr lang="en-US"/>
              <a:t>7. Research Title Would Go Here</a:t>
            </a:r>
          </a:p>
          <a:p>
            <a:pPr lvl="0"/>
            <a:r>
              <a:rPr lang="en-US"/>
              <a:t>8. Findings Another Title Would Go Here</a:t>
            </a:r>
          </a:p>
        </p:txBody>
      </p:sp>
    </p:spTree>
    <p:extLst>
      <p:ext uri="{BB962C8B-B14F-4D97-AF65-F5344CB8AC3E}">
        <p14:creationId xmlns:p14="http://schemas.microsoft.com/office/powerpoint/2010/main" val="3530823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1: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225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1: lon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14069"/>
            <a:ext cx="9144000" cy="50815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accent6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/>
              <a:t>LONG PARAGRAPH TEMPLATE 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84188" y="1817688"/>
            <a:ext cx="4064721" cy="3567112"/>
          </a:xfrm>
          <a:prstGeom prst="rect">
            <a:avLst/>
          </a:prstGeom>
        </p:spPr>
        <p:txBody>
          <a:bodyPr vert="horz"/>
          <a:lstStyle>
            <a:lvl1pPr marL="0" indent="0" algn="l">
              <a:buFontTx/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ook Condensed"/>
              </a:defRPr>
            </a:lvl1pPr>
          </a:lstStyle>
          <a:p>
            <a:pPr lvl="0"/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potenti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et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vitae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Cras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 dolor, </a:t>
            </a:r>
            <a:r>
              <a:rPr lang="en-US" err="1"/>
              <a:t>finibus</a:t>
            </a:r>
            <a:r>
              <a:rPr lang="en-US"/>
              <a:t> in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etus</a:t>
            </a:r>
            <a:r>
              <a:rPr lang="en-US"/>
              <a:t>,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porta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com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vehicula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cursus</a:t>
            </a:r>
            <a:r>
              <a:rPr lang="en-US"/>
              <a:t>,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Quisquety</a:t>
            </a:r>
            <a:r>
              <a:rPr lang="en-US"/>
              <a:t> </a:t>
            </a:r>
            <a:r>
              <a:rPr lang="en-US" err="1"/>
              <a:t>pharetra</a:t>
            </a:r>
            <a:r>
              <a:rPr lang="en-US"/>
              <a:t> dolor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, </a:t>
            </a:r>
            <a:r>
              <a:rPr lang="en-US" err="1"/>
              <a:t>ornare</a:t>
            </a:r>
            <a:r>
              <a:rPr lang="en-US"/>
              <a:t> at </a:t>
            </a:r>
            <a:r>
              <a:rPr lang="en-US" err="1"/>
              <a:t>commodo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, un semper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, </a:t>
            </a:r>
            <a:r>
              <a:rPr lang="en-US" err="1"/>
              <a:t>nunc</a:t>
            </a:r>
            <a:r>
              <a:rPr lang="en-US"/>
              <a:t> vitae dictum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libero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convallis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,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.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4713289" y="1817688"/>
            <a:ext cx="3948112" cy="3567112"/>
          </a:xfrm>
          <a:prstGeom prst="rect">
            <a:avLst/>
          </a:prstGeom>
        </p:spPr>
        <p:txBody>
          <a:bodyPr vert="horz"/>
          <a:lstStyle>
            <a:lvl1pPr marL="0" indent="0" algn="l">
              <a:buFontTx/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ook Condensed"/>
              </a:defRPr>
            </a:lvl1pPr>
          </a:lstStyle>
          <a:p>
            <a:pPr lvl="0"/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potenti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et </a:t>
            </a:r>
            <a:r>
              <a:rPr lang="en-US" err="1"/>
              <a:t>puri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vitae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Cras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 dolor, </a:t>
            </a:r>
            <a:r>
              <a:rPr lang="en-US" err="1"/>
              <a:t>finibus</a:t>
            </a:r>
            <a:r>
              <a:rPr lang="en-US"/>
              <a:t> in </a:t>
            </a:r>
            <a:r>
              <a:rPr lang="en-US" err="1"/>
              <a:t>risus</a:t>
            </a:r>
            <a:r>
              <a:rPr lang="en-US"/>
              <a:t> et,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porta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com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vehicula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et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cursus</a:t>
            </a:r>
            <a:r>
              <a:rPr lang="en-US"/>
              <a:t>,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Quisque</a:t>
            </a:r>
            <a:r>
              <a:rPr lang="en-US"/>
              <a:t> </a:t>
            </a:r>
            <a:r>
              <a:rPr lang="en-US" err="1"/>
              <a:t>pharetra</a:t>
            </a:r>
            <a:r>
              <a:rPr lang="en-US"/>
              <a:t> dolor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, </a:t>
            </a:r>
            <a:r>
              <a:rPr lang="en-US" err="1"/>
              <a:t>orn</a:t>
            </a:r>
            <a:r>
              <a:rPr lang="en-US"/>
              <a:t> at </a:t>
            </a:r>
            <a:r>
              <a:rPr lang="en-US" err="1"/>
              <a:t>commodo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, semper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. </a:t>
            </a:r>
            <a:r>
              <a:rPr lang="en-US" err="1"/>
              <a:t>Disse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, </a:t>
            </a:r>
            <a:r>
              <a:rPr lang="en-US" err="1"/>
              <a:t>nunc</a:t>
            </a:r>
            <a:r>
              <a:rPr lang="en-US"/>
              <a:t> vitae dictum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libero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convallis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,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.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5564" y="646025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aseline="0">
                <a:solidFill>
                  <a:schemeClr val="bg1"/>
                </a:solidFill>
                <a:latin typeface="ITC Franklin Gothic Std Book Extra Compressed"/>
              </a:defRPr>
            </a:lvl1pPr>
          </a:lstStyle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561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1: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622300"/>
            <a:ext cx="9144000" cy="45720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tx2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/>
              <a:t>TITLE FOR A LIST HERE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3004820" y="1689100"/>
            <a:ext cx="3180080" cy="4013200"/>
          </a:xfrm>
          <a:prstGeom prst="rect">
            <a:avLst/>
          </a:prstGeom>
        </p:spPr>
        <p:txBody>
          <a:bodyPr vert="horz"/>
          <a:lstStyle>
            <a:lvl1pPr marL="342900" indent="-342900">
              <a:buFont typeface="Arial"/>
              <a:buChar char="•"/>
              <a:defRPr sz="2000" baseline="0">
                <a:solidFill>
                  <a:schemeClr val="tx2">
                    <a:lumMod val="75000"/>
                  </a:schemeClr>
                </a:solidFill>
                <a:latin typeface="ITC Franklin Gothic Std Book Compressed"/>
              </a:defRPr>
            </a:lvl1pPr>
          </a:lstStyle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  <a:p>
            <a:pPr lvl="0"/>
            <a:r>
              <a:rPr lang="en-US"/>
              <a:t>Et Su </a:t>
            </a:r>
            <a:r>
              <a:rPr lang="en-US" err="1"/>
              <a:t>Domine</a:t>
            </a:r>
            <a:r>
              <a:rPr lang="en-US"/>
              <a:t> Antes</a:t>
            </a:r>
          </a:p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  <a:p>
            <a:pPr lvl="0"/>
            <a:r>
              <a:rPr lang="en-US"/>
              <a:t>Et Su </a:t>
            </a:r>
            <a:r>
              <a:rPr lang="en-US" err="1"/>
              <a:t>Domine</a:t>
            </a:r>
            <a:r>
              <a:rPr lang="en-US"/>
              <a:t> Antes</a:t>
            </a:r>
          </a:p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5564" y="646025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aseline="0">
                <a:solidFill>
                  <a:schemeClr val="bg1"/>
                </a:solidFill>
                <a:latin typeface="ITC Franklin Gothic Std Book Extra Compressed"/>
              </a:defRPr>
            </a:lvl1pPr>
          </a:lstStyle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770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1: shor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14069"/>
            <a:ext cx="9144000" cy="50815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accent6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/>
              <a:t>SHORT PARAGRAPH TEMPLATE TITLE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447800" y="1816100"/>
            <a:ext cx="6197600" cy="2273300"/>
          </a:xfrm>
          <a:prstGeom prst="rect">
            <a:avLst/>
          </a:prstGeom>
        </p:spPr>
        <p:txBody>
          <a:bodyPr vert="horz"/>
          <a:lstStyle>
            <a:lvl1pPr marL="0" indent="0" algn="l">
              <a:buFontTx/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ook Condensed"/>
              </a:defRPr>
            </a:lvl1pPr>
          </a:lstStyle>
          <a:p>
            <a:pPr lvl="0"/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potenti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et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vitae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Cras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 dolor, </a:t>
            </a:r>
            <a:r>
              <a:rPr lang="en-US" err="1"/>
              <a:t>finibus</a:t>
            </a:r>
            <a:r>
              <a:rPr lang="en-US"/>
              <a:t> in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etus</a:t>
            </a:r>
            <a:r>
              <a:rPr lang="en-US"/>
              <a:t>,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porta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com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vehicula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cursus</a:t>
            </a:r>
            <a:r>
              <a:rPr lang="en-US"/>
              <a:t>,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Quisquety</a:t>
            </a:r>
            <a:r>
              <a:rPr lang="en-US"/>
              <a:t> </a:t>
            </a:r>
            <a:r>
              <a:rPr lang="en-US" err="1"/>
              <a:t>pharetra</a:t>
            </a:r>
            <a:r>
              <a:rPr lang="en-US"/>
              <a:t> dolor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, </a:t>
            </a:r>
            <a:r>
              <a:rPr lang="en-US" err="1"/>
              <a:t>ornare</a:t>
            </a:r>
            <a:r>
              <a:rPr lang="en-US"/>
              <a:t> at </a:t>
            </a:r>
            <a:r>
              <a:rPr lang="en-US" err="1"/>
              <a:t>commodo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, un semper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, </a:t>
            </a:r>
            <a:r>
              <a:rPr lang="en-US" err="1"/>
              <a:t>nunc</a:t>
            </a:r>
            <a:r>
              <a:rPr lang="en-US"/>
              <a:t> vitae dictum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libero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convallis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,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non ant. Lore </a:t>
            </a:r>
            <a:r>
              <a:rPr lang="en-US" err="1"/>
              <a:t>ipsum</a:t>
            </a:r>
            <a:r>
              <a:rPr lang="en-US"/>
              <a:t> </a:t>
            </a:r>
            <a:r>
              <a:rPr lang="en-US" err="1"/>
              <a:t>lunpt</a:t>
            </a:r>
            <a:r>
              <a:rPr lang="en-US"/>
              <a:t> and </a:t>
            </a:r>
            <a:r>
              <a:rPr lang="en-US" err="1"/>
              <a:t>ishlam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etus</a:t>
            </a:r>
            <a:r>
              <a:rPr lang="en-US"/>
              <a:t>.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5564" y="646025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aseline="0">
                <a:solidFill>
                  <a:schemeClr val="bg1"/>
                </a:solidFill>
                <a:latin typeface="ITC Franklin Gothic Std Book Extra Compressed"/>
              </a:defRPr>
            </a:lvl1pPr>
          </a:lstStyle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638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1: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295564" y="646025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aseline="0">
                <a:solidFill>
                  <a:schemeClr val="bg1"/>
                </a:solidFill>
                <a:latin typeface="ITC Franklin Gothic Std Book Extra Compressed"/>
              </a:defRPr>
            </a:lvl1pPr>
          </a:lstStyle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22300"/>
            <a:ext cx="9144000" cy="45720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tx2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/>
              <a:t>TITLE FOR A TABLE HERE</a:t>
            </a:r>
          </a:p>
        </p:txBody>
      </p:sp>
    </p:spTree>
    <p:extLst>
      <p:ext uri="{BB962C8B-B14F-4D97-AF65-F5344CB8AC3E}">
        <p14:creationId xmlns:p14="http://schemas.microsoft.com/office/powerpoint/2010/main" val="1489510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1: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665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2: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538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2: lon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14069"/>
            <a:ext cx="9144000" cy="50815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accent6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/>
              <a:t>LONG PARAGRAPH TEMPLATE TITLE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84188" y="1817688"/>
            <a:ext cx="4064721" cy="3567112"/>
          </a:xfrm>
          <a:prstGeom prst="rect">
            <a:avLst/>
          </a:prstGeom>
        </p:spPr>
        <p:txBody>
          <a:bodyPr vert="horz"/>
          <a:lstStyle>
            <a:lvl1pPr marL="0" indent="0" algn="l">
              <a:buFontTx/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ook Condensed"/>
              </a:defRPr>
            </a:lvl1pPr>
          </a:lstStyle>
          <a:p>
            <a:pPr lvl="0"/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potenti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et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vitae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Cras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 dolor, </a:t>
            </a:r>
            <a:r>
              <a:rPr lang="en-US" err="1"/>
              <a:t>finibus</a:t>
            </a:r>
            <a:r>
              <a:rPr lang="en-US"/>
              <a:t> in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etus</a:t>
            </a:r>
            <a:r>
              <a:rPr lang="en-US"/>
              <a:t>,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porta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com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vehicula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cursus</a:t>
            </a:r>
            <a:r>
              <a:rPr lang="en-US"/>
              <a:t>,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Quisquety</a:t>
            </a:r>
            <a:r>
              <a:rPr lang="en-US"/>
              <a:t> </a:t>
            </a:r>
            <a:r>
              <a:rPr lang="en-US" err="1"/>
              <a:t>pharetra</a:t>
            </a:r>
            <a:r>
              <a:rPr lang="en-US"/>
              <a:t> dolor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, </a:t>
            </a:r>
            <a:r>
              <a:rPr lang="en-US" err="1"/>
              <a:t>ornare</a:t>
            </a:r>
            <a:r>
              <a:rPr lang="en-US"/>
              <a:t> at </a:t>
            </a:r>
            <a:r>
              <a:rPr lang="en-US" err="1"/>
              <a:t>commodo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, un semper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, </a:t>
            </a:r>
            <a:r>
              <a:rPr lang="en-US" err="1"/>
              <a:t>nunc</a:t>
            </a:r>
            <a:r>
              <a:rPr lang="en-US"/>
              <a:t> vitae dictum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libero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convallis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,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4713289" y="1817688"/>
            <a:ext cx="3948112" cy="3567112"/>
          </a:xfrm>
          <a:prstGeom prst="rect">
            <a:avLst/>
          </a:prstGeom>
        </p:spPr>
        <p:txBody>
          <a:bodyPr vert="horz"/>
          <a:lstStyle>
            <a:lvl1pPr marL="0" indent="0" algn="l">
              <a:buFontTx/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ook Condensed"/>
              </a:defRPr>
            </a:lvl1pPr>
          </a:lstStyle>
          <a:p>
            <a:pPr lvl="0"/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potenti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et </a:t>
            </a:r>
            <a:r>
              <a:rPr lang="en-US" err="1"/>
              <a:t>puri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vitae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Cras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 dolor, </a:t>
            </a:r>
            <a:r>
              <a:rPr lang="en-US" err="1"/>
              <a:t>finibus</a:t>
            </a:r>
            <a:r>
              <a:rPr lang="en-US"/>
              <a:t> in </a:t>
            </a:r>
            <a:r>
              <a:rPr lang="en-US" err="1"/>
              <a:t>risus</a:t>
            </a:r>
            <a:r>
              <a:rPr lang="en-US"/>
              <a:t> et,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porta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com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vehicula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et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cursus</a:t>
            </a:r>
            <a:r>
              <a:rPr lang="en-US"/>
              <a:t>,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Quisque</a:t>
            </a:r>
            <a:r>
              <a:rPr lang="en-US"/>
              <a:t> </a:t>
            </a:r>
            <a:r>
              <a:rPr lang="en-US" err="1"/>
              <a:t>pharetra</a:t>
            </a:r>
            <a:r>
              <a:rPr lang="en-US"/>
              <a:t> dolor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, </a:t>
            </a:r>
            <a:r>
              <a:rPr lang="en-US" err="1"/>
              <a:t>orn</a:t>
            </a:r>
            <a:r>
              <a:rPr lang="en-US"/>
              <a:t> at </a:t>
            </a:r>
            <a:r>
              <a:rPr lang="en-US" err="1"/>
              <a:t>commodo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, semper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. </a:t>
            </a:r>
            <a:r>
              <a:rPr lang="en-US" err="1"/>
              <a:t>Disse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, </a:t>
            </a:r>
            <a:r>
              <a:rPr lang="en-US" err="1"/>
              <a:t>nunc</a:t>
            </a:r>
            <a:r>
              <a:rPr lang="en-US"/>
              <a:t> vitae dictum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libero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convallis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,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77523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2: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3004820" y="1689100"/>
            <a:ext cx="3180080" cy="4013200"/>
          </a:xfrm>
          <a:prstGeom prst="rect">
            <a:avLst/>
          </a:prstGeom>
        </p:spPr>
        <p:txBody>
          <a:bodyPr vert="horz"/>
          <a:lstStyle>
            <a:lvl1pPr marL="342900" indent="-342900">
              <a:buFont typeface="Arial"/>
              <a:buChar char="•"/>
              <a:defRPr sz="2000" baseline="0">
                <a:solidFill>
                  <a:schemeClr val="tx2">
                    <a:lumMod val="75000"/>
                  </a:schemeClr>
                </a:solidFill>
                <a:latin typeface="ITC Franklin Gothic Std Book Compressed"/>
              </a:defRPr>
            </a:lvl1pPr>
          </a:lstStyle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  <a:p>
            <a:pPr lvl="0"/>
            <a:r>
              <a:rPr lang="en-US"/>
              <a:t>Et Su </a:t>
            </a:r>
            <a:r>
              <a:rPr lang="en-US" err="1"/>
              <a:t>Domine</a:t>
            </a:r>
            <a:r>
              <a:rPr lang="en-US"/>
              <a:t> Antes</a:t>
            </a:r>
          </a:p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  <a:p>
            <a:pPr lvl="0"/>
            <a:r>
              <a:rPr lang="en-US"/>
              <a:t>Et Su </a:t>
            </a:r>
            <a:r>
              <a:rPr lang="en-US" err="1"/>
              <a:t>Domine</a:t>
            </a:r>
            <a:r>
              <a:rPr lang="en-US"/>
              <a:t> Antes</a:t>
            </a:r>
          </a:p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622300"/>
            <a:ext cx="9144000" cy="45720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tx2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/>
              <a:t>TITLE FOR A LIST HERE</a:t>
            </a:r>
          </a:p>
        </p:txBody>
      </p:sp>
    </p:spTree>
    <p:extLst>
      <p:ext uri="{BB962C8B-B14F-4D97-AF65-F5344CB8AC3E}">
        <p14:creationId xmlns:p14="http://schemas.microsoft.com/office/powerpoint/2010/main" val="659690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2: shor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14069"/>
            <a:ext cx="9144000" cy="50815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accent6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/>
              <a:t>SHORT PARAGRAPH TEMPLATE TITLE</a:t>
            </a: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447800" y="1816100"/>
            <a:ext cx="6197600" cy="2273300"/>
          </a:xfrm>
          <a:prstGeom prst="rect">
            <a:avLst/>
          </a:prstGeom>
        </p:spPr>
        <p:txBody>
          <a:bodyPr vert="horz"/>
          <a:lstStyle>
            <a:lvl1pPr marL="0" indent="0" algn="l">
              <a:buFontTx/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ook Condensed"/>
              </a:defRPr>
            </a:lvl1pPr>
          </a:lstStyle>
          <a:p>
            <a:pPr lvl="0"/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potenti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et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vitae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Cras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 dolor, </a:t>
            </a:r>
            <a:r>
              <a:rPr lang="en-US" err="1"/>
              <a:t>finibus</a:t>
            </a:r>
            <a:r>
              <a:rPr lang="en-US"/>
              <a:t> in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etus</a:t>
            </a:r>
            <a:r>
              <a:rPr lang="en-US"/>
              <a:t>,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porta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com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vehicula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cursus</a:t>
            </a:r>
            <a:r>
              <a:rPr lang="en-US"/>
              <a:t>,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Quisquety</a:t>
            </a:r>
            <a:r>
              <a:rPr lang="en-US"/>
              <a:t> </a:t>
            </a:r>
            <a:r>
              <a:rPr lang="en-US" err="1"/>
              <a:t>pharetra</a:t>
            </a:r>
            <a:r>
              <a:rPr lang="en-US"/>
              <a:t> dolor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, </a:t>
            </a:r>
            <a:r>
              <a:rPr lang="en-US" err="1"/>
              <a:t>ornare</a:t>
            </a:r>
            <a:r>
              <a:rPr lang="en-US"/>
              <a:t> at </a:t>
            </a:r>
            <a:r>
              <a:rPr lang="en-US" err="1"/>
              <a:t>commodo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, un semper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, </a:t>
            </a:r>
            <a:r>
              <a:rPr lang="en-US" err="1"/>
              <a:t>nunc</a:t>
            </a:r>
            <a:r>
              <a:rPr lang="en-US"/>
              <a:t> vitae dictum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libero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convallis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,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non ant. Lore </a:t>
            </a:r>
            <a:r>
              <a:rPr lang="en-US" err="1"/>
              <a:t>ipsum</a:t>
            </a:r>
            <a:r>
              <a:rPr lang="en-US"/>
              <a:t> </a:t>
            </a:r>
            <a:r>
              <a:rPr lang="en-US" err="1"/>
              <a:t>lunpt</a:t>
            </a:r>
            <a:r>
              <a:rPr lang="en-US"/>
              <a:t> and </a:t>
            </a:r>
            <a:r>
              <a:rPr lang="en-US" err="1"/>
              <a:t>ishlam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etus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151209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2: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22300"/>
            <a:ext cx="9144000" cy="45720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tx2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/>
              <a:t>TITLE FOR A TABLE HERE</a:t>
            </a:r>
          </a:p>
        </p:txBody>
      </p:sp>
    </p:spTree>
    <p:extLst>
      <p:ext uri="{BB962C8B-B14F-4D97-AF65-F5344CB8AC3E}">
        <p14:creationId xmlns:p14="http://schemas.microsoft.com/office/powerpoint/2010/main" val="25833083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2: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59766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3: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2421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3: lon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223669"/>
            <a:ext cx="9144000" cy="50815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accent6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/>
              <a:t>LONG PARAGRAPH TEMPLATE TITLE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84188" y="2185433"/>
            <a:ext cx="4064721" cy="3491467"/>
          </a:xfrm>
          <a:prstGeom prst="rect">
            <a:avLst/>
          </a:prstGeom>
        </p:spPr>
        <p:txBody>
          <a:bodyPr vert="horz"/>
          <a:lstStyle>
            <a:lvl1pPr marL="0" indent="0" algn="l">
              <a:buFontTx/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ook Condensed"/>
              </a:defRPr>
            </a:lvl1pPr>
          </a:lstStyle>
          <a:p>
            <a:pPr lvl="0"/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potenti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et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vitae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Cras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 dolor, </a:t>
            </a:r>
            <a:r>
              <a:rPr lang="en-US" err="1"/>
              <a:t>finibus</a:t>
            </a:r>
            <a:r>
              <a:rPr lang="en-US"/>
              <a:t> in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etus</a:t>
            </a:r>
            <a:r>
              <a:rPr lang="en-US"/>
              <a:t>,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porta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com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vehicula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cursus</a:t>
            </a:r>
            <a:r>
              <a:rPr lang="en-US"/>
              <a:t>,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Quisquety</a:t>
            </a:r>
            <a:r>
              <a:rPr lang="en-US"/>
              <a:t> </a:t>
            </a:r>
            <a:r>
              <a:rPr lang="en-US" err="1"/>
              <a:t>pharetra</a:t>
            </a:r>
            <a:r>
              <a:rPr lang="en-US"/>
              <a:t> dolor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, </a:t>
            </a:r>
            <a:r>
              <a:rPr lang="en-US" err="1"/>
              <a:t>ornare</a:t>
            </a:r>
            <a:r>
              <a:rPr lang="en-US"/>
              <a:t> at </a:t>
            </a:r>
            <a:r>
              <a:rPr lang="en-US" err="1"/>
              <a:t>commodo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, un semper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, </a:t>
            </a:r>
            <a:r>
              <a:rPr lang="en-US" err="1"/>
              <a:t>nunc</a:t>
            </a:r>
            <a:r>
              <a:rPr lang="en-US"/>
              <a:t> vitae dictum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libero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convallis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,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4713289" y="2185433"/>
            <a:ext cx="3948112" cy="3491467"/>
          </a:xfrm>
          <a:prstGeom prst="rect">
            <a:avLst/>
          </a:prstGeom>
        </p:spPr>
        <p:txBody>
          <a:bodyPr vert="horz"/>
          <a:lstStyle>
            <a:lvl1pPr marL="0" indent="0" algn="l">
              <a:buFontTx/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ook Condensed"/>
              </a:defRPr>
            </a:lvl1pPr>
          </a:lstStyle>
          <a:p>
            <a:pPr lvl="0"/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potenti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et </a:t>
            </a:r>
            <a:r>
              <a:rPr lang="en-US" err="1"/>
              <a:t>puri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vitae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Cras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 dolor, </a:t>
            </a:r>
            <a:r>
              <a:rPr lang="en-US" err="1"/>
              <a:t>finibus</a:t>
            </a:r>
            <a:r>
              <a:rPr lang="en-US"/>
              <a:t> in </a:t>
            </a:r>
            <a:r>
              <a:rPr lang="en-US" err="1"/>
              <a:t>risus</a:t>
            </a:r>
            <a:r>
              <a:rPr lang="en-US"/>
              <a:t> et,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porta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com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vehicula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et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cursus</a:t>
            </a:r>
            <a:r>
              <a:rPr lang="en-US"/>
              <a:t>,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Quisque</a:t>
            </a:r>
            <a:r>
              <a:rPr lang="en-US"/>
              <a:t> </a:t>
            </a:r>
            <a:r>
              <a:rPr lang="en-US" err="1"/>
              <a:t>pharetra</a:t>
            </a:r>
            <a:r>
              <a:rPr lang="en-US"/>
              <a:t> dolor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, </a:t>
            </a:r>
            <a:r>
              <a:rPr lang="en-US" err="1"/>
              <a:t>orn</a:t>
            </a:r>
            <a:r>
              <a:rPr lang="en-US"/>
              <a:t> at </a:t>
            </a:r>
            <a:r>
              <a:rPr lang="en-US" err="1"/>
              <a:t>commodo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, semper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. </a:t>
            </a:r>
            <a:r>
              <a:rPr lang="en-US" err="1"/>
              <a:t>Disse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, </a:t>
            </a:r>
            <a:r>
              <a:rPr lang="en-US" err="1"/>
              <a:t>nunc</a:t>
            </a:r>
            <a:r>
              <a:rPr lang="en-US"/>
              <a:t> vitae dictum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libero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convallis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,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.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-330200" y="2133600"/>
            <a:ext cx="184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6938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3: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219200"/>
            <a:ext cx="9144000" cy="45720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tx2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/>
              <a:t>TITLE FOR A LIST HERE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004820" y="2006600"/>
            <a:ext cx="3180080" cy="3886200"/>
          </a:xfrm>
          <a:prstGeom prst="rect">
            <a:avLst/>
          </a:prstGeom>
        </p:spPr>
        <p:txBody>
          <a:bodyPr vert="horz"/>
          <a:lstStyle>
            <a:lvl1pPr marL="342900" indent="-342900">
              <a:buFont typeface="Arial"/>
              <a:buChar char="•"/>
              <a:defRPr sz="2000" baseline="0">
                <a:solidFill>
                  <a:schemeClr val="tx2">
                    <a:lumMod val="75000"/>
                  </a:schemeClr>
                </a:solidFill>
                <a:latin typeface="ITC Franklin Gothic Std Book Compressed"/>
              </a:defRPr>
            </a:lvl1pPr>
          </a:lstStyle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  <a:p>
            <a:pPr lvl="0"/>
            <a:r>
              <a:rPr lang="en-US"/>
              <a:t>Et Su </a:t>
            </a:r>
            <a:r>
              <a:rPr lang="en-US" err="1"/>
              <a:t>Domine</a:t>
            </a:r>
            <a:r>
              <a:rPr lang="en-US"/>
              <a:t> Antes</a:t>
            </a:r>
          </a:p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  <a:p>
            <a:pPr lvl="0"/>
            <a:r>
              <a:rPr lang="en-US"/>
              <a:t>Et Su </a:t>
            </a:r>
            <a:r>
              <a:rPr lang="en-US" err="1"/>
              <a:t>Domine</a:t>
            </a:r>
            <a:r>
              <a:rPr lang="en-US"/>
              <a:t> Antes</a:t>
            </a:r>
          </a:p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</p:txBody>
      </p:sp>
    </p:spTree>
    <p:extLst>
      <p:ext uri="{BB962C8B-B14F-4D97-AF65-F5344CB8AC3E}">
        <p14:creationId xmlns:p14="http://schemas.microsoft.com/office/powerpoint/2010/main" val="22456473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3: shor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236369"/>
            <a:ext cx="9144000" cy="50815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accent6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/>
              <a:t>SHORT PARAGRAPH TEMPLATE TITLE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447800" y="2298700"/>
            <a:ext cx="6197600" cy="2273300"/>
          </a:xfrm>
          <a:prstGeom prst="rect">
            <a:avLst/>
          </a:prstGeom>
        </p:spPr>
        <p:txBody>
          <a:bodyPr vert="horz"/>
          <a:lstStyle>
            <a:lvl1pPr marL="0" indent="0" algn="l">
              <a:buFontTx/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ook Condensed"/>
              </a:defRPr>
            </a:lvl1pPr>
          </a:lstStyle>
          <a:p>
            <a:pPr lvl="0"/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potenti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et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vitae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Cras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 dolor, </a:t>
            </a:r>
            <a:r>
              <a:rPr lang="en-US" err="1"/>
              <a:t>finibus</a:t>
            </a:r>
            <a:r>
              <a:rPr lang="en-US"/>
              <a:t> in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etus</a:t>
            </a:r>
            <a:r>
              <a:rPr lang="en-US"/>
              <a:t>,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porta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com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vehicula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cursus</a:t>
            </a:r>
            <a:r>
              <a:rPr lang="en-US"/>
              <a:t>,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Quisquety</a:t>
            </a:r>
            <a:r>
              <a:rPr lang="en-US"/>
              <a:t> </a:t>
            </a:r>
            <a:r>
              <a:rPr lang="en-US" err="1"/>
              <a:t>pharetra</a:t>
            </a:r>
            <a:r>
              <a:rPr lang="en-US"/>
              <a:t> dolor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, </a:t>
            </a:r>
            <a:r>
              <a:rPr lang="en-US" err="1"/>
              <a:t>ornare</a:t>
            </a:r>
            <a:r>
              <a:rPr lang="en-US"/>
              <a:t> at </a:t>
            </a:r>
            <a:r>
              <a:rPr lang="en-US" err="1"/>
              <a:t>commodo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, un semper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, </a:t>
            </a:r>
            <a:r>
              <a:rPr lang="en-US" err="1"/>
              <a:t>nunc</a:t>
            </a:r>
            <a:r>
              <a:rPr lang="en-US"/>
              <a:t> vitae dictum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libero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convallis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,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non ant. Lore </a:t>
            </a:r>
            <a:r>
              <a:rPr lang="en-US" err="1"/>
              <a:t>ipsum</a:t>
            </a:r>
            <a:r>
              <a:rPr lang="en-US"/>
              <a:t> </a:t>
            </a:r>
            <a:r>
              <a:rPr lang="en-US" err="1"/>
              <a:t>lunpt</a:t>
            </a:r>
            <a:r>
              <a:rPr lang="en-US"/>
              <a:t> and </a:t>
            </a:r>
            <a:r>
              <a:rPr lang="en-US" err="1"/>
              <a:t>ishlam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etus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38036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3: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244600"/>
            <a:ext cx="9144000" cy="45720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tx2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/>
              <a:t>TITLE FOR A TABLE HERE</a:t>
            </a:r>
          </a:p>
        </p:txBody>
      </p:sp>
    </p:spTree>
    <p:extLst>
      <p:ext uri="{BB962C8B-B14F-4D97-AF65-F5344CB8AC3E}">
        <p14:creationId xmlns:p14="http://schemas.microsoft.com/office/powerpoint/2010/main" val="9999677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3: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47758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889000" y="660400"/>
            <a:ext cx="7454900" cy="4965700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baseline="0"/>
            </a:lvl1pPr>
          </a:lstStyle>
          <a:p>
            <a:r>
              <a:rPr lang="en-US"/>
              <a:t>Drag/Insert Image here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889000" y="5786967"/>
            <a:ext cx="4851400" cy="402160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2000" baseline="0">
                <a:solidFill>
                  <a:schemeClr val="tx2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/>
              <a:t>TITLE FOR IMAGE HERE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889000" y="6189127"/>
            <a:ext cx="7454900" cy="355600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1400" baseline="0">
                <a:solidFill>
                  <a:schemeClr val="tx2">
                    <a:lumMod val="75000"/>
                  </a:schemeClr>
                </a:solidFill>
                <a:latin typeface="ITC Franklin Gothic Std Book Compressed"/>
              </a:defRPr>
            </a:lvl1pPr>
          </a:lstStyle>
          <a:p>
            <a:pPr lvl="0"/>
            <a:r>
              <a:rPr lang="en-US"/>
              <a:t>Subtitle And Description For Image Here</a:t>
            </a:r>
          </a:p>
        </p:txBody>
      </p:sp>
    </p:spTree>
    <p:extLst>
      <p:ext uri="{BB962C8B-B14F-4D97-AF65-F5344CB8AC3E}">
        <p14:creationId xmlns:p14="http://schemas.microsoft.com/office/powerpoint/2010/main" val="1319562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9" Type="http://schemas.openxmlformats.org/officeDocument/2006/relationships/image" Target="../media/image6.emf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emf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emf"/><Relationship Id="rId4" Type="http://schemas.openxmlformats.org/officeDocument/2006/relationships/image" Target="../media/image7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slideLayout" Target="../slideLayouts/slideLayout17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6.emf"/><Relationship Id="rId4" Type="http://schemas.openxmlformats.org/officeDocument/2006/relationships/image" Target="../media/image7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  <a:lum/>
          </a:blip>
          <a:srcRect/>
          <a:stretch>
            <a:fillRect l="30000" t="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-10160"/>
            <a:ext cx="9144000" cy="5232400"/>
          </a:xfrm>
          <a:prstGeom prst="rect">
            <a:avLst/>
          </a:prstGeom>
          <a:solidFill>
            <a:srgbClr val="012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12158"/>
              </a:solidFill>
            </a:endParaRPr>
          </a:p>
        </p:txBody>
      </p:sp>
      <p:pic>
        <p:nvPicPr>
          <p:cNvPr id="13" name="Picture 12" descr="dotted_line_white.png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437"/>
          <a:stretch/>
        </p:blipFill>
        <p:spPr>
          <a:xfrm>
            <a:off x="868947" y="3207552"/>
            <a:ext cx="7486316" cy="28203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2163758-D40C-E645-8713-B342A6A913B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94041" y="5546194"/>
            <a:ext cx="6836127" cy="1176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351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alphaModFix amt="10000"/>
            <a:lum/>
          </a:blip>
          <a:srcRect/>
          <a:stretch>
            <a:fillRect l="30000" t="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ntents_orange.jpg"/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02" y="329675"/>
            <a:ext cx="2783767" cy="2138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087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alphaModFix amt="10000"/>
            <a:lum/>
          </a:blip>
          <a:srcRect/>
          <a:stretch>
            <a:fillRect l="30000" t="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ushedge_solid_blue.png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" y="5194968"/>
            <a:ext cx="9144000" cy="1676400"/>
          </a:xfrm>
          <a:prstGeom prst="rect">
            <a:avLst/>
          </a:prstGeom>
        </p:spPr>
      </p:pic>
      <p:pic>
        <p:nvPicPr>
          <p:cNvPr id="8" name="Picture 7" descr="UVA_Primary_white.eps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1771" y="6324412"/>
            <a:ext cx="1353129" cy="333562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5564" y="646025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aseline="0">
                <a:solidFill>
                  <a:schemeClr val="bg1"/>
                </a:solidFill>
                <a:latin typeface="ITC Franklin Gothic Std Book Extra Compressed"/>
              </a:defRPr>
            </a:lvl1pPr>
          </a:lstStyle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567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53" r:id="rId2"/>
    <p:sldLayoutId id="2147483654" r:id="rId3"/>
    <p:sldLayoutId id="2147483656" r:id="rId4"/>
    <p:sldLayoutId id="2147483657" r:id="rId5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alphaModFix amt="10000"/>
            <a:lum/>
          </a:blip>
          <a:srcRect/>
          <a:stretch>
            <a:fillRect l="30000" t="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ounds.png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0" r="15387" b="-16499"/>
          <a:stretch/>
        </p:blipFill>
        <p:spPr>
          <a:xfrm>
            <a:off x="-1" y="0"/>
            <a:ext cx="9155371" cy="7569200"/>
          </a:xfrm>
          <a:prstGeom prst="rect">
            <a:avLst/>
          </a:prstGeom>
        </p:spPr>
      </p:pic>
      <p:pic>
        <p:nvPicPr>
          <p:cNvPr id="8" name="Picture 7" descr="brushedge_solid_blue.png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" y="5194968"/>
            <a:ext cx="9144000" cy="1676400"/>
          </a:xfrm>
          <a:prstGeom prst="rect">
            <a:avLst/>
          </a:prstGeom>
        </p:spPr>
      </p:pic>
      <p:pic>
        <p:nvPicPr>
          <p:cNvPr id="9" name="Picture 8" descr="UVA_Primary_white.eps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1771" y="6324412"/>
            <a:ext cx="1353129" cy="33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219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alphaModFix amt="10000"/>
            <a:lum/>
          </a:blip>
          <a:srcRect/>
          <a:stretch>
            <a:fillRect l="30000" t="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/>
          <p:nvPr userDrawn="1"/>
        </p:nvSpPr>
        <p:spPr>
          <a:xfrm>
            <a:off x="-14711" y="5978147"/>
            <a:ext cx="9170081" cy="936363"/>
          </a:xfrm>
          <a:custGeom>
            <a:avLst/>
            <a:gdLst>
              <a:gd name="connsiteX0" fmla="*/ 0 w 9144000"/>
              <a:gd name="connsiteY0" fmla="*/ 0 h 854363"/>
              <a:gd name="connsiteX1" fmla="*/ 9144000 w 9144000"/>
              <a:gd name="connsiteY1" fmla="*/ 0 h 854363"/>
              <a:gd name="connsiteX2" fmla="*/ 9144000 w 9144000"/>
              <a:gd name="connsiteY2" fmla="*/ 854363 h 854363"/>
              <a:gd name="connsiteX3" fmla="*/ 0 w 9144000"/>
              <a:gd name="connsiteY3" fmla="*/ 854363 h 854363"/>
              <a:gd name="connsiteX4" fmla="*/ 0 w 9144000"/>
              <a:gd name="connsiteY4" fmla="*/ 0 h 854363"/>
              <a:gd name="connsiteX0" fmla="*/ 0 w 9182100"/>
              <a:gd name="connsiteY0" fmla="*/ 0 h 854363"/>
              <a:gd name="connsiteX1" fmla="*/ 9182100 w 9182100"/>
              <a:gd name="connsiteY1" fmla="*/ 342900 h 854363"/>
              <a:gd name="connsiteX2" fmla="*/ 9144000 w 9182100"/>
              <a:gd name="connsiteY2" fmla="*/ 854363 h 854363"/>
              <a:gd name="connsiteX3" fmla="*/ 0 w 9182100"/>
              <a:gd name="connsiteY3" fmla="*/ 854363 h 854363"/>
              <a:gd name="connsiteX4" fmla="*/ 0 w 9182100"/>
              <a:gd name="connsiteY4" fmla="*/ 0 h 854363"/>
              <a:gd name="connsiteX0" fmla="*/ 0 w 9144000"/>
              <a:gd name="connsiteY0" fmla="*/ 0 h 854363"/>
              <a:gd name="connsiteX1" fmla="*/ 9104113 w 9144000"/>
              <a:gd name="connsiteY1" fmla="*/ 342900 h 854363"/>
              <a:gd name="connsiteX2" fmla="*/ 9144000 w 9144000"/>
              <a:gd name="connsiteY2" fmla="*/ 854363 h 854363"/>
              <a:gd name="connsiteX3" fmla="*/ 0 w 9144000"/>
              <a:gd name="connsiteY3" fmla="*/ 854363 h 854363"/>
              <a:gd name="connsiteX4" fmla="*/ 0 w 9144000"/>
              <a:gd name="connsiteY4" fmla="*/ 0 h 854363"/>
              <a:gd name="connsiteX0" fmla="*/ 0 w 9148677"/>
              <a:gd name="connsiteY0" fmla="*/ 0 h 854363"/>
              <a:gd name="connsiteX1" fmla="*/ 9148677 w 9148677"/>
              <a:gd name="connsiteY1" fmla="*/ 220361 h 854363"/>
              <a:gd name="connsiteX2" fmla="*/ 9144000 w 9148677"/>
              <a:gd name="connsiteY2" fmla="*/ 854363 h 854363"/>
              <a:gd name="connsiteX3" fmla="*/ 0 w 9148677"/>
              <a:gd name="connsiteY3" fmla="*/ 854363 h 854363"/>
              <a:gd name="connsiteX4" fmla="*/ 0 w 9148677"/>
              <a:gd name="connsiteY4" fmla="*/ 0 h 854363"/>
              <a:gd name="connsiteX0" fmla="*/ 0 w 9155141"/>
              <a:gd name="connsiteY0" fmla="*/ 0 h 887783"/>
              <a:gd name="connsiteX1" fmla="*/ 9148677 w 9155141"/>
              <a:gd name="connsiteY1" fmla="*/ 220361 h 887783"/>
              <a:gd name="connsiteX2" fmla="*/ 9155141 w 9155141"/>
              <a:gd name="connsiteY2" fmla="*/ 887783 h 887783"/>
              <a:gd name="connsiteX3" fmla="*/ 0 w 9155141"/>
              <a:gd name="connsiteY3" fmla="*/ 854363 h 887783"/>
              <a:gd name="connsiteX4" fmla="*/ 0 w 9155141"/>
              <a:gd name="connsiteY4" fmla="*/ 0 h 887783"/>
              <a:gd name="connsiteX0" fmla="*/ 0 w 9155141"/>
              <a:gd name="connsiteY0" fmla="*/ 0 h 887783"/>
              <a:gd name="connsiteX1" fmla="*/ 9148677 w 9155141"/>
              <a:gd name="connsiteY1" fmla="*/ 26126 h 887783"/>
              <a:gd name="connsiteX2" fmla="*/ 9155141 w 9155141"/>
              <a:gd name="connsiteY2" fmla="*/ 887783 h 887783"/>
              <a:gd name="connsiteX3" fmla="*/ 0 w 9155141"/>
              <a:gd name="connsiteY3" fmla="*/ 854363 h 887783"/>
              <a:gd name="connsiteX4" fmla="*/ 0 w 9155141"/>
              <a:gd name="connsiteY4" fmla="*/ 0 h 887783"/>
              <a:gd name="connsiteX0" fmla="*/ 29883 w 9155141"/>
              <a:gd name="connsiteY0" fmla="*/ 257757 h 861657"/>
              <a:gd name="connsiteX1" fmla="*/ 9148677 w 9155141"/>
              <a:gd name="connsiteY1" fmla="*/ 0 h 861657"/>
              <a:gd name="connsiteX2" fmla="*/ 9155141 w 9155141"/>
              <a:gd name="connsiteY2" fmla="*/ 861657 h 861657"/>
              <a:gd name="connsiteX3" fmla="*/ 0 w 9155141"/>
              <a:gd name="connsiteY3" fmla="*/ 828237 h 861657"/>
              <a:gd name="connsiteX4" fmla="*/ 29883 w 9155141"/>
              <a:gd name="connsiteY4" fmla="*/ 257757 h 861657"/>
              <a:gd name="connsiteX0" fmla="*/ 29883 w 9155141"/>
              <a:gd name="connsiteY0" fmla="*/ 332463 h 936363"/>
              <a:gd name="connsiteX1" fmla="*/ 9148677 w 9155141"/>
              <a:gd name="connsiteY1" fmla="*/ 0 h 936363"/>
              <a:gd name="connsiteX2" fmla="*/ 9155141 w 9155141"/>
              <a:gd name="connsiteY2" fmla="*/ 936363 h 936363"/>
              <a:gd name="connsiteX3" fmla="*/ 0 w 9155141"/>
              <a:gd name="connsiteY3" fmla="*/ 902943 h 936363"/>
              <a:gd name="connsiteX4" fmla="*/ 29883 w 9155141"/>
              <a:gd name="connsiteY4" fmla="*/ 332463 h 936363"/>
              <a:gd name="connsiteX0" fmla="*/ 0 w 9170081"/>
              <a:gd name="connsiteY0" fmla="*/ 272698 h 936363"/>
              <a:gd name="connsiteX1" fmla="*/ 9163617 w 9170081"/>
              <a:gd name="connsiteY1" fmla="*/ 0 h 936363"/>
              <a:gd name="connsiteX2" fmla="*/ 9170081 w 9170081"/>
              <a:gd name="connsiteY2" fmla="*/ 936363 h 936363"/>
              <a:gd name="connsiteX3" fmla="*/ 14940 w 9170081"/>
              <a:gd name="connsiteY3" fmla="*/ 902943 h 936363"/>
              <a:gd name="connsiteX4" fmla="*/ 0 w 9170081"/>
              <a:gd name="connsiteY4" fmla="*/ 272698 h 936363"/>
              <a:gd name="connsiteX0" fmla="*/ 0 w 9170081"/>
              <a:gd name="connsiteY0" fmla="*/ 374298 h 936363"/>
              <a:gd name="connsiteX1" fmla="*/ 9163617 w 9170081"/>
              <a:gd name="connsiteY1" fmla="*/ 0 h 936363"/>
              <a:gd name="connsiteX2" fmla="*/ 9170081 w 9170081"/>
              <a:gd name="connsiteY2" fmla="*/ 936363 h 936363"/>
              <a:gd name="connsiteX3" fmla="*/ 14940 w 9170081"/>
              <a:gd name="connsiteY3" fmla="*/ 902943 h 936363"/>
              <a:gd name="connsiteX4" fmla="*/ 0 w 9170081"/>
              <a:gd name="connsiteY4" fmla="*/ 374298 h 936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0081" h="936363">
                <a:moveTo>
                  <a:pt x="0" y="374298"/>
                </a:moveTo>
                <a:lnTo>
                  <a:pt x="9163617" y="0"/>
                </a:lnTo>
                <a:cubicBezTo>
                  <a:pt x="9165772" y="222474"/>
                  <a:pt x="9167926" y="713889"/>
                  <a:pt x="9170081" y="936363"/>
                </a:cubicBezTo>
                <a:lnTo>
                  <a:pt x="14940" y="902943"/>
                </a:lnTo>
                <a:lnTo>
                  <a:pt x="0" y="374298"/>
                </a:lnTo>
                <a:close/>
              </a:path>
            </a:pathLst>
          </a:custGeom>
          <a:solidFill>
            <a:srgbClr val="012158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VA_Primary_white.eps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1771" y="6324412"/>
            <a:ext cx="1353129" cy="333562"/>
          </a:xfrm>
          <a:prstGeom prst="rect">
            <a:avLst/>
          </a:prstGeom>
        </p:spPr>
      </p:pic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5564" y="646025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aseline="0">
                <a:solidFill>
                  <a:schemeClr val="bg1"/>
                </a:solidFill>
                <a:latin typeface="ITC Franklin Gothic Std Book Extra Compressed"/>
              </a:defRPr>
            </a:lvl1pPr>
          </a:lstStyle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65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59" r:id="rId2"/>
    <p:sldLayoutId id="2147483660" r:id="rId3"/>
    <p:sldLayoutId id="2147483662" r:id="rId4"/>
    <p:sldLayoutId id="2147483663" r:id="rId5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alphaModFix amt="10000"/>
            <a:lum/>
          </a:blip>
          <a:srcRect/>
          <a:stretch>
            <a:fillRect l="30000" t="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ounds.png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0" r="15387" b="-16499"/>
          <a:stretch/>
        </p:blipFill>
        <p:spPr>
          <a:xfrm>
            <a:off x="-1" y="0"/>
            <a:ext cx="9155371" cy="7569200"/>
          </a:xfrm>
          <a:prstGeom prst="rect">
            <a:avLst/>
          </a:prstGeom>
        </p:spPr>
      </p:pic>
      <p:sp>
        <p:nvSpPr>
          <p:cNvPr id="8" name="Rectangle 3"/>
          <p:cNvSpPr/>
          <p:nvPr userDrawn="1"/>
        </p:nvSpPr>
        <p:spPr>
          <a:xfrm>
            <a:off x="-14711" y="5978147"/>
            <a:ext cx="9170081" cy="936363"/>
          </a:xfrm>
          <a:custGeom>
            <a:avLst/>
            <a:gdLst>
              <a:gd name="connsiteX0" fmla="*/ 0 w 9144000"/>
              <a:gd name="connsiteY0" fmla="*/ 0 h 854363"/>
              <a:gd name="connsiteX1" fmla="*/ 9144000 w 9144000"/>
              <a:gd name="connsiteY1" fmla="*/ 0 h 854363"/>
              <a:gd name="connsiteX2" fmla="*/ 9144000 w 9144000"/>
              <a:gd name="connsiteY2" fmla="*/ 854363 h 854363"/>
              <a:gd name="connsiteX3" fmla="*/ 0 w 9144000"/>
              <a:gd name="connsiteY3" fmla="*/ 854363 h 854363"/>
              <a:gd name="connsiteX4" fmla="*/ 0 w 9144000"/>
              <a:gd name="connsiteY4" fmla="*/ 0 h 854363"/>
              <a:gd name="connsiteX0" fmla="*/ 0 w 9182100"/>
              <a:gd name="connsiteY0" fmla="*/ 0 h 854363"/>
              <a:gd name="connsiteX1" fmla="*/ 9182100 w 9182100"/>
              <a:gd name="connsiteY1" fmla="*/ 342900 h 854363"/>
              <a:gd name="connsiteX2" fmla="*/ 9144000 w 9182100"/>
              <a:gd name="connsiteY2" fmla="*/ 854363 h 854363"/>
              <a:gd name="connsiteX3" fmla="*/ 0 w 9182100"/>
              <a:gd name="connsiteY3" fmla="*/ 854363 h 854363"/>
              <a:gd name="connsiteX4" fmla="*/ 0 w 9182100"/>
              <a:gd name="connsiteY4" fmla="*/ 0 h 854363"/>
              <a:gd name="connsiteX0" fmla="*/ 0 w 9144000"/>
              <a:gd name="connsiteY0" fmla="*/ 0 h 854363"/>
              <a:gd name="connsiteX1" fmla="*/ 9104113 w 9144000"/>
              <a:gd name="connsiteY1" fmla="*/ 342900 h 854363"/>
              <a:gd name="connsiteX2" fmla="*/ 9144000 w 9144000"/>
              <a:gd name="connsiteY2" fmla="*/ 854363 h 854363"/>
              <a:gd name="connsiteX3" fmla="*/ 0 w 9144000"/>
              <a:gd name="connsiteY3" fmla="*/ 854363 h 854363"/>
              <a:gd name="connsiteX4" fmla="*/ 0 w 9144000"/>
              <a:gd name="connsiteY4" fmla="*/ 0 h 854363"/>
              <a:gd name="connsiteX0" fmla="*/ 0 w 9148677"/>
              <a:gd name="connsiteY0" fmla="*/ 0 h 854363"/>
              <a:gd name="connsiteX1" fmla="*/ 9148677 w 9148677"/>
              <a:gd name="connsiteY1" fmla="*/ 220361 h 854363"/>
              <a:gd name="connsiteX2" fmla="*/ 9144000 w 9148677"/>
              <a:gd name="connsiteY2" fmla="*/ 854363 h 854363"/>
              <a:gd name="connsiteX3" fmla="*/ 0 w 9148677"/>
              <a:gd name="connsiteY3" fmla="*/ 854363 h 854363"/>
              <a:gd name="connsiteX4" fmla="*/ 0 w 9148677"/>
              <a:gd name="connsiteY4" fmla="*/ 0 h 854363"/>
              <a:gd name="connsiteX0" fmla="*/ 0 w 9155141"/>
              <a:gd name="connsiteY0" fmla="*/ 0 h 887783"/>
              <a:gd name="connsiteX1" fmla="*/ 9148677 w 9155141"/>
              <a:gd name="connsiteY1" fmla="*/ 220361 h 887783"/>
              <a:gd name="connsiteX2" fmla="*/ 9155141 w 9155141"/>
              <a:gd name="connsiteY2" fmla="*/ 887783 h 887783"/>
              <a:gd name="connsiteX3" fmla="*/ 0 w 9155141"/>
              <a:gd name="connsiteY3" fmla="*/ 854363 h 887783"/>
              <a:gd name="connsiteX4" fmla="*/ 0 w 9155141"/>
              <a:gd name="connsiteY4" fmla="*/ 0 h 887783"/>
              <a:gd name="connsiteX0" fmla="*/ 0 w 9155141"/>
              <a:gd name="connsiteY0" fmla="*/ 0 h 887783"/>
              <a:gd name="connsiteX1" fmla="*/ 9148677 w 9155141"/>
              <a:gd name="connsiteY1" fmla="*/ 26126 h 887783"/>
              <a:gd name="connsiteX2" fmla="*/ 9155141 w 9155141"/>
              <a:gd name="connsiteY2" fmla="*/ 887783 h 887783"/>
              <a:gd name="connsiteX3" fmla="*/ 0 w 9155141"/>
              <a:gd name="connsiteY3" fmla="*/ 854363 h 887783"/>
              <a:gd name="connsiteX4" fmla="*/ 0 w 9155141"/>
              <a:gd name="connsiteY4" fmla="*/ 0 h 887783"/>
              <a:gd name="connsiteX0" fmla="*/ 29883 w 9155141"/>
              <a:gd name="connsiteY0" fmla="*/ 257757 h 861657"/>
              <a:gd name="connsiteX1" fmla="*/ 9148677 w 9155141"/>
              <a:gd name="connsiteY1" fmla="*/ 0 h 861657"/>
              <a:gd name="connsiteX2" fmla="*/ 9155141 w 9155141"/>
              <a:gd name="connsiteY2" fmla="*/ 861657 h 861657"/>
              <a:gd name="connsiteX3" fmla="*/ 0 w 9155141"/>
              <a:gd name="connsiteY3" fmla="*/ 828237 h 861657"/>
              <a:gd name="connsiteX4" fmla="*/ 29883 w 9155141"/>
              <a:gd name="connsiteY4" fmla="*/ 257757 h 861657"/>
              <a:gd name="connsiteX0" fmla="*/ 29883 w 9155141"/>
              <a:gd name="connsiteY0" fmla="*/ 332463 h 936363"/>
              <a:gd name="connsiteX1" fmla="*/ 9148677 w 9155141"/>
              <a:gd name="connsiteY1" fmla="*/ 0 h 936363"/>
              <a:gd name="connsiteX2" fmla="*/ 9155141 w 9155141"/>
              <a:gd name="connsiteY2" fmla="*/ 936363 h 936363"/>
              <a:gd name="connsiteX3" fmla="*/ 0 w 9155141"/>
              <a:gd name="connsiteY3" fmla="*/ 902943 h 936363"/>
              <a:gd name="connsiteX4" fmla="*/ 29883 w 9155141"/>
              <a:gd name="connsiteY4" fmla="*/ 332463 h 936363"/>
              <a:gd name="connsiteX0" fmla="*/ 0 w 9170081"/>
              <a:gd name="connsiteY0" fmla="*/ 272698 h 936363"/>
              <a:gd name="connsiteX1" fmla="*/ 9163617 w 9170081"/>
              <a:gd name="connsiteY1" fmla="*/ 0 h 936363"/>
              <a:gd name="connsiteX2" fmla="*/ 9170081 w 9170081"/>
              <a:gd name="connsiteY2" fmla="*/ 936363 h 936363"/>
              <a:gd name="connsiteX3" fmla="*/ 14940 w 9170081"/>
              <a:gd name="connsiteY3" fmla="*/ 902943 h 936363"/>
              <a:gd name="connsiteX4" fmla="*/ 0 w 9170081"/>
              <a:gd name="connsiteY4" fmla="*/ 272698 h 936363"/>
              <a:gd name="connsiteX0" fmla="*/ 0 w 9170081"/>
              <a:gd name="connsiteY0" fmla="*/ 374298 h 936363"/>
              <a:gd name="connsiteX1" fmla="*/ 9163617 w 9170081"/>
              <a:gd name="connsiteY1" fmla="*/ 0 h 936363"/>
              <a:gd name="connsiteX2" fmla="*/ 9170081 w 9170081"/>
              <a:gd name="connsiteY2" fmla="*/ 936363 h 936363"/>
              <a:gd name="connsiteX3" fmla="*/ 14940 w 9170081"/>
              <a:gd name="connsiteY3" fmla="*/ 902943 h 936363"/>
              <a:gd name="connsiteX4" fmla="*/ 0 w 9170081"/>
              <a:gd name="connsiteY4" fmla="*/ 374298 h 936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0081" h="936363">
                <a:moveTo>
                  <a:pt x="0" y="374298"/>
                </a:moveTo>
                <a:lnTo>
                  <a:pt x="9163617" y="0"/>
                </a:lnTo>
                <a:cubicBezTo>
                  <a:pt x="9165772" y="222474"/>
                  <a:pt x="9167926" y="713889"/>
                  <a:pt x="9170081" y="936363"/>
                </a:cubicBezTo>
                <a:lnTo>
                  <a:pt x="14940" y="902943"/>
                </a:lnTo>
                <a:lnTo>
                  <a:pt x="0" y="374298"/>
                </a:lnTo>
                <a:close/>
              </a:path>
            </a:pathLst>
          </a:custGeom>
          <a:solidFill>
            <a:srgbClr val="012158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UVA_Primary_white.eps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1771" y="6324412"/>
            <a:ext cx="1353129" cy="33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72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alphaModFix amt="10000"/>
            <a:lum/>
          </a:blip>
          <a:srcRect/>
          <a:stretch>
            <a:fillRect l="30000" t="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/>
          <p:nvPr userDrawn="1"/>
        </p:nvSpPr>
        <p:spPr>
          <a:xfrm>
            <a:off x="-14711" y="5978147"/>
            <a:ext cx="9170081" cy="936363"/>
          </a:xfrm>
          <a:custGeom>
            <a:avLst/>
            <a:gdLst>
              <a:gd name="connsiteX0" fmla="*/ 0 w 9144000"/>
              <a:gd name="connsiteY0" fmla="*/ 0 h 854363"/>
              <a:gd name="connsiteX1" fmla="*/ 9144000 w 9144000"/>
              <a:gd name="connsiteY1" fmla="*/ 0 h 854363"/>
              <a:gd name="connsiteX2" fmla="*/ 9144000 w 9144000"/>
              <a:gd name="connsiteY2" fmla="*/ 854363 h 854363"/>
              <a:gd name="connsiteX3" fmla="*/ 0 w 9144000"/>
              <a:gd name="connsiteY3" fmla="*/ 854363 h 854363"/>
              <a:gd name="connsiteX4" fmla="*/ 0 w 9144000"/>
              <a:gd name="connsiteY4" fmla="*/ 0 h 854363"/>
              <a:gd name="connsiteX0" fmla="*/ 0 w 9182100"/>
              <a:gd name="connsiteY0" fmla="*/ 0 h 854363"/>
              <a:gd name="connsiteX1" fmla="*/ 9182100 w 9182100"/>
              <a:gd name="connsiteY1" fmla="*/ 342900 h 854363"/>
              <a:gd name="connsiteX2" fmla="*/ 9144000 w 9182100"/>
              <a:gd name="connsiteY2" fmla="*/ 854363 h 854363"/>
              <a:gd name="connsiteX3" fmla="*/ 0 w 9182100"/>
              <a:gd name="connsiteY3" fmla="*/ 854363 h 854363"/>
              <a:gd name="connsiteX4" fmla="*/ 0 w 9182100"/>
              <a:gd name="connsiteY4" fmla="*/ 0 h 854363"/>
              <a:gd name="connsiteX0" fmla="*/ 0 w 9144000"/>
              <a:gd name="connsiteY0" fmla="*/ 0 h 854363"/>
              <a:gd name="connsiteX1" fmla="*/ 9104113 w 9144000"/>
              <a:gd name="connsiteY1" fmla="*/ 342900 h 854363"/>
              <a:gd name="connsiteX2" fmla="*/ 9144000 w 9144000"/>
              <a:gd name="connsiteY2" fmla="*/ 854363 h 854363"/>
              <a:gd name="connsiteX3" fmla="*/ 0 w 9144000"/>
              <a:gd name="connsiteY3" fmla="*/ 854363 h 854363"/>
              <a:gd name="connsiteX4" fmla="*/ 0 w 9144000"/>
              <a:gd name="connsiteY4" fmla="*/ 0 h 854363"/>
              <a:gd name="connsiteX0" fmla="*/ 0 w 9148677"/>
              <a:gd name="connsiteY0" fmla="*/ 0 h 854363"/>
              <a:gd name="connsiteX1" fmla="*/ 9148677 w 9148677"/>
              <a:gd name="connsiteY1" fmla="*/ 220361 h 854363"/>
              <a:gd name="connsiteX2" fmla="*/ 9144000 w 9148677"/>
              <a:gd name="connsiteY2" fmla="*/ 854363 h 854363"/>
              <a:gd name="connsiteX3" fmla="*/ 0 w 9148677"/>
              <a:gd name="connsiteY3" fmla="*/ 854363 h 854363"/>
              <a:gd name="connsiteX4" fmla="*/ 0 w 9148677"/>
              <a:gd name="connsiteY4" fmla="*/ 0 h 854363"/>
              <a:gd name="connsiteX0" fmla="*/ 0 w 9155141"/>
              <a:gd name="connsiteY0" fmla="*/ 0 h 887783"/>
              <a:gd name="connsiteX1" fmla="*/ 9148677 w 9155141"/>
              <a:gd name="connsiteY1" fmla="*/ 220361 h 887783"/>
              <a:gd name="connsiteX2" fmla="*/ 9155141 w 9155141"/>
              <a:gd name="connsiteY2" fmla="*/ 887783 h 887783"/>
              <a:gd name="connsiteX3" fmla="*/ 0 w 9155141"/>
              <a:gd name="connsiteY3" fmla="*/ 854363 h 887783"/>
              <a:gd name="connsiteX4" fmla="*/ 0 w 9155141"/>
              <a:gd name="connsiteY4" fmla="*/ 0 h 887783"/>
              <a:gd name="connsiteX0" fmla="*/ 0 w 9155141"/>
              <a:gd name="connsiteY0" fmla="*/ 0 h 887783"/>
              <a:gd name="connsiteX1" fmla="*/ 9148677 w 9155141"/>
              <a:gd name="connsiteY1" fmla="*/ 26126 h 887783"/>
              <a:gd name="connsiteX2" fmla="*/ 9155141 w 9155141"/>
              <a:gd name="connsiteY2" fmla="*/ 887783 h 887783"/>
              <a:gd name="connsiteX3" fmla="*/ 0 w 9155141"/>
              <a:gd name="connsiteY3" fmla="*/ 854363 h 887783"/>
              <a:gd name="connsiteX4" fmla="*/ 0 w 9155141"/>
              <a:gd name="connsiteY4" fmla="*/ 0 h 887783"/>
              <a:gd name="connsiteX0" fmla="*/ 29883 w 9155141"/>
              <a:gd name="connsiteY0" fmla="*/ 257757 h 861657"/>
              <a:gd name="connsiteX1" fmla="*/ 9148677 w 9155141"/>
              <a:gd name="connsiteY1" fmla="*/ 0 h 861657"/>
              <a:gd name="connsiteX2" fmla="*/ 9155141 w 9155141"/>
              <a:gd name="connsiteY2" fmla="*/ 861657 h 861657"/>
              <a:gd name="connsiteX3" fmla="*/ 0 w 9155141"/>
              <a:gd name="connsiteY3" fmla="*/ 828237 h 861657"/>
              <a:gd name="connsiteX4" fmla="*/ 29883 w 9155141"/>
              <a:gd name="connsiteY4" fmla="*/ 257757 h 861657"/>
              <a:gd name="connsiteX0" fmla="*/ 29883 w 9155141"/>
              <a:gd name="connsiteY0" fmla="*/ 332463 h 936363"/>
              <a:gd name="connsiteX1" fmla="*/ 9148677 w 9155141"/>
              <a:gd name="connsiteY1" fmla="*/ 0 h 936363"/>
              <a:gd name="connsiteX2" fmla="*/ 9155141 w 9155141"/>
              <a:gd name="connsiteY2" fmla="*/ 936363 h 936363"/>
              <a:gd name="connsiteX3" fmla="*/ 0 w 9155141"/>
              <a:gd name="connsiteY3" fmla="*/ 902943 h 936363"/>
              <a:gd name="connsiteX4" fmla="*/ 29883 w 9155141"/>
              <a:gd name="connsiteY4" fmla="*/ 332463 h 936363"/>
              <a:gd name="connsiteX0" fmla="*/ 0 w 9170081"/>
              <a:gd name="connsiteY0" fmla="*/ 272698 h 936363"/>
              <a:gd name="connsiteX1" fmla="*/ 9163617 w 9170081"/>
              <a:gd name="connsiteY1" fmla="*/ 0 h 936363"/>
              <a:gd name="connsiteX2" fmla="*/ 9170081 w 9170081"/>
              <a:gd name="connsiteY2" fmla="*/ 936363 h 936363"/>
              <a:gd name="connsiteX3" fmla="*/ 14940 w 9170081"/>
              <a:gd name="connsiteY3" fmla="*/ 902943 h 936363"/>
              <a:gd name="connsiteX4" fmla="*/ 0 w 9170081"/>
              <a:gd name="connsiteY4" fmla="*/ 272698 h 936363"/>
              <a:gd name="connsiteX0" fmla="*/ 0 w 9170081"/>
              <a:gd name="connsiteY0" fmla="*/ 374298 h 936363"/>
              <a:gd name="connsiteX1" fmla="*/ 9163617 w 9170081"/>
              <a:gd name="connsiteY1" fmla="*/ 0 h 936363"/>
              <a:gd name="connsiteX2" fmla="*/ 9170081 w 9170081"/>
              <a:gd name="connsiteY2" fmla="*/ 936363 h 936363"/>
              <a:gd name="connsiteX3" fmla="*/ 14940 w 9170081"/>
              <a:gd name="connsiteY3" fmla="*/ 902943 h 936363"/>
              <a:gd name="connsiteX4" fmla="*/ 0 w 9170081"/>
              <a:gd name="connsiteY4" fmla="*/ 374298 h 936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0081" h="936363">
                <a:moveTo>
                  <a:pt x="0" y="374298"/>
                </a:moveTo>
                <a:lnTo>
                  <a:pt x="9163617" y="0"/>
                </a:lnTo>
                <a:cubicBezTo>
                  <a:pt x="9165772" y="222474"/>
                  <a:pt x="9167926" y="713889"/>
                  <a:pt x="9170081" y="936363"/>
                </a:cubicBezTo>
                <a:lnTo>
                  <a:pt x="14940" y="902943"/>
                </a:lnTo>
                <a:lnTo>
                  <a:pt x="0" y="374298"/>
                </a:lnTo>
                <a:close/>
              </a:path>
            </a:pathLst>
          </a:custGeom>
          <a:solidFill>
            <a:srgbClr val="012158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6"/>
          <p:cNvSpPr/>
          <p:nvPr userDrawn="1"/>
        </p:nvSpPr>
        <p:spPr>
          <a:xfrm>
            <a:off x="1" y="0"/>
            <a:ext cx="9145300" cy="996305"/>
          </a:xfrm>
          <a:custGeom>
            <a:avLst/>
            <a:gdLst>
              <a:gd name="connsiteX0" fmla="*/ 0 w 9144000"/>
              <a:gd name="connsiteY0" fmla="*/ 0 h 727363"/>
              <a:gd name="connsiteX1" fmla="*/ 9144000 w 9144000"/>
              <a:gd name="connsiteY1" fmla="*/ 0 h 727363"/>
              <a:gd name="connsiteX2" fmla="*/ 9144000 w 9144000"/>
              <a:gd name="connsiteY2" fmla="*/ 727363 h 727363"/>
              <a:gd name="connsiteX3" fmla="*/ 0 w 9144000"/>
              <a:gd name="connsiteY3" fmla="*/ 727363 h 727363"/>
              <a:gd name="connsiteX4" fmla="*/ 0 w 9144000"/>
              <a:gd name="connsiteY4" fmla="*/ 0 h 727363"/>
              <a:gd name="connsiteX0" fmla="*/ 0 w 9155759"/>
              <a:gd name="connsiteY0" fmla="*/ 0 h 927253"/>
              <a:gd name="connsiteX1" fmla="*/ 9144000 w 9155759"/>
              <a:gd name="connsiteY1" fmla="*/ 0 h 927253"/>
              <a:gd name="connsiteX2" fmla="*/ 9155759 w 9155759"/>
              <a:gd name="connsiteY2" fmla="*/ 927253 h 927253"/>
              <a:gd name="connsiteX3" fmla="*/ 0 w 9155759"/>
              <a:gd name="connsiteY3" fmla="*/ 727363 h 927253"/>
              <a:gd name="connsiteX4" fmla="*/ 0 w 9155759"/>
              <a:gd name="connsiteY4" fmla="*/ 0 h 927253"/>
              <a:gd name="connsiteX0" fmla="*/ 0 w 9155759"/>
              <a:gd name="connsiteY0" fmla="*/ 0 h 936540"/>
              <a:gd name="connsiteX1" fmla="*/ 9144000 w 9155759"/>
              <a:gd name="connsiteY1" fmla="*/ 0 h 936540"/>
              <a:gd name="connsiteX2" fmla="*/ 9155759 w 9155759"/>
              <a:gd name="connsiteY2" fmla="*/ 927253 h 936540"/>
              <a:gd name="connsiteX3" fmla="*/ 29883 w 9155759"/>
              <a:gd name="connsiteY3" fmla="*/ 936540 h 936540"/>
              <a:gd name="connsiteX4" fmla="*/ 0 w 9155759"/>
              <a:gd name="connsiteY4" fmla="*/ 0 h 936540"/>
              <a:gd name="connsiteX0" fmla="*/ 0 w 9170700"/>
              <a:gd name="connsiteY0" fmla="*/ 0 h 936540"/>
              <a:gd name="connsiteX1" fmla="*/ 9144000 w 9170700"/>
              <a:gd name="connsiteY1" fmla="*/ 0 h 936540"/>
              <a:gd name="connsiteX2" fmla="*/ 9170700 w 9170700"/>
              <a:gd name="connsiteY2" fmla="*/ 747959 h 936540"/>
              <a:gd name="connsiteX3" fmla="*/ 29883 w 9170700"/>
              <a:gd name="connsiteY3" fmla="*/ 936540 h 936540"/>
              <a:gd name="connsiteX4" fmla="*/ 0 w 9170700"/>
              <a:gd name="connsiteY4" fmla="*/ 0 h 936540"/>
              <a:gd name="connsiteX0" fmla="*/ 44823 w 9215523"/>
              <a:gd name="connsiteY0" fmla="*/ 0 h 1041128"/>
              <a:gd name="connsiteX1" fmla="*/ 9188823 w 9215523"/>
              <a:gd name="connsiteY1" fmla="*/ 0 h 1041128"/>
              <a:gd name="connsiteX2" fmla="*/ 9215523 w 9215523"/>
              <a:gd name="connsiteY2" fmla="*/ 747959 h 1041128"/>
              <a:gd name="connsiteX3" fmla="*/ 0 w 9215523"/>
              <a:gd name="connsiteY3" fmla="*/ 1041128 h 1041128"/>
              <a:gd name="connsiteX4" fmla="*/ 44823 w 9215523"/>
              <a:gd name="connsiteY4" fmla="*/ 0 h 1041128"/>
              <a:gd name="connsiteX0" fmla="*/ 0 w 9170700"/>
              <a:gd name="connsiteY0" fmla="*/ 0 h 921599"/>
              <a:gd name="connsiteX1" fmla="*/ 9144000 w 9170700"/>
              <a:gd name="connsiteY1" fmla="*/ 0 h 921599"/>
              <a:gd name="connsiteX2" fmla="*/ 9170700 w 9170700"/>
              <a:gd name="connsiteY2" fmla="*/ 747959 h 921599"/>
              <a:gd name="connsiteX3" fmla="*/ 14942 w 9170700"/>
              <a:gd name="connsiteY3" fmla="*/ 921599 h 921599"/>
              <a:gd name="connsiteX4" fmla="*/ 0 w 9170700"/>
              <a:gd name="connsiteY4" fmla="*/ 0 h 921599"/>
              <a:gd name="connsiteX0" fmla="*/ 0 w 9170700"/>
              <a:gd name="connsiteY0" fmla="*/ 0 h 891717"/>
              <a:gd name="connsiteX1" fmla="*/ 9144000 w 9170700"/>
              <a:gd name="connsiteY1" fmla="*/ 0 h 891717"/>
              <a:gd name="connsiteX2" fmla="*/ 9170700 w 9170700"/>
              <a:gd name="connsiteY2" fmla="*/ 747959 h 891717"/>
              <a:gd name="connsiteX3" fmla="*/ 1 w 9170700"/>
              <a:gd name="connsiteY3" fmla="*/ 891717 h 891717"/>
              <a:gd name="connsiteX4" fmla="*/ 0 w 9170700"/>
              <a:gd name="connsiteY4" fmla="*/ 0 h 891717"/>
              <a:gd name="connsiteX0" fmla="*/ 0 w 9170700"/>
              <a:gd name="connsiteY0" fmla="*/ 0 h 891717"/>
              <a:gd name="connsiteX1" fmla="*/ 9144000 w 9170700"/>
              <a:gd name="connsiteY1" fmla="*/ 0 h 891717"/>
              <a:gd name="connsiteX2" fmla="*/ 9170700 w 9170700"/>
              <a:gd name="connsiteY2" fmla="*/ 628429 h 891717"/>
              <a:gd name="connsiteX3" fmla="*/ 1 w 9170700"/>
              <a:gd name="connsiteY3" fmla="*/ 891717 h 891717"/>
              <a:gd name="connsiteX4" fmla="*/ 0 w 9170700"/>
              <a:gd name="connsiteY4" fmla="*/ 0 h 891717"/>
              <a:gd name="connsiteX0" fmla="*/ 0 w 9170700"/>
              <a:gd name="connsiteY0" fmla="*/ 0 h 996305"/>
              <a:gd name="connsiteX1" fmla="*/ 9144000 w 9170700"/>
              <a:gd name="connsiteY1" fmla="*/ 0 h 996305"/>
              <a:gd name="connsiteX2" fmla="*/ 9170700 w 9170700"/>
              <a:gd name="connsiteY2" fmla="*/ 628429 h 996305"/>
              <a:gd name="connsiteX3" fmla="*/ 1 w 9170700"/>
              <a:gd name="connsiteY3" fmla="*/ 996305 h 996305"/>
              <a:gd name="connsiteX4" fmla="*/ 0 w 9170700"/>
              <a:gd name="connsiteY4" fmla="*/ 0 h 996305"/>
              <a:gd name="connsiteX0" fmla="*/ 0 w 9170700"/>
              <a:gd name="connsiteY0" fmla="*/ 0 h 996305"/>
              <a:gd name="connsiteX1" fmla="*/ 9144000 w 9170700"/>
              <a:gd name="connsiteY1" fmla="*/ 0 h 996305"/>
              <a:gd name="connsiteX2" fmla="*/ 9170700 w 9170700"/>
              <a:gd name="connsiteY2" fmla="*/ 553724 h 996305"/>
              <a:gd name="connsiteX3" fmla="*/ 1 w 9170700"/>
              <a:gd name="connsiteY3" fmla="*/ 996305 h 996305"/>
              <a:gd name="connsiteX4" fmla="*/ 0 w 9170700"/>
              <a:gd name="connsiteY4" fmla="*/ 0 h 996305"/>
              <a:gd name="connsiteX0" fmla="*/ 0 w 9144000"/>
              <a:gd name="connsiteY0" fmla="*/ 0 h 996305"/>
              <a:gd name="connsiteX1" fmla="*/ 9144000 w 9144000"/>
              <a:gd name="connsiteY1" fmla="*/ 0 h 996305"/>
              <a:gd name="connsiteX2" fmla="*/ 9132600 w 9144000"/>
              <a:gd name="connsiteY2" fmla="*/ 566424 h 996305"/>
              <a:gd name="connsiteX3" fmla="*/ 1 w 9144000"/>
              <a:gd name="connsiteY3" fmla="*/ 996305 h 996305"/>
              <a:gd name="connsiteX4" fmla="*/ 0 w 9144000"/>
              <a:gd name="connsiteY4" fmla="*/ 0 h 996305"/>
              <a:gd name="connsiteX0" fmla="*/ 0 w 9145300"/>
              <a:gd name="connsiteY0" fmla="*/ 0 h 996305"/>
              <a:gd name="connsiteX1" fmla="*/ 9144000 w 9145300"/>
              <a:gd name="connsiteY1" fmla="*/ 0 h 996305"/>
              <a:gd name="connsiteX2" fmla="*/ 9145300 w 9145300"/>
              <a:gd name="connsiteY2" fmla="*/ 566424 h 996305"/>
              <a:gd name="connsiteX3" fmla="*/ 1 w 9145300"/>
              <a:gd name="connsiteY3" fmla="*/ 996305 h 996305"/>
              <a:gd name="connsiteX4" fmla="*/ 0 w 9145300"/>
              <a:gd name="connsiteY4" fmla="*/ 0 h 996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5300" h="996305">
                <a:moveTo>
                  <a:pt x="0" y="0"/>
                </a:moveTo>
                <a:lnTo>
                  <a:pt x="9144000" y="0"/>
                </a:lnTo>
                <a:cubicBezTo>
                  <a:pt x="9144433" y="188808"/>
                  <a:pt x="9144867" y="377616"/>
                  <a:pt x="9145300" y="566424"/>
                </a:cubicBezTo>
                <a:lnTo>
                  <a:pt x="1" y="996305"/>
                </a:lnTo>
                <a:cubicBezTo>
                  <a:pt x="1" y="699066"/>
                  <a:pt x="0" y="297239"/>
                  <a:pt x="0" y="0"/>
                </a:cubicBezTo>
                <a:close/>
              </a:path>
            </a:pathLst>
          </a:custGeom>
          <a:solidFill>
            <a:srgbClr val="012158"/>
          </a:solidFill>
          <a:ln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UVA_Primary_white.eps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06" y="277922"/>
            <a:ext cx="1408412" cy="34719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5564" y="646025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aseline="0">
                <a:solidFill>
                  <a:schemeClr val="bg1"/>
                </a:solidFill>
                <a:latin typeface="ITC Franklin Gothic Std Book Extra Compressed"/>
              </a:defRPr>
            </a:lvl1pPr>
          </a:lstStyle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998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65" r:id="rId2"/>
    <p:sldLayoutId id="2147483666" r:id="rId3"/>
    <p:sldLayoutId id="2147483668" r:id="rId4"/>
    <p:sldLayoutId id="2147483669" r:id="rId5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alphaModFix amt="10000"/>
            <a:lum/>
          </a:blip>
          <a:srcRect/>
          <a:stretch>
            <a:fillRect l="30000" t="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ounds.png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0" r="15387" b="-16499"/>
          <a:stretch/>
        </p:blipFill>
        <p:spPr>
          <a:xfrm>
            <a:off x="-1" y="0"/>
            <a:ext cx="9155371" cy="7569200"/>
          </a:xfrm>
          <a:prstGeom prst="rect">
            <a:avLst/>
          </a:prstGeom>
        </p:spPr>
      </p:pic>
      <p:pic>
        <p:nvPicPr>
          <p:cNvPr id="8" name="Picture 7" descr="grounds.png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" r="10121" b="-16499"/>
          <a:stretch/>
        </p:blipFill>
        <p:spPr>
          <a:xfrm>
            <a:off x="-14711" y="457200"/>
            <a:ext cx="9158711" cy="6974051"/>
          </a:xfrm>
          <a:prstGeom prst="rect">
            <a:avLst/>
          </a:prstGeom>
        </p:spPr>
      </p:pic>
      <p:sp>
        <p:nvSpPr>
          <p:cNvPr id="9" name="Rectangle 3"/>
          <p:cNvSpPr/>
          <p:nvPr userDrawn="1"/>
        </p:nvSpPr>
        <p:spPr>
          <a:xfrm>
            <a:off x="-14711" y="5978147"/>
            <a:ext cx="9170081" cy="936363"/>
          </a:xfrm>
          <a:custGeom>
            <a:avLst/>
            <a:gdLst>
              <a:gd name="connsiteX0" fmla="*/ 0 w 9144000"/>
              <a:gd name="connsiteY0" fmla="*/ 0 h 854363"/>
              <a:gd name="connsiteX1" fmla="*/ 9144000 w 9144000"/>
              <a:gd name="connsiteY1" fmla="*/ 0 h 854363"/>
              <a:gd name="connsiteX2" fmla="*/ 9144000 w 9144000"/>
              <a:gd name="connsiteY2" fmla="*/ 854363 h 854363"/>
              <a:gd name="connsiteX3" fmla="*/ 0 w 9144000"/>
              <a:gd name="connsiteY3" fmla="*/ 854363 h 854363"/>
              <a:gd name="connsiteX4" fmla="*/ 0 w 9144000"/>
              <a:gd name="connsiteY4" fmla="*/ 0 h 854363"/>
              <a:gd name="connsiteX0" fmla="*/ 0 w 9182100"/>
              <a:gd name="connsiteY0" fmla="*/ 0 h 854363"/>
              <a:gd name="connsiteX1" fmla="*/ 9182100 w 9182100"/>
              <a:gd name="connsiteY1" fmla="*/ 342900 h 854363"/>
              <a:gd name="connsiteX2" fmla="*/ 9144000 w 9182100"/>
              <a:gd name="connsiteY2" fmla="*/ 854363 h 854363"/>
              <a:gd name="connsiteX3" fmla="*/ 0 w 9182100"/>
              <a:gd name="connsiteY3" fmla="*/ 854363 h 854363"/>
              <a:gd name="connsiteX4" fmla="*/ 0 w 9182100"/>
              <a:gd name="connsiteY4" fmla="*/ 0 h 854363"/>
              <a:gd name="connsiteX0" fmla="*/ 0 w 9144000"/>
              <a:gd name="connsiteY0" fmla="*/ 0 h 854363"/>
              <a:gd name="connsiteX1" fmla="*/ 9104113 w 9144000"/>
              <a:gd name="connsiteY1" fmla="*/ 342900 h 854363"/>
              <a:gd name="connsiteX2" fmla="*/ 9144000 w 9144000"/>
              <a:gd name="connsiteY2" fmla="*/ 854363 h 854363"/>
              <a:gd name="connsiteX3" fmla="*/ 0 w 9144000"/>
              <a:gd name="connsiteY3" fmla="*/ 854363 h 854363"/>
              <a:gd name="connsiteX4" fmla="*/ 0 w 9144000"/>
              <a:gd name="connsiteY4" fmla="*/ 0 h 854363"/>
              <a:gd name="connsiteX0" fmla="*/ 0 w 9148677"/>
              <a:gd name="connsiteY0" fmla="*/ 0 h 854363"/>
              <a:gd name="connsiteX1" fmla="*/ 9148677 w 9148677"/>
              <a:gd name="connsiteY1" fmla="*/ 220361 h 854363"/>
              <a:gd name="connsiteX2" fmla="*/ 9144000 w 9148677"/>
              <a:gd name="connsiteY2" fmla="*/ 854363 h 854363"/>
              <a:gd name="connsiteX3" fmla="*/ 0 w 9148677"/>
              <a:gd name="connsiteY3" fmla="*/ 854363 h 854363"/>
              <a:gd name="connsiteX4" fmla="*/ 0 w 9148677"/>
              <a:gd name="connsiteY4" fmla="*/ 0 h 854363"/>
              <a:gd name="connsiteX0" fmla="*/ 0 w 9155141"/>
              <a:gd name="connsiteY0" fmla="*/ 0 h 887783"/>
              <a:gd name="connsiteX1" fmla="*/ 9148677 w 9155141"/>
              <a:gd name="connsiteY1" fmla="*/ 220361 h 887783"/>
              <a:gd name="connsiteX2" fmla="*/ 9155141 w 9155141"/>
              <a:gd name="connsiteY2" fmla="*/ 887783 h 887783"/>
              <a:gd name="connsiteX3" fmla="*/ 0 w 9155141"/>
              <a:gd name="connsiteY3" fmla="*/ 854363 h 887783"/>
              <a:gd name="connsiteX4" fmla="*/ 0 w 9155141"/>
              <a:gd name="connsiteY4" fmla="*/ 0 h 887783"/>
              <a:gd name="connsiteX0" fmla="*/ 0 w 9155141"/>
              <a:gd name="connsiteY0" fmla="*/ 0 h 887783"/>
              <a:gd name="connsiteX1" fmla="*/ 9148677 w 9155141"/>
              <a:gd name="connsiteY1" fmla="*/ 26126 h 887783"/>
              <a:gd name="connsiteX2" fmla="*/ 9155141 w 9155141"/>
              <a:gd name="connsiteY2" fmla="*/ 887783 h 887783"/>
              <a:gd name="connsiteX3" fmla="*/ 0 w 9155141"/>
              <a:gd name="connsiteY3" fmla="*/ 854363 h 887783"/>
              <a:gd name="connsiteX4" fmla="*/ 0 w 9155141"/>
              <a:gd name="connsiteY4" fmla="*/ 0 h 887783"/>
              <a:gd name="connsiteX0" fmla="*/ 29883 w 9155141"/>
              <a:gd name="connsiteY0" fmla="*/ 257757 h 861657"/>
              <a:gd name="connsiteX1" fmla="*/ 9148677 w 9155141"/>
              <a:gd name="connsiteY1" fmla="*/ 0 h 861657"/>
              <a:gd name="connsiteX2" fmla="*/ 9155141 w 9155141"/>
              <a:gd name="connsiteY2" fmla="*/ 861657 h 861657"/>
              <a:gd name="connsiteX3" fmla="*/ 0 w 9155141"/>
              <a:gd name="connsiteY3" fmla="*/ 828237 h 861657"/>
              <a:gd name="connsiteX4" fmla="*/ 29883 w 9155141"/>
              <a:gd name="connsiteY4" fmla="*/ 257757 h 861657"/>
              <a:gd name="connsiteX0" fmla="*/ 29883 w 9155141"/>
              <a:gd name="connsiteY0" fmla="*/ 332463 h 936363"/>
              <a:gd name="connsiteX1" fmla="*/ 9148677 w 9155141"/>
              <a:gd name="connsiteY1" fmla="*/ 0 h 936363"/>
              <a:gd name="connsiteX2" fmla="*/ 9155141 w 9155141"/>
              <a:gd name="connsiteY2" fmla="*/ 936363 h 936363"/>
              <a:gd name="connsiteX3" fmla="*/ 0 w 9155141"/>
              <a:gd name="connsiteY3" fmla="*/ 902943 h 936363"/>
              <a:gd name="connsiteX4" fmla="*/ 29883 w 9155141"/>
              <a:gd name="connsiteY4" fmla="*/ 332463 h 936363"/>
              <a:gd name="connsiteX0" fmla="*/ 0 w 9170081"/>
              <a:gd name="connsiteY0" fmla="*/ 272698 h 936363"/>
              <a:gd name="connsiteX1" fmla="*/ 9163617 w 9170081"/>
              <a:gd name="connsiteY1" fmla="*/ 0 h 936363"/>
              <a:gd name="connsiteX2" fmla="*/ 9170081 w 9170081"/>
              <a:gd name="connsiteY2" fmla="*/ 936363 h 936363"/>
              <a:gd name="connsiteX3" fmla="*/ 14940 w 9170081"/>
              <a:gd name="connsiteY3" fmla="*/ 902943 h 936363"/>
              <a:gd name="connsiteX4" fmla="*/ 0 w 9170081"/>
              <a:gd name="connsiteY4" fmla="*/ 272698 h 936363"/>
              <a:gd name="connsiteX0" fmla="*/ 0 w 9170081"/>
              <a:gd name="connsiteY0" fmla="*/ 374298 h 936363"/>
              <a:gd name="connsiteX1" fmla="*/ 9163617 w 9170081"/>
              <a:gd name="connsiteY1" fmla="*/ 0 h 936363"/>
              <a:gd name="connsiteX2" fmla="*/ 9170081 w 9170081"/>
              <a:gd name="connsiteY2" fmla="*/ 936363 h 936363"/>
              <a:gd name="connsiteX3" fmla="*/ 14940 w 9170081"/>
              <a:gd name="connsiteY3" fmla="*/ 902943 h 936363"/>
              <a:gd name="connsiteX4" fmla="*/ 0 w 9170081"/>
              <a:gd name="connsiteY4" fmla="*/ 374298 h 936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0081" h="936363">
                <a:moveTo>
                  <a:pt x="0" y="374298"/>
                </a:moveTo>
                <a:lnTo>
                  <a:pt x="9163617" y="0"/>
                </a:lnTo>
                <a:cubicBezTo>
                  <a:pt x="9165772" y="222474"/>
                  <a:pt x="9167926" y="713889"/>
                  <a:pt x="9170081" y="936363"/>
                </a:cubicBezTo>
                <a:lnTo>
                  <a:pt x="14940" y="902943"/>
                </a:lnTo>
                <a:lnTo>
                  <a:pt x="0" y="374298"/>
                </a:lnTo>
                <a:close/>
              </a:path>
            </a:pathLst>
          </a:custGeom>
          <a:solidFill>
            <a:srgbClr val="012158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6"/>
          <p:cNvSpPr/>
          <p:nvPr userDrawn="1"/>
        </p:nvSpPr>
        <p:spPr>
          <a:xfrm>
            <a:off x="-2630" y="0"/>
            <a:ext cx="9145300" cy="996305"/>
          </a:xfrm>
          <a:custGeom>
            <a:avLst/>
            <a:gdLst>
              <a:gd name="connsiteX0" fmla="*/ 0 w 9144000"/>
              <a:gd name="connsiteY0" fmla="*/ 0 h 727363"/>
              <a:gd name="connsiteX1" fmla="*/ 9144000 w 9144000"/>
              <a:gd name="connsiteY1" fmla="*/ 0 h 727363"/>
              <a:gd name="connsiteX2" fmla="*/ 9144000 w 9144000"/>
              <a:gd name="connsiteY2" fmla="*/ 727363 h 727363"/>
              <a:gd name="connsiteX3" fmla="*/ 0 w 9144000"/>
              <a:gd name="connsiteY3" fmla="*/ 727363 h 727363"/>
              <a:gd name="connsiteX4" fmla="*/ 0 w 9144000"/>
              <a:gd name="connsiteY4" fmla="*/ 0 h 727363"/>
              <a:gd name="connsiteX0" fmla="*/ 0 w 9155759"/>
              <a:gd name="connsiteY0" fmla="*/ 0 h 927253"/>
              <a:gd name="connsiteX1" fmla="*/ 9144000 w 9155759"/>
              <a:gd name="connsiteY1" fmla="*/ 0 h 927253"/>
              <a:gd name="connsiteX2" fmla="*/ 9155759 w 9155759"/>
              <a:gd name="connsiteY2" fmla="*/ 927253 h 927253"/>
              <a:gd name="connsiteX3" fmla="*/ 0 w 9155759"/>
              <a:gd name="connsiteY3" fmla="*/ 727363 h 927253"/>
              <a:gd name="connsiteX4" fmla="*/ 0 w 9155759"/>
              <a:gd name="connsiteY4" fmla="*/ 0 h 927253"/>
              <a:gd name="connsiteX0" fmla="*/ 0 w 9155759"/>
              <a:gd name="connsiteY0" fmla="*/ 0 h 936540"/>
              <a:gd name="connsiteX1" fmla="*/ 9144000 w 9155759"/>
              <a:gd name="connsiteY1" fmla="*/ 0 h 936540"/>
              <a:gd name="connsiteX2" fmla="*/ 9155759 w 9155759"/>
              <a:gd name="connsiteY2" fmla="*/ 927253 h 936540"/>
              <a:gd name="connsiteX3" fmla="*/ 29883 w 9155759"/>
              <a:gd name="connsiteY3" fmla="*/ 936540 h 936540"/>
              <a:gd name="connsiteX4" fmla="*/ 0 w 9155759"/>
              <a:gd name="connsiteY4" fmla="*/ 0 h 936540"/>
              <a:gd name="connsiteX0" fmla="*/ 0 w 9170700"/>
              <a:gd name="connsiteY0" fmla="*/ 0 h 936540"/>
              <a:gd name="connsiteX1" fmla="*/ 9144000 w 9170700"/>
              <a:gd name="connsiteY1" fmla="*/ 0 h 936540"/>
              <a:gd name="connsiteX2" fmla="*/ 9170700 w 9170700"/>
              <a:gd name="connsiteY2" fmla="*/ 747959 h 936540"/>
              <a:gd name="connsiteX3" fmla="*/ 29883 w 9170700"/>
              <a:gd name="connsiteY3" fmla="*/ 936540 h 936540"/>
              <a:gd name="connsiteX4" fmla="*/ 0 w 9170700"/>
              <a:gd name="connsiteY4" fmla="*/ 0 h 936540"/>
              <a:gd name="connsiteX0" fmla="*/ 44823 w 9215523"/>
              <a:gd name="connsiteY0" fmla="*/ 0 h 1041128"/>
              <a:gd name="connsiteX1" fmla="*/ 9188823 w 9215523"/>
              <a:gd name="connsiteY1" fmla="*/ 0 h 1041128"/>
              <a:gd name="connsiteX2" fmla="*/ 9215523 w 9215523"/>
              <a:gd name="connsiteY2" fmla="*/ 747959 h 1041128"/>
              <a:gd name="connsiteX3" fmla="*/ 0 w 9215523"/>
              <a:gd name="connsiteY3" fmla="*/ 1041128 h 1041128"/>
              <a:gd name="connsiteX4" fmla="*/ 44823 w 9215523"/>
              <a:gd name="connsiteY4" fmla="*/ 0 h 1041128"/>
              <a:gd name="connsiteX0" fmla="*/ 0 w 9170700"/>
              <a:gd name="connsiteY0" fmla="*/ 0 h 921599"/>
              <a:gd name="connsiteX1" fmla="*/ 9144000 w 9170700"/>
              <a:gd name="connsiteY1" fmla="*/ 0 h 921599"/>
              <a:gd name="connsiteX2" fmla="*/ 9170700 w 9170700"/>
              <a:gd name="connsiteY2" fmla="*/ 747959 h 921599"/>
              <a:gd name="connsiteX3" fmla="*/ 14942 w 9170700"/>
              <a:gd name="connsiteY3" fmla="*/ 921599 h 921599"/>
              <a:gd name="connsiteX4" fmla="*/ 0 w 9170700"/>
              <a:gd name="connsiteY4" fmla="*/ 0 h 921599"/>
              <a:gd name="connsiteX0" fmla="*/ 0 w 9170700"/>
              <a:gd name="connsiteY0" fmla="*/ 0 h 891717"/>
              <a:gd name="connsiteX1" fmla="*/ 9144000 w 9170700"/>
              <a:gd name="connsiteY1" fmla="*/ 0 h 891717"/>
              <a:gd name="connsiteX2" fmla="*/ 9170700 w 9170700"/>
              <a:gd name="connsiteY2" fmla="*/ 747959 h 891717"/>
              <a:gd name="connsiteX3" fmla="*/ 1 w 9170700"/>
              <a:gd name="connsiteY3" fmla="*/ 891717 h 891717"/>
              <a:gd name="connsiteX4" fmla="*/ 0 w 9170700"/>
              <a:gd name="connsiteY4" fmla="*/ 0 h 891717"/>
              <a:gd name="connsiteX0" fmla="*/ 0 w 9170700"/>
              <a:gd name="connsiteY0" fmla="*/ 0 h 891717"/>
              <a:gd name="connsiteX1" fmla="*/ 9144000 w 9170700"/>
              <a:gd name="connsiteY1" fmla="*/ 0 h 891717"/>
              <a:gd name="connsiteX2" fmla="*/ 9170700 w 9170700"/>
              <a:gd name="connsiteY2" fmla="*/ 628429 h 891717"/>
              <a:gd name="connsiteX3" fmla="*/ 1 w 9170700"/>
              <a:gd name="connsiteY3" fmla="*/ 891717 h 891717"/>
              <a:gd name="connsiteX4" fmla="*/ 0 w 9170700"/>
              <a:gd name="connsiteY4" fmla="*/ 0 h 891717"/>
              <a:gd name="connsiteX0" fmla="*/ 0 w 9170700"/>
              <a:gd name="connsiteY0" fmla="*/ 0 h 996305"/>
              <a:gd name="connsiteX1" fmla="*/ 9144000 w 9170700"/>
              <a:gd name="connsiteY1" fmla="*/ 0 h 996305"/>
              <a:gd name="connsiteX2" fmla="*/ 9170700 w 9170700"/>
              <a:gd name="connsiteY2" fmla="*/ 628429 h 996305"/>
              <a:gd name="connsiteX3" fmla="*/ 1 w 9170700"/>
              <a:gd name="connsiteY3" fmla="*/ 996305 h 996305"/>
              <a:gd name="connsiteX4" fmla="*/ 0 w 9170700"/>
              <a:gd name="connsiteY4" fmla="*/ 0 h 996305"/>
              <a:gd name="connsiteX0" fmla="*/ 0 w 9170700"/>
              <a:gd name="connsiteY0" fmla="*/ 0 h 996305"/>
              <a:gd name="connsiteX1" fmla="*/ 9144000 w 9170700"/>
              <a:gd name="connsiteY1" fmla="*/ 0 h 996305"/>
              <a:gd name="connsiteX2" fmla="*/ 9170700 w 9170700"/>
              <a:gd name="connsiteY2" fmla="*/ 553724 h 996305"/>
              <a:gd name="connsiteX3" fmla="*/ 1 w 9170700"/>
              <a:gd name="connsiteY3" fmla="*/ 996305 h 996305"/>
              <a:gd name="connsiteX4" fmla="*/ 0 w 9170700"/>
              <a:gd name="connsiteY4" fmla="*/ 0 h 996305"/>
              <a:gd name="connsiteX0" fmla="*/ 0 w 9144000"/>
              <a:gd name="connsiteY0" fmla="*/ 0 h 996305"/>
              <a:gd name="connsiteX1" fmla="*/ 9144000 w 9144000"/>
              <a:gd name="connsiteY1" fmla="*/ 0 h 996305"/>
              <a:gd name="connsiteX2" fmla="*/ 9132600 w 9144000"/>
              <a:gd name="connsiteY2" fmla="*/ 566424 h 996305"/>
              <a:gd name="connsiteX3" fmla="*/ 1 w 9144000"/>
              <a:gd name="connsiteY3" fmla="*/ 996305 h 996305"/>
              <a:gd name="connsiteX4" fmla="*/ 0 w 9144000"/>
              <a:gd name="connsiteY4" fmla="*/ 0 h 996305"/>
              <a:gd name="connsiteX0" fmla="*/ 0 w 9145300"/>
              <a:gd name="connsiteY0" fmla="*/ 0 h 996305"/>
              <a:gd name="connsiteX1" fmla="*/ 9144000 w 9145300"/>
              <a:gd name="connsiteY1" fmla="*/ 0 h 996305"/>
              <a:gd name="connsiteX2" fmla="*/ 9145300 w 9145300"/>
              <a:gd name="connsiteY2" fmla="*/ 566424 h 996305"/>
              <a:gd name="connsiteX3" fmla="*/ 1 w 9145300"/>
              <a:gd name="connsiteY3" fmla="*/ 996305 h 996305"/>
              <a:gd name="connsiteX4" fmla="*/ 0 w 9145300"/>
              <a:gd name="connsiteY4" fmla="*/ 0 h 996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5300" h="996305">
                <a:moveTo>
                  <a:pt x="0" y="0"/>
                </a:moveTo>
                <a:lnTo>
                  <a:pt x="9144000" y="0"/>
                </a:lnTo>
                <a:cubicBezTo>
                  <a:pt x="9144433" y="188808"/>
                  <a:pt x="9144867" y="377616"/>
                  <a:pt x="9145300" y="566424"/>
                </a:cubicBezTo>
                <a:lnTo>
                  <a:pt x="1" y="996305"/>
                </a:lnTo>
                <a:cubicBezTo>
                  <a:pt x="1" y="699066"/>
                  <a:pt x="0" y="297239"/>
                  <a:pt x="0" y="0"/>
                </a:cubicBezTo>
                <a:close/>
              </a:path>
            </a:pathLst>
          </a:custGeom>
          <a:solidFill>
            <a:srgbClr val="012158"/>
          </a:solidFill>
          <a:ln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UVA_Primary_white.eps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775" y="277922"/>
            <a:ext cx="1408412" cy="34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877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alphaModFix amt="10000"/>
            <a:lum/>
          </a:blip>
          <a:srcRect/>
          <a:stretch>
            <a:fillRect l="30000" t="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9535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978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121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256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914867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pag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ontent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1: imag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2: imag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O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O3: imag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9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F92EF6C-D6BB-4608-BA35-E518DFB13D6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97B0BF0-0CC9-42B5-B5AC-A905A14F9C31}"/>
</file>

<file path=customXml/itemProps3.xml><?xml version="1.0" encoding="utf-8"?>
<ds:datastoreItem xmlns:ds="http://schemas.openxmlformats.org/officeDocument/2006/customXml" ds:itemID="{5FC8BCE4-E7A4-4F71-BE85-274BB623D45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4</Slides>
  <Notes>0</Notes>
  <HiddenSlides>0</HiddenSlides>
  <ScaleCrop>false</ScaleCrop>
  <HeadingPairs>
    <vt:vector size="4" baseType="variant">
      <vt:variant>
        <vt:lpstr>Theme</vt:lpstr>
      </vt:variant>
      <vt:variant>
        <vt:i4>9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title page</vt:lpstr>
      <vt:lpstr>contents</vt:lpstr>
      <vt:lpstr>O1</vt:lpstr>
      <vt:lpstr>O1: image</vt:lpstr>
      <vt:lpstr>O2</vt:lpstr>
      <vt:lpstr>O2: image</vt:lpstr>
      <vt:lpstr>O3</vt:lpstr>
      <vt:lpstr>O3: image</vt:lpstr>
      <vt:lpstr>blank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Mikale</dc:creator>
  <cp:revision>7</cp:revision>
  <dcterms:created xsi:type="dcterms:W3CDTF">2016-06-30T12:32:58Z</dcterms:created>
  <dcterms:modified xsi:type="dcterms:W3CDTF">2019-06-25T13:49:59Z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
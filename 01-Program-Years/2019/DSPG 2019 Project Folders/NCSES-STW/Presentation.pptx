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8/7/2019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8/7/2019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8/7/2019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8/7/2019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5AE3D1135F4E41AB498540A40487BD" ma:contentTypeVersion="18" ma:contentTypeDescription="Create a new document." ma:contentTypeScope="" ma:versionID="15adbd330118f8d06bc6615d15ac85a9">
  <xsd:schema xmlns:xsd="http://www.w3.org/2001/XMLSchema" xmlns:xs="http://www.w3.org/2001/XMLSchema" xmlns:p="http://schemas.microsoft.com/office/2006/metadata/properties" xmlns:ns2="7a2657dd-b8a5-4c99-8d51-b0b9d254c989" xmlns:ns3="5ba80a41-9917-4a22-8f13-cb051ddce64c" targetNamespace="http://schemas.microsoft.com/office/2006/metadata/properties" ma:root="true" ma:fieldsID="f6a41e235a72bf34fead84cba91ed4b2" ns2:_="" ns3:_="">
    <xsd:import namespace="7a2657dd-b8a5-4c99-8d51-b0b9d254c989"/>
    <xsd:import namespace="5ba80a41-9917-4a22-8f13-cb051ddce6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657dd-b8a5-4c99-8d51-b0b9d254c9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d038b50-52dc-447d-ac2e-a29bd036c4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a80a41-9917-4a22-8f13-cb051ddce64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ceef030-0fd2-4c4f-af00-feafa4f18198}" ma:internalName="TaxCatchAll" ma:showField="CatchAllData" ma:web="5ba80a41-9917-4a22-8f13-cb051ddce6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a2657dd-b8a5-4c99-8d51-b0b9d254c989">
      <Terms xmlns="http://schemas.microsoft.com/office/infopath/2007/PartnerControls"/>
    </lcf76f155ced4ddcb4097134ff3c332f>
    <TaxCatchAll xmlns="5ba80a41-9917-4a22-8f13-cb051ddce64c" xsi:nil="true"/>
  </documentManagement>
</p:properties>
</file>

<file path=customXml/itemProps1.xml><?xml version="1.0" encoding="utf-8"?>
<ds:datastoreItem xmlns:ds="http://schemas.openxmlformats.org/officeDocument/2006/customXml" ds:itemID="{35FC9E5D-B7C6-4069-9418-D51A396EC5A4}"/>
</file>

<file path=customXml/itemProps2.xml><?xml version="1.0" encoding="utf-8"?>
<ds:datastoreItem xmlns:ds="http://schemas.openxmlformats.org/officeDocument/2006/customXml" ds:itemID="{0A2063EE-A920-4558-91BF-995DE67378E2}"/>
</file>

<file path=customXml/itemProps3.xml><?xml version="1.0" encoding="utf-8"?>
<ds:datastoreItem xmlns:ds="http://schemas.openxmlformats.org/officeDocument/2006/customXml" ds:itemID="{E5219880-760A-462C-8F41-6EC7360D356E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 </cp:lastModifiedBy>
  <cp:revision>3</cp:revision>
  <dcterms:created xsi:type="dcterms:W3CDTF">2013-07-15T20:26:40Z</dcterms:created>
  <dcterms:modified xsi:type="dcterms:W3CDTF">2019-08-07T16:04:01Z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0x010100D45AE3D1135F4E41AB498540A40487BD</vt:lpwstr>
  </property>
</Properties>
</file>
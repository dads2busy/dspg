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7" r:id="rId2"/>
  </p:sldIdLst>
  <p:sldSz cx="21945600" cy="329184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691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9985B2-E0D0-4BF5-79E7-028CA2114843}" v="4" dt="2019-07-25T18:45:30.534"/>
    <p1510:client id="{9F19DFF6-453B-40CD-A474-538FC6627767}" v="23" dt="2019-07-25T18:57:13.840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381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2" d="100"/>
          <a:sy n="22" d="100"/>
        </p:scale>
        <p:origin x="1692" y="-424"/>
      </p:cViewPr>
      <p:guideLst>
        <p:guide orient="horz" pos="10368"/>
        <p:guide pos="69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12" Type="http://schemas.openxmlformats.org/officeDocument/2006/relationships/customXml" Target="../customXml/item3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11" Type="http://schemas.openxmlformats.org/officeDocument/2006/relationships/customXml" Target="../customXml/item2.xml"/><Relationship Id="rId5" Type="http://schemas.openxmlformats.org/officeDocument/2006/relationships/viewProps" Target="viewProps.xml"/><Relationship Id="rId10" Type="http://schemas.openxmlformats.org/officeDocument/2006/relationships/customXml" Target="../customXml/item1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rkmaz, Gizem (gk8yj)" userId="a3021717-695e-41c9-8d4c-e599a2aec0eb" providerId="ADAL" clId="{A6FD57A5-445D-D647-A981-371EA5547FE8}"/>
    <pc:docChg chg="delSld">
      <pc:chgData name="Korkmaz, Gizem (gk8yj)" userId="a3021717-695e-41c9-8d4c-e599a2aec0eb" providerId="ADAL" clId="{A6FD57A5-445D-D647-A981-371EA5547FE8}" dt="2019-07-18T18:03:16.312" v="1" actId="2696"/>
      <pc:docMkLst>
        <pc:docMk/>
      </pc:docMkLst>
      <pc:sldMasterChg chg="delSldLayout">
        <pc:chgData name="Korkmaz, Gizem (gk8yj)" userId="a3021717-695e-41c9-8d4c-e599a2aec0eb" providerId="ADAL" clId="{A6FD57A5-445D-D647-A981-371EA5547FE8}" dt="2019-07-18T18:03:16.312" v="1" actId="2696"/>
        <pc:sldMasterMkLst>
          <pc:docMk/>
          <pc:sldMasterMk cId="0" sldId="2147483648"/>
        </pc:sldMasterMkLst>
      </pc:sldMasterChg>
    </pc:docChg>
  </pc:docChgLst>
  <pc:docChgLst>
    <pc:chgData name="McDonald, Sarah (sm9dv)" userId="S::sm9dv@virginia.edu::9e8bfd15-d485-472e-bdd9-a28a60bbc615" providerId="AD" clId="Web-{459985B2-E0D0-4BF5-79E7-028CA2114843}"/>
    <pc:docChg chg="modSld">
      <pc:chgData name="McDonald, Sarah (sm9dv)" userId="S::sm9dv@virginia.edu::9e8bfd15-d485-472e-bdd9-a28a60bbc615" providerId="AD" clId="Web-{459985B2-E0D0-4BF5-79E7-028CA2114843}" dt="2019-07-25T18:45:42.972" v="14" actId="1076"/>
      <pc:docMkLst>
        <pc:docMk/>
      </pc:docMkLst>
      <pc:sldChg chg="addSp delSp modSp">
        <pc:chgData name="McDonald, Sarah (sm9dv)" userId="S::sm9dv@virginia.edu::9e8bfd15-d485-472e-bdd9-a28a60bbc615" providerId="AD" clId="Web-{459985B2-E0D0-4BF5-79E7-028CA2114843}" dt="2019-07-25T18:45:42.972" v="14" actId="1076"/>
        <pc:sldMkLst>
          <pc:docMk/>
          <pc:sldMk cId="0" sldId="257"/>
        </pc:sldMkLst>
        <pc:spChg chg="add del mod">
          <ac:chgData name="McDonald, Sarah (sm9dv)" userId="S::sm9dv@virginia.edu::9e8bfd15-d485-472e-bdd9-a28a60bbc615" providerId="AD" clId="Web-{459985B2-E0D0-4BF5-79E7-028CA2114843}" dt="2019-07-25T18:45:33.159" v="13"/>
          <ac:spMkLst>
            <pc:docMk/>
            <pc:sldMk cId="0" sldId="257"/>
            <ac:spMk id="15" creationId="{C527B756-7210-4ECD-B58D-5BDC143D3FDE}"/>
          </ac:spMkLst>
        </pc:spChg>
        <pc:spChg chg="add del mod">
          <ac:chgData name="McDonald, Sarah (sm9dv)" userId="S::sm9dv@virginia.edu::9e8bfd15-d485-472e-bdd9-a28a60bbc615" providerId="AD" clId="Web-{459985B2-E0D0-4BF5-79E7-028CA2114843}" dt="2019-07-25T18:45:29.690" v="11"/>
          <ac:spMkLst>
            <pc:docMk/>
            <pc:sldMk cId="0" sldId="257"/>
            <ac:spMk id="16" creationId="{18BED969-A084-47B0-905D-A4FBFB74DE35}"/>
          </ac:spMkLst>
        </pc:spChg>
        <pc:spChg chg="mod">
          <ac:chgData name="McDonald, Sarah (sm9dv)" userId="S::sm9dv@virginia.edu::9e8bfd15-d485-472e-bdd9-a28a60bbc615" providerId="AD" clId="Web-{459985B2-E0D0-4BF5-79E7-028CA2114843}" dt="2019-07-25T18:45:42.972" v="14" actId="1076"/>
          <ac:spMkLst>
            <pc:docMk/>
            <pc:sldMk cId="0" sldId="257"/>
            <ac:spMk id="44" creationId="{00000000-0000-0000-0000-000000000000}"/>
          </ac:spMkLst>
        </pc:spChg>
      </pc:sldChg>
    </pc:docChg>
  </pc:docChgLst>
  <pc:docChgLst>
    <pc:chgData name="McDonald, Sarah (sm9dv)" userId="S::sm9dv@virginia.edu::9e8bfd15-d485-472e-bdd9-a28a60bbc615" providerId="AD" clId="Web-{56472195-3FFD-BFF0-17B8-DDC0B21E7FCC}"/>
    <pc:docChg chg="modSld">
      <pc:chgData name="McDonald, Sarah (sm9dv)" userId="S::sm9dv@virginia.edu::9e8bfd15-d485-472e-bdd9-a28a60bbc615" providerId="AD" clId="Web-{56472195-3FFD-BFF0-17B8-DDC0B21E7FCC}" dt="2019-07-23T18:18:33.611" v="349" actId="14100"/>
      <pc:docMkLst>
        <pc:docMk/>
      </pc:docMkLst>
      <pc:sldChg chg="addSp delSp modSp">
        <pc:chgData name="McDonald, Sarah (sm9dv)" userId="S::sm9dv@virginia.edu::9e8bfd15-d485-472e-bdd9-a28a60bbc615" providerId="AD" clId="Web-{56472195-3FFD-BFF0-17B8-DDC0B21E7FCC}" dt="2019-07-23T18:18:33.611" v="349" actId="14100"/>
        <pc:sldMkLst>
          <pc:docMk/>
          <pc:sldMk cId="0" sldId="257"/>
        </pc:sldMkLst>
        <pc:spChg chg="mod">
          <ac:chgData name="McDonald, Sarah (sm9dv)" userId="S::sm9dv@virginia.edu::9e8bfd15-d485-472e-bdd9-a28a60bbc615" providerId="AD" clId="Web-{56472195-3FFD-BFF0-17B8-DDC0B21E7FCC}" dt="2019-07-23T18:02:51.907" v="117" actId="20577"/>
          <ac:spMkLst>
            <pc:docMk/>
            <pc:sldMk cId="0" sldId="257"/>
            <ac:spMk id="42" creationId="{00000000-0000-0000-0000-000000000000}"/>
          </ac:spMkLst>
        </pc:spChg>
        <pc:spChg chg="mod">
          <ac:chgData name="McDonald, Sarah (sm9dv)" userId="S::sm9dv@virginia.edu::9e8bfd15-d485-472e-bdd9-a28a60bbc615" providerId="AD" clId="Web-{56472195-3FFD-BFF0-17B8-DDC0B21E7FCC}" dt="2019-07-23T18:11:44.699" v="332" actId="20577"/>
          <ac:spMkLst>
            <pc:docMk/>
            <pc:sldMk cId="0" sldId="257"/>
            <ac:spMk id="44" creationId="{00000000-0000-0000-0000-000000000000}"/>
          </ac:spMkLst>
        </pc:spChg>
        <pc:spChg chg="mod">
          <ac:chgData name="McDonald, Sarah (sm9dv)" userId="S::sm9dv@virginia.edu::9e8bfd15-d485-472e-bdd9-a28a60bbc615" providerId="AD" clId="Web-{56472195-3FFD-BFF0-17B8-DDC0B21E7FCC}" dt="2019-07-23T18:04:02.332" v="301" actId="20577"/>
          <ac:spMkLst>
            <pc:docMk/>
            <pc:sldMk cId="0" sldId="257"/>
            <ac:spMk id="51" creationId="{00000000-0000-0000-0000-000000000000}"/>
          </ac:spMkLst>
        </pc:spChg>
        <pc:spChg chg="mod">
          <ac:chgData name="McDonald, Sarah (sm9dv)" userId="S::sm9dv@virginia.edu::9e8bfd15-d485-472e-bdd9-a28a60bbc615" providerId="AD" clId="Web-{56472195-3FFD-BFF0-17B8-DDC0B21E7FCC}" dt="2019-07-23T18:00:49.760" v="28" actId="20577"/>
          <ac:spMkLst>
            <pc:docMk/>
            <pc:sldMk cId="0" sldId="257"/>
            <ac:spMk id="52" creationId="{00000000-0000-0000-0000-000000000000}"/>
          </ac:spMkLst>
        </pc:spChg>
        <pc:picChg chg="add del mod">
          <ac:chgData name="McDonald, Sarah (sm9dv)" userId="S::sm9dv@virginia.edu::9e8bfd15-d485-472e-bdd9-a28a60bbc615" providerId="AD" clId="Web-{56472195-3FFD-BFF0-17B8-DDC0B21E7FCC}" dt="2019-07-23T18:15:54.134" v="337"/>
          <ac:picMkLst>
            <pc:docMk/>
            <pc:sldMk cId="0" sldId="257"/>
            <ac:picMk id="2" creationId="{43EFA9CB-C84B-4148-B375-30DAF47DA734}"/>
          </ac:picMkLst>
        </pc:picChg>
        <pc:picChg chg="add mod">
          <ac:chgData name="McDonald, Sarah (sm9dv)" userId="S::sm9dv@virginia.edu::9e8bfd15-d485-472e-bdd9-a28a60bbc615" providerId="AD" clId="Web-{56472195-3FFD-BFF0-17B8-DDC0B21E7FCC}" dt="2019-07-23T18:18:33.611" v="349" actId="14100"/>
          <ac:picMkLst>
            <pc:docMk/>
            <pc:sldMk cId="0" sldId="257"/>
            <ac:picMk id="4" creationId="{C891887E-3BE3-47E1-86C9-79A67FF3EA7B}"/>
          </ac:picMkLst>
        </pc:picChg>
      </pc:sldChg>
    </pc:docChg>
  </pc:docChgLst>
  <pc:docChgLst>
    <pc:chgData name="McDonald, Sarah (sm9dv)" userId="S::sm9dv@virginia.edu::9e8bfd15-d485-472e-bdd9-a28a60bbc615" providerId="AD" clId="Web-{AD7656D2-CCE4-2586-7520-30F7CB8EF7D8}"/>
    <pc:docChg chg="modSld">
      <pc:chgData name="McDonald, Sarah (sm9dv)" userId="S::sm9dv@virginia.edu::9e8bfd15-d485-472e-bdd9-a28a60bbc615" providerId="AD" clId="Web-{AD7656D2-CCE4-2586-7520-30F7CB8EF7D8}" dt="2019-07-26T16:10:12.312" v="2"/>
      <pc:docMkLst>
        <pc:docMk/>
      </pc:docMkLst>
      <pc:sldChg chg="addSp delSp">
        <pc:chgData name="McDonald, Sarah (sm9dv)" userId="S::sm9dv@virginia.edu::9e8bfd15-d485-472e-bdd9-a28a60bbc615" providerId="AD" clId="Web-{AD7656D2-CCE4-2586-7520-30F7CB8EF7D8}" dt="2019-07-26T16:10:12.312" v="2"/>
        <pc:sldMkLst>
          <pc:docMk/>
          <pc:sldMk cId="0" sldId="257"/>
        </pc:sldMkLst>
        <pc:spChg chg="add del">
          <ac:chgData name="McDonald, Sarah (sm9dv)" userId="S::sm9dv@virginia.edu::9e8bfd15-d485-472e-bdd9-a28a60bbc615" providerId="AD" clId="Web-{AD7656D2-CCE4-2586-7520-30F7CB8EF7D8}" dt="2019-07-26T16:10:12.312" v="2"/>
          <ac:spMkLst>
            <pc:docMk/>
            <pc:sldMk cId="0" sldId="257"/>
            <ac:spMk id="44" creationId="{00000000-0000-0000-0000-000000000000}"/>
          </ac:spMkLst>
        </pc:spChg>
      </pc:sldChg>
    </pc:docChg>
  </pc:docChgLst>
  <pc:docChgLst>
    <pc:chgData name="Isch, Calvin (ci3uz)" userId="S::ci3uz@virginia.edu::d1b8b1a6-b223-4c78-a3de-e3d4ac8ab098" providerId="AD" clId="Web-{9161DCF7-26FD-19AF-F3E1-8AF9B788B419}"/>
    <pc:docChg chg="modSld">
      <pc:chgData name="Isch, Calvin (ci3uz)" userId="S::ci3uz@virginia.edu::d1b8b1a6-b223-4c78-a3de-e3d4ac8ab098" providerId="AD" clId="Web-{9161DCF7-26FD-19AF-F3E1-8AF9B788B419}" dt="2019-07-23T18:19:21.836" v="542" actId="20577"/>
      <pc:docMkLst>
        <pc:docMk/>
      </pc:docMkLst>
      <pc:sldChg chg="modSp">
        <pc:chgData name="Isch, Calvin (ci3uz)" userId="S::ci3uz@virginia.edu::d1b8b1a6-b223-4c78-a3de-e3d4ac8ab098" providerId="AD" clId="Web-{9161DCF7-26FD-19AF-F3E1-8AF9B788B419}" dt="2019-07-23T18:19:21.836" v="542" actId="20577"/>
        <pc:sldMkLst>
          <pc:docMk/>
          <pc:sldMk cId="0" sldId="257"/>
        </pc:sldMkLst>
        <pc:spChg chg="mod">
          <ac:chgData name="Isch, Calvin (ci3uz)" userId="S::ci3uz@virginia.edu::d1b8b1a6-b223-4c78-a3de-e3d4ac8ab098" providerId="AD" clId="Web-{9161DCF7-26FD-19AF-F3E1-8AF9B788B419}" dt="2019-07-23T18:17:30.258" v="522" actId="1076"/>
          <ac:spMkLst>
            <pc:docMk/>
            <pc:sldMk cId="0" sldId="257"/>
            <ac:spMk id="43" creationId="{00000000-0000-0000-0000-000000000000}"/>
          </ac:spMkLst>
        </pc:spChg>
        <pc:spChg chg="mod">
          <ac:chgData name="Isch, Calvin (ci3uz)" userId="S::ci3uz@virginia.edu::d1b8b1a6-b223-4c78-a3de-e3d4ac8ab098" providerId="AD" clId="Web-{9161DCF7-26FD-19AF-F3E1-8AF9B788B419}" dt="2019-07-23T18:19:21.836" v="542" actId="20577"/>
          <ac:spMkLst>
            <pc:docMk/>
            <pc:sldMk cId="0" sldId="257"/>
            <ac:spMk id="44" creationId="{00000000-0000-0000-0000-000000000000}"/>
          </ac:spMkLst>
        </pc:spChg>
        <pc:spChg chg="mod">
          <ac:chgData name="Isch, Calvin (ci3uz)" userId="S::ci3uz@virginia.edu::d1b8b1a6-b223-4c78-a3de-e3d4ac8ab098" providerId="AD" clId="Web-{9161DCF7-26FD-19AF-F3E1-8AF9B788B419}" dt="2019-07-23T18:17:22.836" v="520" actId="1076"/>
          <ac:spMkLst>
            <pc:docMk/>
            <pc:sldMk cId="0" sldId="257"/>
            <ac:spMk id="52" creationId="{00000000-0000-0000-0000-000000000000}"/>
          </ac:spMkLst>
        </pc:spChg>
        <pc:picChg chg="mod">
          <ac:chgData name="Isch, Calvin (ci3uz)" userId="S::ci3uz@virginia.edu::d1b8b1a6-b223-4c78-a3de-e3d4ac8ab098" providerId="AD" clId="Web-{9161DCF7-26FD-19AF-F3E1-8AF9B788B419}" dt="2019-07-23T18:19:16.508" v="536" actId="1076"/>
          <ac:picMkLst>
            <pc:docMk/>
            <pc:sldMk cId="0" sldId="257"/>
            <ac:picMk id="4" creationId="{C891887E-3BE3-47E1-86C9-79A67FF3EA7B}"/>
          </ac:picMkLst>
        </pc:picChg>
      </pc:sldChg>
    </pc:docChg>
  </pc:docChgLst>
  <pc:docChgLst>
    <pc:chgData name="McDonald, Sarah (sm9dv)" userId="9e8bfd15-d485-472e-bdd9-a28a60bbc615" providerId="ADAL" clId="{9F19DFF6-453B-40CD-A474-538FC6627767}"/>
    <pc:docChg chg="undo custSel modSld">
      <pc:chgData name="McDonald, Sarah (sm9dv)" userId="9e8bfd15-d485-472e-bdd9-a28a60bbc615" providerId="ADAL" clId="{9F19DFF6-453B-40CD-A474-538FC6627767}" dt="2019-07-25T18:58:17.397" v="616" actId="1076"/>
      <pc:docMkLst>
        <pc:docMk/>
      </pc:docMkLst>
      <pc:sldChg chg="addSp delSp modSp">
        <pc:chgData name="McDonald, Sarah (sm9dv)" userId="9e8bfd15-d485-472e-bdd9-a28a60bbc615" providerId="ADAL" clId="{9F19DFF6-453B-40CD-A474-538FC6627767}" dt="2019-07-25T18:58:17.397" v="616" actId="1076"/>
        <pc:sldMkLst>
          <pc:docMk/>
          <pc:sldMk cId="0" sldId="257"/>
        </pc:sldMkLst>
        <pc:spChg chg="add del mod">
          <ac:chgData name="McDonald, Sarah (sm9dv)" userId="9e8bfd15-d485-472e-bdd9-a28a60bbc615" providerId="ADAL" clId="{9F19DFF6-453B-40CD-A474-538FC6627767}" dt="2019-07-25T18:46:24.448" v="2" actId="478"/>
          <ac:spMkLst>
            <pc:docMk/>
            <pc:sldMk cId="0" sldId="257"/>
            <ac:spMk id="2" creationId="{A4F96E07-62A3-47A1-B715-72AA858F4C32}"/>
          </ac:spMkLst>
        </pc:spChg>
        <pc:spChg chg="add del mod">
          <ac:chgData name="McDonald, Sarah (sm9dv)" userId="9e8bfd15-d485-472e-bdd9-a28a60bbc615" providerId="ADAL" clId="{9F19DFF6-453B-40CD-A474-538FC6627767}" dt="2019-07-25T18:47:49.101" v="39" actId="478"/>
          <ac:spMkLst>
            <pc:docMk/>
            <pc:sldMk cId="0" sldId="257"/>
            <ac:spMk id="3" creationId="{083CE389-1734-49E3-AA9C-83F46CB08C10}"/>
          </ac:spMkLst>
        </pc:spChg>
        <pc:spChg chg="add del mod">
          <ac:chgData name="McDonald, Sarah (sm9dv)" userId="9e8bfd15-d485-472e-bdd9-a28a60bbc615" providerId="ADAL" clId="{9F19DFF6-453B-40CD-A474-538FC6627767}" dt="2019-07-25T18:47:46.240" v="37" actId="478"/>
          <ac:spMkLst>
            <pc:docMk/>
            <pc:sldMk cId="0" sldId="257"/>
            <ac:spMk id="5" creationId="{12921B82-676E-4188-A5E4-C8B1E14A9FC1}"/>
          </ac:spMkLst>
        </pc:spChg>
        <pc:spChg chg="add del mod">
          <ac:chgData name="McDonald, Sarah (sm9dv)" userId="9e8bfd15-d485-472e-bdd9-a28a60bbc615" providerId="ADAL" clId="{9F19DFF6-453B-40CD-A474-538FC6627767}" dt="2019-07-25T18:48:48.334" v="66" actId="478"/>
          <ac:spMkLst>
            <pc:docMk/>
            <pc:sldMk cId="0" sldId="257"/>
            <ac:spMk id="6" creationId="{03341DB6-D891-4CC1-B85A-271875548A88}"/>
          </ac:spMkLst>
        </pc:spChg>
        <pc:spChg chg="add del mod">
          <ac:chgData name="McDonald, Sarah (sm9dv)" userId="9e8bfd15-d485-472e-bdd9-a28a60bbc615" providerId="ADAL" clId="{9F19DFF6-453B-40CD-A474-538FC6627767}" dt="2019-07-25T18:50:34.693" v="121" actId="478"/>
          <ac:spMkLst>
            <pc:docMk/>
            <pc:sldMk cId="0" sldId="257"/>
            <ac:spMk id="7" creationId="{BD5FEF08-9B4F-4CA0-A162-259C8EF2CB63}"/>
          </ac:spMkLst>
        </pc:spChg>
        <pc:spChg chg="add del mod">
          <ac:chgData name="McDonald, Sarah (sm9dv)" userId="9e8bfd15-d485-472e-bdd9-a28a60bbc615" providerId="ADAL" clId="{9F19DFF6-453B-40CD-A474-538FC6627767}" dt="2019-07-25T18:50:36.107" v="122" actId="478"/>
          <ac:spMkLst>
            <pc:docMk/>
            <pc:sldMk cId="0" sldId="257"/>
            <ac:spMk id="8" creationId="{69DC5F6D-BC79-4922-A9F9-BFF50D8A232F}"/>
          </ac:spMkLst>
        </pc:spChg>
        <pc:spChg chg="add del mod">
          <ac:chgData name="McDonald, Sarah (sm9dv)" userId="9e8bfd15-d485-472e-bdd9-a28a60bbc615" providerId="ADAL" clId="{9F19DFF6-453B-40CD-A474-538FC6627767}" dt="2019-07-25T18:53:42.522" v="259" actId="767"/>
          <ac:spMkLst>
            <pc:docMk/>
            <pc:sldMk cId="0" sldId="257"/>
            <ac:spMk id="9" creationId="{740BBBE4-A5C1-4FD4-910F-61C9016EAA51}"/>
          </ac:spMkLst>
        </pc:spChg>
        <pc:spChg chg="add mod">
          <ac:chgData name="McDonald, Sarah (sm9dv)" userId="9e8bfd15-d485-472e-bdd9-a28a60bbc615" providerId="ADAL" clId="{9F19DFF6-453B-40CD-A474-538FC6627767}" dt="2019-07-25T18:56:59.366" v="566" actId="14100"/>
          <ac:spMkLst>
            <pc:docMk/>
            <pc:sldMk cId="0" sldId="257"/>
            <ac:spMk id="10" creationId="{EF747E5C-AD04-466E-A5F1-98948F20D031}"/>
          </ac:spMkLst>
        </pc:spChg>
        <pc:spChg chg="add mod">
          <ac:chgData name="McDonald, Sarah (sm9dv)" userId="9e8bfd15-d485-472e-bdd9-a28a60bbc615" providerId="ADAL" clId="{9F19DFF6-453B-40CD-A474-538FC6627767}" dt="2019-07-25T18:57:23.082" v="580" actId="14100"/>
          <ac:spMkLst>
            <pc:docMk/>
            <pc:sldMk cId="0" sldId="257"/>
            <ac:spMk id="11" creationId="{3A4D9C5A-3CE8-4C3C-AE6B-0E5A97D22070}"/>
          </ac:spMkLst>
        </pc:spChg>
        <pc:spChg chg="add del mod">
          <ac:chgData name="McDonald, Sarah (sm9dv)" userId="9e8bfd15-d485-472e-bdd9-a28a60bbc615" providerId="ADAL" clId="{9F19DFF6-453B-40CD-A474-538FC6627767}" dt="2019-07-25T18:47:30.690" v="29"/>
          <ac:spMkLst>
            <pc:docMk/>
            <pc:sldMk cId="0" sldId="257"/>
            <ac:spMk id="18" creationId="{1F16FBB9-4B63-476E-99CA-55D4A34E07EC}"/>
          </ac:spMkLst>
        </pc:spChg>
        <pc:spChg chg="add del mod">
          <ac:chgData name="McDonald, Sarah (sm9dv)" userId="9e8bfd15-d485-472e-bdd9-a28a60bbc615" providerId="ADAL" clId="{9F19DFF6-453B-40CD-A474-538FC6627767}" dt="2019-07-25T18:47:28.849" v="26"/>
          <ac:spMkLst>
            <pc:docMk/>
            <pc:sldMk cId="0" sldId="257"/>
            <ac:spMk id="19" creationId="{923F6776-5F11-4F5B-9AB0-CD7E13099835}"/>
          </ac:spMkLst>
        </pc:spChg>
        <pc:spChg chg="add del mod">
          <ac:chgData name="McDonald, Sarah (sm9dv)" userId="9e8bfd15-d485-472e-bdd9-a28a60bbc615" providerId="ADAL" clId="{9F19DFF6-453B-40CD-A474-538FC6627767}" dt="2019-07-25T18:50:37.337" v="123" actId="478"/>
          <ac:spMkLst>
            <pc:docMk/>
            <pc:sldMk cId="0" sldId="257"/>
            <ac:spMk id="26" creationId="{3B081891-DCDA-452B-88FF-CCCBF82325B8}"/>
          </ac:spMkLst>
        </pc:spChg>
        <pc:spChg chg="add mod">
          <ac:chgData name="McDonald, Sarah (sm9dv)" userId="9e8bfd15-d485-472e-bdd9-a28a60bbc615" providerId="ADAL" clId="{9F19DFF6-453B-40CD-A474-538FC6627767}" dt="2019-07-25T18:58:05.208" v="614" actId="20577"/>
          <ac:spMkLst>
            <pc:docMk/>
            <pc:sldMk cId="0" sldId="257"/>
            <ac:spMk id="27" creationId="{DDBB7D49-946B-4B20-A05E-1DE68104D425}"/>
          </ac:spMkLst>
        </pc:spChg>
        <pc:spChg chg="add mod">
          <ac:chgData name="McDonald, Sarah (sm9dv)" userId="9e8bfd15-d485-472e-bdd9-a28a60bbc615" providerId="ADAL" clId="{9F19DFF6-453B-40CD-A474-538FC6627767}" dt="2019-07-25T18:55:26.030" v="406" actId="20577"/>
          <ac:spMkLst>
            <pc:docMk/>
            <pc:sldMk cId="0" sldId="257"/>
            <ac:spMk id="28" creationId="{60AC70BE-EB7E-4824-8486-B6847A4AC6CA}"/>
          </ac:spMkLst>
        </pc:spChg>
        <pc:spChg chg="add mod">
          <ac:chgData name="McDonald, Sarah (sm9dv)" userId="9e8bfd15-d485-472e-bdd9-a28a60bbc615" providerId="ADAL" clId="{9F19DFF6-453B-40CD-A474-538FC6627767}" dt="2019-07-25T18:56:00.483" v="487" actId="20577"/>
          <ac:spMkLst>
            <pc:docMk/>
            <pc:sldMk cId="0" sldId="257"/>
            <ac:spMk id="29" creationId="{A9BF419E-8841-4816-9DCE-0FE903038977}"/>
          </ac:spMkLst>
        </pc:spChg>
        <pc:spChg chg="add mod">
          <ac:chgData name="McDonald, Sarah (sm9dv)" userId="9e8bfd15-d485-472e-bdd9-a28a60bbc615" providerId="ADAL" clId="{9F19DFF6-453B-40CD-A474-538FC6627767}" dt="2019-07-25T18:55:48.370" v="469" actId="20577"/>
          <ac:spMkLst>
            <pc:docMk/>
            <pc:sldMk cId="0" sldId="257"/>
            <ac:spMk id="30" creationId="{D676E013-41DF-48FC-A22D-D5A9DDA4769D}"/>
          </ac:spMkLst>
        </pc:spChg>
        <pc:spChg chg="add mod">
          <ac:chgData name="McDonald, Sarah (sm9dv)" userId="9e8bfd15-d485-472e-bdd9-a28a60bbc615" providerId="ADAL" clId="{9F19DFF6-453B-40CD-A474-538FC6627767}" dt="2019-07-25T18:56:22.291" v="559" actId="20577"/>
          <ac:spMkLst>
            <pc:docMk/>
            <pc:sldMk cId="0" sldId="257"/>
            <ac:spMk id="31" creationId="{3CA61546-DD0F-4F83-BF3F-40897AE912F7}"/>
          </ac:spMkLst>
        </pc:spChg>
        <pc:spChg chg="mod">
          <ac:chgData name="McDonald, Sarah (sm9dv)" userId="9e8bfd15-d485-472e-bdd9-a28a60bbc615" providerId="ADAL" clId="{9F19DFF6-453B-40CD-A474-538FC6627767}" dt="2019-07-25T18:52:31.539" v="187" actId="1076"/>
          <ac:spMkLst>
            <pc:docMk/>
            <pc:sldMk cId="0" sldId="257"/>
            <ac:spMk id="43" creationId="{00000000-0000-0000-0000-000000000000}"/>
          </ac:spMkLst>
        </pc:spChg>
        <pc:spChg chg="mod">
          <ac:chgData name="McDonald, Sarah (sm9dv)" userId="9e8bfd15-d485-472e-bdd9-a28a60bbc615" providerId="ADAL" clId="{9F19DFF6-453B-40CD-A474-538FC6627767}" dt="2019-07-25T18:58:17.397" v="616" actId="1076"/>
          <ac:spMkLst>
            <pc:docMk/>
            <pc:sldMk cId="0" sldId="257"/>
            <ac:spMk id="44" creationId="{00000000-0000-0000-0000-000000000000}"/>
          </ac:spMkLst>
        </pc:spChg>
        <pc:spChg chg="mod">
          <ac:chgData name="McDonald, Sarah (sm9dv)" userId="9e8bfd15-d485-472e-bdd9-a28a60bbc615" providerId="ADAL" clId="{9F19DFF6-453B-40CD-A474-538FC6627767}" dt="2019-07-25T18:52:28.841" v="186" actId="1076"/>
          <ac:spMkLst>
            <pc:docMk/>
            <pc:sldMk cId="0" sldId="257"/>
            <ac:spMk id="45" creationId="{00000000-0000-0000-0000-000000000000}"/>
          </ac:spMkLst>
        </pc:spChg>
        <pc:spChg chg="mod">
          <ac:chgData name="McDonald, Sarah (sm9dv)" userId="9e8bfd15-d485-472e-bdd9-a28a60bbc615" providerId="ADAL" clId="{9F19DFF6-453B-40CD-A474-538FC6627767}" dt="2019-07-25T18:52:26.328" v="185" actId="1076"/>
          <ac:spMkLst>
            <pc:docMk/>
            <pc:sldMk cId="0" sldId="257"/>
            <ac:spMk id="46" creationId="{00000000-0000-0000-0000-000000000000}"/>
          </ac:spMkLst>
        </pc:spChg>
        <pc:spChg chg="mod">
          <ac:chgData name="McDonald, Sarah (sm9dv)" userId="9e8bfd15-d485-472e-bdd9-a28a60bbc615" providerId="ADAL" clId="{9F19DFF6-453B-40CD-A474-538FC6627767}" dt="2019-07-25T18:54:31.323" v="302" actId="1076"/>
          <ac:spMkLst>
            <pc:docMk/>
            <pc:sldMk cId="0" sldId="257"/>
            <ac:spMk id="47" creationId="{00000000-0000-0000-0000-000000000000}"/>
          </ac:spMkLst>
        </pc:spChg>
        <pc:spChg chg="mod">
          <ac:chgData name="McDonald, Sarah (sm9dv)" userId="9e8bfd15-d485-472e-bdd9-a28a60bbc615" providerId="ADAL" clId="{9F19DFF6-453B-40CD-A474-538FC6627767}" dt="2019-07-25T18:55:12.073" v="358" actId="20577"/>
          <ac:spMkLst>
            <pc:docMk/>
            <pc:sldMk cId="0" sldId="257"/>
            <ac:spMk id="48" creationId="{00000000-0000-0000-0000-000000000000}"/>
          </ac:spMkLst>
        </pc:spChg>
        <pc:spChg chg="del">
          <ac:chgData name="McDonald, Sarah (sm9dv)" userId="9e8bfd15-d485-472e-bdd9-a28a60bbc615" providerId="ADAL" clId="{9F19DFF6-453B-40CD-A474-538FC6627767}" dt="2019-07-25T18:52:55.662" v="197" actId="478"/>
          <ac:spMkLst>
            <pc:docMk/>
            <pc:sldMk cId="0" sldId="257"/>
            <ac:spMk id="49" creationId="{00000000-0000-0000-0000-000000000000}"/>
          </ac:spMkLst>
        </pc:spChg>
        <pc:spChg chg="del">
          <ac:chgData name="McDonald, Sarah (sm9dv)" userId="9e8bfd15-d485-472e-bdd9-a28a60bbc615" providerId="ADAL" clId="{9F19DFF6-453B-40CD-A474-538FC6627767}" dt="2019-07-25T18:52:57.035" v="198" actId="478"/>
          <ac:spMkLst>
            <pc:docMk/>
            <pc:sldMk cId="0" sldId="257"/>
            <ac:spMk id="50" creationId="{00000000-0000-0000-0000-000000000000}"/>
          </ac:spMkLst>
        </pc:spChg>
        <pc:picChg chg="mod">
          <ac:chgData name="McDonald, Sarah (sm9dv)" userId="9e8bfd15-d485-472e-bdd9-a28a60bbc615" providerId="ADAL" clId="{9F19DFF6-453B-40CD-A474-538FC6627767}" dt="2019-07-25T18:56:51.712" v="564" actId="14100"/>
          <ac:picMkLst>
            <pc:docMk/>
            <pc:sldMk cId="0" sldId="257"/>
            <ac:picMk id="4" creationId="{C891887E-3BE3-47E1-86C9-79A67FF3EA7B}"/>
          </ac:picMkLst>
        </pc:picChg>
        <pc:picChg chg="add del mod">
          <ac:chgData name="McDonald, Sarah (sm9dv)" userId="9e8bfd15-d485-472e-bdd9-a28a60bbc615" providerId="ADAL" clId="{9F19DFF6-453B-40CD-A474-538FC6627767}" dt="2019-07-25T18:48:20.497" v="54" actId="478"/>
          <ac:picMkLst>
            <pc:docMk/>
            <pc:sldMk cId="0" sldId="257"/>
            <ac:picMk id="20" creationId="{AB590F19-921C-4C26-A16E-0040C418D5F4}"/>
          </ac:picMkLst>
        </pc:picChg>
        <pc:picChg chg="add del mod">
          <ac:chgData name="McDonald, Sarah (sm9dv)" userId="9e8bfd15-d485-472e-bdd9-a28a60bbc615" providerId="ADAL" clId="{9F19DFF6-453B-40CD-A474-538FC6627767}" dt="2019-07-25T18:49:26.330" v="83" actId="478"/>
          <ac:picMkLst>
            <pc:docMk/>
            <pc:sldMk cId="0" sldId="257"/>
            <ac:picMk id="21" creationId="{1F804930-9D9E-448F-86D3-A1BB42D1EDA3}"/>
          </ac:picMkLst>
        </pc:picChg>
        <pc:picChg chg="add del mod">
          <ac:chgData name="McDonald, Sarah (sm9dv)" userId="9e8bfd15-d485-472e-bdd9-a28a60bbc615" providerId="ADAL" clId="{9F19DFF6-453B-40CD-A474-538FC6627767}" dt="2019-07-25T18:49:12.199" v="74" actId="478"/>
          <ac:picMkLst>
            <pc:docMk/>
            <pc:sldMk cId="0" sldId="257"/>
            <ac:picMk id="22" creationId="{E94551B8-AD21-4915-A7D7-4BDE2CF4504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7" name="Shape 2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empla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6998" y="-620308"/>
            <a:ext cx="22039596" cy="3355835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2143125" y="10994231"/>
            <a:ext cx="17659350" cy="5572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lIns="85725" tIns="85725" rIns="85725" bIns="85725" anchor="b">
            <a:normAutofit/>
          </a:bodyPr>
          <a:lstStyle/>
          <a:p>
            <a:r>
              <a:t>Title Text</a:t>
            </a:r>
          </a:p>
        </p:txBody>
      </p:sp>
      <p:sp>
        <p:nvSpPr>
          <p:cNvPr id="4" name="Body Level One…"/>
          <p:cNvSpPr txBox="1">
            <a:spLocks noGrp="1"/>
          </p:cNvSpPr>
          <p:nvPr>
            <p:ph type="body" idx="1"/>
          </p:nvPr>
        </p:nvSpPr>
        <p:spPr>
          <a:xfrm>
            <a:off x="2143125" y="16737806"/>
            <a:ext cx="17659350" cy="19073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lIns="85725" tIns="85725" rIns="85725" bIns="85725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493705" y="23917275"/>
            <a:ext cx="946760" cy="989758"/>
          </a:xfrm>
          <a:prstGeom prst="rect">
            <a:avLst/>
          </a:prstGeom>
          <a:ln w="12700">
            <a:miter lim="400000"/>
          </a:ln>
        </p:spPr>
        <p:txBody>
          <a:bodyPr wrap="none" lIns="85725" tIns="85725" rIns="85725" bIns="85725">
            <a:spAutoFit/>
          </a:bodyPr>
          <a:lstStyle>
            <a:lvl1pPr>
              <a:defRPr sz="5400" b="0"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txStyles>
    <p:titleStyle>
      <a:lvl1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0" marR="0" indent="35560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0" marR="0" indent="71120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0" marR="0" indent="106680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0" marR="0" indent="142240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1pPr>
      <a:lvl2pPr marL="0" marR="0" indent="2286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2pPr>
      <a:lvl3pPr marL="0" marR="0" indent="4572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3pPr>
      <a:lvl4pPr marL="0" marR="0" indent="6858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4pPr>
      <a:lvl5pPr marL="0" marR="0" indent="9144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5pPr>
      <a:lvl6pPr marL="0" marR="0" indent="11430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6pPr>
      <a:lvl7pPr marL="0" marR="0" indent="13716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7pPr>
      <a:lvl8pPr marL="0" marR="0" indent="16002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8pPr>
      <a:lvl9pPr marL="0" marR="0" indent="18288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OF RESEARCH STUDY in 54 pt"/>
          <p:cNvSpPr txBox="1"/>
          <p:nvPr/>
        </p:nvSpPr>
        <p:spPr>
          <a:xfrm>
            <a:off x="1079106" y="753829"/>
            <a:ext cx="12250148" cy="10618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wrap="none" lIns="114300" tIns="114300" rIns="114300" bIns="114300" anchor="b">
            <a:spAutoFit/>
          </a:bodyPr>
          <a:lstStyle>
            <a:lvl1pPr algn="l">
              <a:defRPr sz="5400" b="0">
                <a:solidFill>
                  <a:srgbClr val="FFFFFF"/>
                </a:solidFill>
                <a:latin typeface="ITC Franklin Gothic Std Demi Co"/>
                <a:ea typeface="ITC Franklin Gothic Std Demi Co"/>
                <a:cs typeface="ITC Franklin Gothic Std Demi Co"/>
                <a:sym typeface="ITC Franklin Gothic Std Demi Co"/>
              </a:defRPr>
            </a:lvl1pPr>
          </a:lstStyle>
          <a:p>
            <a:r>
              <a:rPr lang="en-US">
                <a:latin typeface="ITC Franklin Gothic Std Dm Cd"/>
              </a:rPr>
              <a:t>Measuring the Skilled Technical Workforce</a:t>
            </a:r>
            <a:endParaRPr lang="en-US"/>
          </a:p>
        </p:txBody>
      </p:sp>
      <p:sp>
        <p:nvSpPr>
          <p:cNvPr id="43" name="Subhead - Franklin Gothic Demi - 28"/>
          <p:cNvSpPr txBox="1"/>
          <p:nvPr/>
        </p:nvSpPr>
        <p:spPr>
          <a:xfrm>
            <a:off x="14780062" y="6250777"/>
            <a:ext cx="6011900" cy="661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wrap="none" lIns="114300" tIns="114300" rIns="114300" bIns="114300" anchor="ctr">
            <a:spAutoFit/>
          </a:bodyPr>
          <a:lstStyle>
            <a:lvl1pPr algn="l" defTabSz="1314450">
              <a:defRPr sz="2800" b="0">
                <a:latin typeface="ITC Franklin Gothic Std Demi"/>
                <a:ea typeface="ITC Franklin Gothic Std Demi"/>
                <a:cs typeface="ITC Franklin Gothic Std Demi"/>
                <a:sym typeface="ITC Franklin Gothic Std Demi"/>
              </a:defRPr>
            </a:lvl1pPr>
          </a:lstStyle>
          <a:p>
            <a:r>
              <a:t>Subhead - Franklin Gothic Demi - 28</a:t>
            </a:r>
          </a:p>
        </p:txBody>
      </p:sp>
      <p:sp>
        <p:nvSpPr>
          <p:cNvPr id="45" name="References - Franklin Gothic Demi - 24"/>
          <p:cNvSpPr txBox="1"/>
          <p:nvPr/>
        </p:nvSpPr>
        <p:spPr>
          <a:xfrm>
            <a:off x="16150882" y="8515615"/>
            <a:ext cx="5565626" cy="6001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wrap="none" lIns="114300" tIns="114300" rIns="114300" bIns="114300" anchor="ctr">
            <a:spAutoFit/>
          </a:bodyPr>
          <a:lstStyle>
            <a:lvl1pPr algn="l" defTabSz="1314450">
              <a:defRPr sz="2400" b="0">
                <a:latin typeface="ITC Franklin Gothic Std Demi"/>
                <a:ea typeface="ITC Franklin Gothic Std Demi"/>
                <a:cs typeface="ITC Franklin Gothic Std Demi"/>
                <a:sym typeface="ITC Franklin Gothic Std Demi"/>
              </a:defRPr>
            </a:lvl1pPr>
          </a:lstStyle>
          <a:p>
            <a:r>
              <a:rPr dirty="0"/>
              <a:t>References - Franklin Gothic Demi - 24</a:t>
            </a:r>
          </a:p>
        </p:txBody>
      </p:sp>
      <p:sp>
        <p:nvSpPr>
          <p:cNvPr id="46" name="Reference Text - Franklin Gothic Book - 18"/>
          <p:cNvSpPr txBox="1"/>
          <p:nvPr/>
        </p:nvSpPr>
        <p:spPr>
          <a:xfrm>
            <a:off x="15585474" y="7436193"/>
            <a:ext cx="4464294" cy="50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wrap="none" lIns="114300" tIns="114300" rIns="114300" bIns="114300" anchor="ctr">
            <a:spAutoFit/>
          </a:bodyPr>
          <a:lstStyle>
            <a:lvl1pPr algn="l" defTabSz="1314450">
              <a:defRPr sz="1800" b="0"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lvl1pPr>
          </a:lstStyle>
          <a:p>
            <a:r>
              <a:rPr dirty="0">
                <a:latin typeface="ITC Franklin Gothic Std Book"/>
                <a:cs typeface="ITC Franklin Gothic Std Book"/>
              </a:rPr>
              <a:t>Reference Text - Franklin Gothic Book - 18</a:t>
            </a:r>
          </a:p>
        </p:txBody>
      </p:sp>
      <p:sp>
        <p:nvSpPr>
          <p:cNvPr id="47" name="Circle"/>
          <p:cNvSpPr/>
          <p:nvPr/>
        </p:nvSpPr>
        <p:spPr>
          <a:xfrm>
            <a:off x="449438" y="12660664"/>
            <a:ext cx="6538022" cy="6538022"/>
          </a:xfrm>
          <a:prstGeom prst="ellipse">
            <a:avLst/>
          </a:prstGeom>
          <a:solidFill>
            <a:srgbClr val="213566"/>
          </a:solidFill>
          <a:ln w="12700">
            <a:miter lim="400000"/>
          </a:ln>
        </p:spPr>
        <p:txBody>
          <a:bodyPr lIns="114300" tIns="114300" rIns="114300" bIns="114300" anchor="ctr"/>
          <a:lstStyle/>
          <a:p>
            <a:pPr defTabSz="1314450">
              <a:defRPr sz="48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r>
              <a:rPr lang="en-US" dirty="0"/>
              <a:t>Blacksburg vs Richmond Skills</a:t>
            </a:r>
            <a:endParaRPr dirty="0"/>
          </a:p>
        </p:txBody>
      </p:sp>
      <p:sp>
        <p:nvSpPr>
          <p:cNvPr id="48" name="Square"/>
          <p:cNvSpPr/>
          <p:nvPr/>
        </p:nvSpPr>
        <p:spPr>
          <a:xfrm>
            <a:off x="7998459" y="12736358"/>
            <a:ext cx="5948681" cy="5948681"/>
          </a:xfrm>
          <a:prstGeom prst="rect">
            <a:avLst/>
          </a:prstGeom>
          <a:solidFill>
            <a:srgbClr val="EE6419"/>
          </a:solidFill>
          <a:ln w="12700">
            <a:miter lim="400000"/>
          </a:ln>
        </p:spPr>
        <p:txBody>
          <a:bodyPr lIns="114300" tIns="114300" rIns="114300" bIns="114300" anchor="ctr"/>
          <a:lstStyle/>
          <a:p>
            <a:pPr defTabSz="1314450">
              <a:defRPr sz="48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r>
              <a:rPr lang="en-US" dirty="0"/>
              <a:t>Hard/Soft Skills Breakdown</a:t>
            </a:r>
            <a:endParaRPr dirty="0"/>
          </a:p>
        </p:txBody>
      </p:sp>
      <p:sp>
        <p:nvSpPr>
          <p:cNvPr id="51" name="Your Name, Graduate Student Name, Post Doc Name, Advisor…"/>
          <p:cNvSpPr txBox="1"/>
          <p:nvPr/>
        </p:nvSpPr>
        <p:spPr>
          <a:xfrm>
            <a:off x="1045930" y="2034534"/>
            <a:ext cx="11883061" cy="1150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wrap="none" lIns="114300" tIns="114300" rIns="114300" bIns="114300" anchor="ctr">
            <a:spAutoFit/>
          </a:bodyPr>
          <a:lstStyle/>
          <a:p>
            <a:pPr algn="l" defTabSz="1314450">
              <a:lnSpc>
                <a:spcPct val="150000"/>
              </a:lnSpc>
              <a:defRPr sz="2100" b="0">
                <a:solidFill>
                  <a:srgbClr val="FFFFFF"/>
                </a:solidFill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pPr>
            <a:r>
              <a:rPr lang="en-US" b="0">
                <a:latin typeface="ITC Franklin Gothic Std Book"/>
              </a:rPr>
              <a:t>Alyssa </a:t>
            </a:r>
            <a:r>
              <a:rPr lang="en-US" b="0" err="1">
                <a:latin typeface="ITC Franklin Gothic Std Book"/>
              </a:rPr>
              <a:t>Fowers</a:t>
            </a:r>
            <a:r>
              <a:rPr lang="en-US" b="0">
                <a:latin typeface="ITC Franklin Gothic Std Book"/>
              </a:rPr>
              <a:t> (Miami University), Calvin Isch (Indiana University), Sarah McDonald (Marymount University)</a:t>
            </a:r>
            <a:endParaRPr lang="en-US"/>
          </a:p>
          <a:p>
            <a:pPr algn="l" defTabSz="1314450">
              <a:lnSpc>
                <a:spcPct val="150000"/>
              </a:lnSpc>
              <a:defRPr sz="2100" b="0">
                <a:solidFill>
                  <a:srgbClr val="FFFFFF"/>
                </a:solidFill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pPr>
            <a:r>
              <a:rPr lang="en-US" b="0">
                <a:latin typeface="ITC Franklin Gothic Std Book"/>
                <a:cs typeface="ITC Franklin Gothic Std Book"/>
              </a:rPr>
              <a:t>Vicki Lancaster, Sam Cohen, (SDAD)</a:t>
            </a:r>
            <a:endParaRPr b="0">
              <a:latin typeface="ITC Franklin Gothic Std Book"/>
              <a:cs typeface="ITC Franklin Gothic Std Book"/>
            </a:endParaRPr>
          </a:p>
        </p:txBody>
      </p:sp>
      <p:sp>
        <p:nvSpPr>
          <p:cNvPr id="52" name="TextBox 15"/>
          <p:cNvSpPr txBox="1"/>
          <p:nvPr/>
        </p:nvSpPr>
        <p:spPr>
          <a:xfrm>
            <a:off x="7315882" y="3970683"/>
            <a:ext cx="14188967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lIns="45719" rIns="45719" anchor="t">
            <a:spAutoFit/>
          </a:bodyPr>
          <a:lstStyle>
            <a:lvl1pPr algn="r" defTabSz="2633472">
              <a:defRPr sz="3600" b="0">
                <a:solidFill>
                  <a:srgbClr val="20304B"/>
                </a:solidFill>
                <a:latin typeface="ITC Franklin Gothic Std Medium"/>
                <a:ea typeface="ITC Franklin Gothic Std Medium"/>
                <a:cs typeface="ITC Franklin Gothic Std Medium"/>
                <a:sym typeface="ITC Franklin Gothic Std Medium"/>
              </a:defRPr>
            </a:lvl1pPr>
          </a:lstStyle>
          <a:p>
            <a:r>
              <a:rPr lang="en-US">
                <a:latin typeface="Franklin Gothic Medium"/>
              </a:rPr>
              <a:t>Social &amp; Decision Analytics Division</a:t>
            </a:r>
            <a:endParaRPr lang="en-US"/>
          </a:p>
        </p:txBody>
      </p:sp>
      <p:pic>
        <p:nvPicPr>
          <p:cNvPr id="5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7514" y="31141639"/>
            <a:ext cx="8550572" cy="1284981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Picture 4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C891887E-3BE3-47E1-86C9-79A67FF3EA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740" y="7494835"/>
            <a:ext cx="5009060" cy="2324132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DDBB7D49-946B-4B20-A05E-1DE68104D425}"/>
              </a:ext>
            </a:extLst>
          </p:cNvPr>
          <p:cNvSpPr/>
          <p:nvPr/>
        </p:nvSpPr>
        <p:spPr>
          <a:xfrm>
            <a:off x="344288" y="4683861"/>
            <a:ext cx="21257024" cy="1311898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marL="0" marR="0" indent="0" algn="l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7400" b="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rPr>
              <a:t>Problem		 Data          Metrics		MSA	</a:t>
            </a:r>
            <a:endParaRPr kumimoji="0" lang="en-US" sz="74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28" name="Circle">
            <a:extLst>
              <a:ext uri="{FF2B5EF4-FFF2-40B4-BE49-F238E27FC236}">
                <a16:creationId xmlns:a16="http://schemas.microsoft.com/office/drawing/2014/main" id="{60AC70BE-EB7E-4824-8486-B6847A4AC6CA}"/>
              </a:ext>
            </a:extLst>
          </p:cNvPr>
          <p:cNvSpPr/>
          <p:nvPr/>
        </p:nvSpPr>
        <p:spPr>
          <a:xfrm>
            <a:off x="14780062" y="12416167"/>
            <a:ext cx="6538022" cy="6538022"/>
          </a:xfrm>
          <a:prstGeom prst="ellipse">
            <a:avLst/>
          </a:prstGeom>
          <a:solidFill>
            <a:srgbClr val="213566"/>
          </a:solidFill>
          <a:ln w="12700">
            <a:miter lim="400000"/>
          </a:ln>
        </p:spPr>
        <p:txBody>
          <a:bodyPr lIns="114300" tIns="114300" rIns="114300" bIns="114300" anchor="ctr"/>
          <a:lstStyle/>
          <a:p>
            <a:pPr defTabSz="1314450">
              <a:defRPr sz="48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r>
              <a:rPr lang="en-US" dirty="0"/>
              <a:t>Education – where to get those skills</a:t>
            </a:r>
            <a:endParaRPr dirty="0"/>
          </a:p>
        </p:txBody>
      </p:sp>
      <p:sp>
        <p:nvSpPr>
          <p:cNvPr id="29" name="Circle">
            <a:extLst>
              <a:ext uri="{FF2B5EF4-FFF2-40B4-BE49-F238E27FC236}">
                <a16:creationId xmlns:a16="http://schemas.microsoft.com/office/drawing/2014/main" id="{A9BF419E-8841-4816-9DCE-0FE903038977}"/>
              </a:ext>
            </a:extLst>
          </p:cNvPr>
          <p:cNvSpPr/>
          <p:nvPr/>
        </p:nvSpPr>
        <p:spPr>
          <a:xfrm>
            <a:off x="7240566" y="20619087"/>
            <a:ext cx="6538022" cy="6538022"/>
          </a:xfrm>
          <a:prstGeom prst="ellipse">
            <a:avLst/>
          </a:prstGeom>
          <a:solidFill>
            <a:srgbClr val="213566"/>
          </a:solidFill>
          <a:ln w="12700">
            <a:miter lim="400000"/>
          </a:ln>
        </p:spPr>
        <p:txBody>
          <a:bodyPr lIns="114300" tIns="114300" rIns="114300" bIns="114300" anchor="ctr"/>
          <a:lstStyle/>
          <a:p>
            <a:pPr defTabSz="1314450">
              <a:defRPr sz="48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r>
              <a:rPr lang="en-US" dirty="0"/>
              <a:t>Mismatch</a:t>
            </a:r>
            <a:endParaRPr dirty="0"/>
          </a:p>
        </p:txBody>
      </p:sp>
      <p:sp>
        <p:nvSpPr>
          <p:cNvPr id="30" name="Square">
            <a:extLst>
              <a:ext uri="{FF2B5EF4-FFF2-40B4-BE49-F238E27FC236}">
                <a16:creationId xmlns:a16="http://schemas.microsoft.com/office/drawing/2014/main" id="{D676E013-41DF-48FC-A22D-D5A9DDA4769D}"/>
              </a:ext>
            </a:extLst>
          </p:cNvPr>
          <p:cNvSpPr/>
          <p:nvPr/>
        </p:nvSpPr>
        <p:spPr>
          <a:xfrm>
            <a:off x="893886" y="20913758"/>
            <a:ext cx="5948681" cy="5948681"/>
          </a:xfrm>
          <a:prstGeom prst="rect">
            <a:avLst/>
          </a:prstGeom>
          <a:solidFill>
            <a:srgbClr val="EE6419"/>
          </a:solidFill>
          <a:ln w="12700">
            <a:miter lim="400000"/>
          </a:ln>
        </p:spPr>
        <p:txBody>
          <a:bodyPr lIns="114300" tIns="114300" rIns="114300" bIns="114300" anchor="ctr"/>
          <a:lstStyle/>
          <a:p>
            <a:pPr defTabSz="1314450">
              <a:defRPr sz="48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r>
              <a:rPr lang="en-US" dirty="0"/>
              <a:t>Bachelors vs No bachelors</a:t>
            </a:r>
            <a:endParaRPr dirty="0"/>
          </a:p>
        </p:txBody>
      </p:sp>
      <p:sp>
        <p:nvSpPr>
          <p:cNvPr id="31" name="Square">
            <a:extLst>
              <a:ext uri="{FF2B5EF4-FFF2-40B4-BE49-F238E27FC236}">
                <a16:creationId xmlns:a16="http://schemas.microsoft.com/office/drawing/2014/main" id="{3CA61546-DD0F-4F83-BF3F-40897AE912F7}"/>
              </a:ext>
            </a:extLst>
          </p:cNvPr>
          <p:cNvSpPr/>
          <p:nvPr/>
        </p:nvSpPr>
        <p:spPr>
          <a:xfrm>
            <a:off x="14843281" y="20756066"/>
            <a:ext cx="5948681" cy="5948681"/>
          </a:xfrm>
          <a:prstGeom prst="rect">
            <a:avLst/>
          </a:prstGeom>
          <a:solidFill>
            <a:srgbClr val="EE6419"/>
          </a:solidFill>
          <a:ln w="12700">
            <a:miter lim="400000"/>
          </a:ln>
        </p:spPr>
        <p:txBody>
          <a:bodyPr lIns="114300" tIns="114300" rIns="114300" bIns="114300" anchor="ctr"/>
          <a:lstStyle/>
          <a:p>
            <a:pPr defTabSz="1314450">
              <a:defRPr sz="48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r>
              <a:rPr lang="en-US" dirty="0"/>
              <a:t>Highly Requested vs Highly Provided Skills</a:t>
            </a:r>
            <a:endParaRPr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747E5C-AD04-466E-A5F1-98948F20D031}"/>
              </a:ext>
            </a:extLst>
          </p:cNvPr>
          <p:cNvSpPr/>
          <p:nvPr/>
        </p:nvSpPr>
        <p:spPr>
          <a:xfrm>
            <a:off x="248740" y="9961909"/>
            <a:ext cx="21352572" cy="1311898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marL="0" marR="0" indent="0" algn="ctr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7400" b="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rPr>
              <a:t>Critical Care Nurses</a:t>
            </a:r>
            <a:endParaRPr kumimoji="0" lang="en-US" sz="74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4D9C5A-3CE8-4C3C-AE6B-0E5A97D22070}"/>
              </a:ext>
            </a:extLst>
          </p:cNvPr>
          <p:cNvSpPr/>
          <p:nvPr/>
        </p:nvSpPr>
        <p:spPr>
          <a:xfrm>
            <a:off x="876389" y="28512710"/>
            <a:ext cx="20187468" cy="1311898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marL="0" marR="0" indent="0" algn="ctr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74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rPr>
              <a:t>Conclusions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85725" tIns="85725" rIns="85725" bIns="85725" numCol="1" spcCol="38100" rtlCol="0" anchor="ctr">
        <a:spAutoFit/>
      </a:bodyPr>
      <a:lstStyle>
        <a:defPPr marL="0" marR="0" indent="0" algn="ctr" defTabSz="19716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7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85725" tIns="85725" rIns="85725" bIns="85725" numCol="1" spcCol="38100" rtlCol="0" anchor="ctr">
        <a:spAutoFit/>
      </a:bodyPr>
      <a:lstStyle>
        <a:defPPr marL="0" marR="0" indent="0" algn="ctr" defTabSz="19716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8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85725" tIns="85725" rIns="85725" bIns="85725" numCol="1" spcCol="38100" rtlCol="0" anchor="ctr">
        <a:spAutoFit/>
      </a:bodyPr>
      <a:lstStyle>
        <a:defPPr marL="0" marR="0" indent="0" algn="ctr" defTabSz="19716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7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85725" tIns="85725" rIns="85725" bIns="85725" numCol="1" spcCol="38100" rtlCol="0" anchor="ctr">
        <a:spAutoFit/>
      </a:bodyPr>
      <a:lstStyle>
        <a:defPPr marL="0" marR="0" indent="0" algn="ctr" defTabSz="19716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8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5AE3D1135F4E41AB498540A40487BD" ma:contentTypeVersion="18" ma:contentTypeDescription="Create a new document." ma:contentTypeScope="" ma:versionID="15adbd330118f8d06bc6615d15ac85a9">
  <xsd:schema xmlns:xsd="http://www.w3.org/2001/XMLSchema" xmlns:xs="http://www.w3.org/2001/XMLSchema" xmlns:p="http://schemas.microsoft.com/office/2006/metadata/properties" xmlns:ns2="7a2657dd-b8a5-4c99-8d51-b0b9d254c989" xmlns:ns3="5ba80a41-9917-4a22-8f13-cb051ddce64c" targetNamespace="http://schemas.microsoft.com/office/2006/metadata/properties" ma:root="true" ma:fieldsID="f6a41e235a72bf34fead84cba91ed4b2" ns2:_="" ns3:_="">
    <xsd:import namespace="7a2657dd-b8a5-4c99-8d51-b0b9d254c989"/>
    <xsd:import namespace="5ba80a41-9917-4a22-8f13-cb051ddce6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2657dd-b8a5-4c99-8d51-b0b9d254c9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d038b50-52dc-447d-ac2e-a29bd036c4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a80a41-9917-4a22-8f13-cb051ddce64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ceef030-0fd2-4c4f-af00-feafa4f18198}" ma:internalName="TaxCatchAll" ma:showField="CatchAllData" ma:web="5ba80a41-9917-4a22-8f13-cb051ddce6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a2657dd-b8a5-4c99-8d51-b0b9d254c989">
      <Terms xmlns="http://schemas.microsoft.com/office/infopath/2007/PartnerControls"/>
    </lcf76f155ced4ddcb4097134ff3c332f>
    <TaxCatchAll xmlns="5ba80a41-9917-4a22-8f13-cb051ddce64c" xsi:nil="true"/>
  </documentManagement>
</p:properties>
</file>

<file path=customXml/itemProps1.xml><?xml version="1.0" encoding="utf-8"?>
<ds:datastoreItem xmlns:ds="http://schemas.openxmlformats.org/officeDocument/2006/customXml" ds:itemID="{99F227DB-7A02-428C-8CF1-CCD93B9454B3}"/>
</file>

<file path=customXml/itemProps2.xml><?xml version="1.0" encoding="utf-8"?>
<ds:datastoreItem xmlns:ds="http://schemas.openxmlformats.org/officeDocument/2006/customXml" ds:itemID="{1C685E66-21AA-45F5-8AD0-55594591F160}"/>
</file>

<file path=customXml/itemProps3.xml><?xml version="1.0" encoding="utf-8"?>
<ds:datastoreItem xmlns:ds="http://schemas.openxmlformats.org/officeDocument/2006/customXml" ds:itemID="{92EF2F09-0C8E-4CED-96C7-0AC462C4C717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</Words>
  <Application>Microsoft Office PowerPoint</Application>
  <PresentationFormat>Custom</PresentationFormat>
  <Paragraphs>28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White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cp:lastModifiedBy>McDonald, Sarah (sm9dv)</cp:lastModifiedBy>
  <cp:revision>14</cp:revision>
  <dcterms:created xsi:type="dcterms:W3CDTF">2019-07-16T21:17:53Z</dcterms:created>
  <dcterms:modified xsi:type="dcterms:W3CDTF">2019-07-26T16:10:13Z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0x010100D45AE3D1135F4E41AB498540A40487BD</vt:lpwstr>
  </property>
</Properties>
</file>
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7.xml" ContentType="application/vnd.openxmlformats-officedocument.theme+xml"/>
  <Override PartName="/ppt/slideLayouts/slideLayout23.xml" ContentType="application/vnd.openxmlformats-officedocument.presentationml.slideLayout+xml"/>
  <Override PartName="/ppt/theme/theme8.xml" ContentType="application/vnd.openxmlformats-officedocument.theme+xml"/>
  <Override PartName="/ppt/slideLayouts/slideLayout24.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 id="2147483652" r:id="rId6"/>
    <p:sldMasterId id="2147483670" r:id="rId7"/>
    <p:sldMasterId id="2147483658" r:id="rId8"/>
    <p:sldMasterId id="2147483672" r:id="rId9"/>
    <p:sldMasterId id="2147483664" r:id="rId10"/>
    <p:sldMasterId id="2147483674" r:id="rId11"/>
    <p:sldMasterId id="2147483676" r:id="rId12"/>
  </p:sldMasterIdLst>
  <p:notesMasterIdLst>
    <p:notesMasterId r:id="rId27"/>
  </p:notesMasterIdLst>
  <p:handoutMasterIdLst>
    <p:handoutMasterId r:id="rId28"/>
  </p:handoutMasterIdLst>
  <p:sldIdLst>
    <p:sldId id="1057" r:id="rId13"/>
    <p:sldId id="1082" r:id="rId14"/>
    <p:sldId id="1083" r:id="rId15"/>
    <p:sldId id="1084" r:id="rId16"/>
    <p:sldId id="1085" r:id="rId17"/>
    <p:sldId id="1092" r:id="rId18"/>
    <p:sldId id="1094" r:id="rId19"/>
    <p:sldId id="1086" r:id="rId20"/>
    <p:sldId id="1095" r:id="rId21"/>
    <p:sldId id="1091" r:id="rId22"/>
    <p:sldId id="1090" r:id="rId23"/>
    <p:sldId id="1087" r:id="rId24"/>
    <p:sldId id="1089" r:id="rId25"/>
    <p:sldId id="108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53790E2-CF47-BB48-85D9-C2E4E85DCAF1}">
          <p14:sldIdLst>
            <p14:sldId id="1057"/>
            <p14:sldId id="1082"/>
            <p14:sldId id="1083"/>
            <p14:sldId id="1084"/>
            <p14:sldId id="1085"/>
            <p14:sldId id="1092"/>
            <p14:sldId id="1094"/>
            <p14:sldId id="1086"/>
            <p14:sldId id="1095"/>
            <p14:sldId id="1091"/>
            <p14:sldId id="1090"/>
            <p14:sldId id="1087"/>
            <p14:sldId id="1089"/>
            <p14:sldId id="1088"/>
          </p14:sldIdLst>
        </p14:section>
        <p14:section name="Untitled Section" id="{00B0B561-6255-2546-B3F0-5193EA8E6FF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6C0A"/>
    <a:srgbClr val="012F6C"/>
    <a:srgbClr val="002E6C"/>
    <a:srgbClr val="254061"/>
    <a:srgbClr val="012F6D"/>
    <a:srgbClr val="153164"/>
    <a:srgbClr val="0D3168"/>
    <a:srgbClr val="9FAB62"/>
    <a:srgbClr val="92B44C"/>
    <a:srgbClr val="4077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EF7251-E9C9-6AE2-3C16-AFF78BE903FE}" v="6" dt="2019-06-18T15:10:07.883"/>
    <p1510:client id="{4227A400-C2E4-F30C-E10E-1A2FBDCA9B20}" v="67" dt="2019-06-17T19:26:39.827"/>
    <p1510:client id="{4EA140DD-17FC-48D4-AD0D-70A5455B784A}" v="728" dt="2019-06-17T17:44:12.070"/>
    <p1510:client id="{64B3F9E1-E223-88BA-C899-A0600A2078B8}" v="42" dt="2019-06-18T16:51:21.058"/>
    <p1510:client id="{B01AAEA4-1E10-F4F5-BD70-4EC7892C4BBF}" v="1154" dt="2019-06-17T18:28:59.362"/>
    <p1510:client id="{C7D18F9D-B03F-BC69-DFAE-B5022C3BBA8F}" v="716" dt="2019-06-17T20:15:48.053"/>
    <p1510:client id="{E0DA232A-2666-B033-8C8B-5B54E2E9EF38}" v="337" dt="2019-06-17T20:16:54.087"/>
    <p1510:client id="{FA10A2FB-BADB-8345-A706-5D6162DA5FA1}" v="86" dt="2019-06-18T13:22:04.42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94527"/>
  </p:normalViewPr>
  <p:slideViewPr>
    <p:cSldViewPr snapToGrid="0" snapToObjects="1">
      <p:cViewPr varScale="1">
        <p:scale>
          <a:sx n="102" d="100"/>
          <a:sy n="102" d="100"/>
        </p:scale>
        <p:origin x="192" y="48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9.xml"/><Relationship Id="rId34"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Donald, Sarah (sm9dv)" userId="9e8bfd15-d485-472e-bdd9-a28a60bbc615" providerId="ADAL" clId="{4EA140DD-17FC-48D4-AD0D-70A5455B784A}"/>
    <pc:docChg chg="undo custSel addSld delSld modSld sldOrd modSection">
      <pc:chgData name="McDonald, Sarah (sm9dv)" userId="9e8bfd15-d485-472e-bdd9-a28a60bbc615" providerId="ADAL" clId="{4EA140DD-17FC-48D4-AD0D-70A5455B784A}" dt="2019-06-17T17:44:12.070" v="724" actId="20577"/>
      <pc:docMkLst>
        <pc:docMk/>
      </pc:docMkLst>
      <pc:sldChg chg="modSp">
        <pc:chgData name="McDonald, Sarah (sm9dv)" userId="9e8bfd15-d485-472e-bdd9-a28a60bbc615" providerId="ADAL" clId="{4EA140DD-17FC-48D4-AD0D-70A5455B784A}" dt="2019-06-17T17:33:22.900" v="715" actId="1076"/>
        <pc:sldMkLst>
          <pc:docMk/>
          <pc:sldMk cId="2646000467" sldId="1086"/>
        </pc:sldMkLst>
        <pc:spChg chg="mod">
          <ac:chgData name="McDonald, Sarah (sm9dv)" userId="9e8bfd15-d485-472e-bdd9-a28a60bbc615" providerId="ADAL" clId="{4EA140DD-17FC-48D4-AD0D-70A5455B784A}" dt="2019-06-17T13:09:33.107" v="5" actId="14100"/>
          <ac:spMkLst>
            <pc:docMk/>
            <pc:sldMk cId="2646000467" sldId="1086"/>
            <ac:spMk id="2" creationId="{9FC5B13C-61E4-684C-817C-A9F454E5A88F}"/>
          </ac:spMkLst>
        </pc:spChg>
        <pc:spChg chg="mod">
          <ac:chgData name="McDonald, Sarah (sm9dv)" userId="9e8bfd15-d485-472e-bdd9-a28a60bbc615" providerId="ADAL" clId="{4EA140DD-17FC-48D4-AD0D-70A5455B784A}" dt="2019-06-17T13:10:24.469" v="13" actId="14100"/>
          <ac:spMkLst>
            <pc:docMk/>
            <pc:sldMk cId="2646000467" sldId="1086"/>
            <ac:spMk id="3" creationId="{D5816C42-99D4-7247-8FF5-09616B28C0B5}"/>
          </ac:spMkLst>
        </pc:spChg>
        <pc:picChg chg="mod">
          <ac:chgData name="McDonald, Sarah (sm9dv)" userId="9e8bfd15-d485-472e-bdd9-a28a60bbc615" providerId="ADAL" clId="{4EA140DD-17FC-48D4-AD0D-70A5455B784A}" dt="2019-06-17T17:33:22.900" v="715" actId="1076"/>
          <ac:picMkLst>
            <pc:docMk/>
            <pc:sldMk cId="2646000467" sldId="1086"/>
            <ac:picMk id="5" creationId="{4170D53F-6E5F-407E-B984-5D9104ABE3C9}"/>
          </ac:picMkLst>
        </pc:picChg>
      </pc:sldChg>
      <pc:sldChg chg="addSp delSp modSp">
        <pc:chgData name="McDonald, Sarah (sm9dv)" userId="9e8bfd15-d485-472e-bdd9-a28a60bbc615" providerId="ADAL" clId="{4EA140DD-17FC-48D4-AD0D-70A5455B784A}" dt="2019-06-17T13:16:18.466" v="180" actId="1076"/>
        <pc:sldMkLst>
          <pc:docMk/>
          <pc:sldMk cId="4038677502" sldId="1090"/>
        </pc:sldMkLst>
        <pc:spChg chg="del">
          <ac:chgData name="McDonald, Sarah (sm9dv)" userId="9e8bfd15-d485-472e-bdd9-a28a60bbc615" providerId="ADAL" clId="{4EA140DD-17FC-48D4-AD0D-70A5455B784A}" dt="2019-06-17T13:10:29.018" v="14" actId="478"/>
          <ac:spMkLst>
            <pc:docMk/>
            <pc:sldMk cId="4038677502" sldId="1090"/>
            <ac:spMk id="6" creationId="{A65EACBC-4AD6-48FD-B50D-FC9702C34A4E}"/>
          </ac:spMkLst>
        </pc:spChg>
        <pc:spChg chg="del">
          <ac:chgData name="McDonald, Sarah (sm9dv)" userId="9e8bfd15-d485-472e-bdd9-a28a60bbc615" providerId="ADAL" clId="{4EA140DD-17FC-48D4-AD0D-70A5455B784A}" dt="2019-06-17T13:10:31.963" v="15" actId="478"/>
          <ac:spMkLst>
            <pc:docMk/>
            <pc:sldMk cId="4038677502" sldId="1090"/>
            <ac:spMk id="7" creationId="{D501911A-D9B3-466B-A7E5-36A588DDA445}"/>
          </ac:spMkLst>
        </pc:spChg>
        <pc:spChg chg="add del">
          <ac:chgData name="McDonald, Sarah (sm9dv)" userId="9e8bfd15-d485-472e-bdd9-a28a60bbc615" providerId="ADAL" clId="{4EA140DD-17FC-48D4-AD0D-70A5455B784A}" dt="2019-06-17T13:09:48.839" v="8"/>
          <ac:spMkLst>
            <pc:docMk/>
            <pc:sldMk cId="4038677502" sldId="1090"/>
            <ac:spMk id="8" creationId="{B3EEE3E0-381E-4D23-8429-4A630F2DDE6F}"/>
          </ac:spMkLst>
        </pc:spChg>
        <pc:spChg chg="add mod">
          <ac:chgData name="McDonald, Sarah (sm9dv)" userId="9e8bfd15-d485-472e-bdd9-a28a60bbc615" providerId="ADAL" clId="{4EA140DD-17FC-48D4-AD0D-70A5455B784A}" dt="2019-06-17T13:10:14.925" v="12" actId="207"/>
          <ac:spMkLst>
            <pc:docMk/>
            <pc:sldMk cId="4038677502" sldId="1090"/>
            <ac:spMk id="9" creationId="{45AB9B90-93A2-477A-88BD-5C3C98BD93C8}"/>
          </ac:spMkLst>
        </pc:spChg>
        <pc:spChg chg="add mod">
          <ac:chgData name="McDonald, Sarah (sm9dv)" userId="9e8bfd15-d485-472e-bdd9-a28a60bbc615" providerId="ADAL" clId="{4EA140DD-17FC-48D4-AD0D-70A5455B784A}" dt="2019-06-17T13:12:11.146" v="119" actId="20577"/>
          <ac:spMkLst>
            <pc:docMk/>
            <pc:sldMk cId="4038677502" sldId="1090"/>
            <ac:spMk id="10" creationId="{9D49719C-FFA2-4235-9083-185B2CF5B502}"/>
          </ac:spMkLst>
        </pc:spChg>
        <pc:spChg chg="add mod">
          <ac:chgData name="McDonald, Sarah (sm9dv)" userId="9e8bfd15-d485-472e-bdd9-a28a60bbc615" providerId="ADAL" clId="{4EA140DD-17FC-48D4-AD0D-70A5455B784A}" dt="2019-06-17T13:12:45.137" v="161" actId="20577"/>
          <ac:spMkLst>
            <pc:docMk/>
            <pc:sldMk cId="4038677502" sldId="1090"/>
            <ac:spMk id="11" creationId="{3CF9FD3E-370A-446F-ABF4-E297EF751C47}"/>
          </ac:spMkLst>
        </pc:spChg>
        <pc:picChg chg="add del mod">
          <ac:chgData name="McDonald, Sarah (sm9dv)" userId="9e8bfd15-d485-472e-bdd9-a28a60bbc615" providerId="ADAL" clId="{4EA140DD-17FC-48D4-AD0D-70A5455B784A}" dt="2019-06-17T13:09:37.822" v="6" actId="478"/>
          <ac:picMkLst>
            <pc:docMk/>
            <pc:sldMk cId="4038677502" sldId="1090"/>
            <ac:picMk id="3" creationId="{4BE21C65-9286-4B7F-83FB-877D375258D6}"/>
          </ac:picMkLst>
        </pc:picChg>
        <pc:picChg chg="add mod">
          <ac:chgData name="McDonald, Sarah (sm9dv)" userId="9e8bfd15-d485-472e-bdd9-a28a60bbc615" providerId="ADAL" clId="{4EA140DD-17FC-48D4-AD0D-70A5455B784A}" dt="2019-06-17T13:13:44.188" v="165" actId="1076"/>
          <ac:picMkLst>
            <pc:docMk/>
            <pc:sldMk cId="4038677502" sldId="1090"/>
            <ac:picMk id="1026" creationId="{D8EBB7FC-E6DB-4940-ABF2-79FC4063C0C5}"/>
          </ac:picMkLst>
        </pc:picChg>
        <pc:picChg chg="add mod">
          <ac:chgData name="McDonald, Sarah (sm9dv)" userId="9e8bfd15-d485-472e-bdd9-a28a60bbc615" providerId="ADAL" clId="{4EA140DD-17FC-48D4-AD0D-70A5455B784A}" dt="2019-06-17T13:14:37.463" v="174" actId="1076"/>
          <ac:picMkLst>
            <pc:docMk/>
            <pc:sldMk cId="4038677502" sldId="1090"/>
            <ac:picMk id="1028" creationId="{DB8F1104-5AEE-4B75-910B-05F49215F589}"/>
          </ac:picMkLst>
        </pc:picChg>
        <pc:picChg chg="add mod">
          <ac:chgData name="McDonald, Sarah (sm9dv)" userId="9e8bfd15-d485-472e-bdd9-a28a60bbc615" providerId="ADAL" clId="{4EA140DD-17FC-48D4-AD0D-70A5455B784A}" dt="2019-06-17T13:16:18.466" v="180" actId="1076"/>
          <ac:picMkLst>
            <pc:docMk/>
            <pc:sldMk cId="4038677502" sldId="1090"/>
            <ac:picMk id="1030" creationId="{9B1473F5-92BC-4664-A2AA-8A355966185A}"/>
          </ac:picMkLst>
        </pc:picChg>
      </pc:sldChg>
      <pc:sldChg chg="addSp delSp modSp add ord">
        <pc:chgData name="McDonald, Sarah (sm9dv)" userId="9e8bfd15-d485-472e-bdd9-a28a60bbc615" providerId="ADAL" clId="{4EA140DD-17FC-48D4-AD0D-70A5455B784A}" dt="2019-06-17T17:44:12.070" v="724" actId="20577"/>
        <pc:sldMkLst>
          <pc:docMk/>
          <pc:sldMk cId="196296070" sldId="1091"/>
        </pc:sldMkLst>
        <pc:spChg chg="mod">
          <ac:chgData name="McDonald, Sarah (sm9dv)" userId="9e8bfd15-d485-472e-bdd9-a28a60bbc615" providerId="ADAL" clId="{4EA140DD-17FC-48D4-AD0D-70A5455B784A}" dt="2019-06-17T17:44:12.070" v="724" actId="20577"/>
          <ac:spMkLst>
            <pc:docMk/>
            <pc:sldMk cId="196296070" sldId="1091"/>
            <ac:spMk id="3" creationId="{D5816C42-99D4-7247-8FF5-09616B28C0B5}"/>
          </ac:spMkLst>
        </pc:spChg>
        <pc:spChg chg="add mod">
          <ac:chgData name="McDonald, Sarah (sm9dv)" userId="9e8bfd15-d485-472e-bdd9-a28a60bbc615" providerId="ADAL" clId="{4EA140DD-17FC-48D4-AD0D-70A5455B784A}" dt="2019-06-17T16:56:12.393" v="708" actId="1038"/>
          <ac:spMkLst>
            <pc:docMk/>
            <pc:sldMk cId="196296070" sldId="1091"/>
            <ac:spMk id="6" creationId="{DB55340D-3C5A-4090-B409-DF5BA6F9F6AD}"/>
          </ac:spMkLst>
        </pc:spChg>
        <pc:picChg chg="del">
          <ac:chgData name="McDonald, Sarah (sm9dv)" userId="9e8bfd15-d485-472e-bdd9-a28a60bbc615" providerId="ADAL" clId="{4EA140DD-17FC-48D4-AD0D-70A5455B784A}" dt="2019-06-17T13:25:14.545" v="202" actId="478"/>
          <ac:picMkLst>
            <pc:docMk/>
            <pc:sldMk cId="196296070" sldId="1091"/>
            <ac:picMk id="5" creationId="{4170D53F-6E5F-407E-B984-5D9104ABE3C9}"/>
          </ac:picMkLst>
        </pc:picChg>
        <pc:picChg chg="add mod">
          <ac:chgData name="McDonald, Sarah (sm9dv)" userId="9e8bfd15-d485-472e-bdd9-a28a60bbc615" providerId="ADAL" clId="{4EA140DD-17FC-48D4-AD0D-70A5455B784A}" dt="2019-06-17T16:56:28.125" v="712" actId="1076"/>
          <ac:picMkLst>
            <pc:docMk/>
            <pc:sldMk cId="196296070" sldId="1091"/>
            <ac:picMk id="2050" creationId="{34F3535B-1C10-4141-AAD0-91403B59D11D}"/>
          </ac:picMkLst>
        </pc:picChg>
      </pc:sldChg>
      <pc:sldChg chg="add del">
        <pc:chgData name="McDonald, Sarah (sm9dv)" userId="9e8bfd15-d485-472e-bdd9-a28a60bbc615" providerId="ADAL" clId="{4EA140DD-17FC-48D4-AD0D-70A5455B784A}" dt="2019-06-17T13:23:00.305" v="182" actId="2696"/>
        <pc:sldMkLst>
          <pc:docMk/>
          <pc:sldMk cId="4059100410" sldId="1091"/>
        </pc:sldMkLst>
      </pc:sldChg>
    </pc:docChg>
  </pc:docChgLst>
  <pc:docChgLst>
    <pc:chgData name="McDonald, Sarah (sm9dv)" userId="S::sm9dv@virginia.edu::9e8bfd15-d485-472e-bdd9-a28a60bbc615" providerId="AD" clId="Web-{C7D18F9D-B03F-BC69-DFAE-B5022C3BBA8F}"/>
    <pc:docChg chg="addSld delSld modSld modSection">
      <pc:chgData name="McDonald, Sarah (sm9dv)" userId="S::sm9dv@virginia.edu::9e8bfd15-d485-472e-bdd9-a28a60bbc615" providerId="AD" clId="Web-{C7D18F9D-B03F-BC69-DFAE-B5022C3BBA8F}" dt="2019-06-17T20:15:48.053" v="736" actId="20577"/>
      <pc:docMkLst>
        <pc:docMk/>
      </pc:docMkLst>
      <pc:sldChg chg="addSp delSp modSp">
        <pc:chgData name="McDonald, Sarah (sm9dv)" userId="S::sm9dv@virginia.edu::9e8bfd15-d485-472e-bdd9-a28a60bbc615" providerId="AD" clId="Web-{C7D18F9D-B03F-BC69-DFAE-B5022C3BBA8F}" dt="2019-06-17T20:15:47.287" v="734" actId="20577"/>
        <pc:sldMkLst>
          <pc:docMk/>
          <pc:sldMk cId="2646000467" sldId="1086"/>
        </pc:sldMkLst>
        <pc:spChg chg="mod">
          <ac:chgData name="McDonald, Sarah (sm9dv)" userId="S::sm9dv@virginia.edu::9e8bfd15-d485-472e-bdd9-a28a60bbc615" providerId="AD" clId="Web-{C7D18F9D-B03F-BC69-DFAE-B5022C3BBA8F}" dt="2019-06-17T20:07:50.203" v="310" actId="20577"/>
          <ac:spMkLst>
            <pc:docMk/>
            <pc:sldMk cId="2646000467" sldId="1086"/>
            <ac:spMk id="2" creationId="{9FC5B13C-61E4-684C-817C-A9F454E5A88F}"/>
          </ac:spMkLst>
        </pc:spChg>
        <pc:spChg chg="del mod">
          <ac:chgData name="McDonald, Sarah (sm9dv)" userId="S::sm9dv@virginia.edu::9e8bfd15-d485-472e-bdd9-a28a60bbc615" providerId="AD" clId="Web-{C7D18F9D-B03F-BC69-DFAE-B5022C3BBA8F}" dt="2019-06-17T20:02:51.043" v="222"/>
          <ac:spMkLst>
            <pc:docMk/>
            <pc:sldMk cId="2646000467" sldId="1086"/>
            <ac:spMk id="3" creationId="{D5816C42-99D4-7247-8FF5-09616B28C0B5}"/>
          </ac:spMkLst>
        </pc:spChg>
        <pc:spChg chg="add del mod">
          <ac:chgData name="McDonald, Sarah (sm9dv)" userId="S::sm9dv@virginia.edu::9e8bfd15-d485-472e-bdd9-a28a60bbc615" providerId="AD" clId="Web-{C7D18F9D-B03F-BC69-DFAE-B5022C3BBA8F}" dt="2019-06-17T19:42:04.512" v="63"/>
          <ac:spMkLst>
            <pc:docMk/>
            <pc:sldMk cId="2646000467" sldId="1086"/>
            <ac:spMk id="7" creationId="{B3FE7A30-B5B1-402C-8E62-ED321CB086F7}"/>
          </ac:spMkLst>
        </pc:spChg>
        <pc:spChg chg="add del mod">
          <ac:chgData name="McDonald, Sarah (sm9dv)" userId="S::sm9dv@virginia.edu::9e8bfd15-d485-472e-bdd9-a28a60bbc615" providerId="AD" clId="Web-{C7D18F9D-B03F-BC69-DFAE-B5022C3BBA8F}" dt="2019-06-17T20:10:49.268" v="675"/>
          <ac:spMkLst>
            <pc:docMk/>
            <pc:sldMk cId="2646000467" sldId="1086"/>
            <ac:spMk id="9" creationId="{24DBCC34-D164-49CA-8728-624B34372C68}"/>
          </ac:spMkLst>
        </pc:spChg>
        <pc:spChg chg="add del mod">
          <ac:chgData name="McDonald, Sarah (sm9dv)" userId="S::sm9dv@virginia.edu::9e8bfd15-d485-472e-bdd9-a28a60bbc615" providerId="AD" clId="Web-{C7D18F9D-B03F-BC69-DFAE-B5022C3BBA8F}" dt="2019-06-17T20:02:54.402" v="223"/>
          <ac:spMkLst>
            <pc:docMk/>
            <pc:sldMk cId="2646000467" sldId="1086"/>
            <ac:spMk id="11" creationId="{6E8EDD4F-1795-432D-AEF7-B740879ACB03}"/>
          </ac:spMkLst>
        </pc:spChg>
        <pc:spChg chg="add mod">
          <ac:chgData name="McDonald, Sarah (sm9dv)" userId="S::sm9dv@virginia.edu::9e8bfd15-d485-472e-bdd9-a28a60bbc615" providerId="AD" clId="Web-{C7D18F9D-B03F-BC69-DFAE-B5022C3BBA8F}" dt="2019-06-17T20:15:47.287" v="734" actId="20577"/>
          <ac:spMkLst>
            <pc:docMk/>
            <pc:sldMk cId="2646000467" sldId="1086"/>
            <ac:spMk id="12" creationId="{1640407D-4376-42F5-B26D-8A68E6794D19}"/>
          </ac:spMkLst>
        </pc:spChg>
        <pc:picChg chg="del">
          <ac:chgData name="McDonald, Sarah (sm9dv)" userId="S::sm9dv@virginia.edu::9e8bfd15-d485-472e-bdd9-a28a60bbc615" providerId="AD" clId="Web-{C7D18F9D-B03F-BC69-DFAE-B5022C3BBA8F}" dt="2019-06-17T19:37:21.899" v="11"/>
          <ac:picMkLst>
            <pc:docMk/>
            <pc:sldMk cId="2646000467" sldId="1086"/>
            <ac:picMk id="5" creationId="{4170D53F-6E5F-407E-B984-5D9104ABE3C9}"/>
          </ac:picMkLst>
        </pc:picChg>
      </pc:sldChg>
      <pc:sldChg chg="modSp">
        <pc:chgData name="McDonald, Sarah (sm9dv)" userId="S::sm9dv@virginia.edu::9e8bfd15-d485-472e-bdd9-a28a60bbc615" providerId="AD" clId="Web-{C7D18F9D-B03F-BC69-DFAE-B5022C3BBA8F}" dt="2019-06-17T20:14:27.442" v="731" actId="20577"/>
        <pc:sldMkLst>
          <pc:docMk/>
          <pc:sldMk cId="4038677502" sldId="1090"/>
        </pc:sldMkLst>
        <pc:spChg chg="mod">
          <ac:chgData name="McDonald, Sarah (sm9dv)" userId="S::sm9dv@virginia.edu::9e8bfd15-d485-472e-bdd9-a28a60bbc615" providerId="AD" clId="Web-{C7D18F9D-B03F-BC69-DFAE-B5022C3BBA8F}" dt="2019-06-17T20:07:57.781" v="312" actId="20577"/>
          <ac:spMkLst>
            <pc:docMk/>
            <pc:sldMk cId="4038677502" sldId="1090"/>
            <ac:spMk id="9" creationId="{45AB9B90-93A2-477A-88BD-5C3C98BD93C8}"/>
          </ac:spMkLst>
        </pc:spChg>
        <pc:spChg chg="mod">
          <ac:chgData name="McDonald, Sarah (sm9dv)" userId="S::sm9dv@virginia.edu::9e8bfd15-d485-472e-bdd9-a28a60bbc615" providerId="AD" clId="Web-{C7D18F9D-B03F-BC69-DFAE-B5022C3BBA8F}" dt="2019-06-17T20:14:24.599" v="729" actId="20577"/>
          <ac:spMkLst>
            <pc:docMk/>
            <pc:sldMk cId="4038677502" sldId="1090"/>
            <ac:spMk id="10" creationId="{9D49719C-FFA2-4235-9083-185B2CF5B502}"/>
          </ac:spMkLst>
        </pc:spChg>
        <pc:spChg chg="mod">
          <ac:chgData name="McDonald, Sarah (sm9dv)" userId="S::sm9dv@virginia.edu::9e8bfd15-d485-472e-bdd9-a28a60bbc615" providerId="AD" clId="Web-{C7D18F9D-B03F-BC69-DFAE-B5022C3BBA8F}" dt="2019-06-17T20:14:27.442" v="731" actId="20577"/>
          <ac:spMkLst>
            <pc:docMk/>
            <pc:sldMk cId="4038677502" sldId="1090"/>
            <ac:spMk id="11" creationId="{3CF9FD3E-370A-446F-ABF4-E297EF751C47}"/>
          </ac:spMkLst>
        </pc:spChg>
      </pc:sldChg>
      <pc:sldChg chg="modSp">
        <pc:chgData name="McDonald, Sarah (sm9dv)" userId="S::sm9dv@virginia.edu::9e8bfd15-d485-472e-bdd9-a28a60bbc615" providerId="AD" clId="Web-{C7D18F9D-B03F-BC69-DFAE-B5022C3BBA8F}" dt="2019-06-17T20:14:16.895" v="728" actId="20577"/>
        <pc:sldMkLst>
          <pc:docMk/>
          <pc:sldMk cId="196296070" sldId="1091"/>
        </pc:sldMkLst>
        <pc:spChg chg="mod">
          <ac:chgData name="McDonald, Sarah (sm9dv)" userId="S::sm9dv@virginia.edu::9e8bfd15-d485-472e-bdd9-a28a60bbc615" providerId="AD" clId="Web-{C7D18F9D-B03F-BC69-DFAE-B5022C3BBA8F}" dt="2019-06-17T20:07:54.219" v="311" actId="20577"/>
          <ac:spMkLst>
            <pc:docMk/>
            <pc:sldMk cId="196296070" sldId="1091"/>
            <ac:spMk id="2" creationId="{9FC5B13C-61E4-684C-817C-A9F454E5A88F}"/>
          </ac:spMkLst>
        </pc:spChg>
        <pc:spChg chg="mod">
          <ac:chgData name="McDonald, Sarah (sm9dv)" userId="S::sm9dv@virginia.edu::9e8bfd15-d485-472e-bdd9-a28a60bbc615" providerId="AD" clId="Web-{C7D18F9D-B03F-BC69-DFAE-B5022C3BBA8F}" dt="2019-06-17T20:14:16.895" v="728" actId="20577"/>
          <ac:spMkLst>
            <pc:docMk/>
            <pc:sldMk cId="196296070" sldId="1091"/>
            <ac:spMk id="3" creationId="{D5816C42-99D4-7247-8FF5-09616B28C0B5}"/>
          </ac:spMkLst>
        </pc:spChg>
        <pc:spChg chg="mod">
          <ac:chgData name="McDonald, Sarah (sm9dv)" userId="S::sm9dv@virginia.edu::9e8bfd15-d485-472e-bdd9-a28a60bbc615" providerId="AD" clId="Web-{C7D18F9D-B03F-BC69-DFAE-B5022C3BBA8F}" dt="2019-06-17T20:14:07.943" v="727" actId="20577"/>
          <ac:spMkLst>
            <pc:docMk/>
            <pc:sldMk cId="196296070" sldId="1091"/>
            <ac:spMk id="6" creationId="{DB55340D-3C5A-4090-B409-DF5BA6F9F6AD}"/>
          </ac:spMkLst>
        </pc:spChg>
      </pc:sldChg>
      <pc:sldChg chg="new del">
        <pc:chgData name="McDonald, Sarah (sm9dv)" userId="S::sm9dv@virginia.edu::9e8bfd15-d485-472e-bdd9-a28a60bbc615" providerId="AD" clId="Web-{C7D18F9D-B03F-BC69-DFAE-B5022C3BBA8F}" dt="2019-06-17T19:37:06.930" v="1"/>
        <pc:sldMkLst>
          <pc:docMk/>
          <pc:sldMk cId="999111119" sldId="1095"/>
        </pc:sldMkLst>
      </pc:sldChg>
      <pc:sldChg chg="modSp add replId">
        <pc:chgData name="McDonald, Sarah (sm9dv)" userId="S::sm9dv@virginia.edu::9e8bfd15-d485-472e-bdd9-a28a60bbc615" providerId="AD" clId="Web-{C7D18F9D-B03F-BC69-DFAE-B5022C3BBA8F}" dt="2019-06-17T20:13:59.426" v="725" actId="20577"/>
        <pc:sldMkLst>
          <pc:docMk/>
          <pc:sldMk cId="1088248631" sldId="1095"/>
        </pc:sldMkLst>
        <pc:spChg chg="mod">
          <ac:chgData name="McDonald, Sarah (sm9dv)" userId="S::sm9dv@virginia.edu::9e8bfd15-d485-472e-bdd9-a28a60bbc615" providerId="AD" clId="Web-{C7D18F9D-B03F-BC69-DFAE-B5022C3BBA8F}" dt="2019-06-17T20:07:47.562" v="309" actId="20577"/>
          <ac:spMkLst>
            <pc:docMk/>
            <pc:sldMk cId="1088248631" sldId="1095"/>
            <ac:spMk id="2" creationId="{9FC5B13C-61E4-684C-817C-A9F454E5A88F}"/>
          </ac:spMkLst>
        </pc:spChg>
        <pc:spChg chg="mod">
          <ac:chgData name="McDonald, Sarah (sm9dv)" userId="S::sm9dv@virginia.edu::9e8bfd15-d485-472e-bdd9-a28a60bbc615" providerId="AD" clId="Web-{C7D18F9D-B03F-BC69-DFAE-B5022C3BBA8F}" dt="2019-06-17T20:13:59.426" v="725" actId="20577"/>
          <ac:spMkLst>
            <pc:docMk/>
            <pc:sldMk cId="1088248631" sldId="1095"/>
            <ac:spMk id="3" creationId="{D5816C42-99D4-7247-8FF5-09616B28C0B5}"/>
          </ac:spMkLst>
        </pc:spChg>
      </pc:sldChg>
    </pc:docChg>
  </pc:docChgLst>
  <pc:docChgLst>
    <pc:chgData name="Isch, Calvin (ci3uz)" userId="S::ci3uz@virginia.edu::d1b8b1a6-b223-4c78-a3de-e3d4ac8ab098" providerId="AD" clId="Web-{4227A400-C2E4-F30C-E10E-1A2FBDCA9B20}"/>
    <pc:docChg chg="modSld">
      <pc:chgData name="Isch, Calvin (ci3uz)" userId="S::ci3uz@virginia.edu::d1b8b1a6-b223-4c78-a3de-e3d4ac8ab098" providerId="AD" clId="Web-{4227A400-C2E4-F30C-E10E-1A2FBDCA9B20}" dt="2019-06-17T19:26:39.827" v="67" actId="1076"/>
      <pc:docMkLst>
        <pc:docMk/>
      </pc:docMkLst>
      <pc:sldChg chg="addSp modSp">
        <pc:chgData name="Isch, Calvin (ci3uz)" userId="S::ci3uz@virginia.edu::d1b8b1a6-b223-4c78-a3de-e3d4ac8ab098" providerId="AD" clId="Web-{4227A400-C2E4-F30C-E10E-1A2FBDCA9B20}" dt="2019-06-17T19:26:39.827" v="67" actId="1076"/>
        <pc:sldMkLst>
          <pc:docMk/>
          <pc:sldMk cId="2150342256" sldId="1094"/>
        </pc:sldMkLst>
        <pc:spChg chg="mod">
          <ac:chgData name="Isch, Calvin (ci3uz)" userId="S::ci3uz@virginia.edu::d1b8b1a6-b223-4c78-a3de-e3d4ac8ab098" providerId="AD" clId="Web-{4227A400-C2E4-F30C-E10E-1A2FBDCA9B20}" dt="2019-06-17T19:26:13.888" v="63" actId="20577"/>
          <ac:spMkLst>
            <pc:docMk/>
            <pc:sldMk cId="2150342256" sldId="1094"/>
            <ac:spMk id="3" creationId="{630CFA79-3C5F-4792-8A20-2F34A9E094E0}"/>
          </ac:spMkLst>
        </pc:spChg>
        <pc:picChg chg="add mod">
          <ac:chgData name="Isch, Calvin (ci3uz)" userId="S::ci3uz@virginia.edu::d1b8b1a6-b223-4c78-a3de-e3d4ac8ab098" providerId="AD" clId="Web-{4227A400-C2E4-F30C-E10E-1A2FBDCA9B20}" dt="2019-06-17T19:26:39.827" v="67" actId="1076"/>
          <ac:picMkLst>
            <pc:docMk/>
            <pc:sldMk cId="2150342256" sldId="1094"/>
            <ac:picMk id="6" creationId="{B9733823-FC4C-45F1-B38F-C86BEE951628}"/>
          </ac:picMkLst>
        </pc:picChg>
      </pc:sldChg>
    </pc:docChg>
  </pc:docChgLst>
  <pc:docChgLst>
    <pc:chgData name="Isch, Calvin (ci3uz)" userId="S::ci3uz@virginia.edu::d1b8b1a6-b223-4c78-a3de-e3d4ac8ab098" providerId="AD" clId="Web-{30153D8E-A93E-878F-598D-DBE28A5E6106}"/>
    <pc:docChg chg="modSld">
      <pc:chgData name="Isch, Calvin (ci3uz)" userId="S::ci3uz@virginia.edu::d1b8b1a6-b223-4c78-a3de-e3d4ac8ab098" providerId="AD" clId="Web-{30153D8E-A93E-878F-598D-DBE28A5E6106}" dt="2019-06-18T16:23:58.683" v="9" actId="14100"/>
      <pc:docMkLst>
        <pc:docMk/>
      </pc:docMkLst>
      <pc:sldChg chg="modSp">
        <pc:chgData name="Isch, Calvin (ci3uz)" userId="S::ci3uz@virginia.edu::d1b8b1a6-b223-4c78-a3de-e3d4ac8ab098" providerId="AD" clId="Web-{30153D8E-A93E-878F-598D-DBE28A5E6106}" dt="2019-06-18T16:23:58.683" v="9" actId="14100"/>
        <pc:sldMkLst>
          <pc:docMk/>
          <pc:sldMk cId="554150982" sldId="1092"/>
        </pc:sldMkLst>
        <pc:spChg chg="mod">
          <ac:chgData name="Isch, Calvin (ci3uz)" userId="S::ci3uz@virginia.edu::d1b8b1a6-b223-4c78-a3de-e3d4ac8ab098" providerId="AD" clId="Web-{30153D8E-A93E-878F-598D-DBE28A5E6106}" dt="2019-06-18T16:23:49.183" v="7" actId="1076"/>
          <ac:spMkLst>
            <pc:docMk/>
            <pc:sldMk cId="554150982" sldId="1092"/>
            <ac:spMk id="8" creationId="{FFC1012B-0103-494E-A3B4-1012C956C60C}"/>
          </ac:spMkLst>
        </pc:spChg>
        <pc:picChg chg="mod">
          <ac:chgData name="Isch, Calvin (ci3uz)" userId="S::ci3uz@virginia.edu::d1b8b1a6-b223-4c78-a3de-e3d4ac8ab098" providerId="AD" clId="Web-{30153D8E-A93E-878F-598D-DBE28A5E6106}" dt="2019-06-18T16:23:58.683" v="9" actId="14100"/>
          <ac:picMkLst>
            <pc:docMk/>
            <pc:sldMk cId="554150982" sldId="1092"/>
            <ac:picMk id="6" creationId="{ACF3B36B-7C9C-4C46-8A47-08E600FC9FD2}"/>
          </ac:picMkLst>
        </pc:picChg>
        <pc:picChg chg="mod">
          <ac:chgData name="Isch, Calvin (ci3uz)" userId="S::ci3uz@virginia.edu::d1b8b1a6-b223-4c78-a3de-e3d4ac8ab098" providerId="AD" clId="Web-{30153D8E-A93E-878F-598D-DBE28A5E6106}" dt="2019-06-18T16:23:49.167" v="6" actId="1076"/>
          <ac:picMkLst>
            <pc:docMk/>
            <pc:sldMk cId="554150982" sldId="1092"/>
            <ac:picMk id="7" creationId="{6EE95547-8647-EF4E-9FD6-5D6CC0C69CF0}"/>
          </ac:picMkLst>
        </pc:picChg>
        <pc:picChg chg="mod">
          <ac:chgData name="Isch, Calvin (ci3uz)" userId="S::ci3uz@virginia.edu::d1b8b1a6-b223-4c78-a3de-e3d4ac8ab098" providerId="AD" clId="Web-{30153D8E-A93E-878F-598D-DBE28A5E6106}" dt="2019-06-18T16:23:49.198" v="8" actId="1076"/>
          <ac:picMkLst>
            <pc:docMk/>
            <pc:sldMk cId="554150982" sldId="1092"/>
            <ac:picMk id="10" creationId="{428E8ADC-D2CC-BA4C-813A-7786857A5F47}"/>
          </ac:picMkLst>
        </pc:picChg>
      </pc:sldChg>
    </pc:docChg>
  </pc:docChgLst>
  <pc:docChgLst>
    <pc:chgData name="Lancaster, Vicki Ann (val7zv)" userId="S::val7zv@virginia.edu::1848b937-7720-42a5-9891-d77f8c3cb783" providerId="AD" clId="Web-{6B9875F3-5C5C-69C4-A8FE-5CC081F741BB}"/>
    <pc:docChg chg="modSld">
      <pc:chgData name="Lancaster, Vicki Ann (val7zv)" userId="S::val7zv@virginia.edu::1848b937-7720-42a5-9891-d77f8c3cb783" providerId="AD" clId="Web-{6B9875F3-5C5C-69C4-A8FE-5CC081F741BB}" dt="2019-06-14T19:39:15.069" v="4" actId="20577"/>
      <pc:docMkLst>
        <pc:docMk/>
      </pc:docMkLst>
      <pc:sldChg chg="modSp">
        <pc:chgData name="Lancaster, Vicki Ann (val7zv)" userId="S::val7zv@virginia.edu::1848b937-7720-42a5-9891-d77f8c3cb783" providerId="AD" clId="Web-{6B9875F3-5C5C-69C4-A8FE-5CC081F741BB}" dt="2019-06-14T19:37:52.115" v="2" actId="1076"/>
        <pc:sldMkLst>
          <pc:docMk/>
          <pc:sldMk cId="2163282739" sldId="1057"/>
        </pc:sldMkLst>
        <pc:spChg chg="mod">
          <ac:chgData name="Lancaster, Vicki Ann (val7zv)" userId="S::val7zv@virginia.edu::1848b937-7720-42a5-9891-d77f8c3cb783" providerId="AD" clId="Web-{6B9875F3-5C5C-69C4-A8FE-5CC081F741BB}" dt="2019-06-14T19:37:52.115" v="2" actId="1076"/>
          <ac:spMkLst>
            <pc:docMk/>
            <pc:sldMk cId="2163282739" sldId="1057"/>
            <ac:spMk id="4" creationId="{1EB4EA29-4FBB-C24D-BC06-C4E1E0C838D7}"/>
          </ac:spMkLst>
        </pc:spChg>
      </pc:sldChg>
      <pc:sldChg chg="modSp">
        <pc:chgData name="Lancaster, Vicki Ann (val7zv)" userId="S::val7zv@virginia.edu::1848b937-7720-42a5-9891-d77f8c3cb783" providerId="AD" clId="Web-{6B9875F3-5C5C-69C4-A8FE-5CC081F741BB}" dt="2019-06-14T19:39:15.069" v="4" actId="20577"/>
        <pc:sldMkLst>
          <pc:docMk/>
          <pc:sldMk cId="2743713354" sldId="1084"/>
        </pc:sldMkLst>
        <pc:spChg chg="mod">
          <ac:chgData name="Lancaster, Vicki Ann (val7zv)" userId="S::val7zv@virginia.edu::1848b937-7720-42a5-9891-d77f8c3cb783" providerId="AD" clId="Web-{6B9875F3-5C5C-69C4-A8FE-5CC081F741BB}" dt="2019-06-14T19:39:15.069" v="4" actId="20577"/>
          <ac:spMkLst>
            <pc:docMk/>
            <pc:sldMk cId="2743713354" sldId="1084"/>
            <ac:spMk id="7" creationId="{FCD903B3-63D5-F647-B32E-57DD7A1CD560}"/>
          </ac:spMkLst>
        </pc:spChg>
        <pc:spChg chg="mod">
          <ac:chgData name="Lancaster, Vicki Ann (val7zv)" userId="S::val7zv@virginia.edu::1848b937-7720-42a5-9891-d77f8c3cb783" providerId="AD" clId="Web-{6B9875F3-5C5C-69C4-A8FE-5CC081F741BB}" dt="2019-06-14T19:39:09.616" v="3" actId="20577"/>
          <ac:spMkLst>
            <pc:docMk/>
            <pc:sldMk cId="2743713354" sldId="1084"/>
            <ac:spMk id="8" creationId="{78649D2F-C18B-CD4A-9372-43F9CE2DE9AC}"/>
          </ac:spMkLst>
        </pc:spChg>
      </pc:sldChg>
    </pc:docChg>
  </pc:docChgLst>
  <pc:docChgLst>
    <pc:chgData name="Fowers, Alyssa (af5ug)" userId="S::af5ug@virginia.edu::c3a37977-17ff-41a0-ad75-fd916179f175" providerId="AD" clId="Web-{3DEF7251-E9C9-6AE2-3C16-AFF78BE903FE}"/>
    <pc:docChg chg="modSld">
      <pc:chgData name="Fowers, Alyssa (af5ug)" userId="S::af5ug@virginia.edu::c3a37977-17ff-41a0-ad75-fd916179f175" providerId="AD" clId="Web-{3DEF7251-E9C9-6AE2-3C16-AFF78BE903FE}" dt="2019-06-18T15:10:07.883" v="10" actId="1076"/>
      <pc:docMkLst>
        <pc:docMk/>
      </pc:docMkLst>
      <pc:sldChg chg="modSp">
        <pc:chgData name="Fowers, Alyssa (af5ug)" userId="S::af5ug@virginia.edu::c3a37977-17ff-41a0-ad75-fd916179f175" providerId="AD" clId="Web-{3DEF7251-E9C9-6AE2-3C16-AFF78BE903FE}" dt="2019-06-18T15:10:07.883" v="10" actId="1076"/>
        <pc:sldMkLst>
          <pc:docMk/>
          <pc:sldMk cId="2743713354" sldId="1084"/>
        </pc:sldMkLst>
        <pc:spChg chg="mod">
          <ac:chgData name="Fowers, Alyssa (af5ug)" userId="S::af5ug@virginia.edu::c3a37977-17ff-41a0-ad75-fd916179f175" providerId="AD" clId="Web-{3DEF7251-E9C9-6AE2-3C16-AFF78BE903FE}" dt="2019-06-18T15:09:58.149" v="8" actId="14100"/>
          <ac:spMkLst>
            <pc:docMk/>
            <pc:sldMk cId="2743713354" sldId="1084"/>
            <ac:spMk id="6" creationId="{C9DB083A-EF57-E547-89A6-63FFBFD19007}"/>
          </ac:spMkLst>
        </pc:spChg>
        <pc:spChg chg="mod">
          <ac:chgData name="Fowers, Alyssa (af5ug)" userId="S::af5ug@virginia.edu::c3a37977-17ff-41a0-ad75-fd916179f175" providerId="AD" clId="Web-{3DEF7251-E9C9-6AE2-3C16-AFF78BE903FE}" dt="2019-06-18T15:10:07.883" v="10" actId="1076"/>
          <ac:spMkLst>
            <pc:docMk/>
            <pc:sldMk cId="2743713354" sldId="1084"/>
            <ac:spMk id="17" creationId="{0019939C-A2A6-4963-823D-219E76190B6B}"/>
          </ac:spMkLst>
        </pc:spChg>
        <pc:spChg chg="mod">
          <ac:chgData name="Fowers, Alyssa (af5ug)" userId="S::af5ug@virginia.edu::c3a37977-17ff-41a0-ad75-fd916179f175" providerId="AD" clId="Web-{3DEF7251-E9C9-6AE2-3C16-AFF78BE903FE}" dt="2019-06-18T15:09:31.414" v="2" actId="688"/>
          <ac:spMkLst>
            <pc:docMk/>
            <pc:sldMk cId="2743713354" sldId="1084"/>
            <ac:spMk id="18" creationId="{14B1797D-9F1D-47F0-A09C-6CC441CFB65E}"/>
          </ac:spMkLst>
        </pc:spChg>
      </pc:sldChg>
    </pc:docChg>
  </pc:docChgLst>
  <pc:docChgLst>
    <pc:chgData name="Fowers, Alyssa (af5ug)" userId="S::af5ug@virginia.edu::c3a37977-17ff-41a0-ad75-fd916179f175" providerId="AD" clId="Web-{B4093361-6732-5C0B-B837-CB3C1B164E6E}"/>
    <pc:docChg chg="modSld">
      <pc:chgData name="Fowers, Alyssa (af5ug)" userId="S::af5ug@virginia.edu::c3a37977-17ff-41a0-ad75-fd916179f175" providerId="AD" clId="Web-{B4093361-6732-5C0B-B837-CB3C1B164E6E}" dt="2019-06-14T15:42:47.397" v="13" actId="1076"/>
      <pc:docMkLst>
        <pc:docMk/>
      </pc:docMkLst>
      <pc:sldChg chg="addSp modSp">
        <pc:chgData name="Fowers, Alyssa (af5ug)" userId="S::af5ug@virginia.edu::c3a37977-17ff-41a0-ad75-fd916179f175" providerId="AD" clId="Web-{B4093361-6732-5C0B-B837-CB3C1B164E6E}" dt="2019-06-14T15:42:47.397" v="13" actId="1076"/>
        <pc:sldMkLst>
          <pc:docMk/>
          <pc:sldMk cId="2743713354" sldId="1084"/>
        </pc:sldMkLst>
        <pc:spChg chg="mod">
          <ac:chgData name="Fowers, Alyssa (af5ug)" userId="S::af5ug@virginia.edu::c3a37977-17ff-41a0-ad75-fd916179f175" providerId="AD" clId="Web-{B4093361-6732-5C0B-B837-CB3C1B164E6E}" dt="2019-06-14T15:41:10.584" v="0" actId="1076"/>
          <ac:spMkLst>
            <pc:docMk/>
            <pc:sldMk cId="2743713354" sldId="1084"/>
            <ac:spMk id="11" creationId="{FB40D1BD-5993-2C42-AB89-36C312ABA11E}"/>
          </ac:spMkLst>
        </pc:spChg>
        <pc:cxnChg chg="add mod">
          <ac:chgData name="Fowers, Alyssa (af5ug)" userId="S::af5ug@virginia.edu::c3a37977-17ff-41a0-ad75-fd916179f175" providerId="AD" clId="Web-{B4093361-6732-5C0B-B837-CB3C1B164E6E}" dt="2019-06-14T15:42:46.053" v="12" actId="14100"/>
          <ac:cxnSpMkLst>
            <pc:docMk/>
            <pc:sldMk cId="2743713354" sldId="1084"/>
            <ac:cxnSpMk id="12" creationId="{E8B5E5C0-F2D0-4F79-B8FB-2AFF574EA391}"/>
          </ac:cxnSpMkLst>
        </pc:cxnChg>
        <pc:cxnChg chg="add mod">
          <ac:chgData name="Fowers, Alyssa (af5ug)" userId="S::af5ug@virginia.edu::c3a37977-17ff-41a0-ad75-fd916179f175" providerId="AD" clId="Web-{B4093361-6732-5C0B-B837-CB3C1B164E6E}" dt="2019-06-14T15:42:47.397" v="13" actId="1076"/>
          <ac:cxnSpMkLst>
            <pc:docMk/>
            <pc:sldMk cId="2743713354" sldId="1084"/>
            <ac:cxnSpMk id="13" creationId="{FB731379-65D3-43BA-86AE-81AE7D53BC53}"/>
          </ac:cxnSpMkLst>
        </pc:cxnChg>
      </pc:sldChg>
    </pc:docChg>
  </pc:docChgLst>
  <pc:docChgLst>
    <pc:chgData name="McDonald, Sarah (sm9dv)" userId="S::sm9dv@virginia.edu::9e8bfd15-d485-472e-bdd9-a28a60bbc615" providerId="AD" clId="Web-{ADE448A2-8FD7-5E55-C79F-04C6CC0315B5}"/>
    <pc:docChg chg="addSld modSld modSection">
      <pc:chgData name="McDonald, Sarah (sm9dv)" userId="S::sm9dv@virginia.edu::9e8bfd15-d485-472e-bdd9-a28a60bbc615" providerId="AD" clId="Web-{ADE448A2-8FD7-5E55-C79F-04C6CC0315B5}" dt="2019-06-17T13:07:50.315" v="78"/>
      <pc:docMkLst>
        <pc:docMk/>
      </pc:docMkLst>
      <pc:sldChg chg="addSp modSp">
        <pc:chgData name="McDonald, Sarah (sm9dv)" userId="S::sm9dv@virginia.edu::9e8bfd15-d485-472e-bdd9-a28a60bbc615" providerId="AD" clId="Web-{ADE448A2-8FD7-5E55-C79F-04C6CC0315B5}" dt="2019-06-17T13:05:27.909" v="68" actId="1076"/>
        <pc:sldMkLst>
          <pc:docMk/>
          <pc:sldMk cId="2646000467" sldId="1086"/>
        </pc:sldMkLst>
        <pc:spChg chg="mod">
          <ac:chgData name="McDonald, Sarah (sm9dv)" userId="S::sm9dv@virginia.edu::9e8bfd15-d485-472e-bdd9-a28a60bbc615" providerId="AD" clId="Web-{ADE448A2-8FD7-5E55-C79F-04C6CC0315B5}" dt="2019-06-17T13:02:36.283" v="34" actId="20577"/>
          <ac:spMkLst>
            <pc:docMk/>
            <pc:sldMk cId="2646000467" sldId="1086"/>
            <ac:spMk id="2" creationId="{9FC5B13C-61E4-684C-817C-A9F454E5A88F}"/>
          </ac:spMkLst>
        </pc:spChg>
        <pc:spChg chg="mod">
          <ac:chgData name="McDonald, Sarah (sm9dv)" userId="S::sm9dv@virginia.edu::9e8bfd15-d485-472e-bdd9-a28a60bbc615" providerId="AD" clId="Web-{ADE448A2-8FD7-5E55-C79F-04C6CC0315B5}" dt="2019-06-17T13:03:58.580" v="62" actId="20577"/>
          <ac:spMkLst>
            <pc:docMk/>
            <pc:sldMk cId="2646000467" sldId="1086"/>
            <ac:spMk id="3" creationId="{D5816C42-99D4-7247-8FF5-09616B28C0B5}"/>
          </ac:spMkLst>
        </pc:spChg>
        <pc:picChg chg="add mod">
          <ac:chgData name="McDonald, Sarah (sm9dv)" userId="S::sm9dv@virginia.edu::9e8bfd15-d485-472e-bdd9-a28a60bbc615" providerId="AD" clId="Web-{ADE448A2-8FD7-5E55-C79F-04C6CC0315B5}" dt="2019-06-17T13:05:27.909" v="68" actId="1076"/>
          <ac:picMkLst>
            <pc:docMk/>
            <pc:sldMk cId="2646000467" sldId="1086"/>
            <ac:picMk id="5" creationId="{4170D53F-6E5F-407E-B984-5D9104ABE3C9}"/>
          </ac:picMkLst>
        </pc:picChg>
      </pc:sldChg>
      <pc:sldChg chg="addSp delSp modSp add mod replId modClrScheme chgLayout">
        <pc:chgData name="McDonald, Sarah (sm9dv)" userId="S::sm9dv@virginia.edu::9e8bfd15-d485-472e-bdd9-a28a60bbc615" providerId="AD" clId="Web-{ADE448A2-8FD7-5E55-C79F-04C6CC0315B5}" dt="2019-06-17T13:07:50.315" v="78"/>
        <pc:sldMkLst>
          <pc:docMk/>
          <pc:sldMk cId="4038677502" sldId="1090"/>
        </pc:sldMkLst>
        <pc:spChg chg="del mod ord">
          <ac:chgData name="McDonald, Sarah (sm9dv)" userId="S::sm9dv@virginia.edu::9e8bfd15-d485-472e-bdd9-a28a60bbc615" providerId="AD" clId="Web-{ADE448A2-8FD7-5E55-C79F-04C6CC0315B5}" dt="2019-06-17T13:07:50.315" v="78"/>
          <ac:spMkLst>
            <pc:docMk/>
            <pc:sldMk cId="4038677502" sldId="1090"/>
            <ac:spMk id="2" creationId="{9FC5B13C-61E4-684C-817C-A9F454E5A88F}"/>
          </ac:spMkLst>
        </pc:spChg>
        <pc:spChg chg="del mod ord">
          <ac:chgData name="McDonald, Sarah (sm9dv)" userId="S::sm9dv@virginia.edu::9e8bfd15-d485-472e-bdd9-a28a60bbc615" providerId="AD" clId="Web-{ADE448A2-8FD7-5E55-C79F-04C6CC0315B5}" dt="2019-06-17T13:07:23.472" v="73"/>
          <ac:spMkLst>
            <pc:docMk/>
            <pc:sldMk cId="4038677502" sldId="1090"/>
            <ac:spMk id="3" creationId="{D5816C42-99D4-7247-8FF5-09616B28C0B5}"/>
          </ac:spMkLst>
        </pc:spChg>
        <pc:spChg chg="mod ord">
          <ac:chgData name="McDonald, Sarah (sm9dv)" userId="S::sm9dv@virginia.edu::9e8bfd15-d485-472e-bdd9-a28a60bbc615" providerId="AD" clId="Web-{ADE448A2-8FD7-5E55-C79F-04C6CC0315B5}" dt="2019-06-17T13:07:03.393" v="72"/>
          <ac:spMkLst>
            <pc:docMk/>
            <pc:sldMk cId="4038677502" sldId="1090"/>
            <ac:spMk id="4" creationId="{B1BD8D6A-1AE1-7C44-999F-A1599CD1ADFC}"/>
          </ac:spMkLst>
        </pc:spChg>
        <pc:spChg chg="add mod ord">
          <ac:chgData name="McDonald, Sarah (sm9dv)" userId="S::sm9dv@virginia.edu::9e8bfd15-d485-472e-bdd9-a28a60bbc615" providerId="AD" clId="Web-{ADE448A2-8FD7-5E55-C79F-04C6CC0315B5}" dt="2019-06-17T13:07:03.393" v="72"/>
          <ac:spMkLst>
            <pc:docMk/>
            <pc:sldMk cId="4038677502" sldId="1090"/>
            <ac:spMk id="6" creationId="{A65EACBC-4AD6-48FD-B50D-FC9702C34A4E}"/>
          </ac:spMkLst>
        </pc:spChg>
        <pc:spChg chg="add mod ord">
          <ac:chgData name="McDonald, Sarah (sm9dv)" userId="S::sm9dv@virginia.edu::9e8bfd15-d485-472e-bdd9-a28a60bbc615" providerId="AD" clId="Web-{ADE448A2-8FD7-5E55-C79F-04C6CC0315B5}" dt="2019-06-17T13:07:03.393" v="72"/>
          <ac:spMkLst>
            <pc:docMk/>
            <pc:sldMk cId="4038677502" sldId="1090"/>
            <ac:spMk id="7" creationId="{D501911A-D9B3-466B-A7E5-36A588DDA445}"/>
          </ac:spMkLst>
        </pc:spChg>
        <pc:spChg chg="add del">
          <ac:chgData name="McDonald, Sarah (sm9dv)" userId="S::sm9dv@virginia.edu::9e8bfd15-d485-472e-bdd9-a28a60bbc615" providerId="AD" clId="Web-{ADE448A2-8FD7-5E55-C79F-04C6CC0315B5}" dt="2019-06-17T13:07:31.991" v="75"/>
          <ac:spMkLst>
            <pc:docMk/>
            <pc:sldMk cId="4038677502" sldId="1090"/>
            <ac:spMk id="9" creationId="{F35A9AC5-45B7-49DA-8E99-386F894BEBDB}"/>
          </ac:spMkLst>
        </pc:spChg>
        <pc:spChg chg="add del">
          <ac:chgData name="McDonald, Sarah (sm9dv)" userId="S::sm9dv@virginia.edu::9e8bfd15-d485-472e-bdd9-a28a60bbc615" providerId="AD" clId="Web-{ADE448A2-8FD7-5E55-C79F-04C6CC0315B5}" dt="2019-06-17T13:07:41.222" v="77"/>
          <ac:spMkLst>
            <pc:docMk/>
            <pc:sldMk cId="4038677502" sldId="1090"/>
            <ac:spMk id="11" creationId="{171C3FE6-4C2A-4340-9175-BF1D2486F2CA}"/>
          </ac:spMkLst>
        </pc:spChg>
        <pc:picChg chg="del">
          <ac:chgData name="McDonald, Sarah (sm9dv)" userId="S::sm9dv@virginia.edu::9e8bfd15-d485-472e-bdd9-a28a60bbc615" providerId="AD" clId="Web-{ADE448A2-8FD7-5E55-C79F-04C6CC0315B5}" dt="2019-06-17T13:06:32.799" v="70"/>
          <ac:picMkLst>
            <pc:docMk/>
            <pc:sldMk cId="4038677502" sldId="1090"/>
            <ac:picMk id="5" creationId="{4170D53F-6E5F-407E-B984-5D9104ABE3C9}"/>
          </ac:picMkLst>
        </pc:picChg>
      </pc:sldChg>
    </pc:docChg>
  </pc:docChgLst>
  <pc:docChgLst>
    <pc:chgData name="Fowers, Alyssa (af5ug)" userId="S::af5ug@virginia.edu::c3a37977-17ff-41a0-ad75-fd916179f175" providerId="AD" clId="Web-{1ECD1666-6A95-A73C-F3D5-5585A5E8B9A6}"/>
    <pc:docChg chg="modSld">
      <pc:chgData name="Fowers, Alyssa (af5ug)" userId="S::af5ug@virginia.edu::c3a37977-17ff-41a0-ad75-fd916179f175" providerId="AD" clId="Web-{1ECD1666-6A95-A73C-F3D5-5585A5E8B9A6}" dt="2019-06-14T16:10:29.319" v="494" actId="1076"/>
      <pc:docMkLst>
        <pc:docMk/>
      </pc:docMkLst>
      <pc:sldChg chg="addSp delSp modSp">
        <pc:chgData name="Fowers, Alyssa (af5ug)" userId="S::af5ug@virginia.edu::c3a37977-17ff-41a0-ad75-fd916179f175" providerId="AD" clId="Web-{1ECD1666-6A95-A73C-F3D5-5585A5E8B9A6}" dt="2019-06-14T16:10:29.319" v="494" actId="1076"/>
        <pc:sldMkLst>
          <pc:docMk/>
          <pc:sldMk cId="2743713354" sldId="1084"/>
        </pc:sldMkLst>
        <pc:spChg chg="mod">
          <ac:chgData name="Fowers, Alyssa (af5ug)" userId="S::af5ug@virginia.edu::c3a37977-17ff-41a0-ad75-fd916179f175" providerId="AD" clId="Web-{1ECD1666-6A95-A73C-F3D5-5585A5E8B9A6}" dt="2019-06-14T16:08:56.349" v="474" actId="1076"/>
          <ac:spMkLst>
            <pc:docMk/>
            <pc:sldMk cId="2743713354" sldId="1084"/>
            <ac:spMk id="3" creationId="{78D226BA-F864-2440-A0F1-70C5B4639C2A}"/>
          </ac:spMkLst>
        </pc:spChg>
        <pc:spChg chg="mod">
          <ac:chgData name="Fowers, Alyssa (af5ug)" userId="S::af5ug@virginia.edu::c3a37977-17ff-41a0-ad75-fd916179f175" providerId="AD" clId="Web-{1ECD1666-6A95-A73C-F3D5-5585A5E8B9A6}" dt="2019-06-14T16:08:43.240" v="466" actId="1076"/>
          <ac:spMkLst>
            <pc:docMk/>
            <pc:sldMk cId="2743713354" sldId="1084"/>
            <ac:spMk id="5" creationId="{2C59224A-1D0D-3041-ADC7-D3F10F7C58A0}"/>
          </ac:spMkLst>
        </pc:spChg>
        <pc:spChg chg="mod">
          <ac:chgData name="Fowers, Alyssa (af5ug)" userId="S::af5ug@virginia.edu::c3a37977-17ff-41a0-ad75-fd916179f175" providerId="AD" clId="Web-{1ECD1666-6A95-A73C-F3D5-5585A5E8B9A6}" dt="2019-06-14T16:08:34.412" v="463"/>
          <ac:spMkLst>
            <pc:docMk/>
            <pc:sldMk cId="2743713354" sldId="1084"/>
            <ac:spMk id="6" creationId="{C9DB083A-EF57-E547-89A6-63FFBFD19007}"/>
          </ac:spMkLst>
        </pc:spChg>
        <pc:spChg chg="mod">
          <ac:chgData name="Fowers, Alyssa (af5ug)" userId="S::af5ug@virginia.edu::c3a37977-17ff-41a0-ad75-fd916179f175" providerId="AD" clId="Web-{1ECD1666-6A95-A73C-F3D5-5585A5E8B9A6}" dt="2019-06-14T16:08:24.568" v="440" actId="1076"/>
          <ac:spMkLst>
            <pc:docMk/>
            <pc:sldMk cId="2743713354" sldId="1084"/>
            <ac:spMk id="7" creationId="{FCD903B3-63D5-F647-B32E-57DD7A1CD560}"/>
          </ac:spMkLst>
        </pc:spChg>
        <pc:spChg chg="mod">
          <ac:chgData name="Fowers, Alyssa (af5ug)" userId="S::af5ug@virginia.edu::c3a37977-17ff-41a0-ad75-fd916179f175" providerId="AD" clId="Web-{1ECD1666-6A95-A73C-F3D5-5585A5E8B9A6}" dt="2019-06-14T16:08:24.584" v="441" actId="1076"/>
          <ac:spMkLst>
            <pc:docMk/>
            <pc:sldMk cId="2743713354" sldId="1084"/>
            <ac:spMk id="8" creationId="{78649D2F-C18B-CD4A-9372-43F9CE2DE9AC}"/>
          </ac:spMkLst>
        </pc:spChg>
        <pc:spChg chg="mod">
          <ac:chgData name="Fowers, Alyssa (af5ug)" userId="S::af5ug@virginia.edu::c3a37977-17ff-41a0-ad75-fd916179f175" providerId="AD" clId="Web-{1ECD1666-6A95-A73C-F3D5-5585A5E8B9A6}" dt="2019-06-14T16:09:05.490" v="477" actId="20577"/>
          <ac:spMkLst>
            <pc:docMk/>
            <pc:sldMk cId="2743713354" sldId="1084"/>
            <ac:spMk id="9" creationId="{3D29A222-15BD-7249-B15D-4D21DF967CB8}"/>
          </ac:spMkLst>
        </pc:spChg>
        <pc:spChg chg="mod">
          <ac:chgData name="Fowers, Alyssa (af5ug)" userId="S::af5ug@virginia.edu::c3a37977-17ff-41a0-ad75-fd916179f175" providerId="AD" clId="Web-{1ECD1666-6A95-A73C-F3D5-5585A5E8B9A6}" dt="2019-06-14T16:10:15.928" v="492" actId="1076"/>
          <ac:spMkLst>
            <pc:docMk/>
            <pc:sldMk cId="2743713354" sldId="1084"/>
            <ac:spMk id="10" creationId="{7FFC0339-6F23-B24D-B403-AEE1FD8A3305}"/>
          </ac:spMkLst>
        </pc:spChg>
        <pc:spChg chg="mod">
          <ac:chgData name="Fowers, Alyssa (af5ug)" userId="S::af5ug@virginia.edu::c3a37977-17ff-41a0-ad75-fd916179f175" providerId="AD" clId="Web-{1ECD1666-6A95-A73C-F3D5-5585A5E8B9A6}" dt="2019-06-14T16:10:13.865" v="491" actId="1076"/>
          <ac:spMkLst>
            <pc:docMk/>
            <pc:sldMk cId="2743713354" sldId="1084"/>
            <ac:spMk id="11" creationId="{FB40D1BD-5993-2C42-AB89-36C312ABA11E}"/>
          </ac:spMkLst>
        </pc:spChg>
        <pc:spChg chg="add del mod">
          <ac:chgData name="Fowers, Alyssa (af5ug)" userId="S::af5ug@virginia.edu::c3a37977-17ff-41a0-ad75-fd916179f175" providerId="AD" clId="Web-{1ECD1666-6A95-A73C-F3D5-5585A5E8B9A6}" dt="2019-06-14T16:08:24.646" v="445" actId="1076"/>
          <ac:spMkLst>
            <pc:docMk/>
            <pc:sldMk cId="2743713354" sldId="1084"/>
            <ac:spMk id="14" creationId="{1B79A6A9-1E97-4C81-953B-90D2B827650F}"/>
          </ac:spMkLst>
        </pc:spChg>
        <pc:spChg chg="add mod">
          <ac:chgData name="Fowers, Alyssa (af5ug)" userId="S::af5ug@virginia.edu::c3a37977-17ff-41a0-ad75-fd916179f175" providerId="AD" clId="Web-{1ECD1666-6A95-A73C-F3D5-5585A5E8B9A6}" dt="2019-06-14T16:10:07.006" v="488" actId="1076"/>
          <ac:spMkLst>
            <pc:docMk/>
            <pc:sldMk cId="2743713354" sldId="1084"/>
            <ac:spMk id="16" creationId="{0FE9E8CF-E8D8-404C-AD0F-CB6A8B4B21A3}"/>
          </ac:spMkLst>
        </pc:spChg>
        <pc:spChg chg="add mod">
          <ac:chgData name="Fowers, Alyssa (af5ug)" userId="S::af5ug@virginia.edu::c3a37977-17ff-41a0-ad75-fd916179f175" providerId="AD" clId="Web-{1ECD1666-6A95-A73C-F3D5-5585A5E8B9A6}" dt="2019-06-14T16:10:29.319" v="494" actId="1076"/>
          <ac:spMkLst>
            <pc:docMk/>
            <pc:sldMk cId="2743713354" sldId="1084"/>
            <ac:spMk id="17" creationId="{0019939C-A2A6-4963-823D-219E76190B6B}"/>
          </ac:spMkLst>
        </pc:spChg>
        <pc:spChg chg="add mod">
          <ac:chgData name="Fowers, Alyssa (af5ug)" userId="S::af5ug@virginia.edu::c3a37977-17ff-41a0-ad75-fd916179f175" providerId="AD" clId="Web-{1ECD1666-6A95-A73C-F3D5-5585A5E8B9A6}" dt="2019-06-14T16:10:11.834" v="490" actId="1076"/>
          <ac:spMkLst>
            <pc:docMk/>
            <pc:sldMk cId="2743713354" sldId="1084"/>
            <ac:spMk id="18" creationId="{14B1797D-9F1D-47F0-A09C-6CC441CFB65E}"/>
          </ac:spMkLst>
        </pc:spChg>
        <pc:spChg chg="add mod">
          <ac:chgData name="Fowers, Alyssa (af5ug)" userId="S::af5ug@virginia.edu::c3a37977-17ff-41a0-ad75-fd916179f175" providerId="AD" clId="Web-{1ECD1666-6A95-A73C-F3D5-5585A5E8B9A6}" dt="2019-06-14T16:09:24.928" v="481" actId="1076"/>
          <ac:spMkLst>
            <pc:docMk/>
            <pc:sldMk cId="2743713354" sldId="1084"/>
            <ac:spMk id="19" creationId="{9D3C3A3E-760F-45DD-8505-5FB30EA63C61}"/>
          </ac:spMkLst>
        </pc:spChg>
        <pc:spChg chg="add mod">
          <ac:chgData name="Fowers, Alyssa (af5ug)" userId="S::af5ug@virginia.edu::c3a37977-17ff-41a0-ad75-fd916179f175" providerId="AD" clId="Web-{1ECD1666-6A95-A73C-F3D5-5585A5E8B9A6}" dt="2019-06-14T16:08:24.756" v="450" actId="1076"/>
          <ac:spMkLst>
            <pc:docMk/>
            <pc:sldMk cId="2743713354" sldId="1084"/>
            <ac:spMk id="20" creationId="{C045082D-90AD-46D4-B9DF-70013C8BD3F2}"/>
          </ac:spMkLst>
        </pc:spChg>
        <pc:spChg chg="add mod">
          <ac:chgData name="Fowers, Alyssa (af5ug)" userId="S::af5ug@virginia.edu::c3a37977-17ff-41a0-ad75-fd916179f175" providerId="AD" clId="Web-{1ECD1666-6A95-A73C-F3D5-5585A5E8B9A6}" dt="2019-06-14T16:09:36.287" v="484" actId="1076"/>
          <ac:spMkLst>
            <pc:docMk/>
            <pc:sldMk cId="2743713354" sldId="1084"/>
            <ac:spMk id="29" creationId="{C98D98C0-908A-43F5-A5FB-7E12ECAD65F0}"/>
          </ac:spMkLst>
        </pc:spChg>
        <pc:spChg chg="add mod">
          <ac:chgData name="Fowers, Alyssa (af5ug)" userId="S::af5ug@virginia.edu::c3a37977-17ff-41a0-ad75-fd916179f175" providerId="AD" clId="Web-{1ECD1666-6A95-A73C-F3D5-5585A5E8B9A6}" dt="2019-06-14T16:08:24.834" v="455" actId="1076"/>
          <ac:spMkLst>
            <pc:docMk/>
            <pc:sldMk cId="2743713354" sldId="1084"/>
            <ac:spMk id="30" creationId="{EBF8E64D-7AC2-4BCE-9F9D-586161D1ED7E}"/>
          </ac:spMkLst>
        </pc:spChg>
        <pc:cxnChg chg="mod">
          <ac:chgData name="Fowers, Alyssa (af5ug)" userId="S::af5ug@virginia.edu::c3a37977-17ff-41a0-ad75-fd916179f175" providerId="AD" clId="Web-{1ECD1666-6A95-A73C-F3D5-5585A5E8B9A6}" dt="2019-06-14T16:08:24.615" v="443" actId="1076"/>
          <ac:cxnSpMkLst>
            <pc:docMk/>
            <pc:sldMk cId="2743713354" sldId="1084"/>
            <ac:cxnSpMk id="12" creationId="{E8B5E5C0-F2D0-4F79-B8FB-2AFF574EA391}"/>
          </ac:cxnSpMkLst>
        </pc:cxnChg>
        <pc:cxnChg chg="mod">
          <ac:chgData name="Fowers, Alyssa (af5ug)" userId="S::af5ug@virginia.edu::c3a37977-17ff-41a0-ad75-fd916179f175" providerId="AD" clId="Web-{1ECD1666-6A95-A73C-F3D5-5585A5E8B9A6}" dt="2019-06-14T16:08:24.630" v="444" actId="1076"/>
          <ac:cxnSpMkLst>
            <pc:docMk/>
            <pc:sldMk cId="2743713354" sldId="1084"/>
            <ac:cxnSpMk id="13" creationId="{FB731379-65D3-43BA-86AE-81AE7D53BC53}"/>
          </ac:cxnSpMkLst>
        </pc:cxnChg>
        <pc:cxnChg chg="add mod">
          <ac:chgData name="Fowers, Alyssa (af5ug)" userId="S::af5ug@virginia.edu::c3a37977-17ff-41a0-ad75-fd916179f175" providerId="AD" clId="Web-{1ECD1666-6A95-A73C-F3D5-5585A5E8B9A6}" dt="2019-06-14T16:10:02.209" v="486" actId="14100"/>
          <ac:cxnSpMkLst>
            <pc:docMk/>
            <pc:sldMk cId="2743713354" sldId="1084"/>
            <ac:cxnSpMk id="15" creationId="{33504B20-8C66-423E-9635-72423155F434}"/>
          </ac:cxnSpMkLst>
        </pc:cxnChg>
        <pc:cxnChg chg="add del mod">
          <ac:chgData name="Fowers, Alyssa (af5ug)" userId="S::af5ug@virginia.edu::c3a37977-17ff-41a0-ad75-fd916179f175" providerId="AD" clId="Web-{1ECD1666-6A95-A73C-F3D5-5585A5E8B9A6}" dt="2019-06-14T16:01:45.988" v="321"/>
          <ac:cxnSpMkLst>
            <pc:docMk/>
            <pc:sldMk cId="2743713354" sldId="1084"/>
            <ac:cxnSpMk id="21" creationId="{00992DA0-AB9D-416E-968C-945BC17F616C}"/>
          </ac:cxnSpMkLst>
        </pc:cxnChg>
        <pc:cxnChg chg="add del mod">
          <ac:chgData name="Fowers, Alyssa (af5ug)" userId="S::af5ug@virginia.edu::c3a37977-17ff-41a0-ad75-fd916179f175" providerId="AD" clId="Web-{1ECD1666-6A95-A73C-F3D5-5585A5E8B9A6}" dt="2019-06-14T16:02:10.941" v="326"/>
          <ac:cxnSpMkLst>
            <pc:docMk/>
            <pc:sldMk cId="2743713354" sldId="1084"/>
            <ac:cxnSpMk id="22" creationId="{B4927395-63D5-4D1A-90BC-96FC975EF473}"/>
          </ac:cxnSpMkLst>
        </pc:cxnChg>
        <pc:cxnChg chg="add mod">
          <ac:chgData name="Fowers, Alyssa (af5ug)" userId="S::af5ug@virginia.edu::c3a37977-17ff-41a0-ad75-fd916179f175" providerId="AD" clId="Web-{1ECD1666-6A95-A73C-F3D5-5585A5E8B9A6}" dt="2019-06-14T16:08:24.677" v="446" actId="1076"/>
          <ac:cxnSpMkLst>
            <pc:docMk/>
            <pc:sldMk cId="2743713354" sldId="1084"/>
            <ac:cxnSpMk id="23" creationId="{1E4E61D3-F92D-4645-A0C8-16341938AC0D}"/>
          </ac:cxnSpMkLst>
        </pc:cxnChg>
        <pc:cxnChg chg="add del mod">
          <ac:chgData name="Fowers, Alyssa (af5ug)" userId="S::af5ug@virginia.edu::c3a37977-17ff-41a0-ad75-fd916179f175" providerId="AD" clId="Web-{1ECD1666-6A95-A73C-F3D5-5585A5E8B9A6}" dt="2019-06-14T16:03:05.832" v="342"/>
          <ac:cxnSpMkLst>
            <pc:docMk/>
            <pc:sldMk cId="2743713354" sldId="1084"/>
            <ac:cxnSpMk id="24" creationId="{4F5D0DE5-AB68-48C6-9BA3-682219BD8758}"/>
          </ac:cxnSpMkLst>
        </pc:cxnChg>
        <pc:cxnChg chg="add del mod">
          <ac:chgData name="Fowers, Alyssa (af5ug)" userId="S::af5ug@virginia.edu::c3a37977-17ff-41a0-ad75-fd916179f175" providerId="AD" clId="Web-{1ECD1666-6A95-A73C-F3D5-5585A5E8B9A6}" dt="2019-06-14T16:03:18.270" v="346"/>
          <ac:cxnSpMkLst>
            <pc:docMk/>
            <pc:sldMk cId="2743713354" sldId="1084"/>
            <ac:cxnSpMk id="25" creationId="{D56ACB66-65D5-41FC-A5B5-04E2F0736F69}"/>
          </ac:cxnSpMkLst>
        </pc:cxnChg>
        <pc:cxnChg chg="add mod">
          <ac:chgData name="Fowers, Alyssa (af5ug)" userId="S::af5ug@virginia.edu::c3a37977-17ff-41a0-ad75-fd916179f175" providerId="AD" clId="Web-{1ECD1666-6A95-A73C-F3D5-5585A5E8B9A6}" dt="2019-06-14T16:08:24.693" v="447" actId="1076"/>
          <ac:cxnSpMkLst>
            <pc:docMk/>
            <pc:sldMk cId="2743713354" sldId="1084"/>
            <ac:cxnSpMk id="26" creationId="{60D897F8-0DB4-4539-A9EC-555BBF9D7421}"/>
          </ac:cxnSpMkLst>
        </pc:cxnChg>
        <pc:cxnChg chg="add del mod">
          <ac:chgData name="Fowers, Alyssa (af5ug)" userId="S::af5ug@virginia.edu::c3a37977-17ff-41a0-ad75-fd916179f175" providerId="AD" clId="Web-{1ECD1666-6A95-A73C-F3D5-5585A5E8B9A6}" dt="2019-06-14T16:04:28.614" v="362"/>
          <ac:cxnSpMkLst>
            <pc:docMk/>
            <pc:sldMk cId="2743713354" sldId="1084"/>
            <ac:cxnSpMk id="27" creationId="{07DAB945-1993-4222-B692-8DAD6AF323D4}"/>
          </ac:cxnSpMkLst>
        </pc:cxnChg>
        <pc:cxnChg chg="add mod">
          <ac:chgData name="Fowers, Alyssa (af5ug)" userId="S::af5ug@virginia.edu::c3a37977-17ff-41a0-ad75-fd916179f175" providerId="AD" clId="Web-{1ECD1666-6A95-A73C-F3D5-5585A5E8B9A6}" dt="2019-06-14T16:09:33.350" v="483" actId="14100"/>
          <ac:cxnSpMkLst>
            <pc:docMk/>
            <pc:sldMk cId="2743713354" sldId="1084"/>
            <ac:cxnSpMk id="28" creationId="{789D0BED-0C1F-4A08-AD18-7A962F5555CB}"/>
          </ac:cxnSpMkLst>
        </pc:cxnChg>
      </pc:sldChg>
    </pc:docChg>
  </pc:docChgLst>
  <pc:docChgLst>
    <pc:chgData name="Lancaster, Vicki Ann (val7zv)" userId="1848b937-7720-42a5-9891-d77f8c3cb783" providerId="ADAL" clId="{FA10A2FB-BADB-8345-A706-5D6162DA5FA1}"/>
    <pc:docChg chg="undo custSel delSld modSld modSection">
      <pc:chgData name="Lancaster, Vicki Ann (val7zv)" userId="1848b937-7720-42a5-9891-d77f8c3cb783" providerId="ADAL" clId="{FA10A2FB-BADB-8345-A706-5D6162DA5FA1}" dt="2019-06-18T13:22:04.421" v="1768" actId="207"/>
      <pc:docMkLst>
        <pc:docMk/>
      </pc:docMkLst>
      <pc:sldChg chg="modSp">
        <pc:chgData name="Lancaster, Vicki Ann (val7zv)" userId="1848b937-7720-42a5-9891-d77f8c3cb783" providerId="ADAL" clId="{FA10A2FB-BADB-8345-A706-5D6162DA5FA1}" dt="2019-06-18T12:39:27.426" v="1180" actId="20577"/>
        <pc:sldMkLst>
          <pc:docMk/>
          <pc:sldMk cId="2685777046" sldId="1082"/>
        </pc:sldMkLst>
        <pc:spChg chg="mod">
          <ac:chgData name="Lancaster, Vicki Ann (val7zv)" userId="1848b937-7720-42a5-9891-d77f8c3cb783" providerId="ADAL" clId="{FA10A2FB-BADB-8345-A706-5D6162DA5FA1}" dt="2019-06-18T11:36:32.769" v="435" actId="1076"/>
          <ac:spMkLst>
            <pc:docMk/>
            <pc:sldMk cId="2685777046" sldId="1082"/>
            <ac:spMk id="2" creationId="{630B9E94-A8B2-3C49-83F1-5F699E62DD7A}"/>
          </ac:spMkLst>
        </pc:spChg>
        <pc:spChg chg="mod">
          <ac:chgData name="Lancaster, Vicki Ann (val7zv)" userId="1848b937-7720-42a5-9891-d77f8c3cb783" providerId="ADAL" clId="{FA10A2FB-BADB-8345-A706-5D6162DA5FA1}" dt="2019-06-18T12:39:27.426" v="1180" actId="20577"/>
          <ac:spMkLst>
            <pc:docMk/>
            <pc:sldMk cId="2685777046" sldId="1082"/>
            <ac:spMk id="6" creationId="{9C2279F1-E157-9646-ACFB-A54D2E179694}"/>
          </ac:spMkLst>
        </pc:spChg>
      </pc:sldChg>
      <pc:sldChg chg="addSp delSp modSp">
        <pc:chgData name="Lancaster, Vicki Ann (val7zv)" userId="1848b937-7720-42a5-9891-d77f8c3cb783" providerId="ADAL" clId="{FA10A2FB-BADB-8345-A706-5D6162DA5FA1}" dt="2019-06-18T12:16:06.334" v="839" actId="207"/>
        <pc:sldMkLst>
          <pc:docMk/>
          <pc:sldMk cId="1897480431" sldId="1083"/>
        </pc:sldMkLst>
        <pc:spChg chg="mod">
          <ac:chgData name="Lancaster, Vicki Ann (val7zv)" userId="1848b937-7720-42a5-9891-d77f8c3cb783" providerId="ADAL" clId="{FA10A2FB-BADB-8345-A706-5D6162DA5FA1}" dt="2019-06-18T11:57:49.523" v="616" actId="1076"/>
          <ac:spMkLst>
            <pc:docMk/>
            <pc:sldMk cId="1897480431" sldId="1083"/>
            <ac:spMk id="2" creationId="{07F15F48-706A-A547-86DF-8BE597C8EE7D}"/>
          </ac:spMkLst>
        </pc:spChg>
        <pc:spChg chg="mod">
          <ac:chgData name="Lancaster, Vicki Ann (val7zv)" userId="1848b937-7720-42a5-9891-d77f8c3cb783" providerId="ADAL" clId="{FA10A2FB-BADB-8345-A706-5D6162DA5FA1}" dt="2019-06-18T12:16:06.334" v="839" actId="207"/>
          <ac:spMkLst>
            <pc:docMk/>
            <pc:sldMk cId="1897480431" sldId="1083"/>
            <ac:spMk id="3" creationId="{E939AA81-4E83-B44E-9D59-DBEA904B69D0}"/>
          </ac:spMkLst>
        </pc:spChg>
        <pc:spChg chg="add mod">
          <ac:chgData name="Lancaster, Vicki Ann (val7zv)" userId="1848b937-7720-42a5-9891-d77f8c3cb783" providerId="ADAL" clId="{FA10A2FB-BADB-8345-A706-5D6162DA5FA1}" dt="2019-06-18T11:33:52.196" v="314" actId="571"/>
          <ac:spMkLst>
            <pc:docMk/>
            <pc:sldMk cId="1897480431" sldId="1083"/>
            <ac:spMk id="5" creationId="{B0507837-6DF7-654B-821F-E6B89CB9A2F4}"/>
          </ac:spMkLst>
        </pc:spChg>
        <pc:spChg chg="add del mod">
          <ac:chgData name="Lancaster, Vicki Ann (val7zv)" userId="1848b937-7720-42a5-9891-d77f8c3cb783" providerId="ADAL" clId="{FA10A2FB-BADB-8345-A706-5D6162DA5FA1}" dt="2019-06-18T11:46:42.086" v="459"/>
          <ac:spMkLst>
            <pc:docMk/>
            <pc:sldMk cId="1897480431" sldId="1083"/>
            <ac:spMk id="9" creationId="{A37E8630-45FB-B640-A982-ACFB38C529EB}"/>
          </ac:spMkLst>
        </pc:spChg>
        <pc:spChg chg="add mod">
          <ac:chgData name="Lancaster, Vicki Ann (val7zv)" userId="1848b937-7720-42a5-9891-d77f8c3cb783" providerId="ADAL" clId="{FA10A2FB-BADB-8345-A706-5D6162DA5FA1}" dt="2019-06-18T11:49:44.508" v="492" actId="692"/>
          <ac:spMkLst>
            <pc:docMk/>
            <pc:sldMk cId="1897480431" sldId="1083"/>
            <ac:spMk id="10" creationId="{C19DC71D-3AE9-C940-8ED5-0C189005DDF6}"/>
          </ac:spMkLst>
        </pc:spChg>
        <pc:spChg chg="add mod">
          <ac:chgData name="Lancaster, Vicki Ann (val7zv)" userId="1848b937-7720-42a5-9891-d77f8c3cb783" providerId="ADAL" clId="{FA10A2FB-BADB-8345-A706-5D6162DA5FA1}" dt="2019-06-18T11:49:32.628" v="490" actId="692"/>
          <ac:spMkLst>
            <pc:docMk/>
            <pc:sldMk cId="1897480431" sldId="1083"/>
            <ac:spMk id="11" creationId="{787E8ED2-DA2B-F640-B476-9CB9DBDFEC57}"/>
          </ac:spMkLst>
        </pc:spChg>
        <pc:picChg chg="add del mod">
          <ac:chgData name="Lancaster, Vicki Ann (val7zv)" userId="1848b937-7720-42a5-9891-d77f8c3cb783" providerId="ADAL" clId="{FA10A2FB-BADB-8345-A706-5D6162DA5FA1}" dt="2019-06-18T11:42:16.206" v="439"/>
          <ac:picMkLst>
            <pc:docMk/>
            <pc:sldMk cId="1897480431" sldId="1083"/>
            <ac:picMk id="6" creationId="{6C5570B8-1199-C545-A42E-7C80C4EA9693}"/>
          </ac:picMkLst>
        </pc:picChg>
        <pc:picChg chg="add del mod">
          <ac:chgData name="Lancaster, Vicki Ann (val7zv)" userId="1848b937-7720-42a5-9891-d77f8c3cb783" providerId="ADAL" clId="{FA10A2FB-BADB-8345-A706-5D6162DA5FA1}" dt="2019-06-18T11:44:47.740" v="445" actId="478"/>
          <ac:picMkLst>
            <pc:docMk/>
            <pc:sldMk cId="1897480431" sldId="1083"/>
            <ac:picMk id="7" creationId="{7B1E0D2E-164F-6847-BA47-B0B72B400945}"/>
          </ac:picMkLst>
        </pc:picChg>
        <pc:picChg chg="add mod modCrop">
          <ac:chgData name="Lancaster, Vicki Ann (val7zv)" userId="1848b937-7720-42a5-9891-d77f8c3cb783" providerId="ADAL" clId="{FA10A2FB-BADB-8345-A706-5D6162DA5FA1}" dt="2019-06-18T12:15:58.353" v="838" actId="692"/>
          <ac:picMkLst>
            <pc:docMk/>
            <pc:sldMk cId="1897480431" sldId="1083"/>
            <ac:picMk id="8" creationId="{9E26785A-86A2-5D49-9ABF-9A2374031900}"/>
          </ac:picMkLst>
        </pc:picChg>
      </pc:sldChg>
      <pc:sldChg chg="modSp">
        <pc:chgData name="Lancaster, Vicki Ann (val7zv)" userId="1848b937-7720-42a5-9891-d77f8c3cb783" providerId="ADAL" clId="{FA10A2FB-BADB-8345-A706-5D6162DA5FA1}" dt="2019-06-18T13:20:45.055" v="1764" actId="255"/>
        <pc:sldMkLst>
          <pc:docMk/>
          <pc:sldMk cId="2743713354" sldId="1084"/>
        </pc:sldMkLst>
        <pc:spChg chg="mod">
          <ac:chgData name="Lancaster, Vicki Ann (val7zv)" userId="1848b937-7720-42a5-9891-d77f8c3cb783" providerId="ADAL" clId="{FA10A2FB-BADB-8345-A706-5D6162DA5FA1}" dt="2019-06-18T12:17:27.096" v="856" actId="255"/>
          <ac:spMkLst>
            <pc:docMk/>
            <pc:sldMk cId="2743713354" sldId="1084"/>
            <ac:spMk id="3" creationId="{78D226BA-F864-2440-A0F1-70C5B4639C2A}"/>
          </ac:spMkLst>
        </pc:spChg>
        <pc:spChg chg="mod">
          <ac:chgData name="Lancaster, Vicki Ann (val7zv)" userId="1848b937-7720-42a5-9891-d77f8c3cb783" providerId="ADAL" clId="{FA10A2FB-BADB-8345-A706-5D6162DA5FA1}" dt="2019-06-18T12:17:57.724" v="860" actId="207"/>
          <ac:spMkLst>
            <pc:docMk/>
            <pc:sldMk cId="2743713354" sldId="1084"/>
            <ac:spMk id="5" creationId="{2C59224A-1D0D-3041-ADC7-D3F10F7C58A0}"/>
          </ac:spMkLst>
        </pc:spChg>
        <pc:spChg chg="mod">
          <ac:chgData name="Lancaster, Vicki Ann (val7zv)" userId="1848b937-7720-42a5-9891-d77f8c3cb783" providerId="ADAL" clId="{FA10A2FB-BADB-8345-A706-5D6162DA5FA1}" dt="2019-06-18T12:18:49.771" v="868" actId="255"/>
          <ac:spMkLst>
            <pc:docMk/>
            <pc:sldMk cId="2743713354" sldId="1084"/>
            <ac:spMk id="6" creationId="{C9DB083A-EF57-E547-89A6-63FFBFD19007}"/>
          </ac:spMkLst>
        </pc:spChg>
        <pc:spChg chg="mod">
          <ac:chgData name="Lancaster, Vicki Ann (val7zv)" userId="1848b937-7720-42a5-9891-d77f8c3cb783" providerId="ADAL" clId="{FA10A2FB-BADB-8345-A706-5D6162DA5FA1}" dt="2019-06-18T12:21:08.813" v="895" actId="1076"/>
          <ac:spMkLst>
            <pc:docMk/>
            <pc:sldMk cId="2743713354" sldId="1084"/>
            <ac:spMk id="7" creationId="{FCD903B3-63D5-F647-B32E-57DD7A1CD560}"/>
          </ac:spMkLst>
        </pc:spChg>
        <pc:spChg chg="mod">
          <ac:chgData name="Lancaster, Vicki Ann (val7zv)" userId="1848b937-7720-42a5-9891-d77f8c3cb783" providerId="ADAL" clId="{FA10A2FB-BADB-8345-A706-5D6162DA5FA1}" dt="2019-06-18T12:17:43.736" v="858" actId="113"/>
          <ac:spMkLst>
            <pc:docMk/>
            <pc:sldMk cId="2743713354" sldId="1084"/>
            <ac:spMk id="8" creationId="{78649D2F-C18B-CD4A-9372-43F9CE2DE9AC}"/>
          </ac:spMkLst>
        </pc:spChg>
        <pc:spChg chg="mod">
          <ac:chgData name="Lancaster, Vicki Ann (val7zv)" userId="1848b937-7720-42a5-9891-d77f8c3cb783" providerId="ADAL" clId="{FA10A2FB-BADB-8345-A706-5D6162DA5FA1}" dt="2019-06-18T12:18:08.138" v="862" actId="113"/>
          <ac:spMkLst>
            <pc:docMk/>
            <pc:sldMk cId="2743713354" sldId="1084"/>
            <ac:spMk id="9" creationId="{3D29A222-15BD-7249-B15D-4D21DF967CB8}"/>
          </ac:spMkLst>
        </pc:spChg>
        <pc:spChg chg="mod">
          <ac:chgData name="Lancaster, Vicki Ann (val7zv)" userId="1848b937-7720-42a5-9891-d77f8c3cb783" providerId="ADAL" clId="{FA10A2FB-BADB-8345-A706-5D6162DA5FA1}" dt="2019-06-18T12:16:33.220" v="843" actId="207"/>
          <ac:spMkLst>
            <pc:docMk/>
            <pc:sldMk cId="2743713354" sldId="1084"/>
            <ac:spMk id="10" creationId="{7FFC0339-6F23-B24D-B403-AEE1FD8A3305}"/>
          </ac:spMkLst>
        </pc:spChg>
        <pc:spChg chg="mod">
          <ac:chgData name="Lancaster, Vicki Ann (val7zv)" userId="1848b937-7720-42a5-9891-d77f8c3cb783" providerId="ADAL" clId="{FA10A2FB-BADB-8345-A706-5D6162DA5FA1}" dt="2019-06-18T12:17:02.921" v="851" actId="113"/>
          <ac:spMkLst>
            <pc:docMk/>
            <pc:sldMk cId="2743713354" sldId="1084"/>
            <ac:spMk id="11" creationId="{FB40D1BD-5993-2C42-AB89-36C312ABA11E}"/>
          </ac:spMkLst>
        </pc:spChg>
        <pc:spChg chg="mod">
          <ac:chgData name="Lancaster, Vicki Ann (val7zv)" userId="1848b937-7720-42a5-9891-d77f8c3cb783" providerId="ADAL" clId="{FA10A2FB-BADB-8345-A706-5D6162DA5FA1}" dt="2019-06-18T12:20:47.755" v="894" actId="1076"/>
          <ac:spMkLst>
            <pc:docMk/>
            <pc:sldMk cId="2743713354" sldId="1084"/>
            <ac:spMk id="14" creationId="{1B79A6A9-1E97-4C81-953B-90D2B827650F}"/>
          </ac:spMkLst>
        </pc:spChg>
        <pc:spChg chg="mod">
          <ac:chgData name="Lancaster, Vicki Ann (val7zv)" userId="1848b937-7720-42a5-9891-d77f8c3cb783" providerId="ADAL" clId="{FA10A2FB-BADB-8345-A706-5D6162DA5FA1}" dt="2019-06-18T12:21:19.872" v="897" actId="1076"/>
          <ac:spMkLst>
            <pc:docMk/>
            <pc:sldMk cId="2743713354" sldId="1084"/>
            <ac:spMk id="16" creationId="{0FE9E8CF-E8D8-404C-AD0F-CB6A8B4B21A3}"/>
          </ac:spMkLst>
        </pc:spChg>
        <pc:spChg chg="mod">
          <ac:chgData name="Lancaster, Vicki Ann (val7zv)" userId="1848b937-7720-42a5-9891-d77f8c3cb783" providerId="ADAL" clId="{FA10A2FB-BADB-8345-A706-5D6162DA5FA1}" dt="2019-06-18T13:20:20.546" v="1761" actId="1076"/>
          <ac:spMkLst>
            <pc:docMk/>
            <pc:sldMk cId="2743713354" sldId="1084"/>
            <ac:spMk id="17" creationId="{0019939C-A2A6-4963-823D-219E76190B6B}"/>
          </ac:spMkLst>
        </pc:spChg>
        <pc:spChg chg="mod">
          <ac:chgData name="Lancaster, Vicki Ann (val7zv)" userId="1848b937-7720-42a5-9891-d77f8c3cb783" providerId="ADAL" clId="{FA10A2FB-BADB-8345-A706-5D6162DA5FA1}" dt="2019-06-18T12:21:15.892" v="896" actId="1076"/>
          <ac:spMkLst>
            <pc:docMk/>
            <pc:sldMk cId="2743713354" sldId="1084"/>
            <ac:spMk id="18" creationId="{14B1797D-9F1D-47F0-A09C-6CC441CFB65E}"/>
          </ac:spMkLst>
        </pc:spChg>
        <pc:spChg chg="mod">
          <ac:chgData name="Lancaster, Vicki Ann (val7zv)" userId="1848b937-7720-42a5-9891-d77f8c3cb783" providerId="ADAL" clId="{FA10A2FB-BADB-8345-A706-5D6162DA5FA1}" dt="2019-06-18T13:20:45.055" v="1764" actId="255"/>
          <ac:spMkLst>
            <pc:docMk/>
            <pc:sldMk cId="2743713354" sldId="1084"/>
            <ac:spMk id="19" creationId="{9D3C3A3E-760F-45DD-8505-5FB30EA63C61}"/>
          </ac:spMkLst>
        </pc:spChg>
        <pc:spChg chg="mod">
          <ac:chgData name="Lancaster, Vicki Ann (val7zv)" userId="1848b937-7720-42a5-9891-d77f8c3cb783" providerId="ADAL" clId="{FA10A2FB-BADB-8345-A706-5D6162DA5FA1}" dt="2019-06-18T13:20:32.730" v="1763" actId="1076"/>
          <ac:spMkLst>
            <pc:docMk/>
            <pc:sldMk cId="2743713354" sldId="1084"/>
            <ac:spMk id="20" creationId="{C045082D-90AD-46D4-B9DF-70013C8BD3F2}"/>
          </ac:spMkLst>
        </pc:spChg>
        <pc:spChg chg="mod">
          <ac:chgData name="Lancaster, Vicki Ann (val7zv)" userId="1848b937-7720-42a5-9891-d77f8c3cb783" providerId="ADAL" clId="{FA10A2FB-BADB-8345-A706-5D6162DA5FA1}" dt="2019-06-18T12:40:50.543" v="1191" actId="255"/>
          <ac:spMkLst>
            <pc:docMk/>
            <pc:sldMk cId="2743713354" sldId="1084"/>
            <ac:spMk id="29" creationId="{C98D98C0-908A-43F5-A5FB-7E12ECAD65F0}"/>
          </ac:spMkLst>
        </pc:spChg>
        <pc:spChg chg="mod">
          <ac:chgData name="Lancaster, Vicki Ann (val7zv)" userId="1848b937-7720-42a5-9891-d77f8c3cb783" providerId="ADAL" clId="{FA10A2FB-BADB-8345-A706-5D6162DA5FA1}" dt="2019-06-18T12:40:59.617" v="1194" actId="113"/>
          <ac:spMkLst>
            <pc:docMk/>
            <pc:sldMk cId="2743713354" sldId="1084"/>
            <ac:spMk id="30" creationId="{EBF8E64D-7AC2-4BCE-9F9D-586161D1ED7E}"/>
          </ac:spMkLst>
        </pc:spChg>
        <pc:cxnChg chg="mod">
          <ac:chgData name="Lancaster, Vicki Ann (val7zv)" userId="1848b937-7720-42a5-9891-d77f8c3cb783" providerId="ADAL" clId="{FA10A2FB-BADB-8345-A706-5D6162DA5FA1}" dt="2019-06-18T12:21:28.197" v="899" actId="1076"/>
          <ac:cxnSpMkLst>
            <pc:docMk/>
            <pc:sldMk cId="2743713354" sldId="1084"/>
            <ac:cxnSpMk id="15" creationId="{33504B20-8C66-423E-9635-72423155F434}"/>
          </ac:cxnSpMkLst>
        </pc:cxnChg>
      </pc:sldChg>
      <pc:sldChg chg="addSp delSp modSp">
        <pc:chgData name="Lancaster, Vicki Ann (val7zv)" userId="1848b937-7720-42a5-9891-d77f8c3cb783" providerId="ADAL" clId="{FA10A2FB-BADB-8345-A706-5D6162DA5FA1}" dt="2019-06-18T13:11:04.260" v="1561" actId="20577"/>
        <pc:sldMkLst>
          <pc:docMk/>
          <pc:sldMk cId="775700845" sldId="1085"/>
        </pc:sldMkLst>
        <pc:spChg chg="del mod">
          <ac:chgData name="Lancaster, Vicki Ann (val7zv)" userId="1848b937-7720-42a5-9891-d77f8c3cb783" providerId="ADAL" clId="{FA10A2FB-BADB-8345-A706-5D6162DA5FA1}" dt="2019-06-18T13:02:46.325" v="1506"/>
          <ac:spMkLst>
            <pc:docMk/>
            <pc:sldMk cId="775700845" sldId="1085"/>
            <ac:spMk id="2" creationId="{108B6D21-F1F3-B644-BD29-55B04CBB5821}"/>
          </ac:spMkLst>
        </pc:spChg>
        <pc:spChg chg="add del mod">
          <ac:chgData name="Lancaster, Vicki Ann (val7zv)" userId="1848b937-7720-42a5-9891-d77f8c3cb783" providerId="ADAL" clId="{FA10A2FB-BADB-8345-A706-5D6162DA5FA1}" dt="2019-06-18T13:11:04.260" v="1561" actId="20577"/>
          <ac:spMkLst>
            <pc:docMk/>
            <pc:sldMk cId="775700845" sldId="1085"/>
            <ac:spMk id="3" creationId="{BEDA79D9-612A-9C4F-A726-822967A8ECA8}"/>
          </ac:spMkLst>
        </pc:spChg>
        <pc:spChg chg="mod">
          <ac:chgData name="Lancaster, Vicki Ann (val7zv)" userId="1848b937-7720-42a5-9891-d77f8c3cb783" providerId="ADAL" clId="{FA10A2FB-BADB-8345-A706-5D6162DA5FA1}" dt="2019-06-18T13:10:45.933" v="1558" actId="20577"/>
          <ac:spMkLst>
            <pc:docMk/>
            <pc:sldMk cId="775700845" sldId="1085"/>
            <ac:spMk id="5" creationId="{19549DCC-CE39-41D8-A223-981B746D332F}"/>
          </ac:spMkLst>
        </pc:spChg>
        <pc:spChg chg="add del mod">
          <ac:chgData name="Lancaster, Vicki Ann (val7zv)" userId="1848b937-7720-42a5-9891-d77f8c3cb783" providerId="ADAL" clId="{FA10A2FB-BADB-8345-A706-5D6162DA5FA1}" dt="2019-06-18T13:03:06.395" v="1510"/>
          <ac:spMkLst>
            <pc:docMk/>
            <pc:sldMk cId="775700845" sldId="1085"/>
            <ac:spMk id="7" creationId="{D76DB4F0-AAF6-7946-8A9D-9923B642F94D}"/>
          </ac:spMkLst>
        </pc:spChg>
        <pc:spChg chg="add del mod">
          <ac:chgData name="Lancaster, Vicki Ann (val7zv)" userId="1848b937-7720-42a5-9891-d77f8c3cb783" providerId="ADAL" clId="{FA10A2FB-BADB-8345-A706-5D6162DA5FA1}" dt="2019-06-18T13:02:57.569" v="1508"/>
          <ac:spMkLst>
            <pc:docMk/>
            <pc:sldMk cId="775700845" sldId="1085"/>
            <ac:spMk id="8" creationId="{330C1264-B621-F948-9FAA-0CF602237889}"/>
          </ac:spMkLst>
        </pc:spChg>
        <pc:picChg chg="mod">
          <ac:chgData name="Lancaster, Vicki Ann (val7zv)" userId="1848b937-7720-42a5-9891-d77f8c3cb783" providerId="ADAL" clId="{FA10A2FB-BADB-8345-A706-5D6162DA5FA1}" dt="2019-06-18T13:03:17.559" v="1512" actId="14100"/>
          <ac:picMkLst>
            <pc:docMk/>
            <pc:sldMk cId="775700845" sldId="1085"/>
            <ac:picMk id="6" creationId="{A8AB8DB8-E71E-43FC-9B84-156F5F0B06B7}"/>
          </ac:picMkLst>
        </pc:picChg>
      </pc:sldChg>
      <pc:sldChg chg="modSp">
        <pc:chgData name="Lancaster, Vicki Ann (val7zv)" userId="1848b937-7720-42a5-9891-d77f8c3cb783" providerId="ADAL" clId="{FA10A2FB-BADB-8345-A706-5D6162DA5FA1}" dt="2019-06-18T12:24:18.336" v="918" actId="179"/>
        <pc:sldMkLst>
          <pc:docMk/>
          <pc:sldMk cId="2646000467" sldId="1086"/>
        </pc:sldMkLst>
        <pc:spChg chg="mod">
          <ac:chgData name="Lancaster, Vicki Ann (val7zv)" userId="1848b937-7720-42a5-9891-d77f8c3cb783" providerId="ADAL" clId="{FA10A2FB-BADB-8345-A706-5D6162DA5FA1}" dt="2019-06-18T12:24:18.336" v="918" actId="179"/>
          <ac:spMkLst>
            <pc:docMk/>
            <pc:sldMk cId="2646000467" sldId="1086"/>
            <ac:spMk id="12" creationId="{1640407D-4376-42F5-B26D-8A68E6794D19}"/>
          </ac:spMkLst>
        </pc:spChg>
      </pc:sldChg>
      <pc:sldChg chg="modSp">
        <pc:chgData name="Lancaster, Vicki Ann (val7zv)" userId="1848b937-7720-42a5-9891-d77f8c3cb783" providerId="ADAL" clId="{FA10A2FB-BADB-8345-A706-5D6162DA5FA1}" dt="2019-06-18T12:26:49.666" v="939" actId="207"/>
        <pc:sldMkLst>
          <pc:docMk/>
          <pc:sldMk cId="1529730403" sldId="1087"/>
        </pc:sldMkLst>
        <pc:spChg chg="mod">
          <ac:chgData name="Lancaster, Vicki Ann (val7zv)" userId="1848b937-7720-42a5-9891-d77f8c3cb783" providerId="ADAL" clId="{FA10A2FB-BADB-8345-A706-5D6162DA5FA1}" dt="2019-06-18T12:26:49.666" v="939" actId="207"/>
          <ac:spMkLst>
            <pc:docMk/>
            <pc:sldMk cId="1529730403" sldId="1087"/>
            <ac:spMk id="6" creationId="{23F45D4F-25F0-40D1-B115-E7F2D882F3C1}"/>
          </ac:spMkLst>
        </pc:spChg>
      </pc:sldChg>
      <pc:sldChg chg="modSp">
        <pc:chgData name="Lancaster, Vicki Ann (val7zv)" userId="1848b937-7720-42a5-9891-d77f8c3cb783" providerId="ADAL" clId="{FA10A2FB-BADB-8345-A706-5D6162DA5FA1}" dt="2019-06-18T12:28:01.698" v="1034" actId="6549"/>
        <pc:sldMkLst>
          <pc:docMk/>
          <pc:sldMk cId="1283612168" sldId="1089"/>
        </pc:sldMkLst>
        <pc:spChg chg="mod">
          <ac:chgData name="Lancaster, Vicki Ann (val7zv)" userId="1848b937-7720-42a5-9891-d77f8c3cb783" providerId="ADAL" clId="{FA10A2FB-BADB-8345-A706-5D6162DA5FA1}" dt="2019-06-18T12:28:01.698" v="1034" actId="6549"/>
          <ac:spMkLst>
            <pc:docMk/>
            <pc:sldMk cId="1283612168" sldId="1089"/>
            <ac:spMk id="3" creationId="{24BFF4B4-DC8B-6D4E-9D1C-2F2B9831AC8A}"/>
          </ac:spMkLst>
        </pc:spChg>
      </pc:sldChg>
      <pc:sldChg chg="modSp">
        <pc:chgData name="Lancaster, Vicki Ann (val7zv)" userId="1848b937-7720-42a5-9891-d77f8c3cb783" providerId="ADAL" clId="{FA10A2FB-BADB-8345-A706-5D6162DA5FA1}" dt="2019-06-18T12:26:26.962" v="934" actId="207"/>
        <pc:sldMkLst>
          <pc:docMk/>
          <pc:sldMk cId="4038677502" sldId="1090"/>
        </pc:sldMkLst>
        <pc:spChg chg="mod">
          <ac:chgData name="Lancaster, Vicki Ann (val7zv)" userId="1848b937-7720-42a5-9891-d77f8c3cb783" providerId="ADAL" clId="{FA10A2FB-BADB-8345-A706-5D6162DA5FA1}" dt="2019-06-18T12:26:26.962" v="934" actId="207"/>
          <ac:spMkLst>
            <pc:docMk/>
            <pc:sldMk cId="4038677502" sldId="1090"/>
            <ac:spMk id="10" creationId="{9D49719C-FFA2-4235-9083-185B2CF5B502}"/>
          </ac:spMkLst>
        </pc:spChg>
        <pc:spChg chg="mod">
          <ac:chgData name="Lancaster, Vicki Ann (val7zv)" userId="1848b937-7720-42a5-9891-d77f8c3cb783" providerId="ADAL" clId="{FA10A2FB-BADB-8345-A706-5D6162DA5FA1}" dt="2019-06-18T12:26:22.216" v="933" actId="207"/>
          <ac:spMkLst>
            <pc:docMk/>
            <pc:sldMk cId="4038677502" sldId="1090"/>
            <ac:spMk id="11" creationId="{3CF9FD3E-370A-446F-ABF4-E297EF751C47}"/>
          </ac:spMkLst>
        </pc:spChg>
      </pc:sldChg>
      <pc:sldChg chg="modSp">
        <pc:chgData name="Lancaster, Vicki Ann (val7zv)" userId="1848b937-7720-42a5-9891-d77f8c3cb783" providerId="ADAL" clId="{FA10A2FB-BADB-8345-A706-5D6162DA5FA1}" dt="2019-06-18T13:22:04.421" v="1768" actId="207"/>
        <pc:sldMkLst>
          <pc:docMk/>
          <pc:sldMk cId="196296070" sldId="1091"/>
        </pc:sldMkLst>
        <pc:spChg chg="mod">
          <ac:chgData name="Lancaster, Vicki Ann (val7zv)" userId="1848b937-7720-42a5-9891-d77f8c3cb783" providerId="ADAL" clId="{FA10A2FB-BADB-8345-A706-5D6162DA5FA1}" dt="2019-06-18T13:22:04.421" v="1768" actId="207"/>
          <ac:spMkLst>
            <pc:docMk/>
            <pc:sldMk cId="196296070" sldId="1091"/>
            <ac:spMk id="3" creationId="{D5816C42-99D4-7247-8FF5-09616B28C0B5}"/>
          </ac:spMkLst>
        </pc:spChg>
        <pc:spChg chg="mod">
          <ac:chgData name="Lancaster, Vicki Ann (val7zv)" userId="1848b937-7720-42a5-9891-d77f8c3cb783" providerId="ADAL" clId="{FA10A2FB-BADB-8345-A706-5D6162DA5FA1}" dt="2019-06-18T12:25:27.998" v="926" actId="207"/>
          <ac:spMkLst>
            <pc:docMk/>
            <pc:sldMk cId="196296070" sldId="1091"/>
            <ac:spMk id="6" creationId="{DB55340D-3C5A-4090-B409-DF5BA6F9F6AD}"/>
          </ac:spMkLst>
        </pc:spChg>
        <pc:picChg chg="mod modCrop">
          <ac:chgData name="Lancaster, Vicki Ann (val7zv)" userId="1848b937-7720-42a5-9891-d77f8c3cb783" providerId="ADAL" clId="{FA10A2FB-BADB-8345-A706-5D6162DA5FA1}" dt="2019-06-18T12:26:05.716" v="932" actId="732"/>
          <ac:picMkLst>
            <pc:docMk/>
            <pc:sldMk cId="196296070" sldId="1091"/>
            <ac:picMk id="2050" creationId="{34F3535B-1C10-4141-AAD0-91403B59D11D}"/>
          </ac:picMkLst>
        </pc:picChg>
      </pc:sldChg>
      <pc:sldChg chg="addSp delSp modSp">
        <pc:chgData name="Lancaster, Vicki Ann (val7zv)" userId="1848b937-7720-42a5-9891-d77f8c3cb783" providerId="ADAL" clId="{FA10A2FB-BADB-8345-A706-5D6162DA5FA1}" dt="2019-06-18T12:37:12.236" v="1106" actId="6549"/>
        <pc:sldMkLst>
          <pc:docMk/>
          <pc:sldMk cId="554150982" sldId="1092"/>
        </pc:sldMkLst>
        <pc:spChg chg="mod">
          <ac:chgData name="Lancaster, Vicki Ann (val7zv)" userId="1848b937-7720-42a5-9891-d77f8c3cb783" providerId="ADAL" clId="{FA10A2FB-BADB-8345-A706-5D6162DA5FA1}" dt="2019-06-18T12:22:53.304" v="908" actId="113"/>
          <ac:spMkLst>
            <pc:docMk/>
            <pc:sldMk cId="554150982" sldId="1092"/>
            <ac:spMk id="2" creationId="{8FBE9B5B-C6F2-4065-BD7B-8CCAA4913B46}"/>
          </ac:spMkLst>
        </pc:spChg>
        <pc:spChg chg="mod">
          <ac:chgData name="Lancaster, Vicki Ann (val7zv)" userId="1848b937-7720-42a5-9891-d77f8c3cb783" providerId="ADAL" clId="{FA10A2FB-BADB-8345-A706-5D6162DA5FA1}" dt="2019-06-18T12:37:12.236" v="1106" actId="6549"/>
          <ac:spMkLst>
            <pc:docMk/>
            <pc:sldMk cId="554150982" sldId="1092"/>
            <ac:spMk id="3" creationId="{AAC33069-C862-4569-B33D-8B00C548B6E0}"/>
          </ac:spMkLst>
        </pc:spChg>
        <pc:spChg chg="mod">
          <ac:chgData name="Lancaster, Vicki Ann (val7zv)" userId="1848b937-7720-42a5-9891-d77f8c3cb783" providerId="ADAL" clId="{FA10A2FB-BADB-8345-A706-5D6162DA5FA1}" dt="2019-06-18T12:22:17.125" v="903" actId="207"/>
          <ac:spMkLst>
            <pc:docMk/>
            <pc:sldMk cId="554150982" sldId="1092"/>
            <ac:spMk id="4" creationId="{B6EA61EF-7786-484F-8661-EE882D5FE037}"/>
          </ac:spMkLst>
        </pc:spChg>
        <pc:spChg chg="add mod">
          <ac:chgData name="Lancaster, Vicki Ann (val7zv)" userId="1848b937-7720-42a5-9891-d77f8c3cb783" providerId="ADAL" clId="{FA10A2FB-BADB-8345-A706-5D6162DA5FA1}" dt="2019-06-18T12:33:54.935" v="1072" actId="14100"/>
          <ac:spMkLst>
            <pc:docMk/>
            <pc:sldMk cId="554150982" sldId="1092"/>
            <ac:spMk id="8" creationId="{FFC1012B-0103-494E-A3B4-1012C956C60C}"/>
          </ac:spMkLst>
        </pc:spChg>
        <pc:picChg chg="mod modCrop">
          <ac:chgData name="Lancaster, Vicki Ann (val7zv)" userId="1848b937-7720-42a5-9891-d77f8c3cb783" providerId="ADAL" clId="{FA10A2FB-BADB-8345-A706-5D6162DA5FA1}" dt="2019-06-18T12:34:12.912" v="1074" actId="1076"/>
          <ac:picMkLst>
            <pc:docMk/>
            <pc:sldMk cId="554150982" sldId="1092"/>
            <ac:picMk id="6" creationId="{ACF3B36B-7C9C-4C46-8A47-08E600FC9FD2}"/>
          </ac:picMkLst>
        </pc:picChg>
        <pc:picChg chg="add mod modCrop">
          <ac:chgData name="Lancaster, Vicki Ann (val7zv)" userId="1848b937-7720-42a5-9891-d77f8c3cb783" providerId="ADAL" clId="{FA10A2FB-BADB-8345-A706-5D6162DA5FA1}" dt="2019-06-18T12:36:39.886" v="1094" actId="14100"/>
          <ac:picMkLst>
            <pc:docMk/>
            <pc:sldMk cId="554150982" sldId="1092"/>
            <ac:picMk id="7" creationId="{6EE95547-8647-EF4E-9FD6-5D6CC0C69CF0}"/>
          </ac:picMkLst>
        </pc:picChg>
        <pc:picChg chg="add del mod">
          <ac:chgData name="Lancaster, Vicki Ann (val7zv)" userId="1848b937-7720-42a5-9891-d77f8c3cb783" providerId="ADAL" clId="{FA10A2FB-BADB-8345-A706-5D6162DA5FA1}" dt="2019-06-18T12:36:11.316" v="1090"/>
          <ac:picMkLst>
            <pc:docMk/>
            <pc:sldMk cId="554150982" sldId="1092"/>
            <ac:picMk id="9" creationId="{6D6F3145-3546-1245-9617-591D655D184A}"/>
          </ac:picMkLst>
        </pc:picChg>
        <pc:picChg chg="add mod">
          <ac:chgData name="Lancaster, Vicki Ann (val7zv)" userId="1848b937-7720-42a5-9891-d77f8c3cb783" providerId="ADAL" clId="{FA10A2FB-BADB-8345-A706-5D6162DA5FA1}" dt="2019-06-18T12:36:56.490" v="1097" actId="692"/>
          <ac:picMkLst>
            <pc:docMk/>
            <pc:sldMk cId="554150982" sldId="1092"/>
            <ac:picMk id="10" creationId="{428E8ADC-D2CC-BA4C-813A-7786857A5F47}"/>
          </ac:picMkLst>
        </pc:picChg>
      </pc:sldChg>
      <pc:sldChg chg="delSp modSp del">
        <pc:chgData name="Lancaster, Vicki Ann (val7zv)" userId="1848b937-7720-42a5-9891-d77f8c3cb783" providerId="ADAL" clId="{FA10A2FB-BADB-8345-A706-5D6162DA5FA1}" dt="2019-06-18T12:37:22.507" v="1107" actId="2696"/>
        <pc:sldMkLst>
          <pc:docMk/>
          <pc:sldMk cId="3509139395" sldId="1093"/>
        </pc:sldMkLst>
        <pc:spChg chg="del">
          <ac:chgData name="Lancaster, Vicki Ann (val7zv)" userId="1848b937-7720-42a5-9891-d77f8c3cb783" providerId="ADAL" clId="{FA10A2FB-BADB-8345-A706-5D6162DA5FA1}" dt="2019-06-18T11:57:15.438" v="615"/>
          <ac:spMkLst>
            <pc:docMk/>
            <pc:sldMk cId="3509139395" sldId="1093"/>
            <ac:spMk id="11" creationId="{F57ACCCA-1AD0-483B-89B0-4508F9296B69}"/>
          </ac:spMkLst>
        </pc:spChg>
        <pc:picChg chg="del">
          <ac:chgData name="Lancaster, Vicki Ann (val7zv)" userId="1848b937-7720-42a5-9891-d77f8c3cb783" providerId="ADAL" clId="{FA10A2FB-BADB-8345-A706-5D6162DA5FA1}" dt="2019-06-18T11:57:04.242" v="614" actId="478"/>
          <ac:picMkLst>
            <pc:docMk/>
            <pc:sldMk cId="3509139395" sldId="1093"/>
            <ac:picMk id="12" creationId="{CB71BBC1-53AE-4AE2-AE99-A459DCFC9D2B}"/>
          </ac:picMkLst>
        </pc:picChg>
        <pc:picChg chg="mod modCrop">
          <ac:chgData name="Lancaster, Vicki Ann (val7zv)" userId="1848b937-7720-42a5-9891-d77f8c3cb783" providerId="ADAL" clId="{FA10A2FB-BADB-8345-A706-5D6162DA5FA1}" dt="2019-06-18T12:35:02.300" v="1078" actId="14100"/>
          <ac:picMkLst>
            <pc:docMk/>
            <pc:sldMk cId="3509139395" sldId="1093"/>
            <ac:picMk id="14" creationId="{C32F6240-D9BB-4DDE-8002-023D05A546E1}"/>
          </ac:picMkLst>
        </pc:picChg>
      </pc:sldChg>
      <pc:sldChg chg="addSp delSp modSp">
        <pc:chgData name="Lancaster, Vicki Ann (val7zv)" userId="1848b937-7720-42a5-9891-d77f8c3cb783" providerId="ADAL" clId="{FA10A2FB-BADB-8345-A706-5D6162DA5FA1}" dt="2019-06-18T13:19:19.864" v="1757" actId="1076"/>
        <pc:sldMkLst>
          <pc:docMk/>
          <pc:sldMk cId="2150342256" sldId="1094"/>
        </pc:sldMkLst>
        <pc:spChg chg="mod">
          <ac:chgData name="Lancaster, Vicki Ann (val7zv)" userId="1848b937-7720-42a5-9891-d77f8c3cb783" providerId="ADAL" clId="{FA10A2FB-BADB-8345-A706-5D6162DA5FA1}" dt="2019-06-18T12:48:35.875" v="1314" actId="20577"/>
          <ac:spMkLst>
            <pc:docMk/>
            <pc:sldMk cId="2150342256" sldId="1094"/>
            <ac:spMk id="2" creationId="{747A5824-18AF-4C57-BDC2-8D5519CE70E4}"/>
          </ac:spMkLst>
        </pc:spChg>
        <pc:spChg chg="mod">
          <ac:chgData name="Lancaster, Vicki Ann (val7zv)" userId="1848b937-7720-42a5-9891-d77f8c3cb783" providerId="ADAL" clId="{FA10A2FB-BADB-8345-A706-5D6162DA5FA1}" dt="2019-06-18T13:18:19.145" v="1701" actId="20577"/>
          <ac:spMkLst>
            <pc:docMk/>
            <pc:sldMk cId="2150342256" sldId="1094"/>
            <ac:spMk id="3" creationId="{630CFA79-3C5F-4792-8A20-2F34A9E094E0}"/>
          </ac:spMkLst>
        </pc:spChg>
        <pc:spChg chg="del">
          <ac:chgData name="Lancaster, Vicki Ann (val7zv)" userId="1848b937-7720-42a5-9891-d77f8c3cb783" providerId="ADAL" clId="{FA10A2FB-BADB-8345-A706-5D6162DA5FA1}" dt="2019-06-18T12:37:34.393" v="1108"/>
          <ac:spMkLst>
            <pc:docMk/>
            <pc:sldMk cId="2150342256" sldId="1094"/>
            <ac:spMk id="4" creationId="{BFF9AABE-0293-4D46-9EEC-21C4C11FF1B1}"/>
          </ac:spMkLst>
        </pc:spChg>
        <pc:spChg chg="add del mod">
          <ac:chgData name="Lancaster, Vicki Ann (val7zv)" userId="1848b937-7720-42a5-9891-d77f8c3cb783" providerId="ADAL" clId="{FA10A2FB-BADB-8345-A706-5D6162DA5FA1}" dt="2019-06-18T12:37:39.339" v="1109"/>
          <ac:spMkLst>
            <pc:docMk/>
            <pc:sldMk cId="2150342256" sldId="1094"/>
            <ac:spMk id="7" creationId="{E7D003B7-746D-A847-9632-C00879189760}"/>
          </ac:spMkLst>
        </pc:spChg>
        <pc:spChg chg="add mod">
          <ac:chgData name="Lancaster, Vicki Ann (val7zv)" userId="1848b937-7720-42a5-9891-d77f8c3cb783" providerId="ADAL" clId="{FA10A2FB-BADB-8345-A706-5D6162DA5FA1}" dt="2019-06-18T13:19:19.864" v="1757" actId="1076"/>
          <ac:spMkLst>
            <pc:docMk/>
            <pc:sldMk cId="2150342256" sldId="1094"/>
            <ac:spMk id="8" creationId="{B0971D5C-4DC6-B843-9A86-1291754BC688}"/>
          </ac:spMkLst>
        </pc:spChg>
        <pc:picChg chg="mod">
          <ac:chgData name="Lancaster, Vicki Ann (val7zv)" userId="1848b937-7720-42a5-9891-d77f8c3cb783" providerId="ADAL" clId="{FA10A2FB-BADB-8345-A706-5D6162DA5FA1}" dt="2019-06-18T13:18:16.363" v="1700" actId="1076"/>
          <ac:picMkLst>
            <pc:docMk/>
            <pc:sldMk cId="2150342256" sldId="1094"/>
            <ac:picMk id="6" creationId="{B9733823-FC4C-45F1-B38F-C86BEE951628}"/>
          </ac:picMkLst>
        </pc:picChg>
      </pc:sldChg>
      <pc:sldChg chg="modSp">
        <pc:chgData name="Lancaster, Vicki Ann (val7zv)" userId="1848b937-7720-42a5-9891-d77f8c3cb783" providerId="ADAL" clId="{FA10A2FB-BADB-8345-A706-5D6162DA5FA1}" dt="2019-06-18T13:21:44.300" v="1766" actId="14100"/>
        <pc:sldMkLst>
          <pc:docMk/>
          <pc:sldMk cId="1088248631" sldId="1095"/>
        </pc:sldMkLst>
        <pc:spChg chg="mod">
          <ac:chgData name="Lancaster, Vicki Ann (val7zv)" userId="1848b937-7720-42a5-9891-d77f8c3cb783" providerId="ADAL" clId="{FA10A2FB-BADB-8345-A706-5D6162DA5FA1}" dt="2019-06-18T13:21:44.300" v="1766" actId="14100"/>
          <ac:spMkLst>
            <pc:docMk/>
            <pc:sldMk cId="1088248631" sldId="1095"/>
            <ac:spMk id="3" creationId="{D5816C42-99D4-7247-8FF5-09616B28C0B5}"/>
          </ac:spMkLst>
        </pc:spChg>
        <pc:picChg chg="mod">
          <ac:chgData name="Lancaster, Vicki Ann (val7zv)" userId="1848b937-7720-42a5-9891-d77f8c3cb783" providerId="ADAL" clId="{FA10A2FB-BADB-8345-A706-5D6162DA5FA1}" dt="2019-06-18T12:24:57.617" v="922" actId="692"/>
          <ac:picMkLst>
            <pc:docMk/>
            <pc:sldMk cId="1088248631" sldId="1095"/>
            <ac:picMk id="5" creationId="{4170D53F-6E5F-407E-B984-5D9104ABE3C9}"/>
          </ac:picMkLst>
        </pc:picChg>
      </pc:sldChg>
    </pc:docChg>
  </pc:docChgLst>
  <pc:docChgLst>
    <pc:chgData name="Isch, Calvin (ci3uz)" userId="S::ci3uz@virginia.edu::d1b8b1a6-b223-4c78-a3de-e3d4ac8ab098" providerId="AD" clId="Web-{5EDF4F29-09B2-90A2-9AD1-C478932C7FE6}"/>
    <pc:docChg chg="modSld">
      <pc:chgData name="Isch, Calvin (ci3uz)" userId="S::ci3uz@virginia.edu::d1b8b1a6-b223-4c78-a3de-e3d4ac8ab098" providerId="AD" clId="Web-{5EDF4F29-09B2-90A2-9AD1-C478932C7FE6}" dt="2019-06-17T16:26:29.886" v="58" actId="1076"/>
      <pc:docMkLst>
        <pc:docMk/>
      </pc:docMkLst>
      <pc:sldChg chg="addSp modSp">
        <pc:chgData name="Isch, Calvin (ci3uz)" userId="S::ci3uz@virginia.edu::d1b8b1a6-b223-4c78-a3de-e3d4ac8ab098" providerId="AD" clId="Web-{5EDF4F29-09B2-90A2-9AD1-C478932C7FE6}" dt="2019-06-17T16:26:29.886" v="58" actId="1076"/>
        <pc:sldMkLst>
          <pc:docMk/>
          <pc:sldMk cId="775700845" sldId="1085"/>
        </pc:sldMkLst>
        <pc:spChg chg="mod">
          <ac:chgData name="Isch, Calvin (ci3uz)" userId="S::ci3uz@virginia.edu::d1b8b1a6-b223-4c78-a3de-e3d4ac8ab098" providerId="AD" clId="Web-{5EDF4F29-09B2-90A2-9AD1-C478932C7FE6}" dt="2019-06-17T16:26:19.354" v="48" actId="20577"/>
          <ac:spMkLst>
            <pc:docMk/>
            <pc:sldMk cId="775700845" sldId="1085"/>
            <ac:spMk id="3" creationId="{BEDA79D9-612A-9C4F-A726-822967A8ECA8}"/>
          </ac:spMkLst>
        </pc:spChg>
        <pc:spChg chg="add mod">
          <ac:chgData name="Isch, Calvin (ci3uz)" userId="S::ci3uz@virginia.edu::d1b8b1a6-b223-4c78-a3de-e3d4ac8ab098" providerId="AD" clId="Web-{5EDF4F29-09B2-90A2-9AD1-C478932C7FE6}" dt="2019-06-17T16:26:29.886" v="58" actId="1076"/>
          <ac:spMkLst>
            <pc:docMk/>
            <pc:sldMk cId="775700845" sldId="1085"/>
            <ac:spMk id="5" creationId="{19549DCC-CE39-41D8-A223-981B746D332F}"/>
          </ac:spMkLst>
        </pc:spChg>
      </pc:sldChg>
    </pc:docChg>
  </pc:docChgLst>
  <pc:docChgLst>
    <pc:chgData name="Fowers, Alyssa (af5ug)" userId="S::af5ug@virginia.edu::c3a37977-17ff-41a0-ad75-fd916179f175" providerId="AD" clId="Web-{E0DA232A-2666-B033-8C8B-5B54E2E9EF38}"/>
    <pc:docChg chg="modSld">
      <pc:chgData name="Fowers, Alyssa (af5ug)" userId="S::af5ug@virginia.edu::c3a37977-17ff-41a0-ad75-fd916179f175" providerId="AD" clId="Web-{E0DA232A-2666-B033-8C8B-5B54E2E9EF38}" dt="2019-06-17T20:16:54.087" v="338"/>
      <pc:docMkLst>
        <pc:docMk/>
      </pc:docMkLst>
      <pc:sldChg chg="modSp">
        <pc:chgData name="Fowers, Alyssa (af5ug)" userId="S::af5ug@virginia.edu::c3a37977-17ff-41a0-ad75-fd916179f175" providerId="AD" clId="Web-{E0DA232A-2666-B033-8C8B-5B54E2E9EF38}" dt="2019-06-17T18:00:32.947" v="50" actId="20577"/>
        <pc:sldMkLst>
          <pc:docMk/>
          <pc:sldMk cId="2743713354" sldId="1084"/>
        </pc:sldMkLst>
        <pc:spChg chg="mod">
          <ac:chgData name="Fowers, Alyssa (af5ug)" userId="S::af5ug@virginia.edu::c3a37977-17ff-41a0-ad75-fd916179f175" providerId="AD" clId="Web-{E0DA232A-2666-B033-8C8B-5B54E2E9EF38}" dt="2019-06-17T18:00:32.947" v="50" actId="20577"/>
          <ac:spMkLst>
            <pc:docMk/>
            <pc:sldMk cId="2743713354" sldId="1084"/>
            <ac:spMk id="11" creationId="{FB40D1BD-5993-2C42-AB89-36C312ABA11E}"/>
          </ac:spMkLst>
        </pc:spChg>
        <pc:spChg chg="mod">
          <ac:chgData name="Fowers, Alyssa (af5ug)" userId="S::af5ug@virginia.edu::c3a37977-17ff-41a0-ad75-fd916179f175" providerId="AD" clId="Web-{E0DA232A-2666-B033-8C8B-5B54E2E9EF38}" dt="2019-06-17T17:37:38.718" v="5" actId="20577"/>
          <ac:spMkLst>
            <pc:docMk/>
            <pc:sldMk cId="2743713354" sldId="1084"/>
            <ac:spMk id="16" creationId="{0FE9E8CF-E8D8-404C-AD0F-CB6A8B4B21A3}"/>
          </ac:spMkLst>
        </pc:spChg>
      </pc:sldChg>
      <pc:sldChg chg="modSp">
        <pc:chgData name="Fowers, Alyssa (af5ug)" userId="S::af5ug@virginia.edu::c3a37977-17ff-41a0-ad75-fd916179f175" providerId="AD" clId="Web-{E0DA232A-2666-B033-8C8B-5B54E2E9EF38}" dt="2019-06-17T20:07:05.579" v="330" actId="20577"/>
        <pc:sldMkLst>
          <pc:docMk/>
          <pc:sldMk cId="1529730403" sldId="1087"/>
        </pc:sldMkLst>
        <pc:spChg chg="mod">
          <ac:chgData name="Fowers, Alyssa (af5ug)" userId="S::af5ug@virginia.edu::c3a37977-17ff-41a0-ad75-fd916179f175" providerId="AD" clId="Web-{E0DA232A-2666-B033-8C8B-5B54E2E9EF38}" dt="2019-06-17T20:07:05.579" v="330" actId="20577"/>
          <ac:spMkLst>
            <pc:docMk/>
            <pc:sldMk cId="1529730403" sldId="1087"/>
            <ac:spMk id="6" creationId="{23F45D4F-25F0-40D1-B115-E7F2D882F3C1}"/>
          </ac:spMkLst>
        </pc:spChg>
      </pc:sldChg>
      <pc:sldChg chg="addSp delSp modSp">
        <pc:chgData name="Fowers, Alyssa (af5ug)" userId="S::af5ug@virginia.edu::c3a37977-17ff-41a0-ad75-fd916179f175" providerId="AD" clId="Web-{E0DA232A-2666-B033-8C8B-5B54E2E9EF38}" dt="2019-06-17T20:16:54.087" v="338"/>
        <pc:sldMkLst>
          <pc:docMk/>
          <pc:sldMk cId="4188874532" sldId="1088"/>
        </pc:sldMkLst>
        <pc:spChg chg="mod">
          <ac:chgData name="Fowers, Alyssa (af5ug)" userId="S::af5ug@virginia.edu::c3a37977-17ff-41a0-ad75-fd916179f175" providerId="AD" clId="Web-{E0DA232A-2666-B033-8C8B-5B54E2E9EF38}" dt="2019-06-17T20:16:54.087" v="338"/>
          <ac:spMkLst>
            <pc:docMk/>
            <pc:sldMk cId="4188874532" sldId="1088"/>
            <ac:spMk id="3" creationId="{4B18F6EF-035C-994B-A128-EE5F04D67E89}"/>
          </ac:spMkLst>
        </pc:spChg>
        <pc:spChg chg="del">
          <ac:chgData name="Fowers, Alyssa (af5ug)" userId="S::af5ug@virginia.edu::c3a37977-17ff-41a0-ad75-fd916179f175" providerId="AD" clId="Web-{E0DA232A-2666-B033-8C8B-5B54E2E9EF38}" dt="2019-06-17T20:16:40.509" v="331"/>
          <ac:spMkLst>
            <pc:docMk/>
            <pc:sldMk cId="4188874532" sldId="1088"/>
            <ac:spMk id="5" creationId="{50ECDF45-23D7-D943-9694-4DCAECDDEB5D}"/>
          </ac:spMkLst>
        </pc:spChg>
        <pc:picChg chg="add mod">
          <ac:chgData name="Fowers, Alyssa (af5ug)" userId="S::af5ug@virginia.edu::c3a37977-17ff-41a0-ad75-fd916179f175" providerId="AD" clId="Web-{E0DA232A-2666-B033-8C8B-5B54E2E9EF38}" dt="2019-06-17T20:16:48.055" v="334" actId="1076"/>
          <ac:picMkLst>
            <pc:docMk/>
            <pc:sldMk cId="4188874532" sldId="1088"/>
            <ac:picMk id="6" creationId="{657DFB5B-E6B4-4B21-9754-13D8FFB4BE46}"/>
          </ac:picMkLst>
        </pc:picChg>
      </pc:sldChg>
      <pc:sldChg chg="modSp">
        <pc:chgData name="Fowers, Alyssa (af5ug)" userId="S::af5ug@virginia.edu::c3a37977-17ff-41a0-ad75-fd916179f175" providerId="AD" clId="Web-{E0DA232A-2666-B033-8C8B-5B54E2E9EF38}" dt="2019-06-17T17:44:50.861" v="30" actId="20577"/>
        <pc:sldMkLst>
          <pc:docMk/>
          <pc:sldMk cId="1283612168" sldId="1089"/>
        </pc:sldMkLst>
        <pc:spChg chg="mod">
          <ac:chgData name="Fowers, Alyssa (af5ug)" userId="S::af5ug@virginia.edu::c3a37977-17ff-41a0-ad75-fd916179f175" providerId="AD" clId="Web-{E0DA232A-2666-B033-8C8B-5B54E2E9EF38}" dt="2019-06-17T17:44:50.861" v="30" actId="20577"/>
          <ac:spMkLst>
            <pc:docMk/>
            <pc:sldMk cId="1283612168" sldId="1089"/>
            <ac:spMk id="3" creationId="{24BFF4B4-DC8B-6D4E-9D1C-2F2B9831AC8A}"/>
          </ac:spMkLst>
        </pc:spChg>
      </pc:sldChg>
    </pc:docChg>
  </pc:docChgLst>
  <pc:docChgLst>
    <pc:chgData name="Isch, Calvin (ci3uz)" userId="S::ci3uz@virginia.edu::d1b8b1a6-b223-4c78-a3de-e3d4ac8ab098" providerId="AD" clId="Web-{0A3CD3EE-0767-B857-81E0-6DDC4263C434}"/>
    <pc:docChg chg="modSld">
      <pc:chgData name="Isch, Calvin (ci3uz)" userId="S::ci3uz@virginia.edu::d1b8b1a6-b223-4c78-a3de-e3d4ac8ab098" providerId="AD" clId="Web-{0A3CD3EE-0767-B857-81E0-6DDC4263C434}" dt="2019-06-25T13:48:38.285" v="27"/>
      <pc:docMkLst>
        <pc:docMk/>
      </pc:docMkLst>
      <pc:sldChg chg="mod modShow">
        <pc:chgData name="Isch, Calvin (ci3uz)" userId="S::ci3uz@virginia.edu::d1b8b1a6-b223-4c78-a3de-e3d4ac8ab098" providerId="AD" clId="Web-{0A3CD3EE-0767-B857-81E0-6DDC4263C434}" dt="2019-06-25T13:48:38.285" v="27"/>
        <pc:sldMkLst>
          <pc:docMk/>
          <pc:sldMk cId="2163282739" sldId="1057"/>
        </pc:sldMkLst>
      </pc:sldChg>
      <pc:sldChg chg="mod modShow">
        <pc:chgData name="Isch, Calvin (ci3uz)" userId="S::ci3uz@virginia.edu::d1b8b1a6-b223-4c78-a3de-e3d4ac8ab098" providerId="AD" clId="Web-{0A3CD3EE-0767-B857-81E0-6DDC4263C434}" dt="2019-06-25T13:48:35.706" v="14"/>
        <pc:sldMkLst>
          <pc:docMk/>
          <pc:sldMk cId="2685777046" sldId="1082"/>
        </pc:sldMkLst>
      </pc:sldChg>
      <pc:sldChg chg="mod modShow">
        <pc:chgData name="Isch, Calvin (ci3uz)" userId="S::ci3uz@virginia.edu::d1b8b1a6-b223-4c78-a3de-e3d4ac8ab098" providerId="AD" clId="Web-{0A3CD3EE-0767-B857-81E0-6DDC4263C434}" dt="2019-06-25T13:48:35.957" v="15"/>
        <pc:sldMkLst>
          <pc:docMk/>
          <pc:sldMk cId="1897480431" sldId="1083"/>
        </pc:sldMkLst>
      </pc:sldChg>
      <pc:sldChg chg="mod modShow">
        <pc:chgData name="Isch, Calvin (ci3uz)" userId="S::ci3uz@virginia.edu::d1b8b1a6-b223-4c78-a3de-e3d4ac8ab098" providerId="AD" clId="Web-{0A3CD3EE-0767-B857-81E0-6DDC4263C434}" dt="2019-06-25T13:48:36.191" v="16"/>
        <pc:sldMkLst>
          <pc:docMk/>
          <pc:sldMk cId="2743713354" sldId="1084"/>
        </pc:sldMkLst>
      </pc:sldChg>
      <pc:sldChg chg="mod modShow">
        <pc:chgData name="Isch, Calvin (ci3uz)" userId="S::ci3uz@virginia.edu::d1b8b1a6-b223-4c78-a3de-e3d4ac8ab098" providerId="AD" clId="Web-{0A3CD3EE-0767-B857-81E0-6DDC4263C434}" dt="2019-06-25T13:48:36.394" v="17"/>
        <pc:sldMkLst>
          <pc:docMk/>
          <pc:sldMk cId="775700845" sldId="1085"/>
        </pc:sldMkLst>
      </pc:sldChg>
      <pc:sldChg chg="mod modShow">
        <pc:chgData name="Isch, Calvin (ci3uz)" userId="S::ci3uz@virginia.edu::d1b8b1a6-b223-4c78-a3de-e3d4ac8ab098" providerId="AD" clId="Web-{0A3CD3EE-0767-B857-81E0-6DDC4263C434}" dt="2019-06-25T13:48:37.050" v="20"/>
        <pc:sldMkLst>
          <pc:docMk/>
          <pc:sldMk cId="2646000467" sldId="1086"/>
        </pc:sldMkLst>
      </pc:sldChg>
      <pc:sldChg chg="mod modShow">
        <pc:chgData name="Isch, Calvin (ci3uz)" userId="S::ci3uz@virginia.edu::d1b8b1a6-b223-4c78-a3de-e3d4ac8ab098" providerId="AD" clId="Web-{0A3CD3EE-0767-B857-81E0-6DDC4263C434}" dt="2019-06-25T13:48:37.753" v="24"/>
        <pc:sldMkLst>
          <pc:docMk/>
          <pc:sldMk cId="1529730403" sldId="1087"/>
        </pc:sldMkLst>
      </pc:sldChg>
      <pc:sldChg chg="mod modShow">
        <pc:chgData name="Isch, Calvin (ci3uz)" userId="S::ci3uz@virginia.edu::d1b8b1a6-b223-4c78-a3de-e3d4ac8ab098" providerId="AD" clId="Web-{0A3CD3EE-0767-B857-81E0-6DDC4263C434}" dt="2019-06-25T13:48:38.066" v="26"/>
        <pc:sldMkLst>
          <pc:docMk/>
          <pc:sldMk cId="4188874532" sldId="1088"/>
        </pc:sldMkLst>
      </pc:sldChg>
      <pc:sldChg chg="mod modShow">
        <pc:chgData name="Isch, Calvin (ci3uz)" userId="S::ci3uz@virginia.edu::d1b8b1a6-b223-4c78-a3de-e3d4ac8ab098" providerId="AD" clId="Web-{0A3CD3EE-0767-B857-81E0-6DDC4263C434}" dt="2019-06-25T13:48:37.894" v="25"/>
        <pc:sldMkLst>
          <pc:docMk/>
          <pc:sldMk cId="1283612168" sldId="1089"/>
        </pc:sldMkLst>
      </pc:sldChg>
      <pc:sldChg chg="mod modShow">
        <pc:chgData name="Isch, Calvin (ci3uz)" userId="S::ci3uz@virginia.edu::d1b8b1a6-b223-4c78-a3de-e3d4ac8ab098" providerId="AD" clId="Web-{0A3CD3EE-0767-B857-81E0-6DDC4263C434}" dt="2019-06-25T13:48:37.582" v="23"/>
        <pc:sldMkLst>
          <pc:docMk/>
          <pc:sldMk cId="4038677502" sldId="1090"/>
        </pc:sldMkLst>
      </pc:sldChg>
      <pc:sldChg chg="mod modShow">
        <pc:chgData name="Isch, Calvin (ci3uz)" userId="S::ci3uz@virginia.edu::d1b8b1a6-b223-4c78-a3de-e3d4ac8ab098" providerId="AD" clId="Web-{0A3CD3EE-0767-B857-81E0-6DDC4263C434}" dt="2019-06-25T13:48:37.394" v="22"/>
        <pc:sldMkLst>
          <pc:docMk/>
          <pc:sldMk cId="196296070" sldId="1091"/>
        </pc:sldMkLst>
      </pc:sldChg>
      <pc:sldChg chg="mod modShow">
        <pc:chgData name="Isch, Calvin (ci3uz)" userId="S::ci3uz@virginia.edu::d1b8b1a6-b223-4c78-a3de-e3d4ac8ab098" providerId="AD" clId="Web-{0A3CD3EE-0767-B857-81E0-6DDC4263C434}" dt="2019-06-25T13:48:36.675" v="18"/>
        <pc:sldMkLst>
          <pc:docMk/>
          <pc:sldMk cId="554150982" sldId="1092"/>
        </pc:sldMkLst>
      </pc:sldChg>
      <pc:sldChg chg="mod modShow">
        <pc:chgData name="Isch, Calvin (ci3uz)" userId="S::ci3uz@virginia.edu::d1b8b1a6-b223-4c78-a3de-e3d4ac8ab098" providerId="AD" clId="Web-{0A3CD3EE-0767-B857-81E0-6DDC4263C434}" dt="2019-06-25T13:48:36.879" v="19"/>
        <pc:sldMkLst>
          <pc:docMk/>
          <pc:sldMk cId="2150342256" sldId="1094"/>
        </pc:sldMkLst>
      </pc:sldChg>
      <pc:sldChg chg="mod modShow">
        <pc:chgData name="Isch, Calvin (ci3uz)" userId="S::ci3uz@virginia.edu::d1b8b1a6-b223-4c78-a3de-e3d4ac8ab098" providerId="AD" clId="Web-{0A3CD3EE-0767-B857-81E0-6DDC4263C434}" dt="2019-06-25T13:48:37.222" v="21"/>
        <pc:sldMkLst>
          <pc:docMk/>
          <pc:sldMk cId="1088248631" sldId="1095"/>
        </pc:sldMkLst>
      </pc:sldChg>
    </pc:docChg>
  </pc:docChgLst>
  <pc:docChgLst>
    <pc:chgData name="Fowers, Alyssa (af5ug)" userId="S::af5ug@virginia.edu::c3a37977-17ff-41a0-ad75-fd916179f175" providerId="AD" clId="Web-{64B3F9E1-E223-88BA-C899-A0600A2078B8}"/>
    <pc:docChg chg="modSld modMainMaster">
      <pc:chgData name="Fowers, Alyssa (af5ug)" userId="S::af5ug@virginia.edu::c3a37977-17ff-41a0-ad75-fd916179f175" providerId="AD" clId="Web-{64B3F9E1-E223-88BA-C899-A0600A2078B8}" dt="2019-06-18T16:51:21.058" v="121" actId="20577"/>
      <pc:docMkLst>
        <pc:docMk/>
      </pc:docMkLst>
      <pc:sldChg chg="modTransition">
        <pc:chgData name="Fowers, Alyssa (af5ug)" userId="S::af5ug@virginia.edu::c3a37977-17ff-41a0-ad75-fd916179f175" providerId="AD" clId="Web-{64B3F9E1-E223-88BA-C899-A0600A2078B8}" dt="2019-06-18T16:43:58.168" v="35"/>
        <pc:sldMkLst>
          <pc:docMk/>
          <pc:sldMk cId="2163282739" sldId="1057"/>
        </pc:sldMkLst>
      </pc:sldChg>
      <pc:sldChg chg="modTransition">
        <pc:chgData name="Fowers, Alyssa (af5ug)" userId="S::af5ug@virginia.edu::c3a37977-17ff-41a0-ad75-fd916179f175" providerId="AD" clId="Web-{64B3F9E1-E223-88BA-C899-A0600A2078B8}" dt="2019-06-18T16:43:58.168" v="35"/>
        <pc:sldMkLst>
          <pc:docMk/>
          <pc:sldMk cId="2685777046" sldId="1082"/>
        </pc:sldMkLst>
      </pc:sldChg>
      <pc:sldChg chg="modTransition">
        <pc:chgData name="Fowers, Alyssa (af5ug)" userId="S::af5ug@virginia.edu::c3a37977-17ff-41a0-ad75-fd916179f175" providerId="AD" clId="Web-{64B3F9E1-E223-88BA-C899-A0600A2078B8}" dt="2019-06-18T16:43:58.168" v="35"/>
        <pc:sldMkLst>
          <pc:docMk/>
          <pc:sldMk cId="1897480431" sldId="1083"/>
        </pc:sldMkLst>
      </pc:sldChg>
      <pc:sldChg chg="modSp modTransition addAnim modAnim">
        <pc:chgData name="Fowers, Alyssa (af5ug)" userId="S::af5ug@virginia.edu::c3a37977-17ff-41a0-ad75-fd916179f175" providerId="AD" clId="Web-{64B3F9E1-E223-88BA-C899-A0600A2078B8}" dt="2019-06-18T16:50:10.946" v="87"/>
        <pc:sldMkLst>
          <pc:docMk/>
          <pc:sldMk cId="2743713354" sldId="1084"/>
        </pc:sldMkLst>
        <pc:spChg chg="mod">
          <ac:chgData name="Fowers, Alyssa (af5ug)" userId="S::af5ug@virginia.edu::c3a37977-17ff-41a0-ad75-fd916179f175" providerId="AD" clId="Web-{64B3F9E1-E223-88BA-C899-A0600A2078B8}" dt="2019-06-18T16:02:04.807" v="0"/>
          <ac:spMkLst>
            <pc:docMk/>
            <pc:sldMk cId="2743713354" sldId="1084"/>
            <ac:spMk id="3" creationId="{78D226BA-F864-2440-A0F1-70C5B4639C2A}"/>
          </ac:spMkLst>
        </pc:spChg>
        <pc:spChg chg="mod">
          <ac:chgData name="Fowers, Alyssa (af5ug)" userId="S::af5ug@virginia.edu::c3a37977-17ff-41a0-ad75-fd916179f175" providerId="AD" clId="Web-{64B3F9E1-E223-88BA-C899-A0600A2078B8}" dt="2019-06-18T16:02:04.823" v="1"/>
          <ac:spMkLst>
            <pc:docMk/>
            <pc:sldMk cId="2743713354" sldId="1084"/>
            <ac:spMk id="5" creationId="{2C59224A-1D0D-3041-ADC7-D3F10F7C58A0}"/>
          </ac:spMkLst>
        </pc:spChg>
        <pc:spChg chg="mod">
          <ac:chgData name="Fowers, Alyssa (af5ug)" userId="S::af5ug@virginia.edu::c3a37977-17ff-41a0-ad75-fd916179f175" providerId="AD" clId="Web-{64B3F9E1-E223-88BA-C899-A0600A2078B8}" dt="2019-06-18T16:02:04.854" v="2"/>
          <ac:spMkLst>
            <pc:docMk/>
            <pc:sldMk cId="2743713354" sldId="1084"/>
            <ac:spMk id="6" creationId="{C9DB083A-EF57-E547-89A6-63FFBFD19007}"/>
          </ac:spMkLst>
        </pc:spChg>
        <pc:spChg chg="mod">
          <ac:chgData name="Fowers, Alyssa (af5ug)" userId="S::af5ug@virginia.edu::c3a37977-17ff-41a0-ad75-fd916179f175" providerId="AD" clId="Web-{64B3F9E1-E223-88BA-C899-A0600A2078B8}" dt="2019-06-18T16:02:04.870" v="3"/>
          <ac:spMkLst>
            <pc:docMk/>
            <pc:sldMk cId="2743713354" sldId="1084"/>
            <ac:spMk id="10" creationId="{7FFC0339-6F23-B24D-B403-AEE1FD8A3305}"/>
          </ac:spMkLst>
        </pc:spChg>
        <pc:spChg chg="mod">
          <ac:chgData name="Fowers, Alyssa (af5ug)" userId="S::af5ug@virginia.edu::c3a37977-17ff-41a0-ad75-fd916179f175" providerId="AD" clId="Web-{64B3F9E1-E223-88BA-C899-A0600A2078B8}" dt="2019-06-18T16:47:49.629" v="65" actId="1076"/>
          <ac:spMkLst>
            <pc:docMk/>
            <pc:sldMk cId="2743713354" sldId="1084"/>
            <ac:spMk id="14" creationId="{1B79A6A9-1E97-4C81-953B-90D2B827650F}"/>
          </ac:spMkLst>
        </pc:spChg>
        <pc:spChg chg="mod">
          <ac:chgData name="Fowers, Alyssa (af5ug)" userId="S::af5ug@virginia.edu::c3a37977-17ff-41a0-ad75-fd916179f175" providerId="AD" clId="Web-{64B3F9E1-E223-88BA-C899-A0600A2078B8}" dt="2019-06-18T16:48:25.115" v="69" actId="688"/>
          <ac:spMkLst>
            <pc:docMk/>
            <pc:sldMk cId="2743713354" sldId="1084"/>
            <ac:spMk id="17" creationId="{0019939C-A2A6-4963-823D-219E76190B6B}"/>
          </ac:spMkLst>
        </pc:spChg>
        <pc:spChg chg="mod">
          <ac:chgData name="Fowers, Alyssa (af5ug)" userId="S::af5ug@virginia.edu::c3a37977-17ff-41a0-ad75-fd916179f175" providerId="AD" clId="Web-{64B3F9E1-E223-88BA-C899-A0600A2078B8}" dt="2019-06-18T16:02:13.933" v="6"/>
          <ac:spMkLst>
            <pc:docMk/>
            <pc:sldMk cId="2743713354" sldId="1084"/>
            <ac:spMk id="19" creationId="{9D3C3A3E-760F-45DD-8505-5FB30EA63C61}"/>
          </ac:spMkLst>
        </pc:spChg>
        <pc:spChg chg="mod">
          <ac:chgData name="Fowers, Alyssa (af5ug)" userId="S::af5ug@virginia.edu::c3a37977-17ff-41a0-ad75-fd916179f175" providerId="AD" clId="Web-{64B3F9E1-E223-88BA-C899-A0600A2078B8}" dt="2019-06-18T16:02:52.121" v="8" actId="14100"/>
          <ac:spMkLst>
            <pc:docMk/>
            <pc:sldMk cId="2743713354" sldId="1084"/>
            <ac:spMk id="20" creationId="{C045082D-90AD-46D4-B9DF-70013C8BD3F2}"/>
          </ac:spMkLst>
        </pc:spChg>
        <pc:spChg chg="mod">
          <ac:chgData name="Fowers, Alyssa (af5ug)" userId="S::af5ug@virginia.edu::c3a37977-17ff-41a0-ad75-fd916179f175" providerId="AD" clId="Web-{64B3F9E1-E223-88BA-C899-A0600A2078B8}" dt="2019-06-18T16:49:00.585" v="77" actId="1076"/>
          <ac:spMkLst>
            <pc:docMk/>
            <pc:sldMk cId="2743713354" sldId="1084"/>
            <ac:spMk id="30" creationId="{EBF8E64D-7AC2-4BCE-9F9D-586161D1ED7E}"/>
          </ac:spMkLst>
        </pc:spChg>
        <pc:cxnChg chg="mod">
          <ac:chgData name="Fowers, Alyssa (af5ug)" userId="S::af5ug@virginia.edu::c3a37977-17ff-41a0-ad75-fd916179f175" providerId="AD" clId="Web-{64B3F9E1-E223-88BA-C899-A0600A2078B8}" dt="2019-06-18T16:47:36.894" v="61" actId="1076"/>
          <ac:cxnSpMkLst>
            <pc:docMk/>
            <pc:sldMk cId="2743713354" sldId="1084"/>
            <ac:cxnSpMk id="13" creationId="{FB731379-65D3-43BA-86AE-81AE7D53BC53}"/>
          </ac:cxnSpMkLst>
        </pc:cxnChg>
      </pc:sldChg>
      <pc:sldChg chg="modTransition">
        <pc:chgData name="Fowers, Alyssa (af5ug)" userId="S::af5ug@virginia.edu::c3a37977-17ff-41a0-ad75-fd916179f175" providerId="AD" clId="Web-{64B3F9E1-E223-88BA-C899-A0600A2078B8}" dt="2019-06-18T16:43:58.168" v="35"/>
        <pc:sldMkLst>
          <pc:docMk/>
          <pc:sldMk cId="775700845" sldId="1085"/>
        </pc:sldMkLst>
      </pc:sldChg>
      <pc:sldChg chg="modSp modTransition">
        <pc:chgData name="Fowers, Alyssa (af5ug)" userId="S::af5ug@virginia.edu::c3a37977-17ff-41a0-ad75-fd916179f175" providerId="AD" clId="Web-{64B3F9E1-E223-88BA-C899-A0600A2078B8}" dt="2019-06-18T16:43:58.168" v="35"/>
        <pc:sldMkLst>
          <pc:docMk/>
          <pc:sldMk cId="2646000467" sldId="1086"/>
        </pc:sldMkLst>
        <pc:spChg chg="mod">
          <ac:chgData name="Fowers, Alyssa (af5ug)" userId="S::af5ug@virginia.edu::c3a37977-17ff-41a0-ad75-fd916179f175" providerId="AD" clId="Web-{64B3F9E1-E223-88BA-C899-A0600A2078B8}" dt="2019-06-18T16:03:41.264" v="29" actId="20577"/>
          <ac:spMkLst>
            <pc:docMk/>
            <pc:sldMk cId="2646000467" sldId="1086"/>
            <ac:spMk id="12" creationId="{1640407D-4376-42F5-B26D-8A68E6794D19}"/>
          </ac:spMkLst>
        </pc:spChg>
      </pc:sldChg>
      <pc:sldChg chg="modSp modTransition">
        <pc:chgData name="Fowers, Alyssa (af5ug)" userId="S::af5ug@virginia.edu::c3a37977-17ff-41a0-ad75-fd916179f175" providerId="AD" clId="Web-{64B3F9E1-E223-88BA-C899-A0600A2078B8}" dt="2019-06-18T16:51:21.058" v="121" actId="20577"/>
        <pc:sldMkLst>
          <pc:docMk/>
          <pc:sldMk cId="1529730403" sldId="1087"/>
        </pc:sldMkLst>
        <pc:spChg chg="mod">
          <ac:chgData name="Fowers, Alyssa (af5ug)" userId="S::af5ug@virginia.edu::c3a37977-17ff-41a0-ad75-fd916179f175" providerId="AD" clId="Web-{64B3F9E1-E223-88BA-C899-A0600A2078B8}" dt="2019-06-18T16:51:21.058" v="121" actId="20577"/>
          <ac:spMkLst>
            <pc:docMk/>
            <pc:sldMk cId="1529730403" sldId="1087"/>
            <ac:spMk id="6" creationId="{23F45D4F-25F0-40D1-B115-E7F2D882F3C1}"/>
          </ac:spMkLst>
        </pc:spChg>
      </pc:sldChg>
      <pc:sldChg chg="modTransition">
        <pc:chgData name="Fowers, Alyssa (af5ug)" userId="S::af5ug@virginia.edu::c3a37977-17ff-41a0-ad75-fd916179f175" providerId="AD" clId="Web-{64B3F9E1-E223-88BA-C899-A0600A2078B8}" dt="2019-06-18T16:43:58.168" v="35"/>
        <pc:sldMkLst>
          <pc:docMk/>
          <pc:sldMk cId="4188874532" sldId="1088"/>
        </pc:sldMkLst>
      </pc:sldChg>
      <pc:sldChg chg="modTransition">
        <pc:chgData name="Fowers, Alyssa (af5ug)" userId="S::af5ug@virginia.edu::c3a37977-17ff-41a0-ad75-fd916179f175" providerId="AD" clId="Web-{64B3F9E1-E223-88BA-C899-A0600A2078B8}" dt="2019-06-18T16:43:58.168" v="35"/>
        <pc:sldMkLst>
          <pc:docMk/>
          <pc:sldMk cId="1283612168" sldId="1089"/>
        </pc:sldMkLst>
      </pc:sldChg>
      <pc:sldChg chg="modTransition">
        <pc:chgData name="Fowers, Alyssa (af5ug)" userId="S::af5ug@virginia.edu::c3a37977-17ff-41a0-ad75-fd916179f175" providerId="AD" clId="Web-{64B3F9E1-E223-88BA-C899-A0600A2078B8}" dt="2019-06-18T16:43:58.168" v="35"/>
        <pc:sldMkLst>
          <pc:docMk/>
          <pc:sldMk cId="4038677502" sldId="1090"/>
        </pc:sldMkLst>
      </pc:sldChg>
      <pc:sldChg chg="modTransition">
        <pc:chgData name="Fowers, Alyssa (af5ug)" userId="S::af5ug@virginia.edu::c3a37977-17ff-41a0-ad75-fd916179f175" providerId="AD" clId="Web-{64B3F9E1-E223-88BA-C899-A0600A2078B8}" dt="2019-06-18T16:43:58.168" v="35"/>
        <pc:sldMkLst>
          <pc:docMk/>
          <pc:sldMk cId="196296070" sldId="1091"/>
        </pc:sldMkLst>
      </pc:sldChg>
      <pc:sldChg chg="modTransition">
        <pc:chgData name="Fowers, Alyssa (af5ug)" userId="S::af5ug@virginia.edu::c3a37977-17ff-41a0-ad75-fd916179f175" providerId="AD" clId="Web-{64B3F9E1-E223-88BA-C899-A0600A2078B8}" dt="2019-06-18T16:43:58.168" v="35"/>
        <pc:sldMkLst>
          <pc:docMk/>
          <pc:sldMk cId="554150982" sldId="1092"/>
        </pc:sldMkLst>
      </pc:sldChg>
      <pc:sldChg chg="modTransition">
        <pc:chgData name="Fowers, Alyssa (af5ug)" userId="S::af5ug@virginia.edu::c3a37977-17ff-41a0-ad75-fd916179f175" providerId="AD" clId="Web-{64B3F9E1-E223-88BA-C899-A0600A2078B8}" dt="2019-06-18T16:43:58.168" v="35"/>
        <pc:sldMkLst>
          <pc:docMk/>
          <pc:sldMk cId="2150342256" sldId="1094"/>
        </pc:sldMkLst>
      </pc:sldChg>
      <pc:sldChg chg="modTransition">
        <pc:chgData name="Fowers, Alyssa (af5ug)" userId="S::af5ug@virginia.edu::c3a37977-17ff-41a0-ad75-fd916179f175" providerId="AD" clId="Web-{64B3F9E1-E223-88BA-C899-A0600A2078B8}" dt="2019-06-18T16:43:58.168" v="35"/>
        <pc:sldMkLst>
          <pc:docMk/>
          <pc:sldMk cId="1088248631" sldId="1095"/>
        </pc:sldMkLst>
      </pc:sldChg>
      <pc:sldMasterChg chg="modTransition modSldLayout">
        <pc:chgData name="Fowers, Alyssa (af5ug)" userId="S::af5ug@virginia.edu::c3a37977-17ff-41a0-ad75-fd916179f175" providerId="AD" clId="Web-{64B3F9E1-E223-88BA-C899-A0600A2078B8}" dt="2019-06-18T16:43:58.168" v="35"/>
        <pc:sldMasterMkLst>
          <pc:docMk/>
          <pc:sldMasterMk cId="1172351213" sldId="2147483648"/>
        </pc:sldMasterMkLst>
        <pc:sldLayoutChg chg="modTransition">
          <pc:chgData name="Fowers, Alyssa (af5ug)" userId="S::af5ug@virginia.edu::c3a37977-17ff-41a0-ad75-fd916179f175" providerId="AD" clId="Web-{64B3F9E1-E223-88BA-C899-A0600A2078B8}" dt="2019-06-18T16:43:58.168" v="35"/>
          <pc:sldLayoutMkLst>
            <pc:docMk/>
            <pc:sldMasterMk cId="1172351213" sldId="2147483648"/>
            <pc:sldLayoutMk cId="491140372" sldId="2147483649"/>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2159087170" sldId="2147483650"/>
        </pc:sldMasterMkLst>
        <pc:sldLayoutChg chg="modTransition">
          <pc:chgData name="Fowers, Alyssa (af5ug)" userId="S::af5ug@virginia.edu::c3a37977-17ff-41a0-ad75-fd916179f175" providerId="AD" clId="Web-{64B3F9E1-E223-88BA-C899-A0600A2078B8}" dt="2019-06-18T16:43:58.168" v="35"/>
          <pc:sldLayoutMkLst>
            <pc:docMk/>
            <pc:sldMasterMk cId="2159087170" sldId="2147483650"/>
            <pc:sldLayoutMk cId="3530823010" sldId="2147483651"/>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1735567757" sldId="2147483652"/>
        </pc:sldMasterMkLst>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2084561618" sldId="2147483653"/>
          </pc:sldLayoutMkLst>
        </pc:sldLayoutChg>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3078770722" sldId="2147483654"/>
          </pc:sldLayoutMkLst>
        </pc:sldLayoutChg>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1916638271" sldId="2147483656"/>
          </pc:sldLayoutMkLst>
        </pc:sldLayoutChg>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1489510268" sldId="2147483657"/>
          </pc:sldLayoutMkLst>
        </pc:sldLayoutChg>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3737225540" sldId="2147483678"/>
          </pc:sldLayoutMkLst>
        </pc:sldLayoutChg>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1313825128" sldId="2147483683"/>
          </pc:sldLayoutMkLst>
        </pc:sldLayoutChg>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1759988515" sldId="2147483692"/>
          </pc:sldLayoutMkLst>
        </pc:sldLayoutChg>
        <pc:sldLayoutChg chg="modTransition">
          <pc:chgData name="Fowers, Alyssa (af5ug)" userId="S::af5ug@virginia.edu::c3a37977-17ff-41a0-ad75-fd916179f175" providerId="AD" clId="Web-{64B3F9E1-E223-88BA-C899-A0600A2078B8}" dt="2019-06-18T16:43:58.168" v="35"/>
          <pc:sldLayoutMkLst>
            <pc:docMk/>
            <pc:sldMasterMk cId="1735567757" sldId="2147483652"/>
            <pc:sldLayoutMk cId="3338484374" sldId="2147483693"/>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1787865795" sldId="2147483658"/>
        </pc:sldMasterMkLst>
        <pc:sldLayoutChg chg="modTransition">
          <pc:chgData name="Fowers, Alyssa (af5ug)" userId="S::af5ug@virginia.edu::c3a37977-17ff-41a0-ad75-fd916179f175" providerId="AD" clId="Web-{64B3F9E1-E223-88BA-C899-A0600A2078B8}" dt="2019-06-18T16:43:58.168" v="35"/>
          <pc:sldLayoutMkLst>
            <pc:docMk/>
            <pc:sldMasterMk cId="1787865795" sldId="2147483658"/>
            <pc:sldLayoutMk cId="2877523574" sldId="2147483659"/>
          </pc:sldLayoutMkLst>
        </pc:sldLayoutChg>
        <pc:sldLayoutChg chg="modTransition">
          <pc:chgData name="Fowers, Alyssa (af5ug)" userId="S::af5ug@virginia.edu::c3a37977-17ff-41a0-ad75-fd916179f175" providerId="AD" clId="Web-{64B3F9E1-E223-88BA-C899-A0600A2078B8}" dt="2019-06-18T16:43:58.168" v="35"/>
          <pc:sldLayoutMkLst>
            <pc:docMk/>
            <pc:sldMasterMk cId="1787865795" sldId="2147483658"/>
            <pc:sldLayoutMk cId="65969095" sldId="2147483660"/>
          </pc:sldLayoutMkLst>
        </pc:sldLayoutChg>
        <pc:sldLayoutChg chg="modTransition">
          <pc:chgData name="Fowers, Alyssa (af5ug)" userId="S::af5ug@virginia.edu::c3a37977-17ff-41a0-ad75-fd916179f175" providerId="AD" clId="Web-{64B3F9E1-E223-88BA-C899-A0600A2078B8}" dt="2019-06-18T16:43:58.168" v="35"/>
          <pc:sldLayoutMkLst>
            <pc:docMk/>
            <pc:sldMasterMk cId="1787865795" sldId="2147483658"/>
            <pc:sldLayoutMk cId="2415120931" sldId="2147483662"/>
          </pc:sldLayoutMkLst>
        </pc:sldLayoutChg>
        <pc:sldLayoutChg chg="modTransition">
          <pc:chgData name="Fowers, Alyssa (af5ug)" userId="S::af5ug@virginia.edu::c3a37977-17ff-41a0-ad75-fd916179f175" providerId="AD" clId="Web-{64B3F9E1-E223-88BA-C899-A0600A2078B8}" dt="2019-06-18T16:43:58.168" v="35"/>
          <pc:sldLayoutMkLst>
            <pc:docMk/>
            <pc:sldMasterMk cId="1787865795" sldId="2147483658"/>
            <pc:sldLayoutMk cId="2583308398" sldId="2147483663"/>
          </pc:sldLayoutMkLst>
        </pc:sldLayoutChg>
        <pc:sldLayoutChg chg="modTransition">
          <pc:chgData name="Fowers, Alyssa (af5ug)" userId="S::af5ug@virginia.edu::c3a37977-17ff-41a0-ad75-fd916179f175" providerId="AD" clId="Web-{64B3F9E1-E223-88BA-C899-A0600A2078B8}" dt="2019-06-18T16:43:58.168" v="35"/>
          <pc:sldLayoutMkLst>
            <pc:docMk/>
            <pc:sldMasterMk cId="1787865795" sldId="2147483658"/>
            <pc:sldLayoutMk cId="1492538120" sldId="2147483679"/>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587998656" sldId="2147483664"/>
        </pc:sldMasterMkLst>
        <pc:sldLayoutChg chg="modTransition">
          <pc:chgData name="Fowers, Alyssa (af5ug)" userId="S::af5ug@virginia.edu::c3a37977-17ff-41a0-ad75-fd916179f175" providerId="AD" clId="Web-{64B3F9E1-E223-88BA-C899-A0600A2078B8}" dt="2019-06-18T16:43:58.168" v="35"/>
          <pc:sldLayoutMkLst>
            <pc:docMk/>
            <pc:sldMasterMk cId="587998656" sldId="2147483664"/>
            <pc:sldLayoutMk cId="2179693872" sldId="2147483665"/>
          </pc:sldLayoutMkLst>
        </pc:sldLayoutChg>
        <pc:sldLayoutChg chg="modTransition">
          <pc:chgData name="Fowers, Alyssa (af5ug)" userId="S::af5ug@virginia.edu::c3a37977-17ff-41a0-ad75-fd916179f175" providerId="AD" clId="Web-{64B3F9E1-E223-88BA-C899-A0600A2078B8}" dt="2019-06-18T16:43:58.168" v="35"/>
          <pc:sldLayoutMkLst>
            <pc:docMk/>
            <pc:sldMasterMk cId="587998656" sldId="2147483664"/>
            <pc:sldLayoutMk cId="2245647372" sldId="2147483666"/>
          </pc:sldLayoutMkLst>
        </pc:sldLayoutChg>
        <pc:sldLayoutChg chg="modTransition">
          <pc:chgData name="Fowers, Alyssa (af5ug)" userId="S::af5ug@virginia.edu::c3a37977-17ff-41a0-ad75-fd916179f175" providerId="AD" clId="Web-{64B3F9E1-E223-88BA-C899-A0600A2078B8}" dt="2019-06-18T16:43:58.168" v="35"/>
          <pc:sldLayoutMkLst>
            <pc:docMk/>
            <pc:sldMasterMk cId="587998656" sldId="2147483664"/>
            <pc:sldLayoutMk cId="1353803674" sldId="2147483668"/>
          </pc:sldLayoutMkLst>
        </pc:sldLayoutChg>
        <pc:sldLayoutChg chg="modTransition">
          <pc:chgData name="Fowers, Alyssa (af5ug)" userId="S::af5ug@virginia.edu::c3a37977-17ff-41a0-ad75-fd916179f175" providerId="AD" clId="Web-{64B3F9E1-E223-88BA-C899-A0600A2078B8}" dt="2019-06-18T16:43:58.168" v="35"/>
          <pc:sldLayoutMkLst>
            <pc:docMk/>
            <pc:sldMasterMk cId="587998656" sldId="2147483664"/>
            <pc:sldLayoutMk cId="999967749" sldId="2147483669"/>
          </pc:sldLayoutMkLst>
        </pc:sldLayoutChg>
        <pc:sldLayoutChg chg="modTransition">
          <pc:chgData name="Fowers, Alyssa (af5ug)" userId="S::af5ug@virginia.edu::c3a37977-17ff-41a0-ad75-fd916179f175" providerId="AD" clId="Web-{64B3F9E1-E223-88BA-C899-A0600A2078B8}" dt="2019-06-18T16:43:58.168" v="35"/>
          <pc:sldLayoutMkLst>
            <pc:docMk/>
            <pc:sldMasterMk cId="587998656" sldId="2147483664"/>
            <pc:sldLayoutMk cId="1318242105" sldId="2147483680"/>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449219711" sldId="2147483670"/>
        </pc:sldMasterMkLst>
        <pc:sldLayoutChg chg="modTransition">
          <pc:chgData name="Fowers, Alyssa (af5ug)" userId="S::af5ug@virginia.edu::c3a37977-17ff-41a0-ad75-fd916179f175" providerId="AD" clId="Web-{64B3F9E1-E223-88BA-C899-A0600A2078B8}" dt="2019-06-18T16:43:58.168" v="35"/>
          <pc:sldLayoutMkLst>
            <pc:docMk/>
            <pc:sldMasterMk cId="449219711" sldId="2147483670"/>
            <pc:sldLayoutMk cId="104665218" sldId="2147483671"/>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214172888" sldId="2147483672"/>
        </pc:sldMasterMkLst>
        <pc:sldLayoutChg chg="modTransition">
          <pc:chgData name="Fowers, Alyssa (af5ug)" userId="S::af5ug@virginia.edu::c3a37977-17ff-41a0-ad75-fd916179f175" providerId="AD" clId="Web-{64B3F9E1-E223-88BA-C899-A0600A2078B8}" dt="2019-06-18T16:43:58.168" v="35"/>
          <pc:sldLayoutMkLst>
            <pc:docMk/>
            <pc:sldMasterMk cId="214172888" sldId="2147483672"/>
            <pc:sldLayoutMk cId="3035976601" sldId="2147483673"/>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862877668" sldId="2147483674"/>
        </pc:sldMasterMkLst>
        <pc:sldLayoutChg chg="modTransition">
          <pc:chgData name="Fowers, Alyssa (af5ug)" userId="S::af5ug@virginia.edu::c3a37977-17ff-41a0-ad75-fd916179f175" providerId="AD" clId="Web-{64B3F9E1-E223-88BA-C899-A0600A2078B8}" dt="2019-06-18T16:43:58.168" v="35"/>
          <pc:sldLayoutMkLst>
            <pc:docMk/>
            <pc:sldMasterMk cId="862877668" sldId="2147483674"/>
            <pc:sldLayoutMk cId="2024775827" sldId="2147483675"/>
          </pc:sldLayoutMkLst>
        </pc:sldLayoutChg>
      </pc:sldMasterChg>
      <pc:sldMasterChg chg="modTransition modSldLayout">
        <pc:chgData name="Fowers, Alyssa (af5ug)" userId="S::af5ug@virginia.edu::c3a37977-17ff-41a0-ad75-fd916179f175" providerId="AD" clId="Web-{64B3F9E1-E223-88BA-C899-A0600A2078B8}" dt="2019-06-18T16:43:58.168" v="35"/>
        <pc:sldMasterMkLst>
          <pc:docMk/>
          <pc:sldMasterMk cId="1389535126" sldId="2147483676"/>
        </pc:sldMasterMkLst>
        <pc:sldLayoutChg chg="modTransition">
          <pc:chgData name="Fowers, Alyssa (af5ug)" userId="S::af5ug@virginia.edu::c3a37977-17ff-41a0-ad75-fd916179f175" providerId="AD" clId="Web-{64B3F9E1-E223-88BA-C899-A0600A2078B8}" dt="2019-06-18T16:43:58.168" v="35"/>
          <pc:sldLayoutMkLst>
            <pc:docMk/>
            <pc:sldMasterMk cId="1389535126" sldId="2147483676"/>
            <pc:sldLayoutMk cId="1319562907" sldId="2147483677"/>
          </pc:sldLayoutMkLst>
        </pc:sldLayoutChg>
      </pc:sldMasterChg>
    </pc:docChg>
  </pc:docChgLst>
  <pc:docChgLst>
    <pc:chgData name="Fowers, Alyssa (af5ug)" userId="S::af5ug@virginia.edu::c3a37977-17ff-41a0-ad75-fd916179f175" providerId="AD" clId="Web-{0F90E944-A54E-17A7-8744-0DCD51B3542C}"/>
    <pc:docChg chg="modSld">
      <pc:chgData name="Fowers, Alyssa (af5ug)" userId="S::af5ug@virginia.edu::c3a37977-17ff-41a0-ad75-fd916179f175" providerId="AD" clId="Web-{0F90E944-A54E-17A7-8744-0DCD51B3542C}" dt="2019-06-17T13:29:34.114" v="710"/>
      <pc:docMkLst>
        <pc:docMk/>
      </pc:docMkLst>
      <pc:sldChg chg="modSp">
        <pc:chgData name="Fowers, Alyssa (af5ug)" userId="S::af5ug@virginia.edu::c3a37977-17ff-41a0-ad75-fd916179f175" providerId="AD" clId="Web-{0F90E944-A54E-17A7-8744-0DCD51B3542C}" dt="2019-06-17T13:06:57.778" v="3" actId="1076"/>
        <pc:sldMkLst>
          <pc:docMk/>
          <pc:sldMk cId="2743713354" sldId="1084"/>
        </pc:sldMkLst>
        <pc:spChg chg="mod">
          <ac:chgData name="Fowers, Alyssa (af5ug)" userId="S::af5ug@virginia.edu::c3a37977-17ff-41a0-ad75-fd916179f175" providerId="AD" clId="Web-{0F90E944-A54E-17A7-8744-0DCD51B3542C}" dt="2019-06-17T13:06:57.778" v="3" actId="1076"/>
          <ac:spMkLst>
            <pc:docMk/>
            <pc:sldMk cId="2743713354" sldId="1084"/>
            <ac:spMk id="29" creationId="{C98D98C0-908A-43F5-A5FB-7E12ECAD65F0}"/>
          </ac:spMkLst>
        </pc:spChg>
        <pc:spChg chg="mod">
          <ac:chgData name="Fowers, Alyssa (af5ug)" userId="S::af5ug@virginia.edu::c3a37977-17ff-41a0-ad75-fd916179f175" providerId="AD" clId="Web-{0F90E944-A54E-17A7-8744-0DCD51B3542C}" dt="2019-06-17T13:06:33.262" v="0" actId="20577"/>
          <ac:spMkLst>
            <pc:docMk/>
            <pc:sldMk cId="2743713354" sldId="1084"/>
            <ac:spMk id="30" creationId="{EBF8E64D-7AC2-4BCE-9F9D-586161D1ED7E}"/>
          </ac:spMkLst>
        </pc:spChg>
      </pc:sldChg>
      <pc:sldChg chg="addSp delSp modSp">
        <pc:chgData name="Fowers, Alyssa (af5ug)" userId="S::af5ug@virginia.edu::c3a37977-17ff-41a0-ad75-fd916179f175" providerId="AD" clId="Web-{0F90E944-A54E-17A7-8744-0DCD51B3542C}" dt="2019-06-17T13:29:34.114" v="710"/>
        <pc:sldMkLst>
          <pc:docMk/>
          <pc:sldMk cId="1529730403" sldId="1087"/>
        </pc:sldMkLst>
        <pc:spChg chg="del mod">
          <ac:chgData name="Fowers, Alyssa (af5ug)" userId="S::af5ug@virginia.edu::c3a37977-17ff-41a0-ad75-fd916179f175" providerId="AD" clId="Web-{0F90E944-A54E-17A7-8744-0DCD51B3542C}" dt="2019-06-17T13:26:33.097" v="688"/>
          <ac:spMkLst>
            <pc:docMk/>
            <pc:sldMk cId="1529730403" sldId="1087"/>
            <ac:spMk id="3" creationId="{E752508E-43FA-5746-9747-57F80F76F20E}"/>
          </ac:spMkLst>
        </pc:spChg>
        <pc:spChg chg="add mod">
          <ac:chgData name="Fowers, Alyssa (af5ug)" userId="S::af5ug@virginia.edu::c3a37977-17ff-41a0-ad75-fd916179f175" providerId="AD" clId="Web-{0F90E944-A54E-17A7-8744-0DCD51B3542C}" dt="2019-06-17T13:26:32.035" v="687" actId="20577"/>
          <ac:spMkLst>
            <pc:docMk/>
            <pc:sldMk cId="1529730403" sldId="1087"/>
            <ac:spMk id="6" creationId="{23F45D4F-25F0-40D1-B115-E7F2D882F3C1}"/>
          </ac:spMkLst>
        </pc:spChg>
        <pc:spChg chg="add del mod">
          <ac:chgData name="Fowers, Alyssa (af5ug)" userId="S::af5ug@virginia.edu::c3a37977-17ff-41a0-ad75-fd916179f175" providerId="AD" clId="Web-{0F90E944-A54E-17A7-8744-0DCD51B3542C}" dt="2019-06-17T13:29:34.114" v="710"/>
          <ac:spMkLst>
            <pc:docMk/>
            <pc:sldMk cId="1529730403" sldId="1087"/>
            <ac:spMk id="8" creationId="{7079BAC9-CF35-4D8B-9C42-F80832B95C54}"/>
          </ac:spMkLst>
        </pc:spChg>
      </pc:sldChg>
      <pc:sldChg chg="modSp">
        <pc:chgData name="Fowers, Alyssa (af5ug)" userId="S::af5ug@virginia.edu::c3a37977-17ff-41a0-ad75-fd916179f175" providerId="AD" clId="Web-{0F90E944-A54E-17A7-8744-0DCD51B3542C}" dt="2019-06-17T13:29:31.520" v="709" actId="20577"/>
        <pc:sldMkLst>
          <pc:docMk/>
          <pc:sldMk cId="1283612168" sldId="1089"/>
        </pc:sldMkLst>
        <pc:spChg chg="mod">
          <ac:chgData name="Fowers, Alyssa (af5ug)" userId="S::af5ug@virginia.edu::c3a37977-17ff-41a0-ad75-fd916179f175" providerId="AD" clId="Web-{0F90E944-A54E-17A7-8744-0DCD51B3542C}" dt="2019-06-17T13:29:31.520" v="709" actId="20577"/>
          <ac:spMkLst>
            <pc:docMk/>
            <pc:sldMk cId="1283612168" sldId="1089"/>
            <ac:spMk id="3" creationId="{24BFF4B4-DC8B-6D4E-9D1C-2F2B9831AC8A}"/>
          </ac:spMkLst>
        </pc:spChg>
      </pc:sldChg>
    </pc:docChg>
  </pc:docChgLst>
  <pc:docChgLst>
    <pc:chgData name="Isch, Calvin (ci3uz)" userId="S::ci3uz@virginia.edu::d1b8b1a6-b223-4c78-a3de-e3d4ac8ab098" providerId="AD" clId="Web-{B01AAEA4-1E10-F4F5-BD70-4EC7892C4BBF}"/>
    <pc:docChg chg="addSld modSld modSection">
      <pc:chgData name="Isch, Calvin (ci3uz)" userId="S::ci3uz@virginia.edu::d1b8b1a6-b223-4c78-a3de-e3d4ac8ab098" providerId="AD" clId="Web-{B01AAEA4-1E10-F4F5-BD70-4EC7892C4BBF}" dt="2019-06-17T18:28:59.362" v="1175" actId="20577"/>
      <pc:docMkLst>
        <pc:docMk/>
      </pc:docMkLst>
      <pc:sldChg chg="addSp modSp">
        <pc:chgData name="Isch, Calvin (ci3uz)" userId="S::ci3uz@virginia.edu::d1b8b1a6-b223-4c78-a3de-e3d4ac8ab098" providerId="AD" clId="Web-{B01AAEA4-1E10-F4F5-BD70-4EC7892C4BBF}" dt="2019-06-17T16:35:42.222" v="137" actId="20577"/>
        <pc:sldMkLst>
          <pc:docMk/>
          <pc:sldMk cId="775700845" sldId="1085"/>
        </pc:sldMkLst>
        <pc:spChg chg="mod">
          <ac:chgData name="Isch, Calvin (ci3uz)" userId="S::ci3uz@virginia.edu::d1b8b1a6-b223-4c78-a3de-e3d4ac8ab098" providerId="AD" clId="Web-{B01AAEA4-1E10-F4F5-BD70-4EC7892C4BBF}" dt="2019-06-17T16:35:42.222" v="137" actId="20577"/>
          <ac:spMkLst>
            <pc:docMk/>
            <pc:sldMk cId="775700845" sldId="1085"/>
            <ac:spMk id="3" creationId="{BEDA79D9-612A-9C4F-A726-822967A8ECA8}"/>
          </ac:spMkLst>
        </pc:spChg>
        <pc:spChg chg="mod">
          <ac:chgData name="Isch, Calvin (ci3uz)" userId="S::ci3uz@virginia.edu::d1b8b1a6-b223-4c78-a3de-e3d4ac8ab098" providerId="AD" clId="Web-{B01AAEA4-1E10-F4F5-BD70-4EC7892C4BBF}" dt="2019-06-17T16:32:58.763" v="54" actId="20577"/>
          <ac:spMkLst>
            <pc:docMk/>
            <pc:sldMk cId="775700845" sldId="1085"/>
            <ac:spMk id="5" creationId="{19549DCC-CE39-41D8-A223-981B746D332F}"/>
          </ac:spMkLst>
        </pc:spChg>
        <pc:picChg chg="add mod">
          <ac:chgData name="Isch, Calvin (ci3uz)" userId="S::ci3uz@virginia.edu::d1b8b1a6-b223-4c78-a3de-e3d4ac8ab098" providerId="AD" clId="Web-{B01AAEA4-1E10-F4F5-BD70-4EC7892C4BBF}" dt="2019-06-17T16:34:42.783" v="131" actId="1076"/>
          <ac:picMkLst>
            <pc:docMk/>
            <pc:sldMk cId="775700845" sldId="1085"/>
            <ac:picMk id="6" creationId="{A8AB8DB8-E71E-43FC-9B84-156F5F0B06B7}"/>
          </ac:picMkLst>
        </pc:picChg>
      </pc:sldChg>
      <pc:sldChg chg="addSp modSp new">
        <pc:chgData name="Isch, Calvin (ci3uz)" userId="S::ci3uz@virginia.edu::d1b8b1a6-b223-4c78-a3de-e3d4ac8ab098" providerId="AD" clId="Web-{B01AAEA4-1E10-F4F5-BD70-4EC7892C4BBF}" dt="2019-06-17T16:56:43.517" v="492" actId="20577"/>
        <pc:sldMkLst>
          <pc:docMk/>
          <pc:sldMk cId="554150982" sldId="1092"/>
        </pc:sldMkLst>
        <pc:spChg chg="mod">
          <ac:chgData name="Isch, Calvin (ci3uz)" userId="S::ci3uz@virginia.edu::d1b8b1a6-b223-4c78-a3de-e3d4ac8ab098" providerId="AD" clId="Web-{B01AAEA4-1E10-F4F5-BD70-4EC7892C4BBF}" dt="2019-06-17T16:56:43.517" v="492" actId="20577"/>
          <ac:spMkLst>
            <pc:docMk/>
            <pc:sldMk cId="554150982" sldId="1092"/>
            <ac:spMk id="2" creationId="{8FBE9B5B-C6F2-4065-BD7B-8CCAA4913B46}"/>
          </ac:spMkLst>
        </pc:spChg>
        <pc:spChg chg="mod">
          <ac:chgData name="Isch, Calvin (ci3uz)" userId="S::ci3uz@virginia.edu::d1b8b1a6-b223-4c78-a3de-e3d4ac8ab098" providerId="AD" clId="Web-{B01AAEA4-1E10-F4F5-BD70-4EC7892C4BBF}" dt="2019-06-17T16:49:53.836" v="392" actId="20577"/>
          <ac:spMkLst>
            <pc:docMk/>
            <pc:sldMk cId="554150982" sldId="1092"/>
            <ac:spMk id="3" creationId="{AAC33069-C862-4569-B33D-8B00C548B6E0}"/>
          </ac:spMkLst>
        </pc:spChg>
        <pc:spChg chg="mod">
          <ac:chgData name="Isch, Calvin (ci3uz)" userId="S::ci3uz@virginia.edu::d1b8b1a6-b223-4c78-a3de-e3d4ac8ab098" providerId="AD" clId="Web-{B01AAEA4-1E10-F4F5-BD70-4EC7892C4BBF}" dt="2019-06-17T16:48:53.782" v="390" actId="20577"/>
          <ac:spMkLst>
            <pc:docMk/>
            <pc:sldMk cId="554150982" sldId="1092"/>
            <ac:spMk id="4" creationId="{B6EA61EF-7786-484F-8661-EE882D5FE037}"/>
          </ac:spMkLst>
        </pc:spChg>
        <pc:picChg chg="add mod">
          <ac:chgData name="Isch, Calvin (ci3uz)" userId="S::ci3uz@virginia.edu::d1b8b1a6-b223-4c78-a3de-e3d4ac8ab098" providerId="AD" clId="Web-{B01AAEA4-1E10-F4F5-BD70-4EC7892C4BBF}" dt="2019-06-17T16:48:04.920" v="385" actId="1076"/>
          <ac:picMkLst>
            <pc:docMk/>
            <pc:sldMk cId="554150982" sldId="1092"/>
            <ac:picMk id="6" creationId="{ACF3B36B-7C9C-4C46-8A47-08E600FC9FD2}"/>
          </ac:picMkLst>
        </pc:picChg>
      </pc:sldChg>
      <pc:sldChg chg="addSp delSp modSp new">
        <pc:chgData name="Isch, Calvin (ci3uz)" userId="S::ci3uz@virginia.edu::d1b8b1a6-b223-4c78-a3de-e3d4ac8ab098" providerId="AD" clId="Web-{B01AAEA4-1E10-F4F5-BD70-4EC7892C4BBF}" dt="2019-06-17T18:19:37.611" v="1093" actId="20577"/>
        <pc:sldMkLst>
          <pc:docMk/>
          <pc:sldMk cId="3509139395" sldId="1093"/>
        </pc:sldMkLst>
        <pc:spChg chg="mod">
          <ac:chgData name="Isch, Calvin (ci3uz)" userId="S::ci3uz@virginia.edu::d1b8b1a6-b223-4c78-a3de-e3d4ac8ab098" providerId="AD" clId="Web-{B01AAEA4-1E10-F4F5-BD70-4EC7892C4BBF}" dt="2019-06-17T16:50:45.567" v="405" actId="20577"/>
          <ac:spMkLst>
            <pc:docMk/>
            <pc:sldMk cId="3509139395" sldId="1093"/>
            <ac:spMk id="2" creationId="{CE3B2AE4-91CB-491D-ACE6-7575157EBD1D}"/>
          </ac:spMkLst>
        </pc:spChg>
        <pc:spChg chg="del">
          <ac:chgData name="Isch, Calvin (ci3uz)" userId="S::ci3uz@virginia.edu::d1b8b1a6-b223-4c78-a3de-e3d4ac8ab098" providerId="AD" clId="Web-{B01AAEA4-1E10-F4F5-BD70-4EC7892C4BBF}" dt="2019-06-17T16:51:06.692" v="406"/>
          <ac:spMkLst>
            <pc:docMk/>
            <pc:sldMk cId="3509139395" sldId="1093"/>
            <ac:spMk id="3" creationId="{9AED9B92-3FB9-44DD-AABC-CD9595ED8D1D}"/>
          </ac:spMkLst>
        </pc:spChg>
        <pc:spChg chg="mod">
          <ac:chgData name="Isch, Calvin (ci3uz)" userId="S::ci3uz@virginia.edu::d1b8b1a6-b223-4c78-a3de-e3d4ac8ab098" providerId="AD" clId="Web-{B01AAEA4-1E10-F4F5-BD70-4EC7892C4BBF}" dt="2019-06-17T18:19:37.611" v="1093" actId="20577"/>
          <ac:spMkLst>
            <pc:docMk/>
            <pc:sldMk cId="3509139395" sldId="1093"/>
            <ac:spMk id="4" creationId="{FBE44B2D-70E0-4806-9172-B311C4765F27}"/>
          </ac:spMkLst>
        </pc:spChg>
        <pc:spChg chg="add del mod">
          <ac:chgData name="Isch, Calvin (ci3uz)" userId="S::ci3uz@virginia.edu::d1b8b1a6-b223-4c78-a3de-e3d4ac8ab098" providerId="AD" clId="Web-{B01AAEA4-1E10-F4F5-BD70-4EC7892C4BBF}" dt="2019-06-17T16:53:18.666" v="423"/>
          <ac:spMkLst>
            <pc:docMk/>
            <pc:sldMk cId="3509139395" sldId="1093"/>
            <ac:spMk id="10" creationId="{995C7E94-0C70-43E7-8429-0D406D58AB67}"/>
          </ac:spMkLst>
        </pc:spChg>
        <pc:spChg chg="add mod">
          <ac:chgData name="Isch, Calvin (ci3uz)" userId="S::ci3uz@virginia.edu::d1b8b1a6-b223-4c78-a3de-e3d4ac8ab098" providerId="AD" clId="Web-{B01AAEA4-1E10-F4F5-BD70-4EC7892C4BBF}" dt="2019-06-17T16:53:48.465" v="431" actId="1076"/>
          <ac:spMkLst>
            <pc:docMk/>
            <pc:sldMk cId="3509139395" sldId="1093"/>
            <ac:spMk id="11" creationId="{F57ACCCA-1AD0-483B-89B0-4508F9296B69}"/>
          </ac:spMkLst>
        </pc:spChg>
        <pc:picChg chg="add mod">
          <ac:chgData name="Isch, Calvin (ci3uz)" userId="S::ci3uz@virginia.edu::d1b8b1a6-b223-4c78-a3de-e3d4ac8ab098" providerId="AD" clId="Web-{B01AAEA4-1E10-F4F5-BD70-4EC7892C4BBF}" dt="2019-06-17T16:55:42.077" v="471" actId="14100"/>
          <ac:picMkLst>
            <pc:docMk/>
            <pc:sldMk cId="3509139395" sldId="1093"/>
            <ac:picMk id="6" creationId="{9CD636C5-C1D7-497C-A08A-73EF8D68B522}"/>
          </ac:picMkLst>
        </pc:picChg>
        <pc:picChg chg="add del mod">
          <ac:chgData name="Isch, Calvin (ci3uz)" userId="S::ci3uz@virginia.edu::d1b8b1a6-b223-4c78-a3de-e3d4ac8ab098" providerId="AD" clId="Web-{B01AAEA4-1E10-F4F5-BD70-4EC7892C4BBF}" dt="2019-06-17T16:53:56.917" v="432"/>
          <ac:picMkLst>
            <pc:docMk/>
            <pc:sldMk cId="3509139395" sldId="1093"/>
            <ac:picMk id="8" creationId="{3D7B7F10-A936-4957-A25C-54D1962156A7}"/>
          </ac:picMkLst>
        </pc:picChg>
        <pc:picChg chg="add mod">
          <ac:chgData name="Isch, Calvin (ci3uz)" userId="S::ci3uz@virginia.edu::d1b8b1a6-b223-4c78-a3de-e3d4ac8ab098" providerId="AD" clId="Web-{B01AAEA4-1E10-F4F5-BD70-4EC7892C4BBF}" dt="2019-06-17T16:54:08.808" v="436" actId="1076"/>
          <ac:picMkLst>
            <pc:docMk/>
            <pc:sldMk cId="3509139395" sldId="1093"/>
            <ac:picMk id="12" creationId="{CB71BBC1-53AE-4AE2-AE99-A459DCFC9D2B}"/>
          </ac:picMkLst>
        </pc:picChg>
        <pc:picChg chg="add mod ord">
          <ac:chgData name="Isch, Calvin (ci3uz)" userId="S::ci3uz@virginia.edu::d1b8b1a6-b223-4c78-a3de-e3d4ac8ab098" providerId="AD" clId="Web-{B01AAEA4-1E10-F4F5-BD70-4EC7892C4BBF}" dt="2019-06-17T16:56:21.860" v="479"/>
          <ac:picMkLst>
            <pc:docMk/>
            <pc:sldMk cId="3509139395" sldId="1093"/>
            <ac:picMk id="14" creationId="{C32F6240-D9BB-4DDE-8002-023D05A546E1}"/>
          </ac:picMkLst>
        </pc:picChg>
      </pc:sldChg>
      <pc:sldChg chg="modSp new">
        <pc:chgData name="Isch, Calvin (ci3uz)" userId="S::ci3uz@virginia.edu::d1b8b1a6-b223-4c78-a3de-e3d4ac8ab098" providerId="AD" clId="Web-{B01AAEA4-1E10-F4F5-BD70-4EC7892C4BBF}" dt="2019-06-17T18:28:59.362" v="1175" actId="20577"/>
        <pc:sldMkLst>
          <pc:docMk/>
          <pc:sldMk cId="2150342256" sldId="1094"/>
        </pc:sldMkLst>
        <pc:spChg chg="mod">
          <ac:chgData name="Isch, Calvin (ci3uz)" userId="S::ci3uz@virginia.edu::d1b8b1a6-b223-4c78-a3de-e3d4ac8ab098" providerId="AD" clId="Web-{B01AAEA4-1E10-F4F5-BD70-4EC7892C4BBF}" dt="2019-06-17T18:17:28.439" v="885" actId="20577"/>
          <ac:spMkLst>
            <pc:docMk/>
            <pc:sldMk cId="2150342256" sldId="1094"/>
            <ac:spMk id="2" creationId="{747A5824-18AF-4C57-BDC2-8D5519CE70E4}"/>
          </ac:spMkLst>
        </pc:spChg>
        <pc:spChg chg="mod">
          <ac:chgData name="Isch, Calvin (ci3uz)" userId="S::ci3uz@virginia.edu::d1b8b1a6-b223-4c78-a3de-e3d4ac8ab098" providerId="AD" clId="Web-{B01AAEA4-1E10-F4F5-BD70-4EC7892C4BBF}" dt="2019-06-17T18:18:20.127" v="1017" actId="20577"/>
          <ac:spMkLst>
            <pc:docMk/>
            <pc:sldMk cId="2150342256" sldId="1094"/>
            <ac:spMk id="3" creationId="{630CFA79-3C5F-4792-8A20-2F34A9E094E0}"/>
          </ac:spMkLst>
        </pc:spChg>
        <pc:spChg chg="mod">
          <ac:chgData name="Isch, Calvin (ci3uz)" userId="S::ci3uz@virginia.edu::d1b8b1a6-b223-4c78-a3de-e3d4ac8ab098" providerId="AD" clId="Web-{B01AAEA4-1E10-F4F5-BD70-4EC7892C4BBF}" dt="2019-06-17T18:28:59.362" v="1175" actId="20577"/>
          <ac:spMkLst>
            <pc:docMk/>
            <pc:sldMk cId="2150342256" sldId="1094"/>
            <ac:spMk id="4" creationId="{BFF9AABE-0293-4D46-9EEC-21C4C11FF1B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59ADF0D-4E3C-824B-B4C4-0F0207B029C3}" type="datetimeFigureOut">
              <a:rPr lang="en-US" smtClean="0"/>
              <a:t>6/25/2019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E0CBC41-3838-4B45-8A94-E5723491687E}" type="slidenum">
              <a:rPr lang="en-US" smtClean="0"/>
              <a:t>‹#›</a:t>
            </a:fld>
            <a:endParaRPr lang="en-US"/>
          </a:p>
        </p:txBody>
      </p:sp>
    </p:spTree>
    <p:extLst>
      <p:ext uri="{BB962C8B-B14F-4D97-AF65-F5344CB8AC3E}">
        <p14:creationId xmlns:p14="http://schemas.microsoft.com/office/powerpoint/2010/main" val="15356388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7A0F2-2E8A-2448-9FE7-271D4943A144}" type="datetimeFigureOut">
              <a:rPr lang="en-US" smtClean="0"/>
              <a:t>6/25/2019</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8E8C4F-731C-F24D-9A9E-B4D5C84CE44D}" type="slidenum">
              <a:rPr lang="en-US" smtClean="0"/>
              <a:t>‹#›</a:t>
            </a:fld>
            <a:endParaRPr lang="en-US"/>
          </a:p>
        </p:txBody>
      </p:sp>
    </p:spTree>
    <p:extLst>
      <p:ext uri="{BB962C8B-B14F-4D97-AF65-F5344CB8AC3E}">
        <p14:creationId xmlns:p14="http://schemas.microsoft.com/office/powerpoint/2010/main" val="12151978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B8E8C4F-731C-F24D-9A9E-B4D5C84CE44D}" type="slidenum">
              <a:rPr lang="en-US" smtClean="0"/>
              <a:t>1</a:t>
            </a:fld>
            <a:endParaRPr lang="en-US"/>
          </a:p>
        </p:txBody>
      </p:sp>
    </p:spTree>
    <p:extLst>
      <p:ext uri="{BB962C8B-B14F-4D97-AF65-F5344CB8AC3E}">
        <p14:creationId xmlns:p14="http://schemas.microsoft.com/office/powerpoint/2010/main" val="760744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B8E8C4F-731C-F24D-9A9E-B4D5C84CE44D}" type="slidenum">
              <a:rPr lang="en-US" smtClean="0"/>
              <a:t>2</a:t>
            </a:fld>
            <a:endParaRPr lang="en-US"/>
          </a:p>
        </p:txBody>
      </p:sp>
    </p:spTree>
    <p:extLst>
      <p:ext uri="{BB962C8B-B14F-4D97-AF65-F5344CB8AC3E}">
        <p14:creationId xmlns:p14="http://schemas.microsoft.com/office/powerpoint/2010/main" val="358457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B8E8C4F-731C-F24D-9A9E-B4D5C84CE44D}" type="slidenum">
              <a:rPr lang="en-US" smtClean="0"/>
              <a:t>14</a:t>
            </a:fld>
            <a:endParaRPr lang="en-US"/>
          </a:p>
        </p:txBody>
      </p:sp>
    </p:spTree>
    <p:extLst>
      <p:ext uri="{BB962C8B-B14F-4D97-AF65-F5344CB8AC3E}">
        <p14:creationId xmlns:p14="http://schemas.microsoft.com/office/powerpoint/2010/main" val="936776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7"/>
            <a:ext cx="12192000" cy="732883"/>
          </a:xfrm>
          <a:prstGeom prst="rect">
            <a:avLst/>
          </a:prstGeom>
        </p:spPr>
        <p:txBody>
          <a:bodyPr vert="horz"/>
          <a:lstStyle>
            <a:lvl1pPr marL="0" indent="0" algn="ctr">
              <a:buFontTx/>
              <a:buNone/>
              <a:defRPr sz="5400">
                <a:solidFill>
                  <a:schemeClr val="bg1"/>
                </a:solidFill>
                <a:latin typeface="ITC Franklin Gothic Std Demi Compressed"/>
              </a:defRPr>
            </a:lvl1pPr>
          </a:lstStyle>
          <a:p>
            <a:pPr lvl="0"/>
            <a:r>
              <a:rPr lang="en-US"/>
              <a:t>PRESENTATION TITLE</a:t>
            </a:r>
          </a:p>
        </p:txBody>
      </p:sp>
      <p:sp>
        <p:nvSpPr>
          <p:cNvPr id="10" name="Text Placeholder 9"/>
          <p:cNvSpPr>
            <a:spLocks noGrp="1"/>
          </p:cNvSpPr>
          <p:nvPr>
            <p:ph type="body" sz="quarter" idx="11" hasCustomPrompt="1"/>
          </p:nvPr>
        </p:nvSpPr>
        <p:spPr>
          <a:xfrm>
            <a:off x="11289" y="2415639"/>
            <a:ext cx="12192000" cy="773112"/>
          </a:xfrm>
          <a:prstGeom prst="rect">
            <a:avLst/>
          </a:prstGeom>
        </p:spPr>
        <p:txBody>
          <a:bodyPr vert="horz"/>
          <a:lstStyle>
            <a:lvl1pPr marL="0" indent="0" algn="ctr">
              <a:buFontTx/>
              <a:buNone/>
              <a:defRPr sz="4400" baseline="0">
                <a:solidFill>
                  <a:schemeClr val="bg1"/>
                </a:solidFill>
                <a:latin typeface="ITC Franklin Gothic Std Demi Extra Compressed"/>
              </a:defRPr>
            </a:lvl1pPr>
          </a:lstStyle>
          <a:p>
            <a:pPr lvl="0"/>
            <a:r>
              <a:rPr lang="en-US"/>
              <a:t>Subtitle Here</a:t>
            </a:r>
          </a:p>
        </p:txBody>
      </p:sp>
      <p:sp>
        <p:nvSpPr>
          <p:cNvPr id="14" name="Text Placeholder 13"/>
          <p:cNvSpPr>
            <a:spLocks noGrp="1"/>
          </p:cNvSpPr>
          <p:nvPr>
            <p:ph type="body" sz="quarter" idx="12" hasCustomPrompt="1"/>
          </p:nvPr>
        </p:nvSpPr>
        <p:spPr>
          <a:xfrm>
            <a:off x="12095" y="3644103"/>
            <a:ext cx="12192000" cy="419581"/>
          </a:xfrm>
          <a:prstGeom prst="rect">
            <a:avLst/>
          </a:prstGeom>
        </p:spPr>
        <p:txBody>
          <a:bodyPr vert="horz"/>
          <a:lstStyle>
            <a:lvl1pPr marL="0" indent="0" algn="ctr">
              <a:buFontTx/>
              <a:buNone/>
              <a:defRPr sz="2800" baseline="0">
                <a:solidFill>
                  <a:schemeClr val="bg1"/>
                </a:solidFill>
                <a:latin typeface="ITC Franklin Gothic Std Book Compressed"/>
              </a:defRPr>
            </a:lvl1pPr>
          </a:lstStyle>
          <a:p>
            <a:pPr lvl="0"/>
            <a:r>
              <a:rPr lang="en-US"/>
              <a:t>OPTIONAL AUTHOR NAME</a:t>
            </a:r>
          </a:p>
        </p:txBody>
      </p:sp>
      <p:sp>
        <p:nvSpPr>
          <p:cNvPr id="16" name="Text Placeholder 15"/>
          <p:cNvSpPr>
            <a:spLocks noGrp="1"/>
          </p:cNvSpPr>
          <p:nvPr>
            <p:ph type="body" sz="quarter" idx="13" hasCustomPrompt="1"/>
          </p:nvPr>
        </p:nvSpPr>
        <p:spPr>
          <a:xfrm>
            <a:off x="0" y="4063684"/>
            <a:ext cx="121920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a:t>August 27th, 2016</a:t>
            </a:r>
          </a:p>
        </p:txBody>
      </p:sp>
    </p:spTree>
    <p:extLst>
      <p:ext uri="{BB962C8B-B14F-4D97-AF65-F5344CB8AC3E}">
        <p14:creationId xmlns:p14="http://schemas.microsoft.com/office/powerpoint/2010/main" val="491140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5607897" y="1473518"/>
            <a:ext cx="6431704" cy="5219382"/>
          </a:xfrm>
          <a:prstGeom prst="rect">
            <a:avLst/>
          </a:prstGeom>
        </p:spPr>
        <p:txBody>
          <a:bodyPr vert="horz"/>
          <a:lstStyle>
            <a:lvl1pPr marL="0" indent="0">
              <a:buFontTx/>
              <a:buNone/>
              <a:defRPr sz="4400" baseline="30000">
                <a:solidFill>
                  <a:schemeClr val="tx1">
                    <a:lumMod val="65000"/>
                    <a:lumOff val="35000"/>
                  </a:schemeClr>
                </a:solidFill>
                <a:latin typeface="ITC Franklin Gothic Std Book Extra Compressed"/>
              </a:defRPr>
            </a:lvl1pPr>
          </a:lstStyle>
          <a:p>
            <a:pPr lvl="0"/>
            <a:r>
              <a:rPr lang="en-US"/>
              <a:t>1. Introduction Title Placed Here</a:t>
            </a:r>
          </a:p>
          <a:p>
            <a:pPr lvl="0"/>
            <a:r>
              <a:rPr lang="en-US"/>
              <a:t>2. Purpose Title Here</a:t>
            </a:r>
          </a:p>
          <a:p>
            <a:pPr lvl="0"/>
            <a:r>
              <a:rPr lang="en-US"/>
              <a:t>3. Description Title Would Go Here</a:t>
            </a:r>
          </a:p>
          <a:p>
            <a:pPr lvl="0"/>
            <a:r>
              <a:rPr lang="en-US"/>
              <a:t>4. </a:t>
            </a:r>
            <a:r>
              <a:rPr lang="en-US" err="1"/>
              <a:t>Lorem</a:t>
            </a:r>
            <a:r>
              <a:rPr lang="en-US"/>
              <a:t> </a:t>
            </a:r>
            <a:r>
              <a:rPr lang="en-US" err="1"/>
              <a:t>Etam</a:t>
            </a:r>
            <a:r>
              <a:rPr lang="en-US"/>
              <a:t> Would Go Here</a:t>
            </a:r>
          </a:p>
          <a:p>
            <a:pPr lvl="0"/>
            <a:r>
              <a:rPr lang="en-US"/>
              <a:t>5. </a:t>
            </a:r>
            <a:r>
              <a:rPr lang="en-US" err="1"/>
              <a:t>Ipsum</a:t>
            </a:r>
            <a:r>
              <a:rPr lang="en-US"/>
              <a:t> Dolor Would Go Here</a:t>
            </a:r>
          </a:p>
          <a:p>
            <a:pPr lvl="0"/>
            <a:r>
              <a:rPr lang="en-US"/>
              <a:t>6. Methodology Would Be Placed Here</a:t>
            </a:r>
          </a:p>
          <a:p>
            <a:pPr lvl="0"/>
            <a:r>
              <a:rPr lang="en-US"/>
              <a:t>7. Research Title Would Go Here</a:t>
            </a:r>
          </a:p>
          <a:p>
            <a:pPr lvl="0"/>
            <a:r>
              <a:rPr lang="en-US"/>
              <a:t>8. Findings Another Title Would Go Here</a:t>
            </a:r>
          </a:p>
        </p:txBody>
      </p:sp>
    </p:spTree>
    <p:extLst>
      <p:ext uri="{BB962C8B-B14F-4D97-AF65-F5344CB8AC3E}">
        <p14:creationId xmlns:p14="http://schemas.microsoft.com/office/powerpoint/2010/main" val="3530823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1: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3737225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1: long text">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rgbClr val="E46C0A"/>
                </a:solidFill>
                <a:latin typeface="ITC Franklin Gothic Std Demi Compressed"/>
              </a:defRPr>
            </a:lvl1pPr>
          </a:lstStyle>
          <a:p>
            <a:pPr lvl="0"/>
            <a:r>
              <a:rPr lang="en-US"/>
              <a:t>LONG PARAGRAPH TEMPLATE TITLE</a:t>
            </a:r>
          </a:p>
        </p:txBody>
      </p:sp>
      <p:sp>
        <p:nvSpPr>
          <p:cNvPr id="10" name="Text Placeholder 9"/>
          <p:cNvSpPr>
            <a:spLocks noGrp="1"/>
          </p:cNvSpPr>
          <p:nvPr>
            <p:ph type="body" sz="quarter" idx="14" hasCustomPrompt="1"/>
          </p:nvPr>
        </p:nvSpPr>
        <p:spPr>
          <a:xfrm>
            <a:off x="645585" y="1817688"/>
            <a:ext cx="5419628"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1" name="Text Placeholder 9"/>
          <p:cNvSpPr>
            <a:spLocks noGrp="1"/>
          </p:cNvSpPr>
          <p:nvPr>
            <p:ph type="body" sz="quarter" idx="15" hasCustomPrompt="1"/>
          </p:nvPr>
        </p:nvSpPr>
        <p:spPr>
          <a:xfrm>
            <a:off x="6284386" y="1817688"/>
            <a:ext cx="5264149"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
        <p:nvSpPr>
          <p:cNvPr id="13"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2084561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1: bulleted tex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
        <p:nvSpPr>
          <p:cNvPr id="12" name="Text Placeholder 11"/>
          <p:cNvSpPr>
            <a:spLocks noGrp="1"/>
          </p:cNvSpPr>
          <p:nvPr>
            <p:ph type="body" sz="quarter" idx="11" hasCustomPrompt="1"/>
          </p:nvPr>
        </p:nvSpPr>
        <p:spPr>
          <a:xfrm>
            <a:off x="4006426" y="1689100"/>
            <a:ext cx="4240107" cy="4013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
        <p:nvSpPr>
          <p:cNvPr id="13"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30787707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1: short text">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11" name="Text Placeholder 10"/>
          <p:cNvSpPr>
            <a:spLocks noGrp="1"/>
          </p:cNvSpPr>
          <p:nvPr>
            <p:ph type="body" sz="quarter" idx="14" hasCustomPrompt="1"/>
          </p:nvPr>
        </p:nvSpPr>
        <p:spPr>
          <a:xfrm>
            <a:off x="1930400" y="1816100"/>
            <a:ext cx="8263467"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
        <p:nvSpPr>
          <p:cNvPr id="12"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916638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1: table">
    <p:spTree>
      <p:nvGrpSpPr>
        <p:cNvPr id="1" name=""/>
        <p:cNvGrpSpPr/>
        <p:nvPr/>
      </p:nvGrpSpPr>
      <p:grpSpPr>
        <a:xfrm>
          <a:off x="0" y="0"/>
          <a:ext cx="0" cy="0"/>
          <a:chOff x="0" y="0"/>
          <a:chExt cx="0" cy="0"/>
        </a:xfrm>
      </p:grpSpPr>
      <p:sp>
        <p:nvSpPr>
          <p:cNvPr id="11" name="Slide Number Placeholder 5"/>
          <p:cNvSpPr>
            <a:spLocks noGrp="1"/>
          </p:cNvSpPr>
          <p:nvPr>
            <p:ph type="sldNum" sz="quarter" idx="10"/>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
        <p:nvSpPr>
          <p:cNvPr id="12" name="Text Placeholder 7"/>
          <p:cNvSpPr>
            <a:spLocks noGrp="1"/>
          </p:cNvSpPr>
          <p:nvPr>
            <p:ph type="body" sz="quarter" idx="11"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1489510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026" y="144401"/>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7" name="Content Placeholder 2">
            <a:extLst>
              <a:ext uri="{FF2B5EF4-FFF2-40B4-BE49-F238E27FC236}">
                <a16:creationId xmlns:a16="http://schemas.microsoft.com/office/drawing/2014/main" id="{C853FCE9-8599-DA41-AEED-15B5184A0D52}"/>
              </a:ext>
            </a:extLst>
          </p:cNvPr>
          <p:cNvSpPr>
            <a:spLocks noGrp="1"/>
          </p:cNvSpPr>
          <p:nvPr>
            <p:ph idx="1"/>
          </p:nvPr>
        </p:nvSpPr>
        <p:spPr>
          <a:xfrm>
            <a:off x="867138" y="1017824"/>
            <a:ext cx="10434577" cy="4422449"/>
          </a:xfrm>
          <a:prstGeom prst="rect">
            <a:avLst/>
          </a:prstGeom>
        </p:spPr>
        <p:txBody>
          <a:bodyPr/>
          <a:lstStyle>
            <a:lvl1pPr>
              <a:defRPr sz="3200">
                <a:latin typeface="ITC Franklin Gothic Std Book" panose="020B0504030503020204" pitchFamily="34" charset="0"/>
              </a:defRPr>
            </a:lvl1pPr>
            <a:lvl2pPr>
              <a:defRPr sz="2800">
                <a:latin typeface="ITC Franklin Gothic Std Book" panose="020B0504030503020204" pitchFamily="34" charset="0"/>
              </a:defRPr>
            </a:lvl2pPr>
            <a:lvl3pPr>
              <a:defRPr sz="2400">
                <a:latin typeface="ITC Franklin Gothic Std Book" panose="020B0504030503020204" pitchFamily="34" charset="0"/>
              </a:defRPr>
            </a:lvl3pPr>
            <a:lvl4pPr>
              <a:defRPr sz="2000">
                <a:latin typeface="ITC Franklin Gothic Std Book" panose="020B0504030503020204" pitchFamily="34" charset="0"/>
              </a:defRPr>
            </a:lvl4pPr>
            <a:lvl5pPr>
              <a:defRPr sz="2000">
                <a:latin typeface="ITC Franklin Gothic Std Book" panose="020B050403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0ADC1302-35F8-854D-A995-5A4DF2E8F4AC}"/>
              </a:ext>
            </a:extLst>
          </p:cNvPr>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313825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628631-89F8-4743-8F8D-7241C0B82BD7}"/>
              </a:ext>
            </a:extLst>
          </p:cNvPr>
          <p:cNvSpPr txBox="1"/>
          <p:nvPr userDrawn="1"/>
        </p:nvSpPr>
        <p:spPr>
          <a:xfrm>
            <a:off x="10030265" y="6175717"/>
            <a:ext cx="1871003" cy="562708"/>
          </a:xfrm>
          <a:prstGeom prst="rect">
            <a:avLst/>
          </a:prstGeom>
          <a:solidFill>
            <a:srgbClr val="0D2F68"/>
          </a:solidFill>
          <a:ln>
            <a:solidFill>
              <a:srgbClr val="0D2F68"/>
            </a:solidFill>
          </a:ln>
        </p:spPr>
        <p:txBody>
          <a:bodyPr wrap="square" rtlCol="0">
            <a:spAutoFit/>
          </a:bodyPr>
          <a:lstStyle/>
          <a:p>
            <a:endParaRPr lang="en-US"/>
          </a:p>
        </p:txBody>
      </p:sp>
      <p:sp>
        <p:nvSpPr>
          <p:cNvPr id="5" name="Title 1">
            <a:extLst>
              <a:ext uri="{FF2B5EF4-FFF2-40B4-BE49-F238E27FC236}">
                <a16:creationId xmlns:a16="http://schemas.microsoft.com/office/drawing/2014/main" id="{7B06BE33-76FB-A049-9082-7A272C455129}"/>
              </a:ext>
            </a:extLst>
          </p:cNvPr>
          <p:cNvSpPr>
            <a:spLocks noGrp="1"/>
          </p:cNvSpPr>
          <p:nvPr>
            <p:ph type="title"/>
          </p:nvPr>
        </p:nvSpPr>
        <p:spPr>
          <a:xfrm>
            <a:off x="598026" y="144401"/>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6" name="Content Placeholder 2">
            <a:extLst>
              <a:ext uri="{FF2B5EF4-FFF2-40B4-BE49-F238E27FC236}">
                <a16:creationId xmlns:a16="http://schemas.microsoft.com/office/drawing/2014/main" id="{21FAAE23-B945-A44D-88D8-6AA80210B1F2}"/>
              </a:ext>
            </a:extLst>
          </p:cNvPr>
          <p:cNvSpPr>
            <a:spLocks noGrp="1"/>
          </p:cNvSpPr>
          <p:nvPr>
            <p:ph idx="1"/>
          </p:nvPr>
        </p:nvSpPr>
        <p:spPr>
          <a:xfrm>
            <a:off x="867138" y="1017824"/>
            <a:ext cx="10434577" cy="4422449"/>
          </a:xfrm>
          <a:prstGeom prst="rect">
            <a:avLst/>
          </a:prstGeom>
        </p:spPr>
        <p:txBody>
          <a:bodyPr/>
          <a:lstStyle>
            <a:lvl1pPr>
              <a:defRPr sz="3200">
                <a:latin typeface="ITC Franklin Gothic Std Book" panose="020B0504030503020204" pitchFamily="34" charset="0"/>
              </a:defRPr>
            </a:lvl1pPr>
            <a:lvl2pPr>
              <a:defRPr sz="2800">
                <a:latin typeface="ITC Franklin Gothic Std Book" panose="020B0504030503020204" pitchFamily="34" charset="0"/>
              </a:defRPr>
            </a:lvl2pPr>
            <a:lvl3pPr>
              <a:defRPr sz="2400">
                <a:latin typeface="ITC Franklin Gothic Std Book" panose="020B0504030503020204" pitchFamily="34" charset="0"/>
              </a:defRPr>
            </a:lvl3pPr>
            <a:lvl4pPr>
              <a:defRPr sz="2000">
                <a:latin typeface="ITC Franklin Gothic Std Book" panose="020B0504030503020204" pitchFamily="34" charset="0"/>
              </a:defRPr>
            </a:lvl4pPr>
            <a:lvl5pPr>
              <a:defRPr sz="2000">
                <a:latin typeface="ITC Franklin Gothic Std Book" panose="020B050403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C614D3B3-BF2F-9F4F-BB1A-90A09B1CBB20}"/>
              </a:ext>
            </a:extLst>
          </p:cNvPr>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6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3338484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43037"/>
            <a:ext cx="5384800" cy="4525963"/>
          </a:xfrm>
        </p:spPr>
        <p:txBody>
          <a:bodyPr/>
          <a:lstStyle>
            <a:lvl1pPr>
              <a:defRPr sz="3200">
                <a:latin typeface="ITC Franklin Gothic Std Book" panose="020B0504030503020204" pitchFamily="34" charset="0"/>
                <a:cs typeface="ITC Franklin Gothic Std Book" panose="020B0504030503020204" pitchFamily="34" charset="0"/>
              </a:defRPr>
            </a:lvl1pPr>
            <a:lvl2pPr>
              <a:defRPr sz="2800">
                <a:latin typeface="ITC Franklin Gothic Std Book" panose="020B0504030503020204" pitchFamily="34" charset="0"/>
                <a:cs typeface="ITC Franklin Gothic Std Book" panose="020B0504030503020204" pitchFamily="34" charset="0"/>
              </a:defRPr>
            </a:lvl2pPr>
            <a:lvl3pPr>
              <a:defRPr sz="2400">
                <a:latin typeface="ITC Franklin Gothic Std Book" panose="020B0504030503020204" pitchFamily="34" charset="0"/>
                <a:cs typeface="ITC Franklin Gothic Std Book" panose="020B0504030503020204" pitchFamily="34" charset="0"/>
              </a:defRPr>
            </a:lvl3pPr>
            <a:lvl4pPr>
              <a:defRPr sz="2000">
                <a:latin typeface="ITC Franklin Gothic Std Book" panose="020B0504030503020204" pitchFamily="34" charset="0"/>
                <a:cs typeface="ITC Franklin Gothic Std Book" panose="020B0504030503020204" pitchFamily="34" charset="0"/>
              </a:defRPr>
            </a:lvl4pPr>
            <a:lvl5pPr>
              <a:defRPr sz="2000">
                <a:latin typeface="ITC Franklin Gothic Std Book" panose="020B0504030503020204" pitchFamily="34" charset="0"/>
                <a:cs typeface="ITC Franklin Gothic Std Book" panose="020B0504030503020204"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43037"/>
            <a:ext cx="5384800" cy="4525963"/>
          </a:xfrm>
        </p:spPr>
        <p:txBody>
          <a:bodyPr/>
          <a:lstStyle>
            <a:lvl1pPr>
              <a:defRPr sz="3200">
                <a:latin typeface="ITC Franklin Gothic Std Book" panose="020B0504030503020204" pitchFamily="34" charset="0"/>
                <a:cs typeface="ITC Franklin Gothic Std Book" panose="020B0504030503020204" pitchFamily="34" charset="0"/>
              </a:defRPr>
            </a:lvl1pPr>
            <a:lvl2pPr>
              <a:defRPr sz="2800">
                <a:latin typeface="ITC Franklin Gothic Std Book" panose="020B0504030503020204" pitchFamily="34" charset="0"/>
                <a:cs typeface="ITC Franklin Gothic Std Book" panose="020B0504030503020204" pitchFamily="34" charset="0"/>
              </a:defRPr>
            </a:lvl2pPr>
            <a:lvl3pPr>
              <a:defRPr sz="2400">
                <a:latin typeface="ITC Franklin Gothic Std Book" panose="020B0504030503020204" pitchFamily="34" charset="0"/>
                <a:cs typeface="ITC Franklin Gothic Std Book" panose="020B0504030503020204" pitchFamily="34" charset="0"/>
              </a:defRPr>
            </a:lvl3pPr>
            <a:lvl4pPr>
              <a:defRPr sz="2000">
                <a:latin typeface="ITC Franklin Gothic Std Book" panose="020B0504030503020204" pitchFamily="34" charset="0"/>
                <a:cs typeface="ITC Franklin Gothic Std Book" panose="020B0504030503020204" pitchFamily="34" charset="0"/>
              </a:defRPr>
            </a:lvl4pPr>
            <a:lvl5pPr>
              <a:defRPr sz="2000">
                <a:latin typeface="ITC Franklin Gothic Std Book" panose="020B0504030503020204" pitchFamily="34" charset="0"/>
                <a:cs typeface="ITC Franklin Gothic Std Book" panose="020B0504030503020204"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48722480-E2DF-D84C-AFD3-6FEAD59F60B7}"/>
              </a:ext>
            </a:extLst>
          </p:cNvPr>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Tree>
    <p:extLst>
      <p:ext uri="{BB962C8B-B14F-4D97-AF65-F5344CB8AC3E}">
        <p14:creationId xmlns:p14="http://schemas.microsoft.com/office/powerpoint/2010/main" val="17599885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1: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665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2: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1492538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2: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9" name="Text Placeholder 9"/>
          <p:cNvSpPr>
            <a:spLocks noGrp="1"/>
          </p:cNvSpPr>
          <p:nvPr>
            <p:ph type="body" sz="quarter" idx="14" hasCustomPrompt="1"/>
          </p:nvPr>
        </p:nvSpPr>
        <p:spPr>
          <a:xfrm>
            <a:off x="645585" y="1817688"/>
            <a:ext cx="5419628"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0" name="Text Placeholder 9"/>
          <p:cNvSpPr>
            <a:spLocks noGrp="1"/>
          </p:cNvSpPr>
          <p:nvPr>
            <p:ph type="body" sz="quarter" idx="15" hasCustomPrompt="1"/>
          </p:nvPr>
        </p:nvSpPr>
        <p:spPr>
          <a:xfrm>
            <a:off x="6284386" y="1817688"/>
            <a:ext cx="5264149"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Tree>
    <p:extLst>
      <p:ext uri="{BB962C8B-B14F-4D97-AF65-F5344CB8AC3E}">
        <p14:creationId xmlns:p14="http://schemas.microsoft.com/office/powerpoint/2010/main" val="2877523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2: bulleted text">
    <p:spTree>
      <p:nvGrpSpPr>
        <p:cNvPr id="1" name=""/>
        <p:cNvGrpSpPr/>
        <p:nvPr/>
      </p:nvGrpSpPr>
      <p:grpSpPr>
        <a:xfrm>
          <a:off x="0" y="0"/>
          <a:ext cx="0" cy="0"/>
          <a:chOff x="0" y="0"/>
          <a:chExt cx="0" cy="0"/>
        </a:xfrm>
      </p:grpSpPr>
      <p:sp>
        <p:nvSpPr>
          <p:cNvPr id="8" name="Text Placeholder 11"/>
          <p:cNvSpPr>
            <a:spLocks noGrp="1"/>
          </p:cNvSpPr>
          <p:nvPr>
            <p:ph type="body" sz="quarter" idx="11" hasCustomPrompt="1"/>
          </p:nvPr>
        </p:nvSpPr>
        <p:spPr>
          <a:xfrm>
            <a:off x="4006426" y="1689100"/>
            <a:ext cx="4240107" cy="4013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
        <p:nvSpPr>
          <p:cNvPr id="9" name="Slide Number Placeholder 8"/>
          <p:cNvSpPr>
            <a:spLocks noGrp="1"/>
          </p:cNvSpPr>
          <p:nvPr>
            <p:ph type="sldNum" sz="quarter" idx="12"/>
          </p:nvPr>
        </p:nvSpPr>
        <p:spPr/>
        <p:txBody>
          <a:bodyPr/>
          <a:lstStyle/>
          <a:p>
            <a:fld id="{0F418C06-167A-E646-9EF6-18275B625F6B}" type="slidenum">
              <a:rPr lang="en-US" smtClean="0"/>
              <a:pPr/>
              <a:t>‹#›</a:t>
            </a:fld>
            <a:endParaRPr lang="en-US"/>
          </a:p>
        </p:txBody>
      </p:sp>
      <p:sp>
        <p:nvSpPr>
          <p:cNvPr id="10" name="Text Placeholder 7"/>
          <p:cNvSpPr>
            <a:spLocks noGrp="1"/>
          </p:cNvSpPr>
          <p:nvPr>
            <p:ph type="body" sz="quarter" idx="10"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Tree>
    <p:extLst>
      <p:ext uri="{BB962C8B-B14F-4D97-AF65-F5344CB8AC3E}">
        <p14:creationId xmlns:p14="http://schemas.microsoft.com/office/powerpoint/2010/main" val="65969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2: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a:p>
        </p:txBody>
      </p:sp>
      <p:sp>
        <p:nvSpPr>
          <p:cNvPr id="5"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6" name="Text Placeholder 10"/>
          <p:cNvSpPr>
            <a:spLocks noGrp="1"/>
          </p:cNvSpPr>
          <p:nvPr>
            <p:ph type="body" sz="quarter" idx="14" hasCustomPrompt="1"/>
          </p:nvPr>
        </p:nvSpPr>
        <p:spPr>
          <a:xfrm>
            <a:off x="1930400" y="1816100"/>
            <a:ext cx="8263467"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Tree>
    <p:extLst>
      <p:ext uri="{BB962C8B-B14F-4D97-AF65-F5344CB8AC3E}">
        <p14:creationId xmlns:p14="http://schemas.microsoft.com/office/powerpoint/2010/main" val="2415120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2: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a:p>
        </p:txBody>
      </p:sp>
      <p:sp>
        <p:nvSpPr>
          <p:cNvPr id="13" name="Text Placeholder 7"/>
          <p:cNvSpPr>
            <a:spLocks noGrp="1"/>
          </p:cNvSpPr>
          <p:nvPr>
            <p:ph type="body" sz="quarter" idx="11"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2583308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2: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976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3: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1318242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3: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3" hasCustomPrompt="1"/>
          </p:nvPr>
        </p:nvSpPr>
        <p:spPr>
          <a:xfrm>
            <a:off x="0" y="12236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9" name="Text Placeholder 9"/>
          <p:cNvSpPr>
            <a:spLocks noGrp="1"/>
          </p:cNvSpPr>
          <p:nvPr>
            <p:ph type="body" sz="quarter" idx="14" hasCustomPrompt="1"/>
          </p:nvPr>
        </p:nvSpPr>
        <p:spPr>
          <a:xfrm>
            <a:off x="645585" y="2185434"/>
            <a:ext cx="5419628"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0" name="Text Placeholder 9"/>
          <p:cNvSpPr>
            <a:spLocks noGrp="1"/>
          </p:cNvSpPr>
          <p:nvPr>
            <p:ph type="body" sz="quarter" idx="15" hasCustomPrompt="1"/>
          </p:nvPr>
        </p:nvSpPr>
        <p:spPr>
          <a:xfrm>
            <a:off x="6284386" y="2185434"/>
            <a:ext cx="5264149"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
        <p:nvSpPr>
          <p:cNvPr id="11" name="TextBox 10"/>
          <p:cNvSpPr txBox="1"/>
          <p:nvPr userDrawn="1"/>
        </p:nvSpPr>
        <p:spPr>
          <a:xfrm>
            <a:off x="-440267" y="2133600"/>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2179693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3: bulleted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1" hasCustomPrompt="1"/>
          </p:nvPr>
        </p:nvSpPr>
        <p:spPr>
          <a:xfrm>
            <a:off x="0" y="12192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
        <p:nvSpPr>
          <p:cNvPr id="9" name="Text Placeholder 11"/>
          <p:cNvSpPr>
            <a:spLocks noGrp="1"/>
          </p:cNvSpPr>
          <p:nvPr>
            <p:ph type="body" sz="quarter" idx="12" hasCustomPrompt="1"/>
          </p:nvPr>
        </p:nvSpPr>
        <p:spPr>
          <a:xfrm>
            <a:off x="4006426" y="2006600"/>
            <a:ext cx="4240107" cy="3886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Tree>
    <p:extLst>
      <p:ext uri="{BB962C8B-B14F-4D97-AF65-F5344CB8AC3E}">
        <p14:creationId xmlns:p14="http://schemas.microsoft.com/office/powerpoint/2010/main" val="2245647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3: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a:p>
        </p:txBody>
      </p:sp>
      <p:sp>
        <p:nvSpPr>
          <p:cNvPr id="9" name="Text Placeholder 7"/>
          <p:cNvSpPr>
            <a:spLocks noGrp="1"/>
          </p:cNvSpPr>
          <p:nvPr>
            <p:ph type="body" sz="quarter" idx="13" hasCustomPrompt="1"/>
          </p:nvPr>
        </p:nvSpPr>
        <p:spPr>
          <a:xfrm>
            <a:off x="0" y="12363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10" name="Text Placeholder 10"/>
          <p:cNvSpPr>
            <a:spLocks noGrp="1"/>
          </p:cNvSpPr>
          <p:nvPr>
            <p:ph type="body" sz="quarter" idx="14" hasCustomPrompt="1"/>
          </p:nvPr>
        </p:nvSpPr>
        <p:spPr>
          <a:xfrm>
            <a:off x="1930400" y="2298700"/>
            <a:ext cx="8263467"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Tree>
    <p:extLst>
      <p:ext uri="{BB962C8B-B14F-4D97-AF65-F5344CB8AC3E}">
        <p14:creationId xmlns:p14="http://schemas.microsoft.com/office/powerpoint/2010/main" val="1353803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3: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a:p>
        </p:txBody>
      </p:sp>
      <p:sp>
        <p:nvSpPr>
          <p:cNvPr id="12" name="Text Placeholder 7"/>
          <p:cNvSpPr>
            <a:spLocks noGrp="1"/>
          </p:cNvSpPr>
          <p:nvPr>
            <p:ph type="body" sz="quarter" idx="11" hasCustomPrompt="1"/>
          </p:nvPr>
        </p:nvSpPr>
        <p:spPr>
          <a:xfrm>
            <a:off x="0" y="12446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999967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3: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7758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placeholder">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1185333" y="660400"/>
            <a:ext cx="9939867" cy="4965700"/>
          </a:xfrm>
          <a:prstGeom prst="rect">
            <a:avLst/>
          </a:prstGeom>
        </p:spPr>
        <p:txBody>
          <a:bodyPr vert="horz"/>
          <a:lstStyle>
            <a:lvl1pPr marL="0" indent="0">
              <a:buFontTx/>
              <a:buNone/>
              <a:defRPr baseline="0"/>
            </a:lvl1pPr>
          </a:lstStyle>
          <a:p>
            <a:r>
              <a:rPr lang="en-US"/>
              <a:t>Drag/Insert Image here</a:t>
            </a:r>
          </a:p>
        </p:txBody>
      </p:sp>
      <p:sp>
        <p:nvSpPr>
          <p:cNvPr id="10" name="Text Placeholder 9"/>
          <p:cNvSpPr>
            <a:spLocks noGrp="1"/>
          </p:cNvSpPr>
          <p:nvPr>
            <p:ph type="body" sz="quarter" idx="11" hasCustomPrompt="1"/>
          </p:nvPr>
        </p:nvSpPr>
        <p:spPr>
          <a:xfrm>
            <a:off x="1185334" y="5786967"/>
            <a:ext cx="6468533" cy="402160"/>
          </a:xfrm>
          <a:prstGeom prst="rect">
            <a:avLst/>
          </a:prstGeom>
        </p:spPr>
        <p:txBody>
          <a:bodyPr vert="horz"/>
          <a:lstStyle>
            <a:lvl1pPr marL="0" indent="0">
              <a:buFontTx/>
              <a:buNone/>
              <a:defRPr sz="2000" baseline="0">
                <a:solidFill>
                  <a:schemeClr val="tx2">
                    <a:lumMod val="75000"/>
                  </a:schemeClr>
                </a:solidFill>
                <a:latin typeface="ITC Franklin Gothic Std Demi Compressed"/>
              </a:defRPr>
            </a:lvl1pPr>
          </a:lstStyle>
          <a:p>
            <a:pPr lvl="0"/>
            <a:r>
              <a:rPr lang="en-US"/>
              <a:t>TITLE FOR IMAGE HERE</a:t>
            </a:r>
          </a:p>
        </p:txBody>
      </p:sp>
      <p:sp>
        <p:nvSpPr>
          <p:cNvPr id="12" name="Text Placeholder 11"/>
          <p:cNvSpPr>
            <a:spLocks noGrp="1"/>
          </p:cNvSpPr>
          <p:nvPr>
            <p:ph type="body" sz="quarter" idx="12" hasCustomPrompt="1"/>
          </p:nvPr>
        </p:nvSpPr>
        <p:spPr>
          <a:xfrm>
            <a:off x="1185333" y="6189127"/>
            <a:ext cx="9939867" cy="355600"/>
          </a:xfrm>
          <a:prstGeom prst="rect">
            <a:avLst/>
          </a:prstGeom>
        </p:spPr>
        <p:txBody>
          <a:bodyPr vert="horz"/>
          <a:lstStyle>
            <a:lvl1pPr marL="0" indent="0">
              <a:buFontTx/>
              <a:buNone/>
              <a:defRPr sz="1400" baseline="0">
                <a:solidFill>
                  <a:schemeClr val="tx2">
                    <a:lumMod val="75000"/>
                  </a:schemeClr>
                </a:solidFill>
                <a:latin typeface="ITC Franklin Gothic Std Book Compressed"/>
              </a:defRPr>
            </a:lvl1pPr>
          </a:lstStyle>
          <a:p>
            <a:pPr lvl="0"/>
            <a:r>
              <a:rPr lang="en-US"/>
              <a:t>Subtitle And Description For Image Here</a:t>
            </a:r>
          </a:p>
        </p:txBody>
      </p:sp>
    </p:spTree>
    <p:extLst>
      <p:ext uri="{BB962C8B-B14F-4D97-AF65-F5344CB8AC3E}">
        <p14:creationId xmlns:p14="http://schemas.microsoft.com/office/powerpoint/2010/main" val="1319562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image" Target="../media/image6.emf"/><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image" Target="../media/image5.png"/><Relationship Id="rId5" Type="http://schemas.openxmlformats.org/officeDocument/2006/relationships/slideLayout" Target="../slideLayouts/slideLayout7.xml"/><Relationship Id="rId10" Type="http://schemas.openxmlformats.org/officeDocument/2006/relationships/image" Target="../media/image1.jpeg"/><Relationship Id="rId4" Type="http://schemas.openxmlformats.org/officeDocument/2006/relationships/slideLayout" Target="../slideLayouts/slideLayout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11.xml"/><Relationship Id="rId6" Type="http://schemas.openxmlformats.org/officeDocument/2006/relationships/image" Target="../media/image6.emf"/><Relationship Id="rId5" Type="http://schemas.openxmlformats.org/officeDocument/2006/relationships/image" Target="../media/image5.png"/><Relationship Id="rId4" Type="http://schemas.openxmlformats.org/officeDocument/2006/relationships/image" Target="../media/image7.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Layout" Target="../slideLayouts/slideLayout14.xml"/><Relationship Id="rId7"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5.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6.xml"/><Relationship Id="rId1" Type="http://schemas.openxmlformats.org/officeDocument/2006/relationships/slideLayout" Target="../slideLayouts/slideLayout17.xml"/><Relationship Id="rId5" Type="http://schemas.openxmlformats.org/officeDocument/2006/relationships/image" Target="../media/image6.emf"/><Relationship Id="rId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Layout" Target="../slideLayouts/slideLayout20.xml"/><Relationship Id="rId7" Type="http://schemas.openxmlformats.org/officeDocument/2006/relationships/image" Target="../media/image1.jpe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7.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8.xml"/><Relationship Id="rId1" Type="http://schemas.openxmlformats.org/officeDocument/2006/relationships/slideLayout" Target="../slideLayouts/slideLayout23.xml"/><Relationship Id="rId6" Type="http://schemas.openxmlformats.org/officeDocument/2006/relationships/image" Target="../media/image6.emf"/><Relationship Id="rId5" Type="http://schemas.openxmlformats.org/officeDocument/2006/relationships/image" Target="../media/image8.png"/><Relationship Id="rId4" Type="http://schemas.openxmlformats.org/officeDocument/2006/relationships/image" Target="../media/image7.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9.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sp>
        <p:nvSpPr>
          <p:cNvPr id="8" name="Rectangle 7"/>
          <p:cNvSpPr/>
          <p:nvPr userDrawn="1"/>
        </p:nvSpPr>
        <p:spPr>
          <a:xfrm>
            <a:off x="0" y="1412"/>
            <a:ext cx="12192000" cy="5438689"/>
          </a:xfrm>
          <a:prstGeom prst="rect">
            <a:avLst/>
          </a:prstGeom>
          <a:solidFill>
            <a:srgbClr val="012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012158"/>
              </a:solidFill>
            </a:endParaRPr>
          </a:p>
        </p:txBody>
      </p:sp>
      <p:pic>
        <p:nvPicPr>
          <p:cNvPr id="13" name="Picture 12" descr="dotted_line_white.png"/>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1158596" y="2767714"/>
            <a:ext cx="9981755" cy="282039"/>
          </a:xfrm>
          <a:prstGeom prst="rect">
            <a:avLst/>
          </a:prstGeom>
        </p:spPr>
      </p:pic>
      <p:pic>
        <p:nvPicPr>
          <p:cNvPr id="5" name="Picture 4">
            <a:extLst>
              <a:ext uri="{FF2B5EF4-FFF2-40B4-BE49-F238E27FC236}">
                <a16:creationId xmlns:a16="http://schemas.microsoft.com/office/drawing/2014/main" id="{B6195ABE-BB57-E541-8C79-3E5AA580B42B}"/>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58440" y="5577999"/>
            <a:ext cx="6766560" cy="1164736"/>
          </a:xfrm>
          <a:prstGeom prst="rect">
            <a:avLst/>
          </a:prstGeom>
        </p:spPr>
      </p:pic>
    </p:spTree>
    <p:extLst>
      <p:ext uri="{BB962C8B-B14F-4D97-AF65-F5344CB8AC3E}">
        <p14:creationId xmlns:p14="http://schemas.microsoft.com/office/powerpoint/2010/main" val="1172351213"/>
      </p:ext>
    </p:extLst>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pic>
        <p:nvPicPr>
          <p:cNvPr id="7" name="Picture 6" descr="contents_orange.jpg"/>
          <p:cNvPicPr>
            <a:picLocks noChangeAspect="1"/>
          </p:cNvPicPr>
          <p:nvPr userDrawn="1"/>
        </p:nvPicPr>
        <p:blipFill>
          <a:blip r:embed="rId4" cstate="screen">
            <a:clrChange>
              <a:clrFrom>
                <a:srgbClr val="FFFFFF"/>
              </a:clrFrom>
              <a:clrTo>
                <a:srgbClr val="FFFFFF">
                  <a:alpha val="0"/>
                </a:srgbClr>
              </a:clrTo>
            </a:clrChange>
            <a:alphaModFix/>
            <a:extLst>
              <a:ext uri="{28A0092B-C50C-407E-A947-70E740481C1C}">
                <a14:useLocalDpi xmlns:a14="http://schemas.microsoft.com/office/drawing/2010/main"/>
              </a:ext>
            </a:extLst>
          </a:blip>
          <a:stretch>
            <a:fillRect/>
          </a:stretch>
        </p:blipFill>
        <p:spPr>
          <a:xfrm>
            <a:off x="116937" y="329676"/>
            <a:ext cx="3711689" cy="2138861"/>
          </a:xfrm>
          <a:prstGeom prst="rect">
            <a:avLst/>
          </a:prstGeom>
        </p:spPr>
      </p:pic>
    </p:spTree>
    <p:extLst>
      <p:ext uri="{BB962C8B-B14F-4D97-AF65-F5344CB8AC3E}">
        <p14:creationId xmlns:p14="http://schemas.microsoft.com/office/powerpoint/2010/main" val="2159087170"/>
      </p:ext>
    </p:ext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pic>
        <p:nvPicPr>
          <p:cNvPr id="7" name="Picture 6" descr="brushedge_solid_blue.png"/>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305" y="5194968"/>
            <a:ext cx="12192000" cy="1676400"/>
          </a:xfrm>
          <a:prstGeom prst="rect">
            <a:avLst/>
          </a:prstGeom>
        </p:spPr>
      </p:pic>
      <p:sp>
        <p:nvSpPr>
          <p:cNvPr id="6"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pic>
        <p:nvPicPr>
          <p:cNvPr id="5" name="Picture 4" descr="UVA_Primary_white.eps">
            <a:extLst>
              <a:ext uri="{FF2B5EF4-FFF2-40B4-BE49-F238E27FC236}">
                <a16:creationId xmlns:a16="http://schemas.microsoft.com/office/drawing/2014/main" id="{14E66DA3-969A-1E4A-9C04-CB30DE4BFDE4}"/>
              </a:ext>
            </a:extLst>
          </p:cNvPr>
          <p:cNvPicPr>
            <a:picLocks noChangeAspect="1"/>
          </p:cNvPicPr>
          <p:nvPr userDrawn="1"/>
        </p:nvPicPr>
        <p:blipFill>
          <a:blip r:embed="rId12">
            <a:extLst>
              <a:ext uri="{28A0092B-C50C-407E-A947-70E740481C1C}">
                <a14:useLocalDpi xmlns:a14="http://schemas.microsoft.com/office/drawing/2010/main"/>
              </a:ext>
            </a:extLst>
          </a:blip>
          <a:stretch>
            <a:fillRect/>
          </a:stretch>
        </p:blipFill>
        <p:spPr>
          <a:xfrm>
            <a:off x="10204180" y="6224048"/>
            <a:ext cx="1645920" cy="405738"/>
          </a:xfrm>
          <a:prstGeom prst="rect">
            <a:avLst/>
          </a:prstGeom>
        </p:spPr>
      </p:pic>
    </p:spTree>
    <p:extLst>
      <p:ext uri="{BB962C8B-B14F-4D97-AF65-F5344CB8AC3E}">
        <p14:creationId xmlns:p14="http://schemas.microsoft.com/office/powerpoint/2010/main" val="1735567757"/>
      </p:ext>
    </p:extLst>
  </p:cSld>
  <p:clrMap bg1="lt1" tx1="dk1" bg2="lt2" tx2="dk2" accent1="accent1" accent2="accent2" accent3="accent3" accent4="accent4" accent5="accent5" accent6="accent6" hlink="hlink" folHlink="folHlink"/>
  <p:sldLayoutIdLst>
    <p:sldLayoutId id="2147483678" r:id="rId1"/>
    <p:sldLayoutId id="2147483653" r:id="rId2"/>
    <p:sldLayoutId id="2147483654" r:id="rId3"/>
    <p:sldLayoutId id="2147483656" r:id="rId4"/>
    <p:sldLayoutId id="2147483657" r:id="rId5"/>
    <p:sldLayoutId id="2147483683" r:id="rId6"/>
    <p:sldLayoutId id="2147483693" r:id="rId7"/>
    <p:sldLayoutId id="2147483692" r:id="rId8"/>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cstate="screen">
            <a:extLst>
              <a:ext uri="{28A0092B-C50C-407E-A947-70E740481C1C}">
                <a14:useLocalDpi xmlns:a14="http://schemas.microsoft.com/office/drawing/2010/main"/>
              </a:ext>
            </a:extLst>
          </a:blip>
          <a:srcRect b="-16499"/>
          <a:stretch/>
        </p:blipFill>
        <p:spPr>
          <a:xfrm>
            <a:off x="-1" y="0"/>
            <a:ext cx="12207161" cy="7569200"/>
          </a:xfrm>
          <a:prstGeom prst="rect">
            <a:avLst/>
          </a:prstGeom>
        </p:spPr>
      </p:pic>
      <p:pic>
        <p:nvPicPr>
          <p:cNvPr id="8" name="Picture 7" descr="brushedge_solid_blue.pn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05" y="5194968"/>
            <a:ext cx="12192000" cy="1676400"/>
          </a:xfrm>
          <a:prstGeom prst="rect">
            <a:avLst/>
          </a:prstGeom>
        </p:spPr>
      </p:pic>
      <p:pic>
        <p:nvPicPr>
          <p:cNvPr id="9" name="Picture 8" descr="UVA_Primary_white.eps"/>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9829029" y="6324412"/>
            <a:ext cx="1804172" cy="333562"/>
          </a:xfrm>
          <a:prstGeom prst="rect">
            <a:avLst/>
          </a:prstGeom>
        </p:spPr>
      </p:pic>
    </p:spTree>
    <p:extLst>
      <p:ext uri="{BB962C8B-B14F-4D97-AF65-F5344CB8AC3E}">
        <p14:creationId xmlns:p14="http://schemas.microsoft.com/office/powerpoint/2010/main" val="449219711"/>
      </p:ext>
    </p:extLst>
  </p:cSld>
  <p:clrMap bg1="lt1" tx1="dk1" bg2="lt2" tx2="dk2" accent1="accent1" accent2="accent2" accent3="accent3" accent4="accent4" accent5="accent5" accent6="accent6" hlink="hlink" folHlink="folHlink"/>
  <p:sldLayoutIdLst>
    <p:sldLayoutId id="2147483671"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userDrawn="1"/>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8" name="Picture 7" descr="UVA_Primary_white.eps"/>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9829029" y="6324412"/>
            <a:ext cx="1804172" cy="333562"/>
          </a:xfrm>
          <a:prstGeom prst="rect">
            <a:avLst/>
          </a:prstGeom>
        </p:spPr>
      </p:pic>
      <p:sp>
        <p:nvSpPr>
          <p:cNvPr id="9"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787865795"/>
      </p:ext>
    </p:extLst>
  </p:cSld>
  <p:clrMap bg1="lt1" tx1="dk1" bg2="lt2" tx2="dk2" accent1="accent1" accent2="accent2" accent3="accent3" accent4="accent4" accent5="accent5" accent6="accent6" hlink="hlink" folHlink="folHlink"/>
  <p:sldLayoutIdLst>
    <p:sldLayoutId id="2147483679" r:id="rId1"/>
    <p:sldLayoutId id="2147483659" r:id="rId2"/>
    <p:sldLayoutId id="2147483660" r:id="rId3"/>
    <p:sldLayoutId id="2147483662" r:id="rId4"/>
    <p:sldLayoutId id="2147483663" r:id="rId5"/>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cstate="screen">
            <a:extLst>
              <a:ext uri="{28A0092B-C50C-407E-A947-70E740481C1C}">
                <a14:useLocalDpi xmlns:a14="http://schemas.microsoft.com/office/drawing/2010/main"/>
              </a:ext>
            </a:extLst>
          </a:blip>
          <a:srcRect b="-16499"/>
          <a:stretch/>
        </p:blipFill>
        <p:spPr>
          <a:xfrm>
            <a:off x="-1" y="0"/>
            <a:ext cx="12207161" cy="7569200"/>
          </a:xfrm>
          <a:prstGeom prst="rect">
            <a:avLst/>
          </a:prstGeom>
        </p:spPr>
      </p:pic>
      <p:sp>
        <p:nvSpPr>
          <p:cNvPr id="8" name="Rectangle 3"/>
          <p:cNvSpPr/>
          <p:nvPr userDrawn="1"/>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9" name="Picture 8" descr="UVA_Primary_white.eps"/>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9829029" y="6324412"/>
            <a:ext cx="1804172" cy="333562"/>
          </a:xfrm>
          <a:prstGeom prst="rect">
            <a:avLst/>
          </a:prstGeom>
        </p:spPr>
      </p:pic>
    </p:spTree>
    <p:extLst>
      <p:ext uri="{BB962C8B-B14F-4D97-AF65-F5344CB8AC3E}">
        <p14:creationId xmlns:p14="http://schemas.microsoft.com/office/powerpoint/2010/main" val="214172888"/>
      </p:ext>
    </p:extLst>
  </p:cSld>
  <p:clrMap bg1="lt1" tx1="dk1" bg2="lt2" tx2="dk2" accent1="accent1" accent2="accent2" accent3="accent3" accent4="accent4" accent5="accent5" accent6="accent6" hlink="hlink" folHlink="folHlink"/>
  <p:sldLayoutIdLst>
    <p:sldLayoutId id="2147483673"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userDrawn="1"/>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sp>
        <p:nvSpPr>
          <p:cNvPr id="8" name="Rectangle 6"/>
          <p:cNvSpPr/>
          <p:nvPr userDrawn="1"/>
        </p:nvSpPr>
        <p:spPr>
          <a:xfrm>
            <a:off x="2" y="1"/>
            <a:ext cx="12193733"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9" name="Picture 8" descr="UVA_Primary_white.eps"/>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452941" y="277922"/>
            <a:ext cx="1877883" cy="347190"/>
          </a:xfrm>
          <a:prstGeom prst="rect">
            <a:avLst/>
          </a:prstGeom>
        </p:spPr>
      </p:pic>
      <p:sp>
        <p:nvSpPr>
          <p:cNvPr id="10"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587998656"/>
      </p:ext>
    </p:extLst>
  </p:cSld>
  <p:clrMap bg1="lt1" tx1="dk1" bg2="lt2" tx2="dk2" accent1="accent1" accent2="accent2" accent3="accent3" accent4="accent4" accent5="accent5" accent6="accent6" hlink="hlink" folHlink="folHlink"/>
  <p:sldLayoutIdLst>
    <p:sldLayoutId id="2147483680" r:id="rId1"/>
    <p:sldLayoutId id="2147483665" r:id="rId2"/>
    <p:sldLayoutId id="2147483666" r:id="rId3"/>
    <p:sldLayoutId id="2147483668" r:id="rId4"/>
    <p:sldLayoutId id="2147483669" r:id="rId5"/>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cstate="screen">
            <a:extLst>
              <a:ext uri="{28A0092B-C50C-407E-A947-70E740481C1C}">
                <a14:useLocalDpi xmlns:a14="http://schemas.microsoft.com/office/drawing/2010/main"/>
              </a:ext>
            </a:extLst>
          </a:blip>
          <a:srcRect b="-16499"/>
          <a:stretch/>
        </p:blipFill>
        <p:spPr>
          <a:xfrm>
            <a:off x="-1" y="0"/>
            <a:ext cx="12207161" cy="7569200"/>
          </a:xfrm>
          <a:prstGeom prst="rect">
            <a:avLst/>
          </a:prstGeom>
        </p:spPr>
      </p:pic>
      <p:pic>
        <p:nvPicPr>
          <p:cNvPr id="8" name="Picture 7" descr="grounds.png"/>
          <p:cNvPicPr>
            <a:picLocks noChangeAspect="1"/>
          </p:cNvPicPr>
          <p:nvPr userDrawn="1"/>
        </p:nvPicPr>
        <p:blipFill rotWithShape="1">
          <a:blip r:embed="rId5" cstate="screen">
            <a:extLst>
              <a:ext uri="{28A0092B-C50C-407E-A947-70E740481C1C}">
                <a14:useLocalDpi xmlns:a14="http://schemas.microsoft.com/office/drawing/2010/main"/>
              </a:ext>
            </a:extLst>
          </a:blip>
          <a:srcRect b="-16499"/>
          <a:stretch/>
        </p:blipFill>
        <p:spPr>
          <a:xfrm>
            <a:off x="-19614" y="457200"/>
            <a:ext cx="12211615" cy="6974051"/>
          </a:xfrm>
          <a:prstGeom prst="rect">
            <a:avLst/>
          </a:prstGeom>
        </p:spPr>
      </p:pic>
      <p:sp>
        <p:nvSpPr>
          <p:cNvPr id="9" name="Rectangle 3"/>
          <p:cNvSpPr/>
          <p:nvPr userDrawn="1"/>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sp>
        <p:nvSpPr>
          <p:cNvPr id="10" name="Rectangle 6"/>
          <p:cNvSpPr/>
          <p:nvPr userDrawn="1"/>
        </p:nvSpPr>
        <p:spPr>
          <a:xfrm>
            <a:off x="-3507" y="1"/>
            <a:ext cx="12193733"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11" name="Picture 10" descr="UVA_Primary_white.eps"/>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466367" y="277922"/>
            <a:ext cx="1877883" cy="347190"/>
          </a:xfrm>
          <a:prstGeom prst="rect">
            <a:avLst/>
          </a:prstGeom>
        </p:spPr>
      </p:pic>
    </p:spTree>
    <p:extLst>
      <p:ext uri="{BB962C8B-B14F-4D97-AF65-F5344CB8AC3E}">
        <p14:creationId xmlns:p14="http://schemas.microsoft.com/office/powerpoint/2010/main" val="862877668"/>
      </p:ext>
    </p:extLst>
  </p:cSld>
  <p:clrMap bg1="lt1" tx1="dk1" bg2="lt2" tx2="dk2" accent1="accent1" accent2="accent2" accent3="accent3" accent4="accent4" accent5="accent5" accent6="accent6" hlink="hlink" folHlink="folHlink"/>
  <p:sldLayoutIdLst>
    <p:sldLayoutId id="2147483675"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cstate="screen">
            <a:alphaModFix amt="10000"/>
            <a:lum/>
            <a:extLst>
              <a:ext uri="{28A0092B-C50C-407E-A947-70E740481C1C}">
                <a14:useLocalDpi xmlns:a14="http://schemas.microsoft.com/office/drawing/2010/main"/>
              </a:ext>
            </a:extLst>
          </a:blip>
          <a:srcRect/>
          <a:stretch>
            <a:fillRect l="30000" t="30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9535126"/>
      </p:ext>
    </p:extLst>
  </p:cSld>
  <p:clrMap bg1="lt1" tx1="dk1" bg2="lt2" tx2="dk2" accent1="accent1" accent2="accent2" accent3="accent3" accent4="accent4" accent5="accent5" accent6="accent6" hlink="hlink" folHlink="folHlink"/>
  <p:sldLayoutIdLst>
    <p:sldLayoutId id="2147483677"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burning-glass.com/about/"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88724A-DCB0-E44D-9047-1D511E67FB14}"/>
              </a:ext>
            </a:extLst>
          </p:cNvPr>
          <p:cNvSpPr>
            <a:spLocks noGrp="1"/>
          </p:cNvSpPr>
          <p:nvPr>
            <p:ph type="body" sz="quarter" idx="10"/>
          </p:nvPr>
        </p:nvSpPr>
        <p:spPr/>
        <p:txBody>
          <a:bodyPr/>
          <a:lstStyle/>
          <a:p>
            <a:r>
              <a:rPr lang="en-US"/>
              <a:t>Skilled Technical Workforce Pathways</a:t>
            </a:r>
          </a:p>
        </p:txBody>
      </p:sp>
      <p:sp>
        <p:nvSpPr>
          <p:cNvPr id="3" name="Text Placeholder 2">
            <a:extLst>
              <a:ext uri="{FF2B5EF4-FFF2-40B4-BE49-F238E27FC236}">
                <a16:creationId xmlns:a16="http://schemas.microsoft.com/office/drawing/2014/main" id="{D7AF11E9-DC6D-F44C-A4F1-79212BF45D6C}"/>
              </a:ext>
            </a:extLst>
          </p:cNvPr>
          <p:cNvSpPr>
            <a:spLocks noGrp="1"/>
          </p:cNvSpPr>
          <p:nvPr>
            <p:ph type="body" sz="quarter" idx="11"/>
          </p:nvPr>
        </p:nvSpPr>
        <p:spPr>
          <a:xfrm>
            <a:off x="0" y="3307089"/>
            <a:ext cx="12192000" cy="773112"/>
          </a:xfrm>
        </p:spPr>
        <p:txBody>
          <a:bodyPr/>
          <a:lstStyle/>
          <a:p>
            <a:r>
              <a:rPr lang="en-US"/>
              <a:t>Data Science for the Public Good, Summer 2019</a:t>
            </a:r>
          </a:p>
        </p:txBody>
      </p:sp>
      <p:sp>
        <p:nvSpPr>
          <p:cNvPr id="4" name="Text Placeholder 3">
            <a:extLst>
              <a:ext uri="{FF2B5EF4-FFF2-40B4-BE49-F238E27FC236}">
                <a16:creationId xmlns:a16="http://schemas.microsoft.com/office/drawing/2014/main" id="{1EB4EA29-4FBB-C24D-BC06-C4E1E0C838D7}"/>
              </a:ext>
            </a:extLst>
          </p:cNvPr>
          <p:cNvSpPr>
            <a:spLocks noGrp="1"/>
          </p:cNvSpPr>
          <p:nvPr>
            <p:ph type="body" sz="quarter" idx="12"/>
          </p:nvPr>
        </p:nvSpPr>
        <p:spPr>
          <a:xfrm rot="-10740000" flipV="1">
            <a:off x="0" y="4602140"/>
            <a:ext cx="12192000" cy="649493"/>
          </a:xfrm>
        </p:spPr>
        <p:txBody>
          <a:bodyPr/>
          <a:lstStyle/>
          <a:p>
            <a:r>
              <a:rPr lang="en-US"/>
              <a:t>Vicki Lancaster, Ph.D., Alyssa Fowers, Sarah McDonald, and Calvin </a:t>
            </a:r>
            <a:r>
              <a:rPr lang="en-US" err="1"/>
              <a:t>Isch</a:t>
            </a:r>
            <a:endParaRPr lang="en-US"/>
          </a:p>
        </p:txBody>
      </p:sp>
    </p:spTree>
    <p:extLst>
      <p:ext uri="{BB962C8B-B14F-4D97-AF65-F5344CB8AC3E}">
        <p14:creationId xmlns:p14="http://schemas.microsoft.com/office/powerpoint/2010/main" val="216328273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B9E94-A8B2-3C49-83F1-5F699E62DD7A}"/>
              </a:ext>
            </a:extLst>
          </p:cNvPr>
          <p:cNvSpPr>
            <a:spLocks noGrp="1"/>
          </p:cNvSpPr>
          <p:nvPr>
            <p:ph type="title"/>
          </p:nvPr>
        </p:nvSpPr>
        <p:spPr>
          <a:xfrm>
            <a:off x="510941" y="32619"/>
            <a:ext cx="10972800" cy="748228"/>
          </a:xfrm>
        </p:spPr>
        <p:txBody>
          <a:bodyPr/>
          <a:lstStyle/>
          <a:p>
            <a:r>
              <a:rPr lang="en-US" dirty="0"/>
              <a:t>Research Questions</a:t>
            </a:r>
          </a:p>
        </p:txBody>
      </p:sp>
      <p:sp>
        <p:nvSpPr>
          <p:cNvPr id="4" name="Slide Number Placeholder 3">
            <a:extLst>
              <a:ext uri="{FF2B5EF4-FFF2-40B4-BE49-F238E27FC236}">
                <a16:creationId xmlns:a16="http://schemas.microsoft.com/office/drawing/2014/main" id="{CEDC2794-DEFD-D940-A7BC-BC2262F45042}"/>
              </a:ext>
            </a:extLst>
          </p:cNvPr>
          <p:cNvSpPr>
            <a:spLocks noGrp="1"/>
          </p:cNvSpPr>
          <p:nvPr>
            <p:ph type="sldNum" sz="quarter" idx="4"/>
          </p:nvPr>
        </p:nvSpPr>
        <p:spPr/>
        <p:txBody>
          <a:bodyPr/>
          <a:lstStyle/>
          <a:p>
            <a:fld id="{0F418C06-167A-E646-9EF6-18275B625F6B}" type="slidenum">
              <a:rPr lang="en-US" smtClean="0"/>
              <a:pPr/>
              <a:t>2</a:t>
            </a:fld>
            <a:endParaRPr lang="en-US"/>
          </a:p>
        </p:txBody>
      </p:sp>
      <p:sp>
        <p:nvSpPr>
          <p:cNvPr id="6" name="Content Placeholder 5">
            <a:extLst>
              <a:ext uri="{FF2B5EF4-FFF2-40B4-BE49-F238E27FC236}">
                <a16:creationId xmlns:a16="http://schemas.microsoft.com/office/drawing/2014/main" id="{9C2279F1-E157-9646-ACFB-A54D2E179694}"/>
              </a:ext>
            </a:extLst>
          </p:cNvPr>
          <p:cNvSpPr>
            <a:spLocks noGrp="1"/>
          </p:cNvSpPr>
          <p:nvPr>
            <p:ph idx="1"/>
          </p:nvPr>
        </p:nvSpPr>
        <p:spPr/>
        <p:txBody>
          <a:bodyPr/>
          <a:lstStyle/>
          <a:p>
            <a:r>
              <a:rPr lang="en-US" dirty="0">
                <a:solidFill>
                  <a:schemeClr val="tx2"/>
                </a:solidFill>
              </a:rPr>
              <a:t>What are the pathways to a non-degree credential for individuals with an Associate’s degree or less in Virginia that will provide them with the skills necessary to secure a job in the skilled technical workforce (STW)?</a:t>
            </a:r>
          </a:p>
          <a:p>
            <a:pPr marL="0" indent="0">
              <a:buNone/>
            </a:pPr>
            <a:endParaRPr lang="en-US" sz="1000" dirty="0">
              <a:solidFill>
                <a:schemeClr val="tx2"/>
              </a:solidFill>
            </a:endParaRPr>
          </a:p>
          <a:p>
            <a:r>
              <a:rPr lang="en-US" dirty="0">
                <a:solidFill>
                  <a:schemeClr val="tx2"/>
                </a:solidFill>
              </a:rPr>
              <a:t>Can we develop a metric that will identify the weak points in the pathway that can be useful for job seekers, policy makers, and educators?</a:t>
            </a:r>
          </a:p>
          <a:p>
            <a:pPr marL="0" indent="0">
              <a:buNone/>
            </a:pPr>
            <a:endParaRPr lang="en-US" sz="1000" dirty="0">
              <a:solidFill>
                <a:schemeClr val="tx2"/>
              </a:solidFill>
            </a:endParaRPr>
          </a:p>
          <a:p>
            <a:r>
              <a:rPr lang="en-US" dirty="0">
                <a:solidFill>
                  <a:schemeClr val="tx2"/>
                </a:solidFill>
              </a:rPr>
              <a:t>Can this proof of concept be extended to other states?</a:t>
            </a:r>
          </a:p>
        </p:txBody>
      </p:sp>
    </p:spTree>
    <p:extLst>
      <p:ext uri="{BB962C8B-B14F-4D97-AF65-F5344CB8AC3E}">
        <p14:creationId xmlns:p14="http://schemas.microsoft.com/office/powerpoint/2010/main" val="268577704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5F48-706A-A547-86DF-8BE597C8EE7D}"/>
              </a:ext>
            </a:extLst>
          </p:cNvPr>
          <p:cNvSpPr>
            <a:spLocks noGrp="1"/>
          </p:cNvSpPr>
          <p:nvPr>
            <p:ph type="title"/>
          </p:nvPr>
        </p:nvSpPr>
        <p:spPr>
          <a:xfrm>
            <a:off x="609600" y="183871"/>
            <a:ext cx="10972800" cy="791770"/>
          </a:xfrm>
        </p:spPr>
        <p:txBody>
          <a:bodyPr/>
          <a:lstStyle/>
          <a:p>
            <a:r>
              <a:rPr lang="en-US" dirty="0"/>
              <a:t>Our Proposal…</a:t>
            </a:r>
          </a:p>
        </p:txBody>
      </p:sp>
      <p:sp>
        <p:nvSpPr>
          <p:cNvPr id="3" name="Content Placeholder 2">
            <a:extLst>
              <a:ext uri="{FF2B5EF4-FFF2-40B4-BE49-F238E27FC236}">
                <a16:creationId xmlns:a16="http://schemas.microsoft.com/office/drawing/2014/main" id="{E939AA81-4E83-B44E-9D59-DBEA904B69D0}"/>
              </a:ext>
            </a:extLst>
          </p:cNvPr>
          <p:cNvSpPr>
            <a:spLocks noGrp="1"/>
          </p:cNvSpPr>
          <p:nvPr>
            <p:ph idx="1"/>
          </p:nvPr>
        </p:nvSpPr>
        <p:spPr>
          <a:xfrm>
            <a:off x="6727868" y="1392260"/>
            <a:ext cx="4841507" cy="4422449"/>
          </a:xfrm>
        </p:spPr>
        <p:txBody>
          <a:bodyPr/>
          <a:lstStyle/>
          <a:p>
            <a:pPr marL="0" indent="0">
              <a:buNone/>
            </a:pPr>
            <a:r>
              <a:rPr lang="en-US" dirty="0">
                <a:solidFill>
                  <a:schemeClr val="tx2"/>
                </a:solidFill>
              </a:rPr>
              <a:t>As a proof of concept:</a:t>
            </a:r>
          </a:p>
          <a:p>
            <a:r>
              <a:rPr lang="en-US" dirty="0">
                <a:solidFill>
                  <a:schemeClr val="tx2"/>
                </a:solidFill>
              </a:rPr>
              <a:t>we will look at at least two metropolitan statistical areas (MSAs) in Virginia for the year 2017;</a:t>
            </a:r>
          </a:p>
          <a:p>
            <a:r>
              <a:rPr lang="en-US" dirty="0">
                <a:solidFill>
                  <a:schemeClr val="tx2"/>
                </a:solidFill>
              </a:rPr>
              <a:t>the two MSAs we are considering are Richmond and Blacksburg.</a:t>
            </a:r>
          </a:p>
          <a:p>
            <a:pPr marL="0" indent="0">
              <a:buNone/>
            </a:pPr>
            <a:endParaRPr lang="en-US" dirty="0"/>
          </a:p>
        </p:txBody>
      </p:sp>
      <p:sp>
        <p:nvSpPr>
          <p:cNvPr id="4" name="Slide Number Placeholder 3">
            <a:extLst>
              <a:ext uri="{FF2B5EF4-FFF2-40B4-BE49-F238E27FC236}">
                <a16:creationId xmlns:a16="http://schemas.microsoft.com/office/drawing/2014/main" id="{26A415EC-BE06-6B4D-A57A-1143E2F9B45D}"/>
              </a:ext>
            </a:extLst>
          </p:cNvPr>
          <p:cNvSpPr>
            <a:spLocks noGrp="1"/>
          </p:cNvSpPr>
          <p:nvPr>
            <p:ph type="sldNum" sz="quarter" idx="4"/>
          </p:nvPr>
        </p:nvSpPr>
        <p:spPr/>
        <p:txBody>
          <a:bodyPr/>
          <a:lstStyle/>
          <a:p>
            <a:fld id="{0F418C06-167A-E646-9EF6-18275B625F6B}" type="slidenum">
              <a:rPr lang="en-US" smtClean="0"/>
              <a:pPr/>
              <a:t>3</a:t>
            </a:fld>
            <a:endParaRPr lang="en-US"/>
          </a:p>
        </p:txBody>
      </p:sp>
      <p:pic>
        <p:nvPicPr>
          <p:cNvPr id="8" name="Picture 7">
            <a:extLst>
              <a:ext uri="{FF2B5EF4-FFF2-40B4-BE49-F238E27FC236}">
                <a16:creationId xmlns:a16="http://schemas.microsoft.com/office/drawing/2014/main" id="{9E26785A-86A2-5D49-9ABF-9A2374031900}"/>
              </a:ext>
            </a:extLst>
          </p:cNvPr>
          <p:cNvPicPr>
            <a:picLocks noChangeAspect="1"/>
          </p:cNvPicPr>
          <p:nvPr/>
        </p:nvPicPr>
        <p:blipFill>
          <a:blip r:embed="rId2"/>
          <a:stretch>
            <a:fillRect/>
          </a:stretch>
        </p:blipFill>
        <p:spPr>
          <a:xfrm>
            <a:off x="845022" y="1509629"/>
            <a:ext cx="5486400" cy="4187713"/>
          </a:xfrm>
          <a:prstGeom prst="rect">
            <a:avLst/>
          </a:prstGeom>
          <a:ln w="9525">
            <a:solidFill>
              <a:schemeClr val="tx2"/>
            </a:solidFill>
          </a:ln>
        </p:spPr>
      </p:pic>
      <p:sp>
        <p:nvSpPr>
          <p:cNvPr id="10" name="Oval 9">
            <a:extLst>
              <a:ext uri="{FF2B5EF4-FFF2-40B4-BE49-F238E27FC236}">
                <a16:creationId xmlns:a16="http://schemas.microsoft.com/office/drawing/2014/main" id="{C19DC71D-3AE9-C940-8ED5-0C189005DDF6}"/>
              </a:ext>
            </a:extLst>
          </p:cNvPr>
          <p:cNvSpPr/>
          <p:nvPr/>
        </p:nvSpPr>
        <p:spPr>
          <a:xfrm>
            <a:off x="2680570" y="3757808"/>
            <a:ext cx="558315" cy="526093"/>
          </a:xfrm>
          <a:prstGeom prst="ellipse">
            <a:avLst/>
          </a:prstGeom>
          <a:noFill/>
          <a:ln w="1905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87E8ED2-DA2B-F640-B476-9CB9DBDFEC57}"/>
              </a:ext>
            </a:extLst>
          </p:cNvPr>
          <p:cNvSpPr/>
          <p:nvPr/>
        </p:nvSpPr>
        <p:spPr>
          <a:xfrm>
            <a:off x="4334005" y="3286514"/>
            <a:ext cx="914399" cy="1097596"/>
          </a:xfrm>
          <a:prstGeom prst="ellipse">
            <a:avLst/>
          </a:prstGeom>
          <a:noFill/>
          <a:ln w="1905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748043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EEE06-720D-DB45-80CC-26D02E5C377B}"/>
              </a:ext>
            </a:extLst>
          </p:cNvPr>
          <p:cNvSpPr>
            <a:spLocks noGrp="1"/>
          </p:cNvSpPr>
          <p:nvPr>
            <p:ph type="title"/>
          </p:nvPr>
        </p:nvSpPr>
        <p:spPr/>
        <p:txBody>
          <a:bodyPr/>
          <a:lstStyle/>
          <a:p>
            <a:r>
              <a:rPr lang="en-US" dirty="0"/>
              <a:t>Data Pathways</a:t>
            </a:r>
          </a:p>
        </p:txBody>
      </p:sp>
      <p:sp>
        <p:nvSpPr>
          <p:cNvPr id="3" name="Content Placeholder 2">
            <a:extLst>
              <a:ext uri="{FF2B5EF4-FFF2-40B4-BE49-F238E27FC236}">
                <a16:creationId xmlns:a16="http://schemas.microsoft.com/office/drawing/2014/main" id="{78D226BA-F864-2440-A0F1-70C5B4639C2A}"/>
              </a:ext>
            </a:extLst>
          </p:cNvPr>
          <p:cNvSpPr>
            <a:spLocks noGrp="1"/>
          </p:cNvSpPr>
          <p:nvPr>
            <p:ph idx="1"/>
          </p:nvPr>
        </p:nvSpPr>
        <p:spPr>
          <a:xfrm>
            <a:off x="5207079" y="1304974"/>
            <a:ext cx="2408354" cy="578946"/>
          </a:xfrm>
        </p:spPr>
        <p:txBody>
          <a:bodyPr anchor="t"/>
          <a:lstStyle/>
          <a:p>
            <a:pPr marL="0" indent="0" algn="ctr">
              <a:buNone/>
            </a:pPr>
            <a:r>
              <a:rPr lang="en-US" sz="1600" dirty="0">
                <a:solidFill>
                  <a:schemeClr val="tx2"/>
                </a:solidFill>
              </a:rPr>
              <a:t>What skills do </a:t>
            </a:r>
            <a:r>
              <a:rPr lang="en-US" sz="1600" b="1" dirty="0">
                <a:solidFill>
                  <a:schemeClr val="tx2"/>
                </a:solidFill>
              </a:rPr>
              <a:t>employers</a:t>
            </a:r>
            <a:r>
              <a:rPr lang="en-US" sz="1600" dirty="0">
                <a:solidFill>
                  <a:schemeClr val="tx2"/>
                </a:solidFill>
              </a:rPr>
              <a:t> need? </a:t>
            </a:r>
          </a:p>
        </p:txBody>
      </p:sp>
      <p:sp>
        <p:nvSpPr>
          <p:cNvPr id="4" name="Slide Number Placeholder 3">
            <a:extLst>
              <a:ext uri="{FF2B5EF4-FFF2-40B4-BE49-F238E27FC236}">
                <a16:creationId xmlns:a16="http://schemas.microsoft.com/office/drawing/2014/main" id="{E9CC2986-1F49-FB4F-82D0-91B414266597}"/>
              </a:ext>
            </a:extLst>
          </p:cNvPr>
          <p:cNvSpPr>
            <a:spLocks noGrp="1"/>
          </p:cNvSpPr>
          <p:nvPr>
            <p:ph type="sldNum" sz="quarter" idx="4"/>
          </p:nvPr>
        </p:nvSpPr>
        <p:spPr/>
        <p:txBody>
          <a:bodyPr/>
          <a:lstStyle/>
          <a:p>
            <a:fld id="{0F418C06-167A-E646-9EF6-18275B625F6B}" type="slidenum">
              <a:rPr lang="en-US" smtClean="0"/>
              <a:pPr/>
              <a:t>4</a:t>
            </a:fld>
            <a:endParaRPr lang="en-US"/>
          </a:p>
        </p:txBody>
      </p:sp>
      <p:sp>
        <p:nvSpPr>
          <p:cNvPr id="5" name="Content Placeholder 2">
            <a:extLst>
              <a:ext uri="{FF2B5EF4-FFF2-40B4-BE49-F238E27FC236}">
                <a16:creationId xmlns:a16="http://schemas.microsoft.com/office/drawing/2014/main" id="{2C59224A-1D0D-3041-ADC7-D3F10F7C58A0}"/>
              </a:ext>
            </a:extLst>
          </p:cNvPr>
          <p:cNvSpPr txBox="1">
            <a:spLocks/>
          </p:cNvSpPr>
          <p:nvPr/>
        </p:nvSpPr>
        <p:spPr>
          <a:xfrm>
            <a:off x="1428168" y="5391303"/>
            <a:ext cx="2730284" cy="575367"/>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ITC Franklin Gothic Std Book" panose="020B0504030503020204"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ITC Franklin Gothic Std Book" panose="020B0504030503020204"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ITC Franklin Gothic Std Book" panose="020B0504030503020204"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z="1600" dirty="0">
                <a:solidFill>
                  <a:schemeClr val="tx2"/>
                </a:solidFill>
              </a:rPr>
              <a:t>What skills do </a:t>
            </a:r>
            <a:r>
              <a:rPr lang="en-US" sz="1600" b="1" dirty="0">
                <a:solidFill>
                  <a:schemeClr val="tx2"/>
                </a:solidFill>
              </a:rPr>
              <a:t>job seekers </a:t>
            </a:r>
            <a:r>
              <a:rPr lang="en-US" sz="1600" dirty="0">
                <a:solidFill>
                  <a:schemeClr val="tx2"/>
                </a:solidFill>
              </a:rPr>
              <a:t>already have?</a:t>
            </a:r>
          </a:p>
        </p:txBody>
      </p:sp>
      <p:sp>
        <p:nvSpPr>
          <p:cNvPr id="6" name="Content Placeholder 2">
            <a:extLst>
              <a:ext uri="{FF2B5EF4-FFF2-40B4-BE49-F238E27FC236}">
                <a16:creationId xmlns:a16="http://schemas.microsoft.com/office/drawing/2014/main" id="{C9DB083A-EF57-E547-89A6-63FFBFD19007}"/>
              </a:ext>
            </a:extLst>
          </p:cNvPr>
          <p:cNvSpPr txBox="1">
            <a:spLocks/>
          </p:cNvSpPr>
          <p:nvPr/>
        </p:nvSpPr>
        <p:spPr>
          <a:xfrm>
            <a:off x="8299246" y="5273883"/>
            <a:ext cx="3540921" cy="591578"/>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ITC Franklin Gothic Std Book" panose="020B0504030503020204"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ITC Franklin Gothic Std Book" panose="020B0504030503020204"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ITC Franklin Gothic Std Book" panose="020B0504030503020204"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z="1600" dirty="0">
                <a:solidFill>
                  <a:schemeClr val="tx2"/>
                </a:solidFill>
                <a:latin typeface="ITC Franklin Gothic Std Book"/>
              </a:rPr>
              <a:t>How can job seekers gain </a:t>
            </a:r>
            <a:r>
              <a:rPr lang="en-US" sz="1600" b="1" dirty="0">
                <a:solidFill>
                  <a:schemeClr val="tx2"/>
                </a:solidFill>
                <a:latin typeface="ITC Franklin Gothic Std Book"/>
              </a:rPr>
              <a:t>new skills and credentials</a:t>
            </a:r>
            <a:r>
              <a:rPr lang="en-US" sz="1600" dirty="0">
                <a:solidFill>
                  <a:schemeClr val="tx2"/>
                </a:solidFill>
                <a:latin typeface="ITC Franklin Gothic Std Book"/>
              </a:rPr>
              <a:t>?</a:t>
            </a:r>
          </a:p>
        </p:txBody>
      </p:sp>
      <p:sp>
        <p:nvSpPr>
          <p:cNvPr id="7" name="Rounded Rectangle 6">
            <a:extLst>
              <a:ext uri="{FF2B5EF4-FFF2-40B4-BE49-F238E27FC236}">
                <a16:creationId xmlns:a16="http://schemas.microsoft.com/office/drawing/2014/main" id="{FCD903B3-63D5-F647-B32E-57DD7A1CD560}"/>
              </a:ext>
            </a:extLst>
          </p:cNvPr>
          <p:cNvSpPr/>
          <p:nvPr/>
        </p:nvSpPr>
        <p:spPr>
          <a:xfrm>
            <a:off x="5337804" y="1979802"/>
            <a:ext cx="2108536" cy="883404"/>
          </a:xfrm>
          <a:prstGeom prst="roundRect">
            <a:avLst/>
          </a:prstGeom>
          <a:solidFill>
            <a:schemeClr val="accent5">
              <a:lumMod val="60000"/>
              <a:lumOff val="40000"/>
            </a:schemeClr>
          </a:solidFill>
          <a:ln>
            <a:solidFill>
              <a:schemeClr val="accent5">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2"/>
                </a:solidFill>
              </a:rPr>
              <a:t>Job Ads </a:t>
            </a:r>
          </a:p>
          <a:p>
            <a:pPr algn="ctr"/>
            <a:r>
              <a:rPr lang="en-US" b="1" dirty="0">
                <a:solidFill>
                  <a:schemeClr val="tx2"/>
                </a:solidFill>
              </a:rPr>
              <a:t>(Burning Glass)</a:t>
            </a:r>
          </a:p>
        </p:txBody>
      </p:sp>
      <p:sp>
        <p:nvSpPr>
          <p:cNvPr id="8" name="Rounded Rectangle 7">
            <a:extLst>
              <a:ext uri="{FF2B5EF4-FFF2-40B4-BE49-F238E27FC236}">
                <a16:creationId xmlns:a16="http://schemas.microsoft.com/office/drawing/2014/main" id="{78649D2F-C18B-CD4A-9372-43F9CE2DE9AC}"/>
              </a:ext>
            </a:extLst>
          </p:cNvPr>
          <p:cNvSpPr/>
          <p:nvPr/>
        </p:nvSpPr>
        <p:spPr>
          <a:xfrm>
            <a:off x="1719268" y="4397567"/>
            <a:ext cx="2108536" cy="883404"/>
          </a:xfrm>
          <a:prstGeom prst="roundRect">
            <a:avLst/>
          </a:prstGeom>
          <a:solidFill>
            <a:schemeClr val="accent5">
              <a:lumMod val="60000"/>
              <a:lumOff val="40000"/>
            </a:schemeClr>
          </a:solidFill>
          <a:ln>
            <a:solidFill>
              <a:schemeClr val="accent5">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2"/>
                </a:solidFill>
              </a:rPr>
              <a:t>Resumes </a:t>
            </a:r>
          </a:p>
          <a:p>
            <a:pPr algn="ctr"/>
            <a:r>
              <a:rPr lang="en-US" b="1" dirty="0">
                <a:solidFill>
                  <a:schemeClr val="tx2"/>
                </a:solidFill>
              </a:rPr>
              <a:t>(Burning Glass)</a:t>
            </a:r>
          </a:p>
        </p:txBody>
      </p:sp>
      <p:sp>
        <p:nvSpPr>
          <p:cNvPr id="9" name="Rounded Rectangle 8">
            <a:extLst>
              <a:ext uri="{FF2B5EF4-FFF2-40B4-BE49-F238E27FC236}">
                <a16:creationId xmlns:a16="http://schemas.microsoft.com/office/drawing/2014/main" id="{3D29A222-15BD-7249-B15D-4D21DF967CB8}"/>
              </a:ext>
            </a:extLst>
          </p:cNvPr>
          <p:cNvSpPr/>
          <p:nvPr/>
        </p:nvSpPr>
        <p:spPr>
          <a:xfrm>
            <a:off x="8913337" y="4392185"/>
            <a:ext cx="2108536" cy="883404"/>
          </a:xfrm>
          <a:prstGeom prst="roundRect">
            <a:avLst/>
          </a:prstGeom>
          <a:solidFill>
            <a:schemeClr val="bg1">
              <a:lumMod val="85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2"/>
                </a:solidFill>
              </a:rPr>
              <a:t>Educational Opportunities</a:t>
            </a:r>
          </a:p>
        </p:txBody>
      </p:sp>
      <p:sp>
        <p:nvSpPr>
          <p:cNvPr id="10" name="Content Placeholder 2">
            <a:extLst>
              <a:ext uri="{FF2B5EF4-FFF2-40B4-BE49-F238E27FC236}">
                <a16:creationId xmlns:a16="http://schemas.microsoft.com/office/drawing/2014/main" id="{7FFC0339-6F23-B24D-B403-AEE1FD8A3305}"/>
              </a:ext>
            </a:extLst>
          </p:cNvPr>
          <p:cNvSpPr txBox="1">
            <a:spLocks/>
          </p:cNvSpPr>
          <p:nvPr/>
        </p:nvSpPr>
        <p:spPr>
          <a:xfrm>
            <a:off x="668139" y="1184348"/>
            <a:ext cx="2499068" cy="627477"/>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ITC Franklin Gothic Std Book" panose="020B0504030503020204"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ITC Franklin Gothic Std Book" panose="020B0504030503020204"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ITC Franklin Gothic Std Book" panose="020B0504030503020204"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a:solidFill>
                  <a:schemeClr val="tx2"/>
                </a:solidFill>
                <a:latin typeface="ITC Franklin Gothic Std Book"/>
              </a:rPr>
              <a:t>Which jobs qualify as skilled technical work?</a:t>
            </a:r>
            <a:endParaRPr lang="en-US" sz="1600" dirty="0">
              <a:solidFill>
                <a:schemeClr val="tx2"/>
              </a:solidFill>
            </a:endParaRPr>
          </a:p>
        </p:txBody>
      </p:sp>
      <p:sp>
        <p:nvSpPr>
          <p:cNvPr id="11" name="Rounded Rectangle 10">
            <a:extLst>
              <a:ext uri="{FF2B5EF4-FFF2-40B4-BE49-F238E27FC236}">
                <a16:creationId xmlns:a16="http://schemas.microsoft.com/office/drawing/2014/main" id="{FB40D1BD-5993-2C42-AB89-36C312ABA11E}"/>
              </a:ext>
            </a:extLst>
          </p:cNvPr>
          <p:cNvSpPr/>
          <p:nvPr/>
        </p:nvSpPr>
        <p:spPr>
          <a:xfrm>
            <a:off x="863405" y="1978971"/>
            <a:ext cx="2108536" cy="883404"/>
          </a:xfrm>
          <a:prstGeom prst="roundRect">
            <a:avLst/>
          </a:prstGeom>
          <a:solidFill>
            <a:schemeClr val="accent5">
              <a:lumMod val="60000"/>
              <a:lumOff val="40000"/>
            </a:schemeClr>
          </a:solidFill>
          <a:ln>
            <a:solidFill>
              <a:schemeClr val="accent5">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2"/>
                </a:solidFill>
              </a:rPr>
              <a:t>Skilled Technical Worker definition (Rothwell)</a:t>
            </a:r>
          </a:p>
        </p:txBody>
      </p:sp>
      <p:cxnSp>
        <p:nvCxnSpPr>
          <p:cNvPr id="12" name="Straight Arrow Connector 11">
            <a:extLst>
              <a:ext uri="{FF2B5EF4-FFF2-40B4-BE49-F238E27FC236}">
                <a16:creationId xmlns:a16="http://schemas.microsoft.com/office/drawing/2014/main" id="{E8B5E5C0-F2D0-4F79-B8FB-2AFF574EA391}"/>
              </a:ext>
            </a:extLst>
          </p:cNvPr>
          <p:cNvCxnSpPr/>
          <p:nvPr/>
        </p:nvCxnSpPr>
        <p:spPr>
          <a:xfrm flipH="1">
            <a:off x="3704769" y="2935513"/>
            <a:ext cx="1553032" cy="1431470"/>
          </a:xfrm>
          <a:prstGeom prst="straightConnector1">
            <a:avLst/>
          </a:prstGeom>
          <a:ln w="28575">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B731379-65D3-43BA-86AE-81AE7D53BC53}"/>
              </a:ext>
            </a:extLst>
          </p:cNvPr>
          <p:cNvCxnSpPr/>
          <p:nvPr/>
        </p:nvCxnSpPr>
        <p:spPr>
          <a:xfrm flipV="1">
            <a:off x="3922030" y="3094716"/>
            <a:ext cx="1513117" cy="1416957"/>
          </a:xfrm>
          <a:prstGeom prst="straightConnector1">
            <a:avLst/>
          </a:prstGeom>
          <a:ln w="28575">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B79A6A9-1E97-4C81-953B-90D2B827650F}"/>
              </a:ext>
            </a:extLst>
          </p:cNvPr>
          <p:cNvSpPr/>
          <p:nvPr/>
        </p:nvSpPr>
        <p:spPr>
          <a:xfrm rot="19020000">
            <a:off x="3901965" y="3430590"/>
            <a:ext cx="1440544" cy="451757"/>
          </a:xfrm>
          <a:prstGeom prst="rect">
            <a:avLst/>
          </a:prstGeom>
          <a:solidFill>
            <a:schemeClr val="bg1">
              <a:lumMod val="95000"/>
            </a:schemeClr>
          </a:solidFill>
          <a:ln>
            <a:solidFill>
              <a:schemeClr val="accent5">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solidFill>
                  <a:schemeClr val="tx2"/>
                </a:solidFill>
                <a:cs typeface="Calibri"/>
              </a:rPr>
              <a:t>BGT skills classifications</a:t>
            </a:r>
            <a:endParaRPr lang="en-US" sz="1600" dirty="0">
              <a:solidFill>
                <a:schemeClr val="tx2"/>
              </a:solidFill>
            </a:endParaRPr>
          </a:p>
        </p:txBody>
      </p:sp>
      <p:cxnSp>
        <p:nvCxnSpPr>
          <p:cNvPr id="15" name="Straight Arrow Connector 14">
            <a:extLst>
              <a:ext uri="{FF2B5EF4-FFF2-40B4-BE49-F238E27FC236}">
                <a16:creationId xmlns:a16="http://schemas.microsoft.com/office/drawing/2014/main" id="{33504B20-8C66-423E-9635-72423155F434}"/>
              </a:ext>
            </a:extLst>
          </p:cNvPr>
          <p:cNvCxnSpPr>
            <a:cxnSpLocks/>
          </p:cNvCxnSpPr>
          <p:nvPr/>
        </p:nvCxnSpPr>
        <p:spPr>
          <a:xfrm>
            <a:off x="3100160" y="2386451"/>
            <a:ext cx="2193472" cy="16329"/>
          </a:xfrm>
          <a:prstGeom prst="straightConnector1">
            <a:avLst/>
          </a:prstGeom>
          <a:ln w="28575">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FE9E8CF-E8D8-404C-AD0F-CB6A8B4B21A3}"/>
              </a:ext>
            </a:extLst>
          </p:cNvPr>
          <p:cNvSpPr/>
          <p:nvPr/>
        </p:nvSpPr>
        <p:spPr>
          <a:xfrm>
            <a:off x="3328391" y="2163917"/>
            <a:ext cx="1440544" cy="451757"/>
          </a:xfrm>
          <a:prstGeom prst="rect">
            <a:avLst/>
          </a:prstGeom>
          <a:solidFill>
            <a:schemeClr val="bg1">
              <a:lumMod val="95000"/>
            </a:schemeClr>
          </a:solidFill>
          <a:ln>
            <a:solidFill>
              <a:schemeClr val="accent5">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solidFill>
                  <a:schemeClr val="tx2"/>
                </a:solidFill>
                <a:cs typeface="Calibri"/>
              </a:rPr>
              <a:t>O*NET codes</a:t>
            </a:r>
            <a:endParaRPr lang="en-US" sz="1600" dirty="0">
              <a:solidFill>
                <a:schemeClr val="tx2"/>
              </a:solidFill>
            </a:endParaRPr>
          </a:p>
        </p:txBody>
      </p:sp>
      <p:sp>
        <p:nvSpPr>
          <p:cNvPr id="17" name="Content Placeholder 2">
            <a:extLst>
              <a:ext uri="{FF2B5EF4-FFF2-40B4-BE49-F238E27FC236}">
                <a16:creationId xmlns:a16="http://schemas.microsoft.com/office/drawing/2014/main" id="{0019939C-A2A6-4963-823D-219E76190B6B}"/>
              </a:ext>
            </a:extLst>
          </p:cNvPr>
          <p:cNvSpPr txBox="1">
            <a:spLocks/>
          </p:cNvSpPr>
          <p:nvPr/>
        </p:nvSpPr>
        <p:spPr>
          <a:xfrm rot="180000">
            <a:off x="1569421" y="3235976"/>
            <a:ext cx="2643562" cy="733138"/>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ITC Franklin Gothic Std Book" panose="020B0504030503020204"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ITC Franklin Gothic Std Book" panose="020B0504030503020204"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ITC Franklin Gothic Std Book" panose="020B0504030503020204"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a:solidFill>
                  <a:schemeClr val="tx2"/>
                </a:solidFill>
                <a:latin typeface="ITC Franklin Gothic Std Book"/>
              </a:rPr>
              <a:t>What skills are missing from the workforce?</a:t>
            </a:r>
            <a:endParaRPr lang="en-US" sz="1600" dirty="0">
              <a:solidFill>
                <a:schemeClr val="tx2"/>
              </a:solidFill>
            </a:endParaRPr>
          </a:p>
        </p:txBody>
      </p:sp>
      <p:sp>
        <p:nvSpPr>
          <p:cNvPr id="18" name="TextBox 17">
            <a:extLst>
              <a:ext uri="{FF2B5EF4-FFF2-40B4-BE49-F238E27FC236}">
                <a16:creationId xmlns:a16="http://schemas.microsoft.com/office/drawing/2014/main" id="{14B1797D-9F1D-47F0-A09C-6CC441CFB65E}"/>
              </a:ext>
            </a:extLst>
          </p:cNvPr>
          <p:cNvSpPr txBox="1"/>
          <p:nvPr/>
        </p:nvSpPr>
        <p:spPr>
          <a:xfrm>
            <a:off x="2727546" y="1261630"/>
            <a:ext cx="26423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solidFill>
                  <a:schemeClr val="tx2"/>
                </a:solidFill>
                <a:latin typeface="ITC Franklin Gothic Std Book"/>
              </a:rPr>
              <a:t>What skills are </a:t>
            </a:r>
            <a:endParaRPr lang="en-US" sz="1600" dirty="0">
              <a:solidFill>
                <a:schemeClr val="tx2"/>
              </a:solidFill>
              <a:latin typeface="ITC Franklin Gothic Std Book"/>
              <a:cs typeface="Calibri"/>
            </a:endParaRPr>
          </a:p>
          <a:p>
            <a:pPr algn="ctr"/>
            <a:r>
              <a:rPr lang="en-US" sz="1600" dirty="0">
                <a:solidFill>
                  <a:schemeClr val="tx2"/>
                </a:solidFill>
                <a:latin typeface="ITC Franklin Gothic Std Book"/>
              </a:rPr>
              <a:t>required for local STW positions?</a:t>
            </a:r>
            <a:endParaRPr lang="en-US" sz="1600" dirty="0">
              <a:solidFill>
                <a:schemeClr val="tx2"/>
              </a:solidFill>
              <a:latin typeface="ITC Franklin Gothic Std Book"/>
              <a:cs typeface="Calibri"/>
            </a:endParaRPr>
          </a:p>
        </p:txBody>
      </p:sp>
      <p:sp>
        <p:nvSpPr>
          <p:cNvPr id="19" name="TextBox 18">
            <a:extLst>
              <a:ext uri="{FF2B5EF4-FFF2-40B4-BE49-F238E27FC236}">
                <a16:creationId xmlns:a16="http://schemas.microsoft.com/office/drawing/2014/main" id="{9D3C3A3E-760F-45DD-8505-5FB30EA63C61}"/>
              </a:ext>
            </a:extLst>
          </p:cNvPr>
          <p:cNvSpPr txBox="1"/>
          <p:nvPr/>
        </p:nvSpPr>
        <p:spPr>
          <a:xfrm>
            <a:off x="5293632" y="4259488"/>
            <a:ext cx="238143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solidFill>
                  <a:schemeClr val="tx2"/>
                </a:solidFill>
                <a:latin typeface="ITC Franklin Gothic Std Book"/>
              </a:rPr>
              <a:t>Are there opportunities to gain missing skills and credentials?</a:t>
            </a:r>
          </a:p>
        </p:txBody>
      </p:sp>
      <p:sp>
        <p:nvSpPr>
          <p:cNvPr id="20" name="TextBox 19">
            <a:extLst>
              <a:ext uri="{FF2B5EF4-FFF2-40B4-BE49-F238E27FC236}">
                <a16:creationId xmlns:a16="http://schemas.microsoft.com/office/drawing/2014/main" id="{C045082D-90AD-46D4-B9DF-70013C8BD3F2}"/>
              </a:ext>
            </a:extLst>
          </p:cNvPr>
          <p:cNvSpPr txBox="1"/>
          <p:nvPr/>
        </p:nvSpPr>
        <p:spPr>
          <a:xfrm rot="21294764">
            <a:off x="8247899" y="2816195"/>
            <a:ext cx="274466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solidFill>
                  <a:schemeClr val="tx2"/>
                </a:solidFill>
                <a:latin typeface="ITC Franklin Gothic Std Book"/>
              </a:rPr>
              <a:t>Do local educational opportunities match the local job market?</a:t>
            </a:r>
            <a:endParaRPr lang="en-US" sz="1600" dirty="0">
              <a:solidFill>
                <a:schemeClr val="tx2"/>
              </a:solidFill>
            </a:endParaRPr>
          </a:p>
        </p:txBody>
      </p:sp>
      <p:cxnSp>
        <p:nvCxnSpPr>
          <p:cNvPr id="23" name="Straight Arrow Connector 22">
            <a:extLst>
              <a:ext uri="{FF2B5EF4-FFF2-40B4-BE49-F238E27FC236}">
                <a16:creationId xmlns:a16="http://schemas.microsoft.com/office/drawing/2014/main" id="{1E4E61D3-F92D-4645-A0C8-16341938AC0D}"/>
              </a:ext>
            </a:extLst>
          </p:cNvPr>
          <p:cNvCxnSpPr>
            <a:cxnSpLocks/>
          </p:cNvCxnSpPr>
          <p:nvPr/>
        </p:nvCxnSpPr>
        <p:spPr>
          <a:xfrm>
            <a:off x="7332887" y="3040287"/>
            <a:ext cx="1513117" cy="1416957"/>
          </a:xfrm>
          <a:prstGeom prst="straightConnector1">
            <a:avLst/>
          </a:prstGeom>
          <a:ln w="28575">
            <a:solidFill>
              <a:schemeClr val="bg1">
                <a:lumMod val="65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0D897F8-0DB4-4539-A9EC-555BBF9D7421}"/>
              </a:ext>
            </a:extLst>
          </p:cNvPr>
          <p:cNvCxnSpPr>
            <a:cxnSpLocks/>
          </p:cNvCxnSpPr>
          <p:nvPr/>
        </p:nvCxnSpPr>
        <p:spPr>
          <a:xfrm flipH="1" flipV="1">
            <a:off x="7514768" y="2844797"/>
            <a:ext cx="1553032" cy="143147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89D0BED-0C1F-4A08-AD18-7A962F5555CB}"/>
              </a:ext>
            </a:extLst>
          </p:cNvPr>
          <p:cNvCxnSpPr>
            <a:cxnSpLocks/>
          </p:cNvCxnSpPr>
          <p:nvPr/>
        </p:nvCxnSpPr>
        <p:spPr>
          <a:xfrm flipV="1">
            <a:off x="5128528" y="3974642"/>
            <a:ext cx="2592616" cy="19956"/>
          </a:xfrm>
          <a:prstGeom prst="straightConnector1">
            <a:avLst/>
          </a:prstGeom>
          <a:ln w="28575">
            <a:solidFill>
              <a:schemeClr val="bg1">
                <a:lumMod val="65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C98D98C0-908A-43F5-A5FB-7E12ECAD65F0}"/>
              </a:ext>
            </a:extLst>
          </p:cNvPr>
          <p:cNvSpPr/>
          <p:nvPr/>
        </p:nvSpPr>
        <p:spPr>
          <a:xfrm>
            <a:off x="6001307" y="3794210"/>
            <a:ext cx="968830" cy="325614"/>
          </a:xfrm>
          <a:prstGeom prst="rect">
            <a:avLst/>
          </a:prstGeom>
          <a:solidFill>
            <a:schemeClr val="bg1">
              <a:lumMod val="9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chemeClr val="tx2"/>
                </a:solidFill>
                <a:cs typeface="Calibri"/>
              </a:rPr>
              <a:t>?</a:t>
            </a:r>
            <a:endParaRPr lang="en-US" b="1" dirty="0">
              <a:solidFill>
                <a:schemeClr val="tx2"/>
              </a:solidFill>
            </a:endParaRPr>
          </a:p>
        </p:txBody>
      </p:sp>
      <p:sp>
        <p:nvSpPr>
          <p:cNvPr id="30" name="Rectangle 29">
            <a:extLst>
              <a:ext uri="{FF2B5EF4-FFF2-40B4-BE49-F238E27FC236}">
                <a16:creationId xmlns:a16="http://schemas.microsoft.com/office/drawing/2014/main" id="{EBF8E64D-7AC2-4BCE-9F9D-586161D1ED7E}"/>
              </a:ext>
            </a:extLst>
          </p:cNvPr>
          <p:cNvSpPr/>
          <p:nvPr/>
        </p:nvSpPr>
        <p:spPr>
          <a:xfrm rot="2640000">
            <a:off x="7657914" y="3391681"/>
            <a:ext cx="977901" cy="451757"/>
          </a:xfrm>
          <a:prstGeom prst="rect">
            <a:avLst/>
          </a:prstGeom>
          <a:solidFill>
            <a:schemeClr val="bg1">
              <a:lumMod val="9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chemeClr val="tx2"/>
                </a:solidFill>
                <a:cs typeface="Calibri"/>
              </a:rPr>
              <a:t>?</a:t>
            </a:r>
          </a:p>
        </p:txBody>
      </p:sp>
    </p:spTree>
    <p:extLst>
      <p:ext uri="{BB962C8B-B14F-4D97-AF65-F5344CB8AC3E}">
        <p14:creationId xmlns:p14="http://schemas.microsoft.com/office/powerpoint/2010/main" val="274371335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animBg="1"/>
      <p:bldP spid="14" grpId="0" animBg="1"/>
      <p:bldP spid="16" grpId="0" animBg="1"/>
      <p:bldP spid="17" grpId="0"/>
      <p:bldP spid="18" grpId="0"/>
      <p:bldP spid="19" grpId="0"/>
      <p:bldP spid="20" grpId="0"/>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DA79D9-612A-9C4F-A726-822967A8ECA8}"/>
              </a:ext>
            </a:extLst>
          </p:cNvPr>
          <p:cNvSpPr>
            <a:spLocks noGrp="1"/>
          </p:cNvSpPr>
          <p:nvPr>
            <p:ph idx="1"/>
          </p:nvPr>
        </p:nvSpPr>
        <p:spPr>
          <a:xfrm>
            <a:off x="598027" y="1333655"/>
            <a:ext cx="10972800" cy="4040011"/>
          </a:xfrm>
        </p:spPr>
        <p:txBody>
          <a:bodyPr anchor="t"/>
          <a:lstStyle/>
          <a:p>
            <a:pPr marL="0" indent="0">
              <a:buNone/>
            </a:pPr>
            <a:r>
              <a:rPr lang="en-US" sz="2800" dirty="0">
                <a:solidFill>
                  <a:schemeClr val="tx2"/>
                </a:solidFill>
                <a:latin typeface="ITC Franklin Gothic Std Book"/>
              </a:rPr>
              <a:t>Burning Glass Technologies* (BGT) delivers job market analytics that empowers employers, workers, and educators to make labor market data-driven decisions.</a:t>
            </a:r>
            <a:r>
              <a:rPr lang="en-US" sz="2800" baseline="30000" dirty="0">
                <a:solidFill>
                  <a:schemeClr val="tx2"/>
                </a:solidFill>
                <a:latin typeface="ITC Franklin Gothic Std Book"/>
              </a:rPr>
              <a:t>1</a:t>
            </a:r>
            <a:endParaRPr lang="en-US" sz="2800" dirty="0">
              <a:solidFill>
                <a:schemeClr val="tx2"/>
              </a:solidFill>
              <a:latin typeface="ITC Franklin Gothic Std Book"/>
            </a:endParaRPr>
          </a:p>
          <a:p>
            <a:pPr marL="0" indent="0">
              <a:buNone/>
            </a:pPr>
            <a:endParaRPr lang="en-US" sz="1000" dirty="0">
              <a:solidFill>
                <a:schemeClr val="tx2"/>
              </a:solidFill>
              <a:latin typeface="ITC Franklin Gothic Std Book"/>
            </a:endParaRPr>
          </a:p>
          <a:p>
            <a:pPr marL="0" indent="0">
              <a:buNone/>
            </a:pPr>
            <a:r>
              <a:rPr lang="en-US" sz="2800" dirty="0">
                <a:solidFill>
                  <a:schemeClr val="tx2"/>
                </a:solidFill>
                <a:latin typeface="ITC Franklin Gothic Std Book"/>
              </a:rPr>
              <a:t>BGT collects job postings from close to 50,000 online job boards, newspapers, and employer sites on a daily basis. </a:t>
            </a:r>
            <a:r>
              <a:rPr lang="en-US" sz="2800" dirty="0">
                <a:solidFill>
                  <a:schemeClr val="tx2"/>
                </a:solidFill>
              </a:rPr>
              <a:t>Artificial intelligence is used to de-duplicate job advertisements and extract more than 70 variables per advertisement to create the repository of jobs data. Data has been extracted since 2007 with the exception of 2008 and 2009. </a:t>
            </a:r>
          </a:p>
        </p:txBody>
      </p:sp>
      <p:sp>
        <p:nvSpPr>
          <p:cNvPr id="4" name="Slide Number Placeholder 3">
            <a:extLst>
              <a:ext uri="{FF2B5EF4-FFF2-40B4-BE49-F238E27FC236}">
                <a16:creationId xmlns:a16="http://schemas.microsoft.com/office/drawing/2014/main" id="{83DD919F-45D3-1446-975A-AA1B0E4786D9}"/>
              </a:ext>
            </a:extLst>
          </p:cNvPr>
          <p:cNvSpPr>
            <a:spLocks noGrp="1"/>
          </p:cNvSpPr>
          <p:nvPr>
            <p:ph type="sldNum" sz="quarter" idx="4"/>
          </p:nvPr>
        </p:nvSpPr>
        <p:spPr/>
        <p:txBody>
          <a:bodyPr/>
          <a:lstStyle/>
          <a:p>
            <a:fld id="{0F418C06-167A-E646-9EF6-18275B625F6B}" type="slidenum">
              <a:rPr lang="en-US" smtClean="0"/>
              <a:pPr/>
              <a:t>5</a:t>
            </a:fld>
            <a:endParaRPr lang="en-US"/>
          </a:p>
        </p:txBody>
      </p:sp>
      <p:sp>
        <p:nvSpPr>
          <p:cNvPr id="5" name="TextBox 4">
            <a:extLst>
              <a:ext uri="{FF2B5EF4-FFF2-40B4-BE49-F238E27FC236}">
                <a16:creationId xmlns:a16="http://schemas.microsoft.com/office/drawing/2014/main" id="{19549DCC-CE39-41D8-A223-981B746D332F}"/>
              </a:ext>
            </a:extLst>
          </p:cNvPr>
          <p:cNvSpPr txBox="1"/>
          <p:nvPr/>
        </p:nvSpPr>
        <p:spPr>
          <a:xfrm>
            <a:off x="598027" y="5499293"/>
            <a:ext cx="3999878"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n-US" baseline="30000" dirty="0">
                <a:solidFill>
                  <a:schemeClr val="tx2"/>
                </a:solidFill>
                <a:latin typeface="ITC Franklin Gothic Std Book"/>
              </a:rPr>
              <a:t>* </a:t>
            </a:r>
            <a:r>
              <a:rPr lang="en-US" dirty="0">
                <a:ea typeface="+mn-lt"/>
                <a:cs typeface="+mn-lt"/>
                <a:hlinkClick r:id="rId2"/>
              </a:rPr>
              <a:t>https://www.burning-glass.com/about/</a:t>
            </a:r>
            <a:endParaRPr lang="en-US" dirty="0">
              <a:ea typeface="+mn-lt"/>
              <a:cs typeface="+mn-lt"/>
            </a:endParaRPr>
          </a:p>
        </p:txBody>
      </p:sp>
      <p:pic>
        <p:nvPicPr>
          <p:cNvPr id="6" name="Picture 6" descr="A close up of a logo&#10;&#10;Description generated with very high confidence">
            <a:extLst>
              <a:ext uri="{FF2B5EF4-FFF2-40B4-BE49-F238E27FC236}">
                <a16:creationId xmlns:a16="http://schemas.microsoft.com/office/drawing/2014/main" id="{A8AB8DB8-E71E-43FC-9B84-156F5F0B06B7}"/>
              </a:ext>
            </a:extLst>
          </p:cNvPr>
          <p:cNvPicPr>
            <a:picLocks noChangeAspect="1"/>
          </p:cNvPicPr>
          <p:nvPr/>
        </p:nvPicPr>
        <p:blipFill>
          <a:blip r:embed="rId3"/>
          <a:stretch>
            <a:fillRect/>
          </a:stretch>
        </p:blipFill>
        <p:spPr>
          <a:xfrm>
            <a:off x="3777732" y="247065"/>
            <a:ext cx="4414290" cy="1023079"/>
          </a:xfrm>
          <a:prstGeom prst="rect">
            <a:avLst/>
          </a:prstGeom>
        </p:spPr>
      </p:pic>
    </p:spTree>
    <p:extLst>
      <p:ext uri="{BB962C8B-B14F-4D97-AF65-F5344CB8AC3E}">
        <p14:creationId xmlns:p14="http://schemas.microsoft.com/office/powerpoint/2010/main" val="77570084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BE9B5B-C6F2-4065-BD7B-8CCAA4913B46}"/>
              </a:ext>
            </a:extLst>
          </p:cNvPr>
          <p:cNvSpPr>
            <a:spLocks noGrp="1"/>
          </p:cNvSpPr>
          <p:nvPr>
            <p:ph type="body" sz="quarter" idx="13"/>
          </p:nvPr>
        </p:nvSpPr>
        <p:spPr>
          <a:xfrm>
            <a:off x="0" y="158630"/>
            <a:ext cx="12192000" cy="693139"/>
          </a:xfrm>
        </p:spPr>
        <p:txBody>
          <a:bodyPr vert="horz" anchor="t"/>
          <a:lstStyle/>
          <a:p>
            <a:r>
              <a:rPr lang="en-US" sz="4400" b="1" dirty="0"/>
              <a:t>Job Ad Data Description</a:t>
            </a:r>
          </a:p>
        </p:txBody>
      </p:sp>
      <p:sp>
        <p:nvSpPr>
          <p:cNvPr id="3" name="Text Placeholder 2">
            <a:extLst>
              <a:ext uri="{FF2B5EF4-FFF2-40B4-BE49-F238E27FC236}">
                <a16:creationId xmlns:a16="http://schemas.microsoft.com/office/drawing/2014/main" id="{AAC33069-C862-4569-B33D-8B00C548B6E0}"/>
              </a:ext>
            </a:extLst>
          </p:cNvPr>
          <p:cNvSpPr>
            <a:spLocks noGrp="1"/>
          </p:cNvSpPr>
          <p:nvPr>
            <p:ph type="body" sz="quarter" idx="14"/>
          </p:nvPr>
        </p:nvSpPr>
        <p:spPr>
          <a:xfrm>
            <a:off x="529071" y="1027931"/>
            <a:ext cx="5419628" cy="2995247"/>
          </a:xfrm>
        </p:spPr>
        <p:txBody>
          <a:bodyPr vert="horz" anchor="t"/>
          <a:lstStyle/>
          <a:p>
            <a:pPr algn="ctr"/>
            <a:r>
              <a:rPr lang="en-US" sz="2800" b="1" dirty="0">
                <a:solidFill>
                  <a:schemeClr val="tx2"/>
                </a:solidFill>
              </a:rPr>
              <a:t>Job-ad Data</a:t>
            </a:r>
          </a:p>
          <a:p>
            <a:endParaRPr lang="en-US" sz="1000" dirty="0">
              <a:solidFill>
                <a:schemeClr val="tx2"/>
              </a:solidFill>
            </a:endParaRPr>
          </a:p>
          <a:p>
            <a:pPr marL="285750" indent="-285750">
              <a:buFont typeface="Arial"/>
              <a:buChar char="•"/>
            </a:pPr>
            <a:r>
              <a:rPr lang="en-US" sz="2800" dirty="0">
                <a:solidFill>
                  <a:schemeClr val="tx2"/>
                </a:solidFill>
                <a:latin typeface="ITC Franklin Gothic Std Book Condensed"/>
                <a:cs typeface="Calibri"/>
              </a:rPr>
              <a:t>5 data files: main, skills, major, </a:t>
            </a:r>
            <a:r>
              <a:rPr lang="en-US" sz="2800" dirty="0">
                <a:solidFill>
                  <a:schemeClr val="tx2"/>
                </a:solidFill>
              </a:rPr>
              <a:t>classification of instructional program codes, &amp; certifications </a:t>
            </a:r>
          </a:p>
          <a:p>
            <a:pPr marL="285750" indent="-285750">
              <a:buFont typeface="Arial"/>
              <a:buChar char="•"/>
            </a:pPr>
            <a:r>
              <a:rPr lang="en-US" sz="2800" dirty="0">
                <a:solidFill>
                  <a:schemeClr val="tx2"/>
                </a:solidFill>
              </a:rPr>
              <a:t>699,754 unique job postings in Virginia in 2017 </a:t>
            </a:r>
          </a:p>
          <a:p>
            <a:pPr marL="285750" indent="-285750">
              <a:buFont typeface="Arial"/>
              <a:buChar char="•"/>
            </a:pPr>
            <a:endParaRPr lang="en-US" sz="2800" dirty="0">
              <a:solidFill>
                <a:srgbClr val="595959"/>
              </a:solidFill>
            </a:endParaRPr>
          </a:p>
          <a:p>
            <a:pPr marL="285750" indent="-285750">
              <a:buFont typeface="Arial"/>
              <a:buChar char="•"/>
            </a:pPr>
            <a:endParaRPr lang="en-US" sz="2800" dirty="0"/>
          </a:p>
          <a:p>
            <a:pPr marL="285750" indent="-285750">
              <a:buFont typeface="Arial"/>
              <a:buChar char="•"/>
            </a:pPr>
            <a:endParaRPr lang="en-US" sz="2800" dirty="0">
              <a:solidFill>
                <a:srgbClr val="595959"/>
              </a:solidFill>
              <a:latin typeface="ITC Franklin Gothic Std Book Condensed"/>
              <a:cs typeface="Calibri"/>
            </a:endParaRPr>
          </a:p>
          <a:p>
            <a:pPr marL="285750" indent="-285750">
              <a:buFont typeface="Arial"/>
              <a:buChar char="•"/>
            </a:pPr>
            <a:endParaRPr lang="en-US" sz="2800" dirty="0">
              <a:solidFill>
                <a:srgbClr val="595959"/>
              </a:solidFill>
              <a:latin typeface="ITC Franklin Gothic Std Book Condensed"/>
              <a:cs typeface="Calibri"/>
            </a:endParaRPr>
          </a:p>
        </p:txBody>
      </p:sp>
      <p:sp>
        <p:nvSpPr>
          <p:cNvPr id="4" name="Text Placeholder 3">
            <a:extLst>
              <a:ext uri="{FF2B5EF4-FFF2-40B4-BE49-F238E27FC236}">
                <a16:creationId xmlns:a16="http://schemas.microsoft.com/office/drawing/2014/main" id="{B6EA61EF-7786-484F-8661-EE882D5FE037}"/>
              </a:ext>
            </a:extLst>
          </p:cNvPr>
          <p:cNvSpPr>
            <a:spLocks noGrp="1"/>
          </p:cNvSpPr>
          <p:nvPr>
            <p:ph type="body" sz="quarter" idx="15"/>
          </p:nvPr>
        </p:nvSpPr>
        <p:spPr>
          <a:xfrm>
            <a:off x="6096000" y="1027931"/>
            <a:ext cx="5264149" cy="508150"/>
          </a:xfrm>
        </p:spPr>
        <p:txBody>
          <a:bodyPr vert="horz" anchor="t"/>
          <a:lstStyle/>
          <a:p>
            <a:pPr algn="ctr"/>
            <a:r>
              <a:rPr lang="en-US" sz="2800" b="1" dirty="0">
                <a:solidFill>
                  <a:schemeClr val="tx2"/>
                </a:solidFill>
              </a:rPr>
              <a:t>Example of Data Profiling for Completeness</a:t>
            </a:r>
          </a:p>
        </p:txBody>
      </p:sp>
      <p:sp>
        <p:nvSpPr>
          <p:cNvPr id="5" name="Slide Number Placeholder 4">
            <a:extLst>
              <a:ext uri="{FF2B5EF4-FFF2-40B4-BE49-F238E27FC236}">
                <a16:creationId xmlns:a16="http://schemas.microsoft.com/office/drawing/2014/main" id="{145D302B-D8B9-4E72-B498-EC3A3E174281}"/>
              </a:ext>
            </a:extLst>
          </p:cNvPr>
          <p:cNvSpPr>
            <a:spLocks noGrp="1"/>
          </p:cNvSpPr>
          <p:nvPr>
            <p:ph type="sldNum" sz="quarter" idx="4"/>
          </p:nvPr>
        </p:nvSpPr>
        <p:spPr/>
        <p:txBody>
          <a:bodyPr/>
          <a:lstStyle/>
          <a:p>
            <a:fld id="{0F418C06-167A-E646-9EF6-18275B625F6B}" type="slidenum">
              <a:rPr lang="en-US" smtClean="0"/>
              <a:pPr/>
              <a:t>6</a:t>
            </a:fld>
            <a:endParaRPr lang="en-US"/>
          </a:p>
        </p:txBody>
      </p:sp>
      <p:pic>
        <p:nvPicPr>
          <p:cNvPr id="6" name="Picture 6" descr="A screenshot of a cell phone&#10;&#10;Description generated with very high confidence">
            <a:extLst>
              <a:ext uri="{FF2B5EF4-FFF2-40B4-BE49-F238E27FC236}">
                <a16:creationId xmlns:a16="http://schemas.microsoft.com/office/drawing/2014/main" id="{ACF3B36B-7C9C-4C46-8A47-08E600FC9FD2}"/>
              </a:ext>
            </a:extLst>
          </p:cNvPr>
          <p:cNvPicPr>
            <a:picLocks noChangeAspect="1"/>
          </p:cNvPicPr>
          <p:nvPr/>
        </p:nvPicPr>
        <p:blipFill rotWithShape="1">
          <a:blip r:embed="rId2"/>
          <a:srcRect l="3484"/>
          <a:stretch/>
        </p:blipFill>
        <p:spPr>
          <a:xfrm>
            <a:off x="6122225" y="2063323"/>
            <a:ext cx="6046206" cy="4475365"/>
          </a:xfrm>
          <a:prstGeom prst="rect">
            <a:avLst/>
          </a:prstGeom>
          <a:ln w="12700">
            <a:solidFill>
              <a:schemeClr val="tx2"/>
            </a:solidFill>
          </a:ln>
        </p:spPr>
      </p:pic>
      <p:pic>
        <p:nvPicPr>
          <p:cNvPr id="7" name="Picture 6" descr="A screenshot of a cell phone&#10;&#10;Description generated with high confidence">
            <a:extLst>
              <a:ext uri="{FF2B5EF4-FFF2-40B4-BE49-F238E27FC236}">
                <a16:creationId xmlns:a16="http://schemas.microsoft.com/office/drawing/2014/main" id="{6EE95547-8647-EF4E-9FD6-5D6CC0C69CF0}"/>
              </a:ext>
            </a:extLst>
          </p:cNvPr>
          <p:cNvPicPr>
            <a:picLocks noChangeAspect="1"/>
          </p:cNvPicPr>
          <p:nvPr/>
        </p:nvPicPr>
        <p:blipFill rotWithShape="1">
          <a:blip r:embed="rId3"/>
          <a:srcRect l="7977" r="8109" b="10566"/>
          <a:stretch/>
        </p:blipFill>
        <p:spPr>
          <a:xfrm>
            <a:off x="673604" y="4376438"/>
            <a:ext cx="1828800" cy="973468"/>
          </a:xfrm>
          <a:prstGeom prst="rect">
            <a:avLst/>
          </a:prstGeom>
          <a:ln w="12700">
            <a:solidFill>
              <a:schemeClr val="tx2"/>
            </a:solidFill>
          </a:ln>
        </p:spPr>
      </p:pic>
      <p:sp>
        <p:nvSpPr>
          <p:cNvPr id="8" name="TextBox 7">
            <a:extLst>
              <a:ext uri="{FF2B5EF4-FFF2-40B4-BE49-F238E27FC236}">
                <a16:creationId xmlns:a16="http://schemas.microsoft.com/office/drawing/2014/main" id="{FFC1012B-0103-494E-A3B4-1012C956C60C}"/>
              </a:ext>
            </a:extLst>
          </p:cNvPr>
          <p:cNvSpPr txBox="1"/>
          <p:nvPr/>
        </p:nvSpPr>
        <p:spPr>
          <a:xfrm>
            <a:off x="2605414" y="4380410"/>
            <a:ext cx="3147128" cy="1938992"/>
          </a:xfrm>
          <a:prstGeom prst="rect">
            <a:avLst/>
          </a:prstGeom>
          <a:noFill/>
        </p:spPr>
        <p:txBody>
          <a:bodyPr wrap="square" rtlCol="0">
            <a:spAutoFit/>
          </a:bodyPr>
          <a:lstStyle/>
          <a:p>
            <a:r>
              <a:rPr lang="en-US" sz="2400" dirty="0">
                <a:solidFill>
                  <a:schemeClr val="tx2"/>
                </a:solidFill>
              </a:rPr>
              <a:t>99,997 unique postings for  Richmond MSA</a:t>
            </a:r>
          </a:p>
          <a:p>
            <a:pPr marL="285750" indent="-285750">
              <a:buFont typeface="Arial"/>
              <a:buChar char="•"/>
            </a:pPr>
            <a:endParaRPr lang="en-US" sz="2400" dirty="0">
              <a:solidFill>
                <a:schemeClr val="tx2"/>
              </a:solidFill>
            </a:endParaRPr>
          </a:p>
          <a:p>
            <a:r>
              <a:rPr lang="en-US" sz="2400" dirty="0">
                <a:solidFill>
                  <a:schemeClr val="tx2"/>
                </a:solidFill>
              </a:rPr>
              <a:t>11,232 unique postings for Blacksburg MSA</a:t>
            </a:r>
          </a:p>
        </p:txBody>
      </p:sp>
      <p:pic>
        <p:nvPicPr>
          <p:cNvPr id="10" name="Picture 14" descr="A photo of a person&#10;&#10;Description generated with high confidence">
            <a:extLst>
              <a:ext uri="{FF2B5EF4-FFF2-40B4-BE49-F238E27FC236}">
                <a16:creationId xmlns:a16="http://schemas.microsoft.com/office/drawing/2014/main" id="{428E8ADC-D2CC-BA4C-813A-7786857A5F47}"/>
              </a:ext>
            </a:extLst>
          </p:cNvPr>
          <p:cNvPicPr>
            <a:picLocks noChangeAspect="1"/>
          </p:cNvPicPr>
          <p:nvPr/>
        </p:nvPicPr>
        <p:blipFill rotWithShape="1">
          <a:blip r:embed="rId4"/>
          <a:srcRect l="12313" t="6986" r="9693" b="20651"/>
          <a:stretch/>
        </p:blipFill>
        <p:spPr>
          <a:xfrm>
            <a:off x="657852" y="5495668"/>
            <a:ext cx="1844552" cy="973468"/>
          </a:xfrm>
          <a:prstGeom prst="rect">
            <a:avLst/>
          </a:prstGeom>
          <a:ln w="12700">
            <a:solidFill>
              <a:schemeClr val="tx2"/>
            </a:solidFill>
          </a:ln>
        </p:spPr>
      </p:pic>
    </p:spTree>
    <p:extLst>
      <p:ext uri="{BB962C8B-B14F-4D97-AF65-F5344CB8AC3E}">
        <p14:creationId xmlns:p14="http://schemas.microsoft.com/office/powerpoint/2010/main" val="55415098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7A5824-18AF-4C57-BDC2-8D5519CE70E4}"/>
              </a:ext>
            </a:extLst>
          </p:cNvPr>
          <p:cNvSpPr>
            <a:spLocks noGrp="1"/>
          </p:cNvSpPr>
          <p:nvPr>
            <p:ph type="body" sz="quarter" idx="13"/>
          </p:nvPr>
        </p:nvSpPr>
        <p:spPr>
          <a:xfrm>
            <a:off x="0" y="230280"/>
            <a:ext cx="12192000" cy="746750"/>
          </a:xfrm>
        </p:spPr>
        <p:txBody>
          <a:bodyPr vert="horz" anchor="t"/>
          <a:lstStyle/>
          <a:p>
            <a:r>
              <a:rPr lang="en-US" sz="4400" b="1" dirty="0"/>
              <a:t>Resume Data Description</a:t>
            </a:r>
          </a:p>
        </p:txBody>
      </p:sp>
      <p:sp>
        <p:nvSpPr>
          <p:cNvPr id="3" name="Text Placeholder 2">
            <a:extLst>
              <a:ext uri="{FF2B5EF4-FFF2-40B4-BE49-F238E27FC236}">
                <a16:creationId xmlns:a16="http://schemas.microsoft.com/office/drawing/2014/main" id="{630CFA79-3C5F-4792-8A20-2F34A9E094E0}"/>
              </a:ext>
            </a:extLst>
          </p:cNvPr>
          <p:cNvSpPr>
            <a:spLocks noGrp="1"/>
          </p:cNvSpPr>
          <p:nvPr>
            <p:ph type="body" sz="quarter" idx="14"/>
          </p:nvPr>
        </p:nvSpPr>
        <p:spPr>
          <a:xfrm>
            <a:off x="676371" y="1192881"/>
            <a:ext cx="10928230" cy="2364511"/>
          </a:xfrm>
        </p:spPr>
        <p:txBody>
          <a:bodyPr vert="horz" anchor="t"/>
          <a:lstStyle/>
          <a:p>
            <a:r>
              <a:rPr lang="en-US" sz="2800" dirty="0">
                <a:solidFill>
                  <a:schemeClr val="tx2"/>
                </a:solidFill>
              </a:rPr>
              <a:t>We have been unable to locate any research publications (other than those authored by BGT) that have used or validated the resume data. The resume dataset is a BGT proprietary dataset, sourced from Burning Glass partners. This dataset includes information about an individual’s demographics, career path, education, certifications, skills, and employers.</a:t>
            </a:r>
          </a:p>
        </p:txBody>
      </p:sp>
      <p:sp>
        <p:nvSpPr>
          <p:cNvPr id="5" name="Slide Number Placeholder 4">
            <a:extLst>
              <a:ext uri="{FF2B5EF4-FFF2-40B4-BE49-F238E27FC236}">
                <a16:creationId xmlns:a16="http://schemas.microsoft.com/office/drawing/2014/main" id="{97830676-8B68-415E-89C6-DC1B51EBC88A}"/>
              </a:ext>
            </a:extLst>
          </p:cNvPr>
          <p:cNvSpPr>
            <a:spLocks noGrp="1"/>
          </p:cNvSpPr>
          <p:nvPr>
            <p:ph type="sldNum" sz="quarter" idx="4"/>
          </p:nvPr>
        </p:nvSpPr>
        <p:spPr/>
        <p:txBody>
          <a:bodyPr/>
          <a:lstStyle/>
          <a:p>
            <a:fld id="{0F418C06-167A-E646-9EF6-18275B625F6B}" type="slidenum">
              <a:rPr lang="en-US" smtClean="0"/>
              <a:pPr/>
              <a:t>7</a:t>
            </a:fld>
            <a:endParaRPr lang="en-US"/>
          </a:p>
        </p:txBody>
      </p:sp>
      <p:pic>
        <p:nvPicPr>
          <p:cNvPr id="6" name="Picture 6" descr="A screenshot of a cell phone&#10;&#10;Description generated with very high confidence">
            <a:extLst>
              <a:ext uri="{FF2B5EF4-FFF2-40B4-BE49-F238E27FC236}">
                <a16:creationId xmlns:a16="http://schemas.microsoft.com/office/drawing/2014/main" id="{B9733823-FC4C-45F1-B38F-C86BEE951628}"/>
              </a:ext>
            </a:extLst>
          </p:cNvPr>
          <p:cNvPicPr>
            <a:picLocks noChangeAspect="1"/>
          </p:cNvPicPr>
          <p:nvPr/>
        </p:nvPicPr>
        <p:blipFill>
          <a:blip r:embed="rId2"/>
          <a:stretch>
            <a:fillRect/>
          </a:stretch>
        </p:blipFill>
        <p:spPr>
          <a:xfrm>
            <a:off x="654086" y="3879894"/>
            <a:ext cx="5486400" cy="1976330"/>
          </a:xfrm>
          <a:prstGeom prst="rect">
            <a:avLst/>
          </a:prstGeom>
          <a:ln w="12700">
            <a:solidFill>
              <a:schemeClr val="tx2"/>
            </a:solidFill>
          </a:ln>
        </p:spPr>
      </p:pic>
      <p:sp>
        <p:nvSpPr>
          <p:cNvPr id="8" name="TextBox 7">
            <a:extLst>
              <a:ext uri="{FF2B5EF4-FFF2-40B4-BE49-F238E27FC236}">
                <a16:creationId xmlns:a16="http://schemas.microsoft.com/office/drawing/2014/main" id="{B0971D5C-4DC6-B843-9A86-1291754BC688}"/>
              </a:ext>
            </a:extLst>
          </p:cNvPr>
          <p:cNvSpPr txBox="1"/>
          <p:nvPr/>
        </p:nvSpPr>
        <p:spPr>
          <a:xfrm>
            <a:off x="6275540" y="3744674"/>
            <a:ext cx="5329061" cy="2246769"/>
          </a:xfrm>
          <a:prstGeom prst="rect">
            <a:avLst/>
          </a:prstGeom>
          <a:noFill/>
        </p:spPr>
        <p:txBody>
          <a:bodyPr wrap="square" rtlCol="0">
            <a:spAutoFit/>
          </a:bodyPr>
          <a:lstStyle/>
          <a:p>
            <a:r>
              <a:rPr lang="en-US" sz="2800" dirty="0">
                <a:solidFill>
                  <a:schemeClr val="tx2"/>
                </a:solidFill>
              </a:rPr>
              <a:t>Unlike the job-ad data, the resume data contains over 2,200 files, with no clear naming conventions that would provide us with clues on how to link them. </a:t>
            </a:r>
            <a:endParaRPr lang="en-US" sz="2800" dirty="0">
              <a:solidFill>
                <a:srgbClr val="233E50"/>
              </a:solidFill>
              <a:latin typeface="ITC Franklin Gothic Std Book" panose="020B0504030503020204" pitchFamily="34" charset="0"/>
            </a:endParaRPr>
          </a:p>
        </p:txBody>
      </p:sp>
    </p:spTree>
    <p:extLst>
      <p:ext uri="{BB962C8B-B14F-4D97-AF65-F5344CB8AC3E}">
        <p14:creationId xmlns:p14="http://schemas.microsoft.com/office/powerpoint/2010/main" val="215034225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B13C-61E4-684C-817C-A9F454E5A88F}"/>
              </a:ext>
            </a:extLst>
          </p:cNvPr>
          <p:cNvSpPr>
            <a:spLocks noGrp="1"/>
          </p:cNvSpPr>
          <p:nvPr>
            <p:ph type="title"/>
          </p:nvPr>
        </p:nvSpPr>
        <p:spPr>
          <a:xfrm>
            <a:off x="598026" y="144400"/>
            <a:ext cx="10972800" cy="1511680"/>
          </a:xfrm>
        </p:spPr>
        <p:txBody>
          <a:bodyPr anchor="t"/>
          <a:lstStyle/>
          <a:p>
            <a:r>
              <a:rPr lang="en-US">
                <a:latin typeface="ITC Franklin Gothic Std Book"/>
              </a:rPr>
              <a:t>Education Data - </a:t>
            </a:r>
            <a:r>
              <a:rPr lang="en-US" b="0">
                <a:latin typeface="ITC Franklin Gothic Std Book"/>
              </a:rPr>
              <a:t>Providers of Traditional Credentials</a:t>
            </a:r>
            <a:endParaRPr lang="en-US" b="0"/>
          </a:p>
        </p:txBody>
      </p:sp>
      <p:sp>
        <p:nvSpPr>
          <p:cNvPr id="4" name="Slide Number Placeholder 3">
            <a:extLst>
              <a:ext uri="{FF2B5EF4-FFF2-40B4-BE49-F238E27FC236}">
                <a16:creationId xmlns:a16="http://schemas.microsoft.com/office/drawing/2014/main" id="{B1BD8D6A-1AE1-7C44-999F-A1599CD1ADFC}"/>
              </a:ext>
            </a:extLst>
          </p:cNvPr>
          <p:cNvSpPr>
            <a:spLocks noGrp="1"/>
          </p:cNvSpPr>
          <p:nvPr>
            <p:ph type="sldNum" sz="quarter" idx="4"/>
          </p:nvPr>
        </p:nvSpPr>
        <p:spPr/>
        <p:txBody>
          <a:bodyPr/>
          <a:lstStyle/>
          <a:p>
            <a:fld id="{0F418C06-167A-E646-9EF6-18275B625F6B}" type="slidenum">
              <a:rPr lang="en-US" smtClean="0"/>
              <a:pPr/>
              <a:t>8</a:t>
            </a:fld>
            <a:endParaRPr lang="en-US"/>
          </a:p>
        </p:txBody>
      </p:sp>
      <p:sp>
        <p:nvSpPr>
          <p:cNvPr id="12" name="TextBox 11">
            <a:extLst>
              <a:ext uri="{FF2B5EF4-FFF2-40B4-BE49-F238E27FC236}">
                <a16:creationId xmlns:a16="http://schemas.microsoft.com/office/drawing/2014/main" id="{1640407D-4376-42F5-B26D-8A68E6794D19}"/>
              </a:ext>
            </a:extLst>
          </p:cNvPr>
          <p:cNvSpPr txBox="1"/>
          <p:nvPr/>
        </p:nvSpPr>
        <p:spPr>
          <a:xfrm>
            <a:off x="934155" y="2117116"/>
            <a:ext cx="10973903"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dirty="0">
                <a:solidFill>
                  <a:schemeClr val="tx2"/>
                </a:solidFill>
                <a:latin typeface="ITC Franklin Gothic Std Book"/>
              </a:rPr>
              <a:t>National Center for Education Statistics (NCES)</a:t>
            </a:r>
            <a:endParaRPr lang="en-US" dirty="0">
              <a:solidFill>
                <a:schemeClr val="tx2"/>
              </a:solidFill>
              <a:cs typeface="Calibri"/>
            </a:endParaRPr>
          </a:p>
          <a:p>
            <a:pPr marL="914400" lvl="1" indent="-457200">
              <a:buFont typeface="Arial"/>
              <a:buChar char="•"/>
            </a:pPr>
            <a:r>
              <a:rPr lang="en-US" sz="3200" dirty="0">
                <a:solidFill>
                  <a:schemeClr val="tx2"/>
                </a:solidFill>
                <a:latin typeface="ITC Franklin Gothic Std Book"/>
              </a:rPr>
              <a:t>Career and Technical Education (CTE) Statistics</a:t>
            </a:r>
          </a:p>
          <a:p>
            <a:endParaRPr lang="en-US" sz="1000" dirty="0">
              <a:solidFill>
                <a:schemeClr val="tx2"/>
              </a:solidFill>
              <a:latin typeface="ITC Franklin Gothic Std Book"/>
            </a:endParaRPr>
          </a:p>
          <a:p>
            <a:pPr marL="457200" indent="-457200">
              <a:buFont typeface="Arial"/>
              <a:buChar char="•"/>
            </a:pPr>
            <a:r>
              <a:rPr lang="en-US" sz="3200" dirty="0">
                <a:solidFill>
                  <a:schemeClr val="tx2"/>
                </a:solidFill>
                <a:latin typeface="ITC Franklin Gothic Std Book"/>
              </a:rPr>
              <a:t>Virginia Department of Education (VDOE)</a:t>
            </a:r>
            <a:endParaRPr lang="en-US" sz="3200" dirty="0">
              <a:solidFill>
                <a:schemeClr val="tx2"/>
              </a:solidFill>
              <a:latin typeface="ITC Franklin Gothic Std Book" panose="020B0504030503020204" pitchFamily="34" charset="0"/>
            </a:endParaRPr>
          </a:p>
          <a:p>
            <a:pPr marL="914400" lvl="1" indent="-457200">
              <a:buFont typeface="Arial"/>
              <a:buChar char="•"/>
            </a:pPr>
            <a:r>
              <a:rPr lang="en-US" sz="3200" dirty="0">
                <a:solidFill>
                  <a:schemeClr val="tx2"/>
                </a:solidFill>
                <a:latin typeface="ITC Franklin Gothic Std Book"/>
              </a:rPr>
              <a:t>Career &amp; Technical Education (CTE) Program Graduates and Completers</a:t>
            </a:r>
          </a:p>
          <a:p>
            <a:endParaRPr lang="en-US" sz="1000" dirty="0">
              <a:solidFill>
                <a:schemeClr val="tx2"/>
              </a:solidFill>
              <a:cs typeface="Calibri"/>
            </a:endParaRPr>
          </a:p>
          <a:p>
            <a:pPr marL="457200" indent="-457200">
              <a:buFont typeface="Arial"/>
              <a:buChar char="•"/>
            </a:pPr>
            <a:r>
              <a:rPr lang="en-US" sz="3200" dirty="0">
                <a:solidFill>
                  <a:schemeClr val="tx2"/>
                </a:solidFill>
                <a:latin typeface="ITC Franklin Gothic Std Book"/>
              </a:rPr>
              <a:t>State Council of Higher Education for Virginia (SCHEV)</a:t>
            </a:r>
            <a:endParaRPr lang="en-US" sz="3200" dirty="0">
              <a:solidFill>
                <a:schemeClr val="tx2"/>
              </a:solidFill>
              <a:latin typeface="ITC Franklin Gothic Std Book" panose="020B0504030503020204" pitchFamily="34" charset="0"/>
            </a:endParaRPr>
          </a:p>
        </p:txBody>
      </p:sp>
    </p:spTree>
    <p:extLst>
      <p:ext uri="{BB962C8B-B14F-4D97-AF65-F5344CB8AC3E}">
        <p14:creationId xmlns:p14="http://schemas.microsoft.com/office/powerpoint/2010/main" val="264600046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B13C-61E4-684C-817C-A9F454E5A88F}"/>
              </a:ext>
            </a:extLst>
          </p:cNvPr>
          <p:cNvSpPr>
            <a:spLocks noGrp="1"/>
          </p:cNvSpPr>
          <p:nvPr>
            <p:ph type="title"/>
          </p:nvPr>
        </p:nvSpPr>
        <p:spPr>
          <a:xfrm>
            <a:off x="598026" y="144400"/>
            <a:ext cx="10972800" cy="1511680"/>
          </a:xfrm>
        </p:spPr>
        <p:txBody>
          <a:bodyPr anchor="t"/>
          <a:lstStyle/>
          <a:p>
            <a:r>
              <a:rPr lang="en-US">
                <a:latin typeface="ITC Franklin Gothic Std Book"/>
              </a:rPr>
              <a:t>Education Data - </a:t>
            </a:r>
            <a:r>
              <a:rPr lang="en-US" b="0">
                <a:latin typeface="ITC Franklin Gothic Std Book"/>
              </a:rPr>
              <a:t>Providers of Alternative Credentials</a:t>
            </a:r>
            <a:endParaRPr lang="en-US"/>
          </a:p>
        </p:txBody>
      </p:sp>
      <p:sp>
        <p:nvSpPr>
          <p:cNvPr id="3" name="Content Placeholder 2">
            <a:extLst>
              <a:ext uri="{FF2B5EF4-FFF2-40B4-BE49-F238E27FC236}">
                <a16:creationId xmlns:a16="http://schemas.microsoft.com/office/drawing/2014/main" id="{D5816C42-99D4-7247-8FF5-09616B28C0B5}"/>
              </a:ext>
            </a:extLst>
          </p:cNvPr>
          <p:cNvSpPr>
            <a:spLocks noGrp="1"/>
          </p:cNvSpPr>
          <p:nvPr>
            <p:ph idx="1"/>
          </p:nvPr>
        </p:nvSpPr>
        <p:spPr>
          <a:xfrm>
            <a:off x="1117660" y="2105736"/>
            <a:ext cx="5228862" cy="2704260"/>
          </a:xfrm>
        </p:spPr>
        <p:txBody>
          <a:bodyPr anchor="t"/>
          <a:lstStyle/>
          <a:p>
            <a:pPr marL="0" indent="0">
              <a:buNone/>
            </a:pPr>
            <a:r>
              <a:rPr lang="en-US" dirty="0">
                <a:solidFill>
                  <a:schemeClr val="tx2"/>
                </a:solidFill>
                <a:latin typeface="ITC Franklin Gothic Std Book"/>
              </a:rPr>
              <a:t>CareerOneStop</a:t>
            </a:r>
            <a:endParaRPr lang="en-US" dirty="0">
              <a:solidFill>
                <a:schemeClr val="tx2"/>
              </a:solidFill>
            </a:endParaRPr>
          </a:p>
          <a:p>
            <a:pPr marL="914400" lvl="1" indent="-457200">
              <a:buChar char="•"/>
            </a:pPr>
            <a:r>
              <a:rPr lang="en-US" dirty="0">
                <a:solidFill>
                  <a:schemeClr val="tx2"/>
                </a:solidFill>
                <a:latin typeface="ITC Franklin Gothic Std Book"/>
              </a:rPr>
              <a:t>Certification</a:t>
            </a:r>
            <a:endParaRPr lang="en-US" dirty="0">
              <a:solidFill>
                <a:schemeClr val="tx2"/>
              </a:solidFill>
            </a:endParaRPr>
          </a:p>
          <a:p>
            <a:pPr marL="914400" lvl="1" indent="-457200">
              <a:buChar char="•"/>
            </a:pPr>
            <a:r>
              <a:rPr lang="en-US" dirty="0">
                <a:solidFill>
                  <a:schemeClr val="tx2"/>
                </a:solidFill>
                <a:latin typeface="ITC Franklin Gothic Std Book"/>
              </a:rPr>
              <a:t>Licenses</a:t>
            </a:r>
            <a:endParaRPr lang="en-US" dirty="0">
              <a:solidFill>
                <a:schemeClr val="tx2"/>
              </a:solidFill>
            </a:endParaRPr>
          </a:p>
          <a:p>
            <a:pPr marL="914400" lvl="1" indent="-457200">
              <a:buChar char="•"/>
            </a:pPr>
            <a:r>
              <a:rPr lang="en-US" dirty="0">
                <a:solidFill>
                  <a:schemeClr val="tx2"/>
                </a:solidFill>
                <a:latin typeface="ITC Franklin Gothic Std Book"/>
              </a:rPr>
              <a:t>Professional Associations</a:t>
            </a:r>
          </a:p>
          <a:p>
            <a:pPr marL="914400" lvl="1" indent="-457200">
              <a:buChar char="•"/>
            </a:pPr>
            <a:r>
              <a:rPr lang="en-US" dirty="0">
                <a:solidFill>
                  <a:schemeClr val="tx2"/>
                </a:solidFill>
                <a:latin typeface="ITC Franklin Gothic Std Book"/>
              </a:rPr>
              <a:t>Apprenticeship</a:t>
            </a:r>
            <a:endParaRPr lang="en-US" dirty="0">
              <a:solidFill>
                <a:schemeClr val="tx2"/>
              </a:solidFill>
            </a:endParaRPr>
          </a:p>
        </p:txBody>
      </p:sp>
      <p:sp>
        <p:nvSpPr>
          <p:cNvPr id="4" name="Slide Number Placeholder 3">
            <a:extLst>
              <a:ext uri="{FF2B5EF4-FFF2-40B4-BE49-F238E27FC236}">
                <a16:creationId xmlns:a16="http://schemas.microsoft.com/office/drawing/2014/main" id="{B1BD8D6A-1AE1-7C44-999F-A1599CD1ADFC}"/>
              </a:ext>
            </a:extLst>
          </p:cNvPr>
          <p:cNvSpPr>
            <a:spLocks noGrp="1"/>
          </p:cNvSpPr>
          <p:nvPr>
            <p:ph type="sldNum" sz="quarter" idx="4"/>
          </p:nvPr>
        </p:nvSpPr>
        <p:spPr/>
        <p:txBody>
          <a:bodyPr/>
          <a:lstStyle/>
          <a:p>
            <a:fld id="{0F418C06-167A-E646-9EF6-18275B625F6B}" type="slidenum">
              <a:rPr lang="en-US" smtClean="0"/>
              <a:pPr/>
              <a:t>9</a:t>
            </a:fld>
            <a:endParaRPr lang="en-US"/>
          </a:p>
        </p:txBody>
      </p:sp>
      <p:pic>
        <p:nvPicPr>
          <p:cNvPr id="5" name="Picture 5">
            <a:extLst>
              <a:ext uri="{FF2B5EF4-FFF2-40B4-BE49-F238E27FC236}">
                <a16:creationId xmlns:a16="http://schemas.microsoft.com/office/drawing/2014/main" id="{4170D53F-6E5F-407E-B984-5D9104ABE3C9}"/>
              </a:ext>
            </a:extLst>
          </p:cNvPr>
          <p:cNvPicPr>
            <a:picLocks noChangeAspect="1"/>
          </p:cNvPicPr>
          <p:nvPr/>
        </p:nvPicPr>
        <p:blipFill>
          <a:blip r:embed="rId2"/>
          <a:stretch>
            <a:fillRect/>
          </a:stretch>
        </p:blipFill>
        <p:spPr>
          <a:xfrm>
            <a:off x="6541626" y="2550833"/>
            <a:ext cx="5029200" cy="1756334"/>
          </a:xfrm>
          <a:prstGeom prst="rect">
            <a:avLst/>
          </a:prstGeom>
          <a:ln w="12700">
            <a:solidFill>
              <a:schemeClr val="tx2"/>
            </a:solidFill>
          </a:ln>
        </p:spPr>
      </p:pic>
    </p:spTree>
    <p:extLst>
      <p:ext uri="{BB962C8B-B14F-4D97-AF65-F5344CB8AC3E}">
        <p14:creationId xmlns:p14="http://schemas.microsoft.com/office/powerpoint/2010/main" val="108824863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B13C-61E4-684C-817C-A9F454E5A88F}"/>
              </a:ext>
            </a:extLst>
          </p:cNvPr>
          <p:cNvSpPr>
            <a:spLocks noGrp="1"/>
          </p:cNvSpPr>
          <p:nvPr>
            <p:ph type="title"/>
          </p:nvPr>
        </p:nvSpPr>
        <p:spPr>
          <a:xfrm>
            <a:off x="598026" y="144400"/>
            <a:ext cx="10972800" cy="1511680"/>
          </a:xfrm>
        </p:spPr>
        <p:txBody>
          <a:bodyPr anchor="t"/>
          <a:lstStyle/>
          <a:p>
            <a:r>
              <a:rPr lang="en-US">
                <a:latin typeface="ITC Franklin Gothic Std Book"/>
              </a:rPr>
              <a:t>Education Data - </a:t>
            </a:r>
            <a:r>
              <a:rPr lang="en-US" b="0">
                <a:latin typeface="ITC Franklin Gothic Std Book"/>
              </a:rPr>
              <a:t>Providers of Alternative Credentials</a:t>
            </a:r>
            <a:endParaRPr lang="en-US"/>
          </a:p>
        </p:txBody>
      </p:sp>
      <p:sp>
        <p:nvSpPr>
          <p:cNvPr id="3" name="Content Placeholder 2">
            <a:extLst>
              <a:ext uri="{FF2B5EF4-FFF2-40B4-BE49-F238E27FC236}">
                <a16:creationId xmlns:a16="http://schemas.microsoft.com/office/drawing/2014/main" id="{D5816C42-99D4-7247-8FF5-09616B28C0B5}"/>
              </a:ext>
            </a:extLst>
          </p:cNvPr>
          <p:cNvSpPr>
            <a:spLocks noGrp="1"/>
          </p:cNvSpPr>
          <p:nvPr>
            <p:ph idx="1"/>
          </p:nvPr>
        </p:nvSpPr>
        <p:spPr>
          <a:xfrm>
            <a:off x="602326" y="1798455"/>
            <a:ext cx="7359744" cy="3904865"/>
          </a:xfrm>
        </p:spPr>
        <p:txBody>
          <a:bodyPr anchor="t"/>
          <a:lstStyle/>
          <a:p>
            <a:pPr marL="0" indent="0">
              <a:buNone/>
            </a:pPr>
            <a:r>
              <a:rPr lang="en-US" dirty="0">
                <a:solidFill>
                  <a:schemeClr val="tx2"/>
                </a:solidFill>
                <a:latin typeface="ITC Franklin Gothic Std Book"/>
              </a:rPr>
              <a:t>Credential Engine Registry</a:t>
            </a:r>
            <a:endParaRPr lang="en-US" dirty="0">
              <a:solidFill>
                <a:schemeClr val="tx2"/>
              </a:solidFill>
            </a:endParaRPr>
          </a:p>
          <a:p>
            <a:pPr lvl="1"/>
            <a:r>
              <a:rPr lang="en-US" sz="1800" dirty="0">
                <a:solidFill>
                  <a:schemeClr val="tx2"/>
                </a:solidFill>
                <a:latin typeface="ITC Franklin Gothic Std Book"/>
              </a:rPr>
              <a:t>Apprenticeship Certificate</a:t>
            </a:r>
          </a:p>
          <a:p>
            <a:pPr lvl="1"/>
            <a:r>
              <a:rPr lang="en-US" sz="1800" dirty="0">
                <a:solidFill>
                  <a:schemeClr val="tx2"/>
                </a:solidFill>
                <a:latin typeface="ITC Franklin Gothic Std Book"/>
              </a:rPr>
              <a:t>Associate Degree</a:t>
            </a:r>
          </a:p>
          <a:p>
            <a:pPr lvl="1"/>
            <a:r>
              <a:rPr lang="en-US" sz="1800" dirty="0">
                <a:solidFill>
                  <a:schemeClr val="tx2"/>
                </a:solidFill>
                <a:latin typeface="ITC Franklin Gothic Std Book"/>
              </a:rPr>
              <a:t>Bachelor Degree</a:t>
            </a:r>
          </a:p>
          <a:p>
            <a:pPr lvl="1"/>
            <a:r>
              <a:rPr lang="en-US" sz="1800" dirty="0">
                <a:solidFill>
                  <a:schemeClr val="tx2"/>
                </a:solidFill>
                <a:latin typeface="ITC Franklin Gothic Std Book"/>
              </a:rPr>
              <a:t>Badge</a:t>
            </a:r>
          </a:p>
          <a:p>
            <a:pPr lvl="1"/>
            <a:r>
              <a:rPr lang="en-US" sz="1800" dirty="0">
                <a:solidFill>
                  <a:schemeClr val="tx2"/>
                </a:solidFill>
                <a:latin typeface="ITC Franklin Gothic Std Book"/>
              </a:rPr>
              <a:t>Certificate</a:t>
            </a:r>
          </a:p>
          <a:p>
            <a:pPr lvl="1"/>
            <a:r>
              <a:rPr lang="en-US" sz="1800" dirty="0">
                <a:solidFill>
                  <a:schemeClr val="tx2"/>
                </a:solidFill>
                <a:latin typeface="ITC Franklin Gothic Std Book"/>
              </a:rPr>
              <a:t>Degree</a:t>
            </a:r>
          </a:p>
          <a:p>
            <a:pPr lvl="1"/>
            <a:r>
              <a:rPr lang="en-US" sz="1800" dirty="0">
                <a:solidFill>
                  <a:schemeClr val="tx2"/>
                </a:solidFill>
                <a:latin typeface="ITC Franklin Gothic Std Book"/>
              </a:rPr>
              <a:t>Digital Badge</a:t>
            </a:r>
          </a:p>
          <a:p>
            <a:pPr lvl="1"/>
            <a:r>
              <a:rPr lang="en-US" sz="1800" dirty="0">
                <a:solidFill>
                  <a:schemeClr val="tx2"/>
                </a:solidFill>
                <a:latin typeface="ITC Franklin Gothic Std Book"/>
              </a:rPr>
              <a:t>Diploma</a:t>
            </a:r>
          </a:p>
          <a:p>
            <a:pPr lvl="1"/>
            <a:r>
              <a:rPr lang="en-US" sz="1800" dirty="0">
                <a:solidFill>
                  <a:schemeClr val="tx2"/>
                </a:solidFill>
                <a:latin typeface="ITC Franklin Gothic Std Book"/>
              </a:rPr>
              <a:t>Doctoral Degree</a:t>
            </a:r>
          </a:p>
          <a:p>
            <a:pPr lvl="1"/>
            <a:r>
              <a:rPr lang="en-US" sz="1800" dirty="0">
                <a:solidFill>
                  <a:schemeClr val="tx2"/>
                </a:solidFill>
                <a:latin typeface="ITC Franklin Gothic Std Book"/>
              </a:rPr>
              <a:t>General Education Development</a:t>
            </a:r>
          </a:p>
          <a:p>
            <a:pPr lvl="1"/>
            <a:endParaRPr lang="en-US" sz="1800" dirty="0">
              <a:solidFill>
                <a:schemeClr val="tx2">
                  <a:lumMod val="75000"/>
                </a:schemeClr>
              </a:solidFill>
              <a:latin typeface="ITC Franklin Gothic Std Book"/>
            </a:endParaRPr>
          </a:p>
          <a:p>
            <a:pPr marL="457200" lvl="1" indent="0">
              <a:buNone/>
            </a:pPr>
            <a:endParaRPr lang="en-US" sz="1800" dirty="0"/>
          </a:p>
        </p:txBody>
      </p:sp>
      <p:sp>
        <p:nvSpPr>
          <p:cNvPr id="4" name="Slide Number Placeholder 3">
            <a:extLst>
              <a:ext uri="{FF2B5EF4-FFF2-40B4-BE49-F238E27FC236}">
                <a16:creationId xmlns:a16="http://schemas.microsoft.com/office/drawing/2014/main" id="{B1BD8D6A-1AE1-7C44-999F-A1599CD1ADFC}"/>
              </a:ext>
            </a:extLst>
          </p:cNvPr>
          <p:cNvSpPr>
            <a:spLocks noGrp="1"/>
          </p:cNvSpPr>
          <p:nvPr>
            <p:ph type="sldNum" sz="quarter" idx="4"/>
          </p:nvPr>
        </p:nvSpPr>
        <p:spPr/>
        <p:txBody>
          <a:bodyPr/>
          <a:lstStyle/>
          <a:p>
            <a:fld id="{0F418C06-167A-E646-9EF6-18275B625F6B}" type="slidenum">
              <a:rPr lang="en-US" smtClean="0"/>
              <a:pPr/>
              <a:t>10</a:t>
            </a:fld>
            <a:endParaRPr lang="en-US"/>
          </a:p>
        </p:txBody>
      </p:sp>
      <p:pic>
        <p:nvPicPr>
          <p:cNvPr id="2050" name="Picture 2" descr="Image result for credential engine logo">
            <a:extLst>
              <a:ext uri="{FF2B5EF4-FFF2-40B4-BE49-F238E27FC236}">
                <a16:creationId xmlns:a16="http://schemas.microsoft.com/office/drawing/2014/main" id="{34F3535B-1C10-4141-AAD0-91403B59D1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52" t="-10688" r="-6570" b="-11232"/>
          <a:stretch/>
        </p:blipFill>
        <p:spPr bwMode="auto">
          <a:xfrm>
            <a:off x="8066762" y="2730674"/>
            <a:ext cx="3348487" cy="1402915"/>
          </a:xfrm>
          <a:prstGeom prst="rect">
            <a:avLst/>
          </a:prstGeom>
          <a:noFill/>
          <a:ln w="12700">
            <a:solidFill>
              <a:schemeClr val="tx2"/>
            </a:solidFill>
          </a:ln>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DB55340D-3C5A-4090-B409-DF5BA6F9F6AD}"/>
              </a:ext>
            </a:extLst>
          </p:cNvPr>
          <p:cNvSpPr txBox="1">
            <a:spLocks/>
          </p:cNvSpPr>
          <p:nvPr/>
        </p:nvSpPr>
        <p:spPr>
          <a:xfrm>
            <a:off x="4055506" y="2326742"/>
            <a:ext cx="5228862" cy="3904865"/>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ITC Franklin Gothic Std Book" panose="020B0504030503020204"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ITC Franklin Gothic Std Book" panose="020B0504030503020204"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ITC Franklin Gothic Std Book" panose="020B0504030503020204"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r>
              <a:rPr lang="en-US" sz="1800" dirty="0">
                <a:solidFill>
                  <a:schemeClr val="tx2"/>
                </a:solidFill>
                <a:latin typeface="ITC Franklin Gothic Std Book"/>
              </a:rPr>
              <a:t>Journeyman Certificate</a:t>
            </a:r>
          </a:p>
          <a:p>
            <a:pPr lvl="1"/>
            <a:r>
              <a:rPr lang="en-US" sz="1800" dirty="0">
                <a:solidFill>
                  <a:schemeClr val="tx2"/>
                </a:solidFill>
                <a:latin typeface="ITC Franklin Gothic Std Book"/>
              </a:rPr>
              <a:t>Licenses</a:t>
            </a:r>
          </a:p>
          <a:p>
            <a:pPr lvl="1"/>
            <a:r>
              <a:rPr lang="en-US" sz="1800" dirty="0">
                <a:solidFill>
                  <a:schemeClr val="tx2"/>
                </a:solidFill>
                <a:latin typeface="ITC Franklin Gothic Std Book"/>
              </a:rPr>
              <a:t>Master Certificate</a:t>
            </a:r>
          </a:p>
          <a:p>
            <a:pPr lvl="1"/>
            <a:r>
              <a:rPr lang="en-US" sz="1800" dirty="0">
                <a:solidFill>
                  <a:schemeClr val="tx2"/>
                </a:solidFill>
                <a:latin typeface="ITC Franklin Gothic Std Book"/>
              </a:rPr>
              <a:t>Master Degree</a:t>
            </a:r>
          </a:p>
          <a:p>
            <a:pPr lvl="1"/>
            <a:r>
              <a:rPr lang="en-US" sz="1800" dirty="0">
                <a:solidFill>
                  <a:schemeClr val="tx2"/>
                </a:solidFill>
                <a:latin typeface="ITC Franklin Gothic Std Book"/>
              </a:rPr>
              <a:t>MicroCredential</a:t>
            </a:r>
          </a:p>
          <a:p>
            <a:pPr lvl="1"/>
            <a:r>
              <a:rPr lang="en-US" sz="1800" dirty="0">
                <a:solidFill>
                  <a:schemeClr val="tx2"/>
                </a:solidFill>
                <a:latin typeface="ITC Franklin Gothic Std Book"/>
              </a:rPr>
              <a:t>OpenBadge</a:t>
            </a:r>
          </a:p>
          <a:p>
            <a:pPr lvl="1"/>
            <a:r>
              <a:rPr lang="en-US" sz="1800" dirty="0">
                <a:solidFill>
                  <a:schemeClr val="tx2"/>
                </a:solidFill>
                <a:latin typeface="ITC Franklin Gothic Std Book"/>
              </a:rPr>
              <a:t>Professional Doctorate</a:t>
            </a:r>
          </a:p>
          <a:p>
            <a:pPr lvl="1"/>
            <a:r>
              <a:rPr lang="en-US" sz="1800" dirty="0">
                <a:solidFill>
                  <a:schemeClr val="tx2"/>
                </a:solidFill>
                <a:latin typeface="ITC Franklin Gothic Std Book"/>
              </a:rPr>
              <a:t>Quality Assurance Credential</a:t>
            </a:r>
          </a:p>
          <a:p>
            <a:pPr lvl="1"/>
            <a:r>
              <a:rPr lang="en-US" sz="1800" dirty="0">
                <a:solidFill>
                  <a:schemeClr val="tx2"/>
                </a:solidFill>
                <a:latin typeface="ITC Franklin Gothic Std Book"/>
              </a:rPr>
              <a:t>Research Doctorate</a:t>
            </a:r>
          </a:p>
          <a:p>
            <a:pPr lvl="1"/>
            <a:r>
              <a:rPr lang="en-US" sz="1800" dirty="0">
                <a:solidFill>
                  <a:schemeClr val="tx2"/>
                </a:solidFill>
                <a:latin typeface="ITC Franklin Gothic Std Book"/>
              </a:rPr>
              <a:t>Secondary School Diploma</a:t>
            </a:r>
          </a:p>
          <a:p>
            <a:pPr lvl="1"/>
            <a:endParaRPr lang="en-US" sz="1800" dirty="0">
              <a:latin typeface="ITC Franklin Gothic Std Book"/>
            </a:endParaRPr>
          </a:p>
        </p:txBody>
      </p:sp>
    </p:spTree>
    <p:extLst>
      <p:ext uri="{BB962C8B-B14F-4D97-AF65-F5344CB8AC3E}">
        <p14:creationId xmlns:p14="http://schemas.microsoft.com/office/powerpoint/2010/main" val="19629607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BD8D6A-1AE1-7C44-999F-A1599CD1ADFC}"/>
              </a:ext>
            </a:extLst>
          </p:cNvPr>
          <p:cNvSpPr>
            <a:spLocks noGrp="1"/>
          </p:cNvSpPr>
          <p:nvPr>
            <p:ph type="sldNum" sz="quarter" idx="4"/>
          </p:nvPr>
        </p:nvSpPr>
        <p:spPr/>
        <p:txBody>
          <a:bodyPr/>
          <a:lstStyle/>
          <a:p>
            <a:fld id="{0F418C06-167A-E646-9EF6-18275B625F6B}" type="slidenum">
              <a:rPr lang="en-US" smtClean="0"/>
              <a:pPr/>
              <a:t>11</a:t>
            </a:fld>
            <a:endParaRPr lang="en-US"/>
          </a:p>
        </p:txBody>
      </p:sp>
      <p:sp>
        <p:nvSpPr>
          <p:cNvPr id="9" name="Title 1">
            <a:extLst>
              <a:ext uri="{FF2B5EF4-FFF2-40B4-BE49-F238E27FC236}">
                <a16:creationId xmlns:a16="http://schemas.microsoft.com/office/drawing/2014/main" id="{45AB9B90-93A2-477A-88BD-5C3C98BD93C8}"/>
              </a:ext>
            </a:extLst>
          </p:cNvPr>
          <p:cNvSpPr txBox="1">
            <a:spLocks/>
          </p:cNvSpPr>
          <p:nvPr/>
        </p:nvSpPr>
        <p:spPr>
          <a:xfrm>
            <a:off x="598026" y="144400"/>
            <a:ext cx="10972800" cy="1511680"/>
          </a:xfrm>
        </p:spPr>
        <p:txBody>
          <a:bodyPr anchor="t"/>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a:solidFill>
                  <a:srgbClr val="E46C0A"/>
                </a:solidFill>
                <a:latin typeface="ITC Franklin Gothic Std Book"/>
              </a:rPr>
              <a:t>Education Data </a:t>
            </a:r>
            <a:r>
              <a:rPr lang="en-US">
                <a:solidFill>
                  <a:srgbClr val="E46C0A"/>
                </a:solidFill>
                <a:latin typeface="ITC Franklin Gothic Std Book"/>
              </a:rPr>
              <a:t>- Providers of Alternative Credentials</a:t>
            </a:r>
            <a:endParaRPr lang="en-US">
              <a:solidFill>
                <a:srgbClr val="E46C0A"/>
              </a:solidFill>
            </a:endParaRPr>
          </a:p>
        </p:txBody>
      </p:sp>
      <p:sp>
        <p:nvSpPr>
          <p:cNvPr id="10" name="Content Placeholder 2">
            <a:extLst>
              <a:ext uri="{FF2B5EF4-FFF2-40B4-BE49-F238E27FC236}">
                <a16:creationId xmlns:a16="http://schemas.microsoft.com/office/drawing/2014/main" id="{9D49719C-FFA2-4235-9083-185B2CF5B502}"/>
              </a:ext>
            </a:extLst>
          </p:cNvPr>
          <p:cNvSpPr txBox="1">
            <a:spLocks/>
          </p:cNvSpPr>
          <p:nvPr/>
        </p:nvSpPr>
        <p:spPr>
          <a:xfrm>
            <a:off x="867139" y="1535408"/>
            <a:ext cx="5228862" cy="3904865"/>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solidFill>
                  <a:schemeClr val="tx2"/>
                </a:solidFill>
                <a:latin typeface="ITC Franklin Gothic Std Book"/>
              </a:rPr>
              <a:t>Class Central</a:t>
            </a:r>
            <a:endParaRPr lang="en-US" dirty="0">
              <a:solidFill>
                <a:schemeClr val="tx2"/>
              </a:solidFill>
              <a:cs typeface="Calibri"/>
            </a:endParaRPr>
          </a:p>
          <a:p>
            <a:pPr lvl="1"/>
            <a:r>
              <a:rPr lang="en-US" dirty="0">
                <a:solidFill>
                  <a:schemeClr val="tx2"/>
                </a:solidFill>
                <a:latin typeface="ITC Franklin Gothic Std Book"/>
              </a:rPr>
              <a:t>Massive Online Open Courses (MOOCs)</a:t>
            </a:r>
            <a:endParaRPr lang="en-US" dirty="0">
              <a:solidFill>
                <a:schemeClr val="tx2"/>
              </a:solidFill>
            </a:endParaRPr>
          </a:p>
        </p:txBody>
      </p:sp>
      <p:sp>
        <p:nvSpPr>
          <p:cNvPr id="11" name="Content Placeholder 2">
            <a:extLst>
              <a:ext uri="{FF2B5EF4-FFF2-40B4-BE49-F238E27FC236}">
                <a16:creationId xmlns:a16="http://schemas.microsoft.com/office/drawing/2014/main" id="{3CF9FD3E-370A-446F-ABF4-E297EF751C47}"/>
              </a:ext>
            </a:extLst>
          </p:cNvPr>
          <p:cNvSpPr txBox="1">
            <a:spLocks/>
          </p:cNvSpPr>
          <p:nvPr/>
        </p:nvSpPr>
        <p:spPr>
          <a:xfrm>
            <a:off x="6341964" y="1535408"/>
            <a:ext cx="5228862" cy="3904865"/>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solidFill>
                  <a:schemeClr val="tx2"/>
                </a:solidFill>
                <a:latin typeface="ITC Franklin Gothic Std Book"/>
              </a:rPr>
              <a:t>Course Report &amp; Switchup</a:t>
            </a:r>
            <a:endParaRPr lang="en-US" dirty="0">
              <a:solidFill>
                <a:schemeClr val="tx2"/>
              </a:solidFill>
              <a:cs typeface="Calibri"/>
            </a:endParaRPr>
          </a:p>
          <a:p>
            <a:pPr lvl="1"/>
            <a:r>
              <a:rPr lang="en-US" dirty="0">
                <a:solidFill>
                  <a:schemeClr val="tx2"/>
                </a:solidFill>
                <a:latin typeface="ITC Franklin Gothic Std Book"/>
              </a:rPr>
              <a:t>Coding Bootcamps</a:t>
            </a:r>
            <a:endParaRPr lang="en-US" dirty="0">
              <a:solidFill>
                <a:schemeClr val="tx2"/>
              </a:solidFill>
            </a:endParaRPr>
          </a:p>
        </p:txBody>
      </p:sp>
      <p:pic>
        <p:nvPicPr>
          <p:cNvPr id="1026" name="Picture 2" descr="Image result for class central logo">
            <a:extLst>
              <a:ext uri="{FF2B5EF4-FFF2-40B4-BE49-F238E27FC236}">
                <a16:creationId xmlns:a16="http://schemas.microsoft.com/office/drawing/2014/main" id="{D8EBB7FC-E6DB-4940-ABF2-79FC4063C0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105" y="3429000"/>
            <a:ext cx="1813560" cy="18135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course report logo">
            <a:extLst>
              <a:ext uri="{FF2B5EF4-FFF2-40B4-BE49-F238E27FC236}">
                <a16:creationId xmlns:a16="http://schemas.microsoft.com/office/drawing/2014/main" id="{DB8F1104-5AEE-4B75-910B-05F49215F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7646" y="3429000"/>
            <a:ext cx="1813560" cy="18135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switchup logo">
            <a:extLst>
              <a:ext uri="{FF2B5EF4-FFF2-40B4-BE49-F238E27FC236}">
                <a16:creationId xmlns:a16="http://schemas.microsoft.com/office/drawing/2014/main" id="{9B1473F5-92BC-4664-A2AA-8A35596618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3187" y="3487840"/>
            <a:ext cx="1813560" cy="1813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867750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7B23F-9BE7-EA4E-847A-A0DD6467A23E}"/>
              </a:ext>
            </a:extLst>
          </p:cNvPr>
          <p:cNvSpPr>
            <a:spLocks noGrp="1"/>
          </p:cNvSpPr>
          <p:nvPr>
            <p:ph type="title"/>
          </p:nvPr>
        </p:nvSpPr>
        <p:spPr/>
        <p:txBody>
          <a:bodyPr/>
          <a:lstStyle/>
          <a:p>
            <a:r>
              <a:rPr lang="en-US"/>
              <a:t>Measuring Mismatch</a:t>
            </a:r>
          </a:p>
        </p:txBody>
      </p:sp>
      <p:sp>
        <p:nvSpPr>
          <p:cNvPr id="4" name="Slide Number Placeholder 3">
            <a:extLst>
              <a:ext uri="{FF2B5EF4-FFF2-40B4-BE49-F238E27FC236}">
                <a16:creationId xmlns:a16="http://schemas.microsoft.com/office/drawing/2014/main" id="{79C05A4F-9E48-4546-A6BA-07B0DBBB1DF9}"/>
              </a:ext>
            </a:extLst>
          </p:cNvPr>
          <p:cNvSpPr>
            <a:spLocks noGrp="1"/>
          </p:cNvSpPr>
          <p:nvPr>
            <p:ph type="sldNum" sz="quarter" idx="4"/>
          </p:nvPr>
        </p:nvSpPr>
        <p:spPr/>
        <p:txBody>
          <a:bodyPr/>
          <a:lstStyle/>
          <a:p>
            <a:fld id="{0F418C06-167A-E646-9EF6-18275B625F6B}" type="slidenum">
              <a:rPr lang="en-US" smtClean="0"/>
              <a:pPr/>
              <a:t>12</a:t>
            </a:fld>
            <a:endParaRPr lang="en-US"/>
          </a:p>
        </p:txBody>
      </p:sp>
      <p:sp>
        <p:nvSpPr>
          <p:cNvPr id="6" name="Content Placeholder 2">
            <a:extLst>
              <a:ext uri="{FF2B5EF4-FFF2-40B4-BE49-F238E27FC236}">
                <a16:creationId xmlns:a16="http://schemas.microsoft.com/office/drawing/2014/main" id="{23F45D4F-25F0-40D1-B115-E7F2D882F3C1}"/>
              </a:ext>
            </a:extLst>
          </p:cNvPr>
          <p:cNvSpPr txBox="1">
            <a:spLocks/>
          </p:cNvSpPr>
          <p:nvPr/>
        </p:nvSpPr>
        <p:spPr>
          <a:xfrm>
            <a:off x="1136249" y="1217775"/>
            <a:ext cx="10434577" cy="4422449"/>
          </a:xfrm>
          <a:prstGeom prst="rect">
            <a:avLst/>
          </a:prstGeom>
        </p:spPr>
        <p:txBody>
          <a:bodyPr anchor="t"/>
          <a:lstStyle>
            <a:lvl1pPr marL="342900" indent="-342900" algn="l" defTabSz="457200" rtl="0" eaLnBrk="1" latinLnBrk="0" hangingPunct="1">
              <a:spcBef>
                <a:spcPct val="20000"/>
              </a:spcBef>
              <a:buFont typeface="Arial"/>
              <a:buChar char="•"/>
              <a:defRPr sz="3200" kern="1200">
                <a:solidFill>
                  <a:schemeClr val="tx1"/>
                </a:solidFill>
                <a:latin typeface="ITC Franklin Gothic Std Book" panose="020B0504030503020204"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ITC Franklin Gothic Std Book" panose="020B0504030503020204"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ITC Franklin Gothic Std Book" panose="020B0504030503020204"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ITC Franklin Gothic Std Book" panose="020B0504030503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tx2"/>
                </a:solidFill>
                <a:latin typeface="ITC Franklin Gothic Std Book"/>
              </a:rPr>
              <a:t>Mismatch metric from Berkes, Mohnen, and Taska (2018):</a:t>
            </a:r>
          </a:p>
          <a:p>
            <a:pPr lvl="1"/>
            <a:r>
              <a:rPr lang="en-US" dirty="0">
                <a:solidFill>
                  <a:schemeClr val="tx2"/>
                </a:solidFill>
                <a:latin typeface="ITC Franklin Gothic Std Book"/>
              </a:rPr>
              <a:t>Employer's perspective: are there enough workers with the right skills to fill open jobs?</a:t>
            </a:r>
          </a:p>
          <a:p>
            <a:pPr lvl="1"/>
            <a:r>
              <a:rPr lang="en-US" dirty="0">
                <a:solidFill>
                  <a:schemeClr val="tx2"/>
                </a:solidFill>
                <a:latin typeface="ITC Franklin Gothic Std Book"/>
              </a:rPr>
              <a:t>Job-seeker's perspective: are there enough jobs that match skillset of local workers?</a:t>
            </a:r>
          </a:p>
          <a:p>
            <a:pPr marL="457200" lvl="1" indent="0">
              <a:buNone/>
            </a:pPr>
            <a:endParaRPr lang="en-US" sz="1000" dirty="0">
              <a:solidFill>
                <a:schemeClr val="tx2"/>
              </a:solidFill>
              <a:latin typeface="ITC Franklin Gothic Std Book"/>
            </a:endParaRPr>
          </a:p>
          <a:p>
            <a:r>
              <a:rPr lang="en-US" dirty="0">
                <a:solidFill>
                  <a:schemeClr val="tx2"/>
                </a:solidFill>
                <a:latin typeface="ITC Franklin Gothic Std Book"/>
              </a:rPr>
              <a:t>Education: Mutual Information Index to get linkage strength </a:t>
            </a:r>
            <a:r>
              <a:rPr lang="en-US">
                <a:solidFill>
                  <a:schemeClr val="tx2"/>
                </a:solidFill>
                <a:latin typeface="ITC Franklin Gothic Std Book"/>
              </a:rPr>
              <a:t>between careers and educational paths, compare to local educational opportunities</a:t>
            </a:r>
          </a:p>
        </p:txBody>
      </p:sp>
    </p:spTree>
    <p:extLst>
      <p:ext uri="{BB962C8B-B14F-4D97-AF65-F5344CB8AC3E}">
        <p14:creationId xmlns:p14="http://schemas.microsoft.com/office/powerpoint/2010/main" val="152973040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3CF54-1E83-3744-8C77-110C6BAC2327}"/>
              </a:ext>
            </a:extLst>
          </p:cNvPr>
          <p:cNvSpPr>
            <a:spLocks noGrp="1"/>
          </p:cNvSpPr>
          <p:nvPr>
            <p:ph type="title"/>
          </p:nvPr>
        </p:nvSpPr>
        <p:spPr/>
        <p:txBody>
          <a:bodyPr/>
          <a:lstStyle/>
          <a:p>
            <a:r>
              <a:rPr lang="en-US"/>
              <a:t>Considerations and Challenges</a:t>
            </a:r>
          </a:p>
        </p:txBody>
      </p:sp>
      <p:sp>
        <p:nvSpPr>
          <p:cNvPr id="3" name="Content Placeholder 2">
            <a:extLst>
              <a:ext uri="{FF2B5EF4-FFF2-40B4-BE49-F238E27FC236}">
                <a16:creationId xmlns:a16="http://schemas.microsoft.com/office/drawing/2014/main" id="{24BFF4B4-DC8B-6D4E-9D1C-2F2B9831AC8A}"/>
              </a:ext>
            </a:extLst>
          </p:cNvPr>
          <p:cNvSpPr>
            <a:spLocks noGrp="1"/>
          </p:cNvSpPr>
          <p:nvPr>
            <p:ph idx="1"/>
          </p:nvPr>
        </p:nvSpPr>
        <p:spPr/>
        <p:txBody>
          <a:bodyPr anchor="t"/>
          <a:lstStyle/>
          <a:p>
            <a:r>
              <a:rPr lang="en-US" dirty="0">
                <a:solidFill>
                  <a:schemeClr val="tx2"/>
                </a:solidFill>
                <a:latin typeface="ITC Franklin Gothic Std Book"/>
              </a:rPr>
              <a:t>Skilled Technical Workforce designation using SOC codes: checking definitions</a:t>
            </a:r>
          </a:p>
          <a:p>
            <a:r>
              <a:rPr lang="en-US" dirty="0">
                <a:solidFill>
                  <a:schemeClr val="tx2"/>
                </a:solidFill>
                <a:latin typeface="ITC Franklin Gothic Std Book"/>
              </a:rPr>
              <a:t>Should we classify skills and credentials as STW and move away from occupations</a:t>
            </a:r>
          </a:p>
          <a:p>
            <a:r>
              <a:rPr lang="en-US" dirty="0">
                <a:solidFill>
                  <a:schemeClr val="tx2"/>
                </a:solidFill>
                <a:latin typeface="ITC Franklin Gothic Std Book"/>
              </a:rPr>
              <a:t>Consolidating resume data</a:t>
            </a:r>
            <a:endParaRPr lang="en-US" dirty="0">
              <a:solidFill>
                <a:schemeClr val="tx2"/>
              </a:solidFill>
            </a:endParaRPr>
          </a:p>
        </p:txBody>
      </p:sp>
      <p:sp>
        <p:nvSpPr>
          <p:cNvPr id="4" name="Slide Number Placeholder 3">
            <a:extLst>
              <a:ext uri="{FF2B5EF4-FFF2-40B4-BE49-F238E27FC236}">
                <a16:creationId xmlns:a16="http://schemas.microsoft.com/office/drawing/2014/main" id="{DD5C2FED-8203-0340-812C-315F2484DDAC}"/>
              </a:ext>
            </a:extLst>
          </p:cNvPr>
          <p:cNvSpPr>
            <a:spLocks noGrp="1"/>
          </p:cNvSpPr>
          <p:nvPr>
            <p:ph type="sldNum" sz="quarter" idx="4"/>
          </p:nvPr>
        </p:nvSpPr>
        <p:spPr/>
        <p:txBody>
          <a:bodyPr/>
          <a:lstStyle/>
          <a:p>
            <a:fld id="{0F418C06-167A-E646-9EF6-18275B625F6B}" type="slidenum">
              <a:rPr lang="en-US" smtClean="0"/>
              <a:pPr/>
              <a:t>13</a:t>
            </a:fld>
            <a:endParaRPr lang="en-US"/>
          </a:p>
        </p:txBody>
      </p:sp>
    </p:spTree>
    <p:extLst>
      <p:ext uri="{BB962C8B-B14F-4D97-AF65-F5344CB8AC3E}">
        <p14:creationId xmlns:p14="http://schemas.microsoft.com/office/powerpoint/2010/main" val="128361216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49FC1-4B15-5B4F-84F5-7664AF7D37C8}"/>
              </a:ext>
            </a:extLst>
          </p:cNvPr>
          <p:cNvSpPr>
            <a:spLocks noGrp="1"/>
          </p:cNvSpPr>
          <p:nvPr>
            <p:ph type="title"/>
          </p:nvPr>
        </p:nvSpPr>
        <p:spPr/>
        <p:txBody>
          <a:bodyPr/>
          <a:lstStyle/>
          <a:p>
            <a:r>
              <a:rPr lang="en-US"/>
              <a:t>Progress and Plans</a:t>
            </a:r>
          </a:p>
        </p:txBody>
      </p:sp>
      <p:sp>
        <p:nvSpPr>
          <p:cNvPr id="3" name="Content Placeholder 2">
            <a:extLst>
              <a:ext uri="{FF2B5EF4-FFF2-40B4-BE49-F238E27FC236}">
                <a16:creationId xmlns:a16="http://schemas.microsoft.com/office/drawing/2014/main" id="{4B18F6EF-035C-994B-A128-EE5F04D67E89}"/>
              </a:ext>
            </a:extLst>
          </p:cNvPr>
          <p:cNvSpPr>
            <a:spLocks noGrp="1"/>
          </p:cNvSpPr>
          <p:nvPr>
            <p:ph idx="1"/>
          </p:nvPr>
        </p:nvSpPr>
        <p:spPr>
          <a:xfrm>
            <a:off x="867139" y="1017824"/>
            <a:ext cx="4180563" cy="4422449"/>
          </a:xfrm>
        </p:spPr>
        <p:txBody>
          <a:bodyPr/>
          <a:lstStyle/>
          <a:p>
            <a:r>
              <a:rPr lang="en-US" sz="2800">
                <a:solidFill>
                  <a:schemeClr val="tx2"/>
                </a:solidFill>
              </a:rPr>
              <a:t>Data discovery</a:t>
            </a:r>
          </a:p>
          <a:p>
            <a:r>
              <a:rPr lang="en-US" sz="2800">
                <a:solidFill>
                  <a:schemeClr val="accent5"/>
                </a:solidFill>
              </a:rPr>
              <a:t>Data profiling</a:t>
            </a:r>
          </a:p>
          <a:p>
            <a:r>
              <a:rPr lang="en-US" sz="2800">
                <a:solidFill>
                  <a:schemeClr val="accent5"/>
                </a:solidFill>
              </a:rPr>
              <a:t>Construction of metric to capture mismatch</a:t>
            </a:r>
          </a:p>
          <a:p>
            <a:r>
              <a:rPr lang="en-US" sz="2800">
                <a:solidFill>
                  <a:schemeClr val="bg1">
                    <a:lumMod val="50000"/>
                  </a:schemeClr>
                </a:solidFill>
              </a:rPr>
              <a:t>Exploratory data analysis</a:t>
            </a:r>
          </a:p>
          <a:p>
            <a:r>
              <a:rPr lang="en-US" sz="2800">
                <a:solidFill>
                  <a:schemeClr val="bg1">
                    <a:lumMod val="50000"/>
                  </a:schemeClr>
                </a:solidFill>
              </a:rPr>
              <a:t>Analysis of pathways to STW credentials and mismatch in Virginia</a:t>
            </a:r>
          </a:p>
        </p:txBody>
      </p:sp>
      <p:sp>
        <p:nvSpPr>
          <p:cNvPr id="4" name="Slide Number Placeholder 3">
            <a:extLst>
              <a:ext uri="{FF2B5EF4-FFF2-40B4-BE49-F238E27FC236}">
                <a16:creationId xmlns:a16="http://schemas.microsoft.com/office/drawing/2014/main" id="{A5DF2FFB-F177-9E47-8BAD-7B45B14D6B16}"/>
              </a:ext>
            </a:extLst>
          </p:cNvPr>
          <p:cNvSpPr>
            <a:spLocks noGrp="1"/>
          </p:cNvSpPr>
          <p:nvPr>
            <p:ph type="sldNum" sz="quarter" idx="4"/>
          </p:nvPr>
        </p:nvSpPr>
        <p:spPr/>
        <p:txBody>
          <a:bodyPr/>
          <a:lstStyle/>
          <a:p>
            <a:fld id="{0F418C06-167A-E646-9EF6-18275B625F6B}" type="slidenum">
              <a:rPr lang="en-US" smtClean="0"/>
              <a:pPr/>
              <a:t>14</a:t>
            </a:fld>
            <a:endParaRPr lang="en-US"/>
          </a:p>
        </p:txBody>
      </p:sp>
      <p:pic>
        <p:nvPicPr>
          <p:cNvPr id="6" name="Picture 6" descr="A picture containing text, map&#10;&#10;Description generated with very high confidence">
            <a:extLst>
              <a:ext uri="{FF2B5EF4-FFF2-40B4-BE49-F238E27FC236}">
                <a16:creationId xmlns:a16="http://schemas.microsoft.com/office/drawing/2014/main" id="{657DFB5B-E6B4-4B21-9754-13D8FFB4BE46}"/>
              </a:ext>
            </a:extLst>
          </p:cNvPr>
          <p:cNvPicPr>
            <a:picLocks noChangeAspect="1"/>
          </p:cNvPicPr>
          <p:nvPr/>
        </p:nvPicPr>
        <p:blipFill>
          <a:blip r:embed="rId3"/>
          <a:stretch>
            <a:fillRect/>
          </a:stretch>
        </p:blipFill>
        <p:spPr>
          <a:xfrm>
            <a:off x="5352535" y="1504580"/>
            <a:ext cx="6542902" cy="3436947"/>
          </a:xfrm>
          <a:prstGeom prst="rect">
            <a:avLst/>
          </a:prstGeom>
        </p:spPr>
      </p:pic>
    </p:spTree>
    <p:extLst>
      <p:ext uri="{BB962C8B-B14F-4D97-AF65-F5344CB8AC3E}">
        <p14:creationId xmlns:p14="http://schemas.microsoft.com/office/powerpoint/2010/main" val="418887453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title p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5936A36B-A972-CA45-A872-575DBB5BE72E}"/>
    </a:ext>
  </a:extLst>
</a:theme>
</file>

<file path=ppt/theme/theme2.xml><?xml version="1.0" encoding="utf-8"?>
<a:theme xmlns:a="http://schemas.openxmlformats.org/drawingml/2006/main" name="content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02727821-2E31-934A-A32E-C14E5F12B740}"/>
    </a:ext>
  </a:extLst>
</a:theme>
</file>

<file path=ppt/theme/theme3.xml><?xml version="1.0" encoding="utf-8"?>
<a:theme xmlns:a="http://schemas.openxmlformats.org/drawingml/2006/main" name="O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3200" dirty="0">
            <a:solidFill>
              <a:srgbClr val="233E50"/>
            </a:solidFill>
            <a:latin typeface="ITC Franklin Gothic Std Book" panose="020B0504030503020204" pitchFamily="34" charset="0"/>
          </a:defRPr>
        </a:defPPr>
      </a:lstStyle>
    </a:txDef>
  </a:objectDefaults>
  <a:extraClrSchemeLst/>
  <a:extLst>
    <a:ext uri="{05A4C25C-085E-4340-85A3-A5531E510DB2}">
      <thm15:themeFamily xmlns:thm15="http://schemas.microsoft.com/office/thememl/2012/main" name="DSI lunch and learn Nov 2018" id="{216A16C2-0C32-B942-BC74-ADEEC444F9A3}" vid="{D0C4570A-1D77-7046-B3DE-723FE9619450}"/>
    </a:ext>
  </a:extLst>
</a:theme>
</file>

<file path=ppt/theme/theme4.xml><?xml version="1.0" encoding="utf-8"?>
<a:theme xmlns:a="http://schemas.openxmlformats.org/drawingml/2006/main" name="O1: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434CA7D8-5399-7149-85E4-3B3D3052645F}"/>
    </a:ext>
  </a:extLst>
</a:theme>
</file>

<file path=ppt/theme/theme5.xml><?xml version="1.0" encoding="utf-8"?>
<a:theme xmlns:a="http://schemas.openxmlformats.org/drawingml/2006/main" name="O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DFC5AA49-074C-B140-8DAD-ED0AE7B80A03}"/>
    </a:ext>
  </a:extLst>
</a:theme>
</file>

<file path=ppt/theme/theme6.xml><?xml version="1.0" encoding="utf-8"?>
<a:theme xmlns:a="http://schemas.openxmlformats.org/drawingml/2006/main" name="O2: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DB7182D6-1745-874B-95D6-18CAC20F0806}"/>
    </a:ext>
  </a:extLst>
</a:theme>
</file>

<file path=ppt/theme/theme7.xml><?xml version="1.0" encoding="utf-8"?>
<a:theme xmlns:a="http://schemas.openxmlformats.org/drawingml/2006/main" name="O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73DE15A0-8418-BB4A-B272-16A28AFE5ABD}"/>
    </a:ext>
  </a:extLst>
</a:theme>
</file>

<file path=ppt/theme/theme8.xml><?xml version="1.0" encoding="utf-8"?>
<a:theme xmlns:a="http://schemas.openxmlformats.org/drawingml/2006/main" name="O3: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CAF1A107-3AEE-A946-94CD-C3F923F9FBB3}"/>
    </a:ext>
  </a:extLst>
</a:theme>
</file>

<file path=ppt/theme/theme9.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SI lunch and learn Nov 2018" id="{216A16C2-0C32-B942-BC74-ADEEC444F9A3}" vid="{7069C071-F26A-1A4A-B28C-A371727EB3E6}"/>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92EF6C-D6BB-4608-BA35-E518DFB13D6B}">
  <ds:schemaRefs>
    <ds:schemaRef ds:uri="f003ee77-356f-42cf-a98d-4065128301ee"/>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terms/"/>
    <ds:schemaRef ds:uri="http://purl.org/dc/elements/1.1/"/>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D096DB67-C655-47BE-90DB-AD2653114610}"/>
</file>

<file path=customXml/itemProps3.xml><?xml version="1.0" encoding="utf-8"?>
<ds:datastoreItem xmlns:ds="http://schemas.openxmlformats.org/officeDocument/2006/customXml" ds:itemID="{5FC8BCE4-E7A4-4F71-BE85-274BB623D4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title page</Template>
  <TotalTime>0</TotalTime>
  <Words>630</Words>
  <Application>Microsoft Office PowerPoint</Application>
  <PresentationFormat>Widescreen</PresentationFormat>
  <Paragraphs>125</Paragraphs>
  <Slides>14</Slides>
  <Notes>3</Notes>
  <HiddenSlides>0</HiddenSlides>
  <MMClips>0</MMClips>
  <ScaleCrop>false</ScaleCrop>
  <HeadingPairs>
    <vt:vector size="4" baseType="variant">
      <vt:variant>
        <vt:lpstr>Theme</vt:lpstr>
      </vt:variant>
      <vt:variant>
        <vt:i4>9</vt:i4>
      </vt:variant>
      <vt:variant>
        <vt:lpstr>Slide Titles</vt:lpstr>
      </vt:variant>
      <vt:variant>
        <vt:i4>14</vt:i4>
      </vt:variant>
    </vt:vector>
  </HeadingPairs>
  <TitlesOfParts>
    <vt:vector size="23" baseType="lpstr">
      <vt:lpstr>title page</vt:lpstr>
      <vt:lpstr>contents</vt:lpstr>
      <vt:lpstr>O1</vt:lpstr>
      <vt:lpstr>O1: image</vt:lpstr>
      <vt:lpstr>O2</vt:lpstr>
      <vt:lpstr>O2: image</vt:lpstr>
      <vt:lpstr>O3</vt:lpstr>
      <vt:lpstr>O3: image</vt:lpstr>
      <vt:lpstr>blank</vt:lpstr>
      <vt:lpstr>PowerPoint Presentation</vt:lpstr>
      <vt:lpstr>Research Questions</vt:lpstr>
      <vt:lpstr>Our Proposal…</vt:lpstr>
      <vt:lpstr>Data Pathways</vt:lpstr>
      <vt:lpstr>PowerPoint Presentation</vt:lpstr>
      <vt:lpstr>PowerPoint Presentation</vt:lpstr>
      <vt:lpstr>PowerPoint Presentation</vt:lpstr>
      <vt:lpstr>Education Data - Providers of Traditional Credentials</vt:lpstr>
      <vt:lpstr>Education Data - Providers of Alternative Credentials</vt:lpstr>
      <vt:lpstr>Education Data - Providers of Alternative Credentials</vt:lpstr>
      <vt:lpstr>PowerPoint Presentation</vt:lpstr>
      <vt:lpstr>Measuring Mismatch</vt:lpstr>
      <vt:lpstr>Considerations and Challenges</vt:lpstr>
      <vt:lpstr>Progress and Plans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Keller, Sallie Ann (sak9tr)</dc:creator>
  <cp:keywords/>
  <dc:description/>
  <cp:lastModifiedBy>Lancaster, Vicki Ann (val7zv)</cp:lastModifiedBy>
  <cp:revision>486</cp:revision>
  <cp:lastPrinted>2018-12-20T18:12:33Z</cp:lastPrinted>
  <dcterms:created xsi:type="dcterms:W3CDTF">2018-11-22T14:02:12Z</dcterms:created>
  <dcterms:modified xsi:type="dcterms:W3CDTF">2019-06-25T13:48:41Z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
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7.xml" ContentType="application/vnd.openxmlformats-officedocument.theme+xml"/>
  <Override PartName="/ppt/slideLayouts/slideLayout25.xml" ContentType="application/vnd.openxmlformats-officedocument.presentationml.slideLayout+xml"/>
  <Override PartName="/ppt/theme/theme8.xml" ContentType="application/vnd.openxmlformats-officedocument.theme+xml"/>
  <Override PartName="/ppt/slideLayouts/slideLayout2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2" r:id="rId6"/>
    <p:sldMasterId id="2147483670" r:id="rId7"/>
    <p:sldMasterId id="2147483658" r:id="rId8"/>
    <p:sldMasterId id="2147483672" r:id="rId9"/>
    <p:sldMasterId id="2147483664" r:id="rId10"/>
    <p:sldMasterId id="2147483674" r:id="rId11"/>
    <p:sldMasterId id="2147483676" r:id="rId12"/>
  </p:sldMasterIdLst>
  <p:notesMasterIdLst>
    <p:notesMasterId r:id="rId37"/>
  </p:notesMasterIdLst>
  <p:handoutMasterIdLst>
    <p:handoutMasterId r:id="rId38"/>
  </p:handoutMasterIdLst>
  <p:sldIdLst>
    <p:sldId id="1057" r:id="rId13"/>
    <p:sldId id="1111" r:id="rId14"/>
    <p:sldId id="1083" r:id="rId15"/>
    <p:sldId id="1082" r:id="rId16"/>
    <p:sldId id="1084" r:id="rId17"/>
    <p:sldId id="1099" r:id="rId18"/>
    <p:sldId id="1097" r:id="rId19"/>
    <p:sldId id="1102" r:id="rId20"/>
    <p:sldId id="1085" r:id="rId21"/>
    <p:sldId id="1092" r:id="rId22"/>
    <p:sldId id="1104" r:id="rId23"/>
    <p:sldId id="1094" r:id="rId24"/>
    <p:sldId id="1105" r:id="rId25"/>
    <p:sldId id="1107" r:id="rId26"/>
    <p:sldId id="1108" r:id="rId27"/>
    <p:sldId id="1086" r:id="rId28"/>
    <p:sldId id="1109" r:id="rId29"/>
    <p:sldId id="1095" r:id="rId30"/>
    <p:sldId id="1091" r:id="rId31"/>
    <p:sldId id="1090" r:id="rId32"/>
    <p:sldId id="1110" r:id="rId33"/>
    <p:sldId id="1087" r:id="rId34"/>
    <p:sldId id="1096" r:id="rId35"/>
    <p:sldId id="1088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3790E2-CF47-BB48-85D9-C2E4E85DCAF1}">
          <p14:sldIdLst>
            <p14:sldId id="1057"/>
            <p14:sldId id="1111"/>
            <p14:sldId id="1083"/>
            <p14:sldId id="1082"/>
            <p14:sldId id="1084"/>
            <p14:sldId id="1099"/>
            <p14:sldId id="1097"/>
            <p14:sldId id="1102"/>
            <p14:sldId id="1085"/>
            <p14:sldId id="1092"/>
            <p14:sldId id="1104"/>
            <p14:sldId id="1094"/>
            <p14:sldId id="1105"/>
            <p14:sldId id="1107"/>
            <p14:sldId id="1108"/>
            <p14:sldId id="1086"/>
            <p14:sldId id="1109"/>
            <p14:sldId id="1095"/>
            <p14:sldId id="1091"/>
            <p14:sldId id="1090"/>
            <p14:sldId id="1110"/>
            <p14:sldId id="1087"/>
            <p14:sldId id="1096"/>
            <p14:sldId id="1088"/>
          </p14:sldIdLst>
        </p14:section>
        <p14:section name="Untitled Section" id="{00B0B561-6255-2546-B3F0-5193EA8E6FF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6C0A"/>
    <a:srgbClr val="012F6C"/>
    <a:srgbClr val="002E6C"/>
    <a:srgbClr val="254061"/>
    <a:srgbClr val="012F6D"/>
    <a:srgbClr val="153164"/>
    <a:srgbClr val="0D3168"/>
    <a:srgbClr val="9FAB62"/>
    <a:srgbClr val="92B44C"/>
    <a:srgbClr val="40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40665-EFA5-0106-800B-261136E9C554}" v="432" dt="2019-06-27T20:43:17.248"/>
    <p1510:client id="{7E608AFF-14BB-012B-8CA7-1EA8E7627708}" v="97" dt="2019-06-27T19:34:39.538"/>
    <p1510:client id="{960D6E62-9B8D-BEDD-D6A0-2D9C241EF98C}" v="15" dt="2019-06-27T15:52:14.720"/>
    <p1510:client id="{D34473F2-36ED-2F43-B6EB-A832DB086B43}" v="2297" dt="2019-06-27T20:01:25.391"/>
    <p1510:client id="{D4AA5F34-1893-5A42-852B-373DB2EB04DB}" v="216" dt="2019-06-27T17:40:35.415"/>
    <p1510:client id="{E45239C9-1DC3-CA85-3A7D-0384EBFCC351}" v="208" dt="2019-06-27T15:09:06.2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presProps" Target="presProps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ch, Calvin (ci3uz)" userId="S::ci3uz@virginia.edu::d1b8b1a6-b223-4c78-a3de-e3d4ac8ab098" providerId="AD" clId="Web-{18B23DA8-7663-9890-76FF-98E9D126CAAE}"/>
    <pc:docChg chg="modSld">
      <pc:chgData name="Isch, Calvin (ci3uz)" userId="S::ci3uz@virginia.edu::d1b8b1a6-b223-4c78-a3de-e3d4ac8ab098" providerId="AD" clId="Web-{18B23DA8-7663-9890-76FF-98E9D126CAAE}" dt="2019-06-25T18:55:24.520" v="30" actId="20577"/>
      <pc:docMkLst>
        <pc:docMk/>
      </pc:docMkLst>
      <pc:sldChg chg="modSp">
        <pc:chgData name="Isch, Calvin (ci3uz)" userId="S::ci3uz@virginia.edu::d1b8b1a6-b223-4c78-a3de-e3d4ac8ab098" providerId="AD" clId="Web-{18B23DA8-7663-9890-76FF-98E9D126CAAE}" dt="2019-06-25T18:55:24.520" v="30" actId="20577"/>
        <pc:sldMkLst>
          <pc:docMk/>
          <pc:sldMk cId="2150342256" sldId="1094"/>
        </pc:sldMkLst>
        <pc:spChg chg="mod">
          <ac:chgData name="Isch, Calvin (ci3uz)" userId="S::ci3uz@virginia.edu::d1b8b1a6-b223-4c78-a3de-e3d4ac8ab098" providerId="AD" clId="Web-{18B23DA8-7663-9890-76FF-98E9D126CAAE}" dt="2019-06-25T18:55:24.520" v="30" actId="20577"/>
          <ac:spMkLst>
            <pc:docMk/>
            <pc:sldMk cId="2150342256" sldId="1094"/>
            <ac:spMk id="3" creationId="{630CFA79-3C5F-4792-8A20-2F34A9E094E0}"/>
          </ac:spMkLst>
        </pc:spChg>
      </pc:sldChg>
    </pc:docChg>
  </pc:docChgLst>
  <pc:docChgLst>
    <pc:chgData name="McDonald, Sarah (sm9dv)" userId="S::sm9dv@virginia.edu::9e8bfd15-d485-472e-bdd9-a28a60bbc615" providerId="AD" clId="Web-{7E608AFF-14BB-012B-8CA7-1EA8E7627708}"/>
    <pc:docChg chg="modSld">
      <pc:chgData name="McDonald, Sarah (sm9dv)" userId="S::sm9dv@virginia.edu::9e8bfd15-d485-472e-bdd9-a28a60bbc615" providerId="AD" clId="Web-{7E608AFF-14BB-012B-8CA7-1EA8E7627708}" dt="2019-06-27T19:34:39.538" v="96" actId="20577"/>
      <pc:docMkLst>
        <pc:docMk/>
      </pc:docMkLst>
      <pc:sldChg chg="modSp">
        <pc:chgData name="McDonald, Sarah (sm9dv)" userId="S::sm9dv@virginia.edu::9e8bfd15-d485-472e-bdd9-a28a60bbc615" providerId="AD" clId="Web-{7E608AFF-14BB-012B-8CA7-1EA8E7627708}" dt="2019-06-27T19:28:32.191" v="87" actId="20577"/>
        <pc:sldMkLst>
          <pc:docMk/>
          <pc:sldMk cId="2646000467" sldId="1086"/>
        </pc:sldMkLst>
        <pc:spChg chg="mod">
          <ac:chgData name="McDonald, Sarah (sm9dv)" userId="S::sm9dv@virginia.edu::9e8bfd15-d485-472e-bdd9-a28a60bbc615" providerId="AD" clId="Web-{7E608AFF-14BB-012B-8CA7-1EA8E7627708}" dt="2019-06-27T19:28:32.191" v="87" actId="20577"/>
          <ac:spMkLst>
            <pc:docMk/>
            <pc:sldMk cId="2646000467" sldId="1086"/>
            <ac:spMk id="12" creationId="{1640407D-4376-42F5-B26D-8A68E6794D19}"/>
          </ac:spMkLst>
        </pc:spChg>
      </pc:sldChg>
      <pc:sldChg chg="modSp">
        <pc:chgData name="McDonald, Sarah (sm9dv)" userId="S::sm9dv@virginia.edu::9e8bfd15-d485-472e-bdd9-a28a60bbc615" providerId="AD" clId="Web-{7E608AFF-14BB-012B-8CA7-1EA8E7627708}" dt="2019-06-27T19:34:39.538" v="96" actId="20577"/>
        <pc:sldMkLst>
          <pc:docMk/>
          <pc:sldMk cId="4291077755" sldId="1096"/>
        </pc:sldMkLst>
        <pc:spChg chg="mod">
          <ac:chgData name="McDonald, Sarah (sm9dv)" userId="S::sm9dv@virginia.edu::9e8bfd15-d485-472e-bdd9-a28a60bbc615" providerId="AD" clId="Web-{7E608AFF-14BB-012B-8CA7-1EA8E7627708}" dt="2019-06-27T19:34:39.538" v="96" actId="20577"/>
          <ac:spMkLst>
            <pc:docMk/>
            <pc:sldMk cId="4291077755" sldId="1096"/>
            <ac:spMk id="3" creationId="{8B4E9634-1063-448C-8A71-1E76EF3BBC75}"/>
          </ac:spMkLst>
        </pc:spChg>
      </pc:sldChg>
    </pc:docChg>
  </pc:docChgLst>
  <pc:docChgLst>
    <pc:chgData name="Isch, Calvin (ci3uz)" userId="S::ci3uz@virginia.edu::d1b8b1a6-b223-4c78-a3de-e3d4ac8ab098" providerId="AD" clId="Web-{DED5C631-CE5D-396D-8216-EC0BAD41AEF5}"/>
    <pc:docChg chg="modSld">
      <pc:chgData name="Isch, Calvin (ci3uz)" userId="S::ci3uz@virginia.edu::d1b8b1a6-b223-4c78-a3de-e3d4ac8ab098" providerId="AD" clId="Web-{DED5C631-CE5D-396D-8216-EC0BAD41AEF5}" dt="2019-06-28T13:14:41.744" v="12" actId="20577"/>
      <pc:docMkLst>
        <pc:docMk/>
      </pc:docMkLst>
      <pc:sldChg chg="modSp">
        <pc:chgData name="Isch, Calvin (ci3uz)" userId="S::ci3uz@virginia.edu::d1b8b1a6-b223-4c78-a3de-e3d4ac8ab098" providerId="AD" clId="Web-{DED5C631-CE5D-396D-8216-EC0BAD41AEF5}" dt="2019-06-28T13:11:08.706" v="1" actId="20577"/>
        <pc:sldMkLst>
          <pc:docMk/>
          <pc:sldMk cId="554150982" sldId="1092"/>
        </pc:sldMkLst>
        <pc:spChg chg="mod">
          <ac:chgData name="Isch, Calvin (ci3uz)" userId="S::ci3uz@virginia.edu::d1b8b1a6-b223-4c78-a3de-e3d4ac8ab098" providerId="AD" clId="Web-{DED5C631-CE5D-396D-8216-EC0BAD41AEF5}" dt="2019-06-28T13:11:08.706" v="1" actId="20577"/>
          <ac:spMkLst>
            <pc:docMk/>
            <pc:sldMk cId="554150982" sldId="1092"/>
            <ac:spMk id="3" creationId="{AAC33069-C862-4569-B33D-8B00C548B6E0}"/>
          </ac:spMkLst>
        </pc:spChg>
      </pc:sldChg>
      <pc:sldChg chg="modSp">
        <pc:chgData name="Isch, Calvin (ci3uz)" userId="S::ci3uz@virginia.edu::d1b8b1a6-b223-4c78-a3de-e3d4ac8ab098" providerId="AD" clId="Web-{DED5C631-CE5D-396D-8216-EC0BAD41AEF5}" dt="2019-06-28T13:14:41.744" v="12" actId="20577"/>
        <pc:sldMkLst>
          <pc:docMk/>
          <pc:sldMk cId="2150342256" sldId="1094"/>
        </pc:sldMkLst>
        <pc:spChg chg="mod">
          <ac:chgData name="Isch, Calvin (ci3uz)" userId="S::ci3uz@virginia.edu::d1b8b1a6-b223-4c78-a3de-e3d4ac8ab098" providerId="AD" clId="Web-{DED5C631-CE5D-396D-8216-EC0BAD41AEF5}" dt="2019-06-28T13:14:41.744" v="12" actId="20577"/>
          <ac:spMkLst>
            <pc:docMk/>
            <pc:sldMk cId="2150342256" sldId="1094"/>
            <ac:spMk id="3" creationId="{630CFA79-3C5F-4792-8A20-2F34A9E094E0}"/>
          </ac:spMkLst>
        </pc:spChg>
      </pc:sldChg>
    </pc:docChg>
  </pc:docChgLst>
  <pc:docChgLst>
    <pc:chgData name="Isch, Calvin (ci3uz)" userId="S::ci3uz@virginia.edu::d1b8b1a6-b223-4c78-a3de-e3d4ac8ab098" providerId="AD" clId="Web-{E0DDAA03-4BC2-0935-D3BA-78B27D52F469}"/>
    <pc:docChg chg="modSld">
      <pc:chgData name="Isch, Calvin (ci3uz)" userId="S::ci3uz@virginia.edu::d1b8b1a6-b223-4c78-a3de-e3d4ac8ab098" providerId="AD" clId="Web-{E0DDAA03-4BC2-0935-D3BA-78B27D52F469}" dt="2019-06-25T14:14:22.905" v="325" actId="20577"/>
      <pc:docMkLst>
        <pc:docMk/>
      </pc:docMkLst>
      <pc:sldChg chg="addSp modSp">
        <pc:chgData name="Isch, Calvin (ci3uz)" userId="S::ci3uz@virginia.edu::d1b8b1a6-b223-4c78-a3de-e3d4ac8ab098" providerId="AD" clId="Web-{E0DDAA03-4BC2-0935-D3BA-78B27D52F469}" dt="2019-06-25T14:14:21.656" v="323" actId="20577"/>
        <pc:sldMkLst>
          <pc:docMk/>
          <pc:sldMk cId="775700845" sldId="1085"/>
        </pc:sldMkLst>
        <pc:spChg chg="add mod">
          <ac:chgData name="Isch, Calvin (ci3uz)" userId="S::ci3uz@virginia.edu::d1b8b1a6-b223-4c78-a3de-e3d4ac8ab098" providerId="AD" clId="Web-{E0DDAA03-4BC2-0935-D3BA-78B27D52F469}" dt="2019-06-25T14:14:15.577" v="320" actId="20577"/>
          <ac:spMkLst>
            <pc:docMk/>
            <pc:sldMk cId="775700845" sldId="1085"/>
            <ac:spMk id="2" creationId="{28BA192E-8F08-4394-97AA-7E126725E5DB}"/>
          </ac:spMkLst>
        </pc:spChg>
        <pc:spChg chg="mod">
          <ac:chgData name="Isch, Calvin (ci3uz)" userId="S::ci3uz@virginia.edu::d1b8b1a6-b223-4c78-a3de-e3d4ac8ab098" providerId="AD" clId="Web-{E0DDAA03-4BC2-0935-D3BA-78B27D52F469}" dt="2019-06-25T14:01:26.503" v="6" actId="14100"/>
          <ac:spMkLst>
            <pc:docMk/>
            <pc:sldMk cId="775700845" sldId="1085"/>
            <ac:spMk id="3" creationId="{BEDA79D9-612A-9C4F-A726-822967A8ECA8}"/>
          </ac:spMkLst>
        </pc:spChg>
        <pc:spChg chg="add mod">
          <ac:chgData name="Isch, Calvin (ci3uz)" userId="S::ci3uz@virginia.edu::d1b8b1a6-b223-4c78-a3de-e3d4ac8ab098" providerId="AD" clId="Web-{E0DDAA03-4BC2-0935-D3BA-78B27D52F469}" dt="2019-06-25T14:14:13.312" v="318" actId="20577"/>
          <ac:spMkLst>
            <pc:docMk/>
            <pc:sldMk cId="775700845" sldId="1085"/>
            <ac:spMk id="7" creationId="{7EFCC3AE-45C1-4C15-AB0E-586D11BDBBE7}"/>
          </ac:spMkLst>
        </pc:spChg>
        <pc:spChg chg="add mod">
          <ac:chgData name="Isch, Calvin (ci3uz)" userId="S::ci3uz@virginia.edu::d1b8b1a6-b223-4c78-a3de-e3d4ac8ab098" providerId="AD" clId="Web-{E0DDAA03-4BC2-0935-D3BA-78B27D52F469}" dt="2019-06-25T14:14:21.656" v="323" actId="20577"/>
          <ac:spMkLst>
            <pc:docMk/>
            <pc:sldMk cId="775700845" sldId="1085"/>
            <ac:spMk id="8" creationId="{6DC33A96-BE0A-4EA4-A1BC-89560864DDB5}"/>
          </ac:spMkLst>
        </pc:spChg>
      </pc:sldChg>
      <pc:sldChg chg="modSp">
        <pc:chgData name="Isch, Calvin (ci3uz)" userId="S::ci3uz@virginia.edu::d1b8b1a6-b223-4c78-a3de-e3d4ac8ab098" providerId="AD" clId="Web-{E0DDAA03-4BC2-0935-D3BA-78B27D52F469}" dt="2019-06-25T14:07:37.618" v="163" actId="1076"/>
        <pc:sldMkLst>
          <pc:docMk/>
          <pc:sldMk cId="554150982" sldId="1092"/>
        </pc:sldMkLst>
        <pc:picChg chg="mod">
          <ac:chgData name="Isch, Calvin (ci3uz)" userId="S::ci3uz@virginia.edu::d1b8b1a6-b223-4c78-a3de-e3d4ac8ab098" providerId="AD" clId="Web-{E0DDAA03-4BC2-0935-D3BA-78B27D52F469}" dt="2019-06-25T14:07:37.618" v="163" actId="1076"/>
          <ac:picMkLst>
            <pc:docMk/>
            <pc:sldMk cId="554150982" sldId="1092"/>
            <ac:picMk id="6" creationId="{ACF3B36B-7C9C-4C46-8A47-08E600FC9FD2}"/>
          </ac:picMkLst>
        </pc:picChg>
      </pc:sldChg>
      <pc:sldChg chg="modSp">
        <pc:chgData name="Isch, Calvin (ci3uz)" userId="S::ci3uz@virginia.edu::d1b8b1a6-b223-4c78-a3de-e3d4ac8ab098" providerId="AD" clId="Web-{E0DDAA03-4BC2-0935-D3BA-78B27D52F469}" dt="2019-06-25T14:13:31.733" v="315" actId="20577"/>
        <pc:sldMkLst>
          <pc:docMk/>
          <pc:sldMk cId="2150342256" sldId="1094"/>
        </pc:sldMkLst>
        <pc:spChg chg="mod">
          <ac:chgData name="Isch, Calvin (ci3uz)" userId="S::ci3uz@virginia.edu::d1b8b1a6-b223-4c78-a3de-e3d4ac8ab098" providerId="AD" clId="Web-{E0DDAA03-4BC2-0935-D3BA-78B27D52F469}" dt="2019-06-25T14:13:31.733" v="315" actId="20577"/>
          <ac:spMkLst>
            <pc:docMk/>
            <pc:sldMk cId="2150342256" sldId="1094"/>
            <ac:spMk id="3" creationId="{630CFA79-3C5F-4792-8A20-2F34A9E094E0}"/>
          </ac:spMkLst>
        </pc:spChg>
        <pc:spChg chg="mod">
          <ac:chgData name="Isch, Calvin (ci3uz)" userId="S::ci3uz@virginia.edu::d1b8b1a6-b223-4c78-a3de-e3d4ac8ab098" providerId="AD" clId="Web-{E0DDAA03-4BC2-0935-D3BA-78B27D52F469}" dt="2019-06-25T14:11:39.731" v="274" actId="1076"/>
          <ac:spMkLst>
            <pc:docMk/>
            <pc:sldMk cId="2150342256" sldId="1094"/>
            <ac:spMk id="8" creationId="{B0971D5C-4DC6-B843-9A86-1291754BC688}"/>
          </ac:spMkLst>
        </pc:spChg>
        <pc:picChg chg="mod">
          <ac:chgData name="Isch, Calvin (ci3uz)" userId="S::ci3uz@virginia.edu::d1b8b1a6-b223-4c78-a3de-e3d4ac8ab098" providerId="AD" clId="Web-{E0DDAA03-4BC2-0935-D3BA-78B27D52F469}" dt="2019-06-25T14:11:39.716" v="273" actId="1076"/>
          <ac:picMkLst>
            <pc:docMk/>
            <pc:sldMk cId="2150342256" sldId="1094"/>
            <ac:picMk id="6" creationId="{B9733823-FC4C-45F1-B38F-C86BEE951628}"/>
          </ac:picMkLst>
        </pc:picChg>
      </pc:sldChg>
    </pc:docChg>
  </pc:docChgLst>
  <pc:docChgLst>
    <pc:chgData name="Fowers, Alyssa (af5ug)" userId="S::af5ug@virginia.edu::c3a37977-17ff-41a0-ad75-fd916179f175" providerId="AD" clId="Web-{3839932E-8DB6-1607-5E2F-E989DC002B43}"/>
    <pc:docChg chg="addSld delSld modSld modSection">
      <pc:chgData name="Fowers, Alyssa (af5ug)" userId="S::af5ug@virginia.edu::c3a37977-17ff-41a0-ad75-fd916179f175" providerId="AD" clId="Web-{3839932E-8DB6-1607-5E2F-E989DC002B43}" dt="2019-06-26T20:28:12.989" v="1502" actId="20577"/>
      <pc:docMkLst>
        <pc:docMk/>
      </pc:docMkLst>
      <pc:sldChg chg="addSp delSp modSp new">
        <pc:chgData name="Fowers, Alyssa (af5ug)" userId="S::af5ug@virginia.edu::c3a37977-17ff-41a0-ad75-fd916179f175" providerId="AD" clId="Web-{3839932E-8DB6-1607-5E2F-E989DC002B43}" dt="2019-06-26T20:28:11.708" v="1499" actId="20577"/>
        <pc:sldMkLst>
          <pc:docMk/>
          <pc:sldMk cId="387531973" sldId="1097"/>
        </pc:sldMkLst>
        <pc:spChg chg="mod">
          <ac:chgData name="Fowers, Alyssa (af5ug)" userId="S::af5ug@virginia.edu::c3a37977-17ff-41a0-ad75-fd916179f175" providerId="AD" clId="Web-{3839932E-8DB6-1607-5E2F-E989DC002B43}" dt="2019-06-26T20:26:30.520" v="1402" actId="1076"/>
          <ac:spMkLst>
            <pc:docMk/>
            <pc:sldMk cId="387531973" sldId="1097"/>
            <ac:spMk id="2" creationId="{DB63730D-5A8A-42FA-A638-02A57572D6DE}"/>
          </ac:spMkLst>
        </pc:spChg>
        <pc:spChg chg="del mod">
          <ac:chgData name="Fowers, Alyssa (af5ug)" userId="S::af5ug@virginia.edu::c3a37977-17ff-41a0-ad75-fd916179f175" providerId="AD" clId="Web-{3839932E-8DB6-1607-5E2F-E989DC002B43}" dt="2019-06-26T20:02:12.636" v="654"/>
          <ac:spMkLst>
            <pc:docMk/>
            <pc:sldMk cId="387531973" sldId="1097"/>
            <ac:spMk id="3" creationId="{222A1C98-B5BD-4B38-95B4-E38E69C69189}"/>
          </ac:spMkLst>
        </pc:spChg>
        <pc:spChg chg="del">
          <ac:chgData name="Fowers, Alyssa (af5ug)" userId="S::af5ug@virginia.edu::c3a37977-17ff-41a0-ad75-fd916179f175" providerId="AD" clId="Web-{3839932E-8DB6-1607-5E2F-E989DC002B43}" dt="2019-06-26T19:45:10.771" v="97"/>
          <ac:spMkLst>
            <pc:docMk/>
            <pc:sldMk cId="387531973" sldId="1097"/>
            <ac:spMk id="4" creationId="{30129965-3CEE-4A90-ABCE-37092F4A2A83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19:58:15.056" v="426" actId="1076"/>
          <ac:spMkLst>
            <pc:docMk/>
            <pc:sldMk cId="387531973" sldId="1097"/>
            <ac:spMk id="8" creationId="{189F8B82-EED3-4268-BBFA-C41CD92F7473}"/>
          </ac:spMkLst>
        </pc:spChg>
        <pc:spChg chg="add del mod">
          <ac:chgData name="Fowers, Alyssa (af5ug)" userId="S::af5ug@virginia.edu::c3a37977-17ff-41a0-ad75-fd916179f175" providerId="AD" clId="Web-{3839932E-8DB6-1607-5E2F-E989DC002B43}" dt="2019-06-26T19:51:36.992" v="265"/>
          <ac:spMkLst>
            <pc:docMk/>
            <pc:sldMk cId="387531973" sldId="1097"/>
            <ac:spMk id="9" creationId="{DD8F1BE5-5D47-4A30-A22B-0CD6F13F65DA}"/>
          </ac:spMkLst>
        </pc:spChg>
        <pc:spChg chg="add del mod">
          <ac:chgData name="Fowers, Alyssa (af5ug)" userId="S::af5ug@virginia.edu::c3a37977-17ff-41a0-ad75-fd916179f175" providerId="AD" clId="Web-{3839932E-8DB6-1607-5E2F-E989DC002B43}" dt="2019-06-26T19:47:34.975" v="165"/>
          <ac:spMkLst>
            <pc:docMk/>
            <pc:sldMk cId="387531973" sldId="1097"/>
            <ac:spMk id="10" creationId="{B6234C39-B94F-489A-9605-0EA81D7CABFE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19:58:21.872" v="430" actId="20577"/>
          <ac:spMkLst>
            <pc:docMk/>
            <pc:sldMk cId="387531973" sldId="1097"/>
            <ac:spMk id="11" creationId="{97E41A9E-0761-4FE9-BE54-2E8B1A72C206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19:58:20.103" v="429" actId="20577"/>
          <ac:spMkLst>
            <pc:docMk/>
            <pc:sldMk cId="387531973" sldId="1097"/>
            <ac:spMk id="12" creationId="{F4050E74-9E5D-40CA-9887-FA224254F6C3}"/>
          </ac:spMkLst>
        </pc:spChg>
        <pc:spChg chg="add del">
          <ac:chgData name="Fowers, Alyssa (af5ug)" userId="S::af5ug@virginia.edu::c3a37977-17ff-41a0-ad75-fd916179f175" providerId="AD" clId="Web-{3839932E-8DB6-1607-5E2F-E989DC002B43}" dt="2019-06-26T19:48:43.835" v="216"/>
          <ac:spMkLst>
            <pc:docMk/>
            <pc:sldMk cId="387531973" sldId="1097"/>
            <ac:spMk id="13" creationId="{24E79FC2-9BEF-4A6A-841E-648134163547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19:58:03.009" v="423" actId="1076"/>
          <ac:spMkLst>
            <pc:docMk/>
            <pc:sldMk cId="387531973" sldId="1097"/>
            <ac:spMk id="14" creationId="{67E099FD-4EA5-4093-AA61-1686D736E635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19:56:58.243" v="402" actId="1076"/>
          <ac:spMkLst>
            <pc:docMk/>
            <pc:sldMk cId="387531973" sldId="1097"/>
            <ac:spMk id="15" creationId="{0E31EE5C-36BC-4C3A-A246-A44C59A574A4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19:58:15.072" v="427" actId="1076"/>
          <ac:spMkLst>
            <pc:docMk/>
            <pc:sldMk cId="387531973" sldId="1097"/>
            <ac:spMk id="16" creationId="{B3F8797E-100A-4F13-A32F-99896063F6E5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19:56:02.649" v="359" actId="1076"/>
          <ac:spMkLst>
            <pc:docMk/>
            <pc:sldMk cId="387531973" sldId="1097"/>
            <ac:spMk id="17" creationId="{8D566371-B305-4D1B-B66B-EAE2DF00ECD8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19:56:15.712" v="361" actId="1076"/>
          <ac:spMkLst>
            <pc:docMk/>
            <pc:sldMk cId="387531973" sldId="1097"/>
            <ac:spMk id="18" creationId="{8753BC1E-48D4-4512-918E-F0055E4F7C22}"/>
          </ac:spMkLst>
        </pc:spChg>
        <pc:spChg chg="add mod ord">
          <ac:chgData name="Fowers, Alyssa (af5ug)" userId="S::af5ug@virginia.edu::c3a37977-17ff-41a0-ad75-fd916179f175" providerId="AD" clId="Web-{3839932E-8DB6-1607-5E2F-E989DC002B43}" dt="2019-06-26T19:52:51.570" v="302" actId="14100"/>
          <ac:spMkLst>
            <pc:docMk/>
            <pc:sldMk cId="387531973" sldId="1097"/>
            <ac:spMk id="19" creationId="{1683CD9B-2D53-4C1A-B3C0-28A4BA543E6B}"/>
          </ac:spMkLst>
        </pc:spChg>
        <pc:spChg chg="add del mod">
          <ac:chgData name="Fowers, Alyssa (af5ug)" userId="S::af5ug@virginia.edu::c3a37977-17ff-41a0-ad75-fd916179f175" providerId="AD" clId="Web-{3839932E-8DB6-1607-5E2F-E989DC002B43}" dt="2019-06-26T19:56:20.915" v="362"/>
          <ac:spMkLst>
            <pc:docMk/>
            <pc:sldMk cId="387531973" sldId="1097"/>
            <ac:spMk id="20" creationId="{E45B1321-E2F8-49FB-B3AD-498BD7EC30E3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19:57:09.493" v="403"/>
          <ac:spMkLst>
            <pc:docMk/>
            <pc:sldMk cId="387531973" sldId="1097"/>
            <ac:spMk id="22" creationId="{68EC29BB-6C09-464C-AFA7-382EC37467B3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20:19:34.408" v="1361" actId="14100"/>
          <ac:spMkLst>
            <pc:docMk/>
            <pc:sldMk cId="387531973" sldId="1097"/>
            <ac:spMk id="23" creationId="{22A1F71E-B256-44B4-938D-8915167495E0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20:04:56.184" v="968" actId="20577"/>
          <ac:spMkLst>
            <pc:docMk/>
            <pc:sldMk cId="387531973" sldId="1097"/>
            <ac:spMk id="24" creationId="{D18842B2-4901-4628-9B29-89F893AD7F5D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20:02:51.511" v="666" actId="1076"/>
          <ac:spMkLst>
            <pc:docMk/>
            <pc:sldMk cId="387531973" sldId="1097"/>
            <ac:spMk id="27" creationId="{7532C359-46B0-426A-827C-23FD01E97610}"/>
          </ac:spMkLst>
        </pc:spChg>
        <pc:spChg chg="add del mod">
          <ac:chgData name="Fowers, Alyssa (af5ug)" userId="S::af5ug@virginia.edu::c3a37977-17ff-41a0-ad75-fd916179f175" providerId="AD" clId="Web-{3839932E-8DB6-1607-5E2F-E989DC002B43}" dt="2019-06-26T20:02:14.683" v="655"/>
          <ac:spMkLst>
            <pc:docMk/>
            <pc:sldMk cId="387531973" sldId="1097"/>
            <ac:spMk id="29" creationId="{B25CA3B6-7A27-4930-BF64-F128725086A9}"/>
          </ac:spMkLst>
        </pc:spChg>
        <pc:spChg chg="add mod ord">
          <ac:chgData name="Fowers, Alyssa (af5ug)" userId="S::af5ug@virginia.edu::c3a37977-17ff-41a0-ad75-fd916179f175" providerId="AD" clId="Web-{3839932E-8DB6-1607-5E2F-E989DC002B43}" dt="2019-06-26T20:02:56.933" v="668" actId="14100"/>
          <ac:spMkLst>
            <pc:docMk/>
            <pc:sldMk cId="387531973" sldId="1097"/>
            <ac:spMk id="30" creationId="{504EFCB0-8178-4305-AD8D-73241B586529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20:06:08.340" v="1164" actId="20577"/>
          <ac:spMkLst>
            <pc:docMk/>
            <pc:sldMk cId="387531973" sldId="1097"/>
            <ac:spMk id="31" creationId="{801BFD48-38F3-4A1A-A4E0-C27DF7F6E8C3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20:18:53.783" v="1253" actId="1076"/>
          <ac:spMkLst>
            <pc:docMk/>
            <pc:sldMk cId="387531973" sldId="1097"/>
            <ac:spMk id="32" creationId="{12A1E545-9195-405F-AA0B-592125175914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20:20:03.596" v="1374" actId="20577"/>
          <ac:spMkLst>
            <pc:docMk/>
            <pc:sldMk cId="387531973" sldId="1097"/>
            <ac:spMk id="33" creationId="{19B3A236-8CF6-467B-8325-F1E3CAD39D19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20:28:11.708" v="1499" actId="20577"/>
          <ac:spMkLst>
            <pc:docMk/>
            <pc:sldMk cId="387531973" sldId="1097"/>
            <ac:spMk id="34" creationId="{9EA131AC-1895-45BA-8529-8D1031C6B776}"/>
          </ac:spMkLst>
        </pc:spChg>
        <pc:spChg chg="add mod">
          <ac:chgData name="Fowers, Alyssa (af5ug)" userId="S::af5ug@virginia.edu::c3a37977-17ff-41a0-ad75-fd916179f175" providerId="AD" clId="Web-{3839932E-8DB6-1607-5E2F-E989DC002B43}" dt="2019-06-26T20:27:23.161" v="1443" actId="1076"/>
          <ac:spMkLst>
            <pc:docMk/>
            <pc:sldMk cId="387531973" sldId="1097"/>
            <ac:spMk id="35" creationId="{8C634334-BC97-47B0-B50B-53617CE60B34}"/>
          </ac:spMkLst>
        </pc:spChg>
        <pc:picChg chg="add mod modCrop">
          <ac:chgData name="Fowers, Alyssa (af5ug)" userId="S::af5ug@virginia.edu::c3a37977-17ff-41a0-ad75-fd916179f175" providerId="AD" clId="Web-{3839932E-8DB6-1607-5E2F-E989DC002B43}" dt="2019-06-26T20:17:54.047" v="1206"/>
          <ac:picMkLst>
            <pc:docMk/>
            <pc:sldMk cId="387531973" sldId="1097"/>
            <ac:picMk id="6" creationId="{12045E91-68D1-4ED7-89DA-EF6B33D7A394}"/>
          </ac:picMkLst>
        </pc:picChg>
        <pc:picChg chg="add mod modCrop">
          <ac:chgData name="Fowers, Alyssa (af5ug)" userId="S::af5ug@virginia.edu::c3a37977-17ff-41a0-ad75-fd916179f175" providerId="AD" clId="Web-{3839932E-8DB6-1607-5E2F-E989DC002B43}" dt="2019-06-26T20:02:48.105" v="665" actId="14100"/>
          <ac:picMkLst>
            <pc:docMk/>
            <pc:sldMk cId="387531973" sldId="1097"/>
            <ac:picMk id="25" creationId="{6280DA42-046E-4788-A801-9B5710B0E6CA}"/>
          </ac:picMkLst>
        </pc:picChg>
        <pc:cxnChg chg="add del mod">
          <ac:chgData name="Fowers, Alyssa (af5ug)" userId="S::af5ug@virginia.edu::c3a37977-17ff-41a0-ad75-fd916179f175" providerId="AD" clId="Web-{3839932E-8DB6-1607-5E2F-E989DC002B43}" dt="2019-06-26T19:56:21.665" v="363"/>
          <ac:cxnSpMkLst>
            <pc:docMk/>
            <pc:sldMk cId="387531973" sldId="1097"/>
            <ac:cxnSpMk id="21" creationId="{FD870603-788B-47A1-9D16-D9D436350CEB}"/>
          </ac:cxnSpMkLst>
        </pc:cxnChg>
      </pc:sldChg>
      <pc:sldChg chg="modSp new del">
        <pc:chgData name="Fowers, Alyssa (af5ug)" userId="S::af5ug@virginia.edu::c3a37977-17ff-41a0-ad75-fd916179f175" providerId="AD" clId="Web-{3839932E-8DB6-1607-5E2F-E989DC002B43}" dt="2019-06-26T20:22:19.159" v="1377"/>
        <pc:sldMkLst>
          <pc:docMk/>
          <pc:sldMk cId="440801298" sldId="1098"/>
        </pc:sldMkLst>
        <pc:spChg chg="mod">
          <ac:chgData name="Fowers, Alyssa (af5ug)" userId="S::af5ug@virginia.edu::c3a37977-17ff-41a0-ad75-fd916179f175" providerId="AD" clId="Web-{3839932E-8DB6-1607-5E2F-E989DC002B43}" dt="2019-06-26T20:07:11.653" v="1192" actId="20577"/>
          <ac:spMkLst>
            <pc:docMk/>
            <pc:sldMk cId="440801298" sldId="1098"/>
            <ac:spMk id="2" creationId="{955A153B-FBF5-44E7-A66D-8A8C37E891AD}"/>
          </ac:spMkLst>
        </pc:spChg>
        <pc:spChg chg="mod">
          <ac:chgData name="Fowers, Alyssa (af5ug)" userId="S::af5ug@virginia.edu::c3a37977-17ff-41a0-ad75-fd916179f175" providerId="AD" clId="Web-{3839932E-8DB6-1607-5E2F-E989DC002B43}" dt="2019-06-26T20:07:40.669" v="1203" actId="1076"/>
          <ac:spMkLst>
            <pc:docMk/>
            <pc:sldMk cId="440801298" sldId="1098"/>
            <ac:spMk id="3" creationId="{85F1330D-795B-4C4E-BFE4-C50BE237E144}"/>
          </ac:spMkLst>
        </pc:spChg>
        <pc:spChg chg="mod">
          <ac:chgData name="Fowers, Alyssa (af5ug)" userId="S::af5ug@virginia.edu::c3a37977-17ff-41a0-ad75-fd916179f175" providerId="AD" clId="Web-{3839932E-8DB6-1607-5E2F-E989DC002B43}" dt="2019-06-26T20:07:40.684" v="1204" actId="1076"/>
          <ac:spMkLst>
            <pc:docMk/>
            <pc:sldMk cId="440801298" sldId="1098"/>
            <ac:spMk id="4" creationId="{2DA33676-01CD-4FDD-8219-BAE06A9ACE33}"/>
          </ac:spMkLst>
        </pc:spChg>
      </pc:sldChg>
      <pc:sldChg chg="new del">
        <pc:chgData name="Fowers, Alyssa (af5ug)" userId="S::af5ug@virginia.edu::c3a37977-17ff-41a0-ad75-fd916179f175" providerId="AD" clId="Web-{3839932E-8DB6-1607-5E2F-E989DC002B43}" dt="2019-06-26T20:23:38.816" v="1379"/>
        <pc:sldMkLst>
          <pc:docMk/>
          <pc:sldMk cId="2279773937" sldId="1098"/>
        </pc:sldMkLst>
      </pc:sldChg>
    </pc:docChg>
  </pc:docChgLst>
  <pc:docChgLst>
    <pc:chgData name="Isch, Calvin (ci3uz)" userId="S::ci3uz@virginia.edu::d1b8b1a6-b223-4c78-a3de-e3d4ac8ab098" providerId="AD" clId="Web-{58C5F539-25A0-73CC-D0D1-73A2E8DAF11E}"/>
    <pc:docChg chg="modSld">
      <pc:chgData name="Isch, Calvin (ci3uz)" userId="S::ci3uz@virginia.edu::d1b8b1a6-b223-4c78-a3de-e3d4ac8ab098" providerId="AD" clId="Web-{58C5F539-25A0-73CC-D0D1-73A2E8DAF11E}" dt="2019-06-26T13:15:59.238" v="8" actId="1076"/>
      <pc:docMkLst>
        <pc:docMk/>
      </pc:docMkLst>
      <pc:sldChg chg="modSp">
        <pc:chgData name="Isch, Calvin (ci3uz)" userId="S::ci3uz@virginia.edu::d1b8b1a6-b223-4c78-a3de-e3d4ac8ab098" providerId="AD" clId="Web-{58C5F539-25A0-73CC-D0D1-73A2E8DAF11E}" dt="2019-06-26T13:15:59.238" v="8" actId="1076"/>
        <pc:sldMkLst>
          <pc:docMk/>
          <pc:sldMk cId="554150982" sldId="1092"/>
        </pc:sldMkLst>
        <pc:spChg chg="mod">
          <ac:chgData name="Isch, Calvin (ci3uz)" userId="S::ci3uz@virginia.edu::d1b8b1a6-b223-4c78-a3de-e3d4ac8ab098" providerId="AD" clId="Web-{58C5F539-25A0-73CC-D0D1-73A2E8DAF11E}" dt="2019-06-26T13:15:59.207" v="7" actId="1076"/>
          <ac:spMkLst>
            <pc:docMk/>
            <pc:sldMk cId="554150982" sldId="1092"/>
            <ac:spMk id="8" creationId="{FFC1012B-0103-494E-A3B4-1012C956C60C}"/>
          </ac:spMkLst>
        </pc:spChg>
        <pc:picChg chg="mod">
          <ac:chgData name="Isch, Calvin (ci3uz)" userId="S::ci3uz@virginia.edu::d1b8b1a6-b223-4c78-a3de-e3d4ac8ab098" providerId="AD" clId="Web-{58C5F539-25A0-73CC-D0D1-73A2E8DAF11E}" dt="2019-06-26T13:15:59.192" v="6" actId="1076"/>
          <ac:picMkLst>
            <pc:docMk/>
            <pc:sldMk cId="554150982" sldId="1092"/>
            <ac:picMk id="7" creationId="{6EE95547-8647-EF4E-9FD6-5D6CC0C69CF0}"/>
          </ac:picMkLst>
        </pc:picChg>
        <pc:picChg chg="mod">
          <ac:chgData name="Isch, Calvin (ci3uz)" userId="S::ci3uz@virginia.edu::d1b8b1a6-b223-4c78-a3de-e3d4ac8ab098" providerId="AD" clId="Web-{58C5F539-25A0-73CC-D0D1-73A2E8DAF11E}" dt="2019-06-26T13:15:59.238" v="8" actId="1076"/>
          <ac:picMkLst>
            <pc:docMk/>
            <pc:sldMk cId="554150982" sldId="1092"/>
            <ac:picMk id="10" creationId="{428E8ADC-D2CC-BA4C-813A-7786857A5F47}"/>
          </ac:picMkLst>
        </pc:picChg>
      </pc:sldChg>
    </pc:docChg>
  </pc:docChgLst>
  <pc:docChgLst>
    <pc:chgData name="Isch, Calvin (ci3uz)" userId="S::ci3uz@virginia.edu::d1b8b1a6-b223-4c78-a3de-e3d4ac8ab098" providerId="AD" clId="Web-{960D6E62-9B8D-BEDD-D6A0-2D9C241EF98C}"/>
    <pc:docChg chg="modSld">
      <pc:chgData name="Isch, Calvin (ci3uz)" userId="S::ci3uz@virginia.edu::d1b8b1a6-b223-4c78-a3de-e3d4ac8ab098" providerId="AD" clId="Web-{960D6E62-9B8D-BEDD-D6A0-2D9C241EF98C}" dt="2019-06-27T15:52:14.704" v="14" actId="688"/>
      <pc:docMkLst>
        <pc:docMk/>
      </pc:docMkLst>
      <pc:sldChg chg="modSp">
        <pc:chgData name="Isch, Calvin (ci3uz)" userId="S::ci3uz@virginia.edu::d1b8b1a6-b223-4c78-a3de-e3d4ac8ab098" providerId="AD" clId="Web-{960D6E62-9B8D-BEDD-D6A0-2D9C241EF98C}" dt="2019-06-27T15:52:14.704" v="14" actId="688"/>
        <pc:sldMkLst>
          <pc:docMk/>
          <pc:sldMk cId="2163282739" sldId="1057"/>
        </pc:sldMkLst>
        <pc:spChg chg="mod">
          <ac:chgData name="Isch, Calvin (ci3uz)" userId="S::ci3uz@virginia.edu::d1b8b1a6-b223-4c78-a3de-e3d4ac8ab098" providerId="AD" clId="Web-{960D6E62-9B8D-BEDD-D6A0-2D9C241EF98C}" dt="2019-06-27T15:52:14.704" v="14" actId="688"/>
          <ac:spMkLst>
            <pc:docMk/>
            <pc:sldMk cId="2163282739" sldId="1057"/>
            <ac:spMk id="4" creationId="{1EB4EA29-4FBB-C24D-BC06-C4E1E0C838D7}"/>
          </ac:spMkLst>
        </pc:spChg>
      </pc:sldChg>
      <pc:sldChg chg="modSp">
        <pc:chgData name="Isch, Calvin (ci3uz)" userId="S::ci3uz@virginia.edu::d1b8b1a6-b223-4c78-a3de-e3d4ac8ab098" providerId="AD" clId="Web-{960D6E62-9B8D-BEDD-D6A0-2D9C241EF98C}" dt="2019-06-27T15:13:59.624" v="12" actId="20577"/>
        <pc:sldMkLst>
          <pc:docMk/>
          <pc:sldMk cId="2685777046" sldId="1082"/>
        </pc:sldMkLst>
        <pc:spChg chg="mod">
          <ac:chgData name="Isch, Calvin (ci3uz)" userId="S::ci3uz@virginia.edu::d1b8b1a6-b223-4c78-a3de-e3d4ac8ab098" providerId="AD" clId="Web-{960D6E62-9B8D-BEDD-D6A0-2D9C241EF98C}" dt="2019-06-27T15:13:59.624" v="12" actId="20577"/>
          <ac:spMkLst>
            <pc:docMk/>
            <pc:sldMk cId="2685777046" sldId="1082"/>
            <ac:spMk id="6" creationId="{9C2279F1-E157-9646-ACFB-A54D2E179694}"/>
          </ac:spMkLst>
        </pc:spChg>
      </pc:sldChg>
    </pc:docChg>
  </pc:docChgLst>
  <pc:docChgLst>
    <pc:chgData name="McDonald, Sarah (sm9dv)" userId="S::sm9dv@virginia.edu::9e8bfd15-d485-472e-bdd9-a28a60bbc615" providerId="AD" clId="Web-{FE6D6C11-C6B0-1B74-EE82-262F59835DBB}"/>
    <pc:docChg chg="modSld">
      <pc:chgData name="McDonald, Sarah (sm9dv)" userId="S::sm9dv@virginia.edu::9e8bfd15-d485-472e-bdd9-a28a60bbc615" providerId="AD" clId="Web-{FE6D6C11-C6B0-1B74-EE82-262F59835DBB}" dt="2019-06-26T13:29:49.590" v="145" actId="20577"/>
      <pc:docMkLst>
        <pc:docMk/>
      </pc:docMkLst>
      <pc:sldChg chg="addSp modSp">
        <pc:chgData name="McDonald, Sarah (sm9dv)" userId="S::sm9dv@virginia.edu::9e8bfd15-d485-472e-bdd9-a28a60bbc615" providerId="AD" clId="Web-{FE6D6C11-C6B0-1B74-EE82-262F59835DBB}" dt="2019-06-26T13:02:26.498" v="4" actId="1076"/>
        <pc:sldMkLst>
          <pc:docMk/>
          <pc:sldMk cId="196296070" sldId="1091"/>
        </pc:sldMkLst>
        <pc:spChg chg="add mod">
          <ac:chgData name="McDonald, Sarah (sm9dv)" userId="S::sm9dv@virginia.edu::9e8bfd15-d485-472e-bdd9-a28a60bbc615" providerId="AD" clId="Web-{FE6D6C11-C6B0-1B74-EE82-262F59835DBB}" dt="2019-06-26T13:02:26.498" v="4" actId="1076"/>
          <ac:spMkLst>
            <pc:docMk/>
            <pc:sldMk cId="196296070" sldId="1091"/>
            <ac:spMk id="5" creationId="{BDD882F5-1518-408C-96FC-B78BF527A5A7}"/>
          </ac:spMkLst>
        </pc:spChg>
      </pc:sldChg>
      <pc:sldChg chg="addSp modSp">
        <pc:chgData name="McDonald, Sarah (sm9dv)" userId="S::sm9dv@virginia.edu::9e8bfd15-d485-472e-bdd9-a28a60bbc615" providerId="AD" clId="Web-{FE6D6C11-C6B0-1B74-EE82-262F59835DBB}" dt="2019-06-26T13:02:06.633" v="1" actId="20577"/>
        <pc:sldMkLst>
          <pc:docMk/>
          <pc:sldMk cId="1088248631" sldId="1095"/>
        </pc:sldMkLst>
        <pc:spChg chg="add mod">
          <ac:chgData name="McDonald, Sarah (sm9dv)" userId="S::sm9dv@virginia.edu::9e8bfd15-d485-472e-bdd9-a28a60bbc615" providerId="AD" clId="Web-{FE6D6C11-C6B0-1B74-EE82-262F59835DBB}" dt="2019-06-26T13:02:06.633" v="1" actId="20577"/>
          <ac:spMkLst>
            <pc:docMk/>
            <pc:sldMk cId="1088248631" sldId="1095"/>
            <ac:spMk id="7" creationId="{DCA8D1C9-B0BC-4946-97D1-BA5634ACCE7C}"/>
          </ac:spMkLst>
        </pc:spChg>
      </pc:sldChg>
      <pc:sldChg chg="modSp">
        <pc:chgData name="McDonald, Sarah (sm9dv)" userId="S::sm9dv@virginia.edu::9e8bfd15-d485-472e-bdd9-a28a60bbc615" providerId="AD" clId="Web-{FE6D6C11-C6B0-1B74-EE82-262F59835DBB}" dt="2019-06-26T13:29:49.590" v="145" actId="20577"/>
        <pc:sldMkLst>
          <pc:docMk/>
          <pc:sldMk cId="4291077755" sldId="1096"/>
        </pc:sldMkLst>
        <pc:spChg chg="mod">
          <ac:chgData name="McDonald, Sarah (sm9dv)" userId="S::sm9dv@virginia.edu::9e8bfd15-d485-472e-bdd9-a28a60bbc615" providerId="AD" clId="Web-{FE6D6C11-C6B0-1B74-EE82-262F59835DBB}" dt="2019-06-26T13:29:49.590" v="145" actId="20577"/>
          <ac:spMkLst>
            <pc:docMk/>
            <pc:sldMk cId="4291077755" sldId="1096"/>
            <ac:spMk id="3" creationId="{8B4E9634-1063-448C-8A71-1E76EF3BBC75}"/>
          </ac:spMkLst>
        </pc:spChg>
      </pc:sldChg>
    </pc:docChg>
  </pc:docChgLst>
  <pc:docChgLst>
    <pc:chgData name="McDonald, Sarah (sm9dv)" userId="S::sm9dv@virginia.edu::9e8bfd15-d485-472e-bdd9-a28a60bbc615" providerId="AD" clId="Web-{DC07680D-3267-DAE9-1DAB-6C34C26FF935}"/>
    <pc:docChg chg="addSld modSld modSection">
      <pc:chgData name="McDonald, Sarah (sm9dv)" userId="S::sm9dv@virginia.edu::9e8bfd15-d485-472e-bdd9-a28a60bbc615" providerId="AD" clId="Web-{DC07680D-3267-DAE9-1DAB-6C34C26FF935}" dt="2019-06-25T19:49:36.784" v="150" actId="20577"/>
      <pc:docMkLst>
        <pc:docMk/>
      </pc:docMkLst>
      <pc:sldChg chg="modSp">
        <pc:chgData name="McDonald, Sarah (sm9dv)" userId="S::sm9dv@virginia.edu::9e8bfd15-d485-472e-bdd9-a28a60bbc615" providerId="AD" clId="Web-{DC07680D-3267-DAE9-1DAB-6C34C26FF935}" dt="2019-06-25T19:49:33.535" v="149" actId="20577"/>
        <pc:sldMkLst>
          <pc:docMk/>
          <pc:sldMk cId="2646000467" sldId="1086"/>
        </pc:sldMkLst>
        <pc:spChg chg="mod">
          <ac:chgData name="McDonald, Sarah (sm9dv)" userId="S::sm9dv@virginia.edu::9e8bfd15-d485-472e-bdd9-a28a60bbc615" providerId="AD" clId="Web-{DC07680D-3267-DAE9-1DAB-6C34C26FF935}" dt="2019-06-25T19:49:33.535" v="149" actId="20577"/>
          <ac:spMkLst>
            <pc:docMk/>
            <pc:sldMk cId="2646000467" sldId="1086"/>
            <ac:spMk id="12" creationId="{1640407D-4376-42F5-B26D-8A68E6794D19}"/>
          </ac:spMkLst>
        </pc:spChg>
      </pc:sldChg>
      <pc:sldChg chg="modSp new">
        <pc:chgData name="McDonald, Sarah (sm9dv)" userId="S::sm9dv@virginia.edu::9e8bfd15-d485-472e-bdd9-a28a60bbc615" providerId="AD" clId="Web-{DC07680D-3267-DAE9-1DAB-6C34C26FF935}" dt="2019-06-25T18:56:17.379" v="5" actId="20577"/>
        <pc:sldMkLst>
          <pc:docMk/>
          <pc:sldMk cId="4291077755" sldId="1096"/>
        </pc:sldMkLst>
        <pc:spChg chg="mod">
          <ac:chgData name="McDonald, Sarah (sm9dv)" userId="S::sm9dv@virginia.edu::9e8bfd15-d485-472e-bdd9-a28a60bbc615" providerId="AD" clId="Web-{DC07680D-3267-DAE9-1DAB-6C34C26FF935}" dt="2019-06-25T18:56:17.379" v="5" actId="20577"/>
          <ac:spMkLst>
            <pc:docMk/>
            <pc:sldMk cId="4291077755" sldId="1096"/>
            <ac:spMk id="2" creationId="{2D4D33B2-9EBA-402A-8A2F-0BBB11034E61}"/>
          </ac:spMkLst>
        </pc:spChg>
      </pc:sldChg>
    </pc:docChg>
  </pc:docChgLst>
  <pc:docChgLst>
    <pc:chgData name="Fowers, Alyssa (af5ug)" userId="c3a37977-17ff-41a0-ad75-fd916179f175" providerId="ADAL" clId="{D34473F2-36ED-2F43-B6EB-A832DB086B43}"/>
    <pc:docChg chg="undo redo custSel addSld delSld modSld sldOrd modSection">
      <pc:chgData name="Fowers, Alyssa (af5ug)" userId="c3a37977-17ff-41a0-ad75-fd916179f175" providerId="ADAL" clId="{D34473F2-36ED-2F43-B6EB-A832DB086B43}" dt="2019-06-27T20:01:25.392" v="2275" actId="14100"/>
      <pc:docMkLst>
        <pc:docMk/>
      </pc:docMkLst>
      <pc:sldChg chg="ord">
        <pc:chgData name="Fowers, Alyssa (af5ug)" userId="c3a37977-17ff-41a0-ad75-fd916179f175" providerId="ADAL" clId="{D34473F2-36ED-2F43-B6EB-A832DB086B43}" dt="2019-06-27T19:55:19.414" v="2014"/>
        <pc:sldMkLst>
          <pc:docMk/>
          <pc:sldMk cId="2685777046" sldId="1082"/>
        </pc:sldMkLst>
      </pc:sldChg>
      <pc:sldChg chg="modSp ord">
        <pc:chgData name="Fowers, Alyssa (af5ug)" userId="c3a37977-17ff-41a0-ad75-fd916179f175" providerId="ADAL" clId="{D34473F2-36ED-2F43-B6EB-A832DB086B43}" dt="2019-06-27T19:58:08.444" v="2266" actId="20577"/>
        <pc:sldMkLst>
          <pc:docMk/>
          <pc:sldMk cId="1897480431" sldId="1083"/>
        </pc:sldMkLst>
        <pc:spChg chg="mod">
          <ac:chgData name="Fowers, Alyssa (af5ug)" userId="c3a37977-17ff-41a0-ad75-fd916179f175" providerId="ADAL" clId="{D34473F2-36ED-2F43-B6EB-A832DB086B43}" dt="2019-06-27T19:56:22.139" v="2055" actId="20577"/>
          <ac:spMkLst>
            <pc:docMk/>
            <pc:sldMk cId="1897480431" sldId="1083"/>
            <ac:spMk id="2" creationId="{07F15F48-706A-A547-86DF-8BE597C8EE7D}"/>
          </ac:spMkLst>
        </pc:spChg>
        <pc:spChg chg="mod">
          <ac:chgData name="Fowers, Alyssa (af5ug)" userId="c3a37977-17ff-41a0-ad75-fd916179f175" providerId="ADAL" clId="{D34473F2-36ED-2F43-B6EB-A832DB086B43}" dt="2019-06-27T19:58:08.444" v="2266" actId="20577"/>
          <ac:spMkLst>
            <pc:docMk/>
            <pc:sldMk cId="1897480431" sldId="1083"/>
            <ac:spMk id="3" creationId="{E939AA81-4E83-B44E-9D59-DBEA904B69D0}"/>
          </ac:spMkLst>
        </pc:spChg>
      </pc:sldChg>
      <pc:sldChg chg="modTransition">
        <pc:chgData name="Fowers, Alyssa (af5ug)" userId="c3a37977-17ff-41a0-ad75-fd916179f175" providerId="ADAL" clId="{D34473F2-36ED-2F43-B6EB-A832DB086B43}" dt="2019-06-27T19:25:05.095" v="1174"/>
        <pc:sldMkLst>
          <pc:docMk/>
          <pc:sldMk cId="2743713354" sldId="1084"/>
        </pc:sldMkLst>
      </pc:sldChg>
      <pc:sldChg chg="ord modTransition">
        <pc:chgData name="Fowers, Alyssa (af5ug)" userId="c3a37977-17ff-41a0-ad75-fd916179f175" providerId="ADAL" clId="{D34473F2-36ED-2F43-B6EB-A832DB086B43}" dt="2019-06-27T19:55:00.165" v="2013"/>
        <pc:sldMkLst>
          <pc:docMk/>
          <pc:sldMk cId="387531973" sldId="1097"/>
        </pc:sldMkLst>
      </pc:sldChg>
      <pc:sldChg chg="addSp delSp modSp modAnim">
        <pc:chgData name="Fowers, Alyssa (af5ug)" userId="c3a37977-17ff-41a0-ad75-fd916179f175" providerId="ADAL" clId="{D34473F2-36ED-2F43-B6EB-A832DB086B43}" dt="2019-06-27T20:00:56.319" v="2269" actId="14100"/>
        <pc:sldMkLst>
          <pc:docMk/>
          <pc:sldMk cId="3983456594" sldId="1099"/>
        </pc:sldMkLst>
        <pc:spChg chg="mod">
          <ac:chgData name="Fowers, Alyssa (af5ug)" userId="c3a37977-17ff-41a0-ad75-fd916179f175" providerId="ADAL" clId="{D34473F2-36ED-2F43-B6EB-A832DB086B43}" dt="2019-06-27T19:27:45.219" v="1201" actId="2085"/>
          <ac:spMkLst>
            <pc:docMk/>
            <pc:sldMk cId="3983456594" sldId="1099"/>
            <ac:spMk id="3" creationId="{3324E135-3248-4007-8DC4-62344730A634}"/>
          </ac:spMkLst>
        </pc:spChg>
        <pc:spChg chg="mod">
          <ac:chgData name="Fowers, Alyssa (af5ug)" userId="c3a37977-17ff-41a0-ad75-fd916179f175" providerId="ADAL" clId="{D34473F2-36ED-2F43-B6EB-A832DB086B43}" dt="2019-06-27T19:27:45.219" v="1201" actId="2085"/>
          <ac:spMkLst>
            <pc:docMk/>
            <pc:sldMk cId="3983456594" sldId="1099"/>
            <ac:spMk id="4" creationId="{7694244E-36F5-48B4-B4FD-DC5707F151D1}"/>
          </ac:spMkLst>
        </pc:spChg>
        <pc:spChg chg="del mod">
          <ac:chgData name="Fowers, Alyssa (af5ug)" userId="c3a37977-17ff-41a0-ad75-fd916179f175" providerId="ADAL" clId="{D34473F2-36ED-2F43-B6EB-A832DB086B43}" dt="2019-06-27T17:47:15.794" v="87" actId="478"/>
          <ac:spMkLst>
            <pc:docMk/>
            <pc:sldMk cId="3983456594" sldId="1099"/>
            <ac:spMk id="5" creationId="{85B342DF-07B1-44A1-8110-335F38BA2634}"/>
          </ac:spMkLst>
        </pc:spChg>
        <pc:spChg chg="add del mod">
          <ac:chgData name="Fowers, Alyssa (af5ug)" userId="c3a37977-17ff-41a0-ad75-fd916179f175" providerId="ADAL" clId="{D34473F2-36ED-2F43-B6EB-A832DB086B43}" dt="2019-06-27T17:47:27.703" v="95" actId="478"/>
          <ac:spMkLst>
            <pc:docMk/>
            <pc:sldMk cId="3983456594" sldId="1099"/>
            <ac:spMk id="6" creationId="{D2B8AC05-751C-4C59-B405-C4439D92F4ED}"/>
          </ac:spMkLst>
        </pc:spChg>
        <pc:spChg chg="add del mod">
          <ac:chgData name="Fowers, Alyssa (af5ug)" userId="c3a37977-17ff-41a0-ad75-fd916179f175" providerId="ADAL" clId="{D34473F2-36ED-2F43-B6EB-A832DB086B43}" dt="2019-06-27T19:27:45.219" v="1201" actId="2085"/>
          <ac:spMkLst>
            <pc:docMk/>
            <pc:sldMk cId="3983456594" sldId="1099"/>
            <ac:spMk id="7" creationId="{39B41612-34D7-4FA6-8813-794E68C94539}"/>
          </ac:spMkLst>
        </pc:spChg>
        <pc:spChg chg="del mod">
          <ac:chgData name="Fowers, Alyssa (af5ug)" userId="c3a37977-17ff-41a0-ad75-fd916179f175" providerId="ADAL" clId="{D34473F2-36ED-2F43-B6EB-A832DB086B43}" dt="2019-06-27T17:47:15.794" v="87" actId="478"/>
          <ac:spMkLst>
            <pc:docMk/>
            <pc:sldMk cId="3983456594" sldId="1099"/>
            <ac:spMk id="9" creationId="{F34E0D1D-FB87-48C9-8ADC-36C367E5B8AA}"/>
          </ac:spMkLst>
        </pc:spChg>
        <pc:spChg chg="del mod">
          <ac:chgData name="Fowers, Alyssa (af5ug)" userId="c3a37977-17ff-41a0-ad75-fd916179f175" providerId="ADAL" clId="{D34473F2-36ED-2F43-B6EB-A832DB086B43}" dt="2019-06-27T17:47:15.794" v="87" actId="478"/>
          <ac:spMkLst>
            <pc:docMk/>
            <pc:sldMk cId="3983456594" sldId="1099"/>
            <ac:spMk id="10" creationId="{B398C2B3-8FFD-4285-A9F2-A50BF72DB7E2}"/>
          </ac:spMkLst>
        </pc:spChg>
        <pc:spChg chg="del mod">
          <ac:chgData name="Fowers, Alyssa (af5ug)" userId="c3a37977-17ff-41a0-ad75-fd916179f175" providerId="ADAL" clId="{D34473F2-36ED-2F43-B6EB-A832DB086B43}" dt="2019-06-27T17:47:18.034" v="88" actId="478"/>
          <ac:spMkLst>
            <pc:docMk/>
            <pc:sldMk cId="3983456594" sldId="1099"/>
            <ac:spMk id="12" creationId="{DB65BD5A-7ED1-4127-975C-D3FBB2505067}"/>
          </ac:spMkLst>
        </pc:spChg>
        <pc:spChg chg="del mod">
          <ac:chgData name="Fowers, Alyssa (af5ug)" userId="c3a37977-17ff-41a0-ad75-fd916179f175" providerId="ADAL" clId="{D34473F2-36ED-2F43-B6EB-A832DB086B43}" dt="2019-06-27T17:47:18.034" v="88" actId="478"/>
          <ac:spMkLst>
            <pc:docMk/>
            <pc:sldMk cId="3983456594" sldId="1099"/>
            <ac:spMk id="13" creationId="{937D554D-0BC9-4A5E-8351-2AFBD457EE40}"/>
          </ac:spMkLst>
        </pc:spChg>
        <pc:spChg chg="del mod">
          <ac:chgData name="Fowers, Alyssa (af5ug)" userId="c3a37977-17ff-41a0-ad75-fd916179f175" providerId="ADAL" clId="{D34473F2-36ED-2F43-B6EB-A832DB086B43}" dt="2019-06-27T17:47:29.365" v="96" actId="478"/>
          <ac:spMkLst>
            <pc:docMk/>
            <pc:sldMk cId="3983456594" sldId="1099"/>
            <ac:spMk id="14" creationId="{FEB7C3FC-1D15-4FAE-8379-4F183CB8E1E5}"/>
          </ac:spMkLst>
        </pc:spChg>
        <pc:spChg chg="del mod">
          <ac:chgData name="Fowers, Alyssa (af5ug)" userId="c3a37977-17ff-41a0-ad75-fd916179f175" providerId="ADAL" clId="{D34473F2-36ED-2F43-B6EB-A832DB086B43}" dt="2019-06-27T17:47:13.162" v="86" actId="478"/>
          <ac:spMkLst>
            <pc:docMk/>
            <pc:sldMk cId="3983456594" sldId="1099"/>
            <ac:spMk id="15" creationId="{9D3590A0-DA94-40C9-8253-86ED722B3D8D}"/>
          </ac:spMkLst>
        </pc:spChg>
        <pc:spChg chg="add del mod">
          <ac:chgData name="Fowers, Alyssa (af5ug)" userId="c3a37977-17ff-41a0-ad75-fd916179f175" providerId="ADAL" clId="{D34473F2-36ED-2F43-B6EB-A832DB086B43}" dt="2019-06-27T17:44:02.778" v="45" actId="478"/>
          <ac:spMkLst>
            <pc:docMk/>
            <pc:sldMk cId="3983456594" sldId="1099"/>
            <ac:spMk id="40" creationId="{B1106113-C013-3D47-B14C-F78A27EFF3B4}"/>
          </ac:spMkLst>
        </pc:spChg>
        <pc:spChg chg="add del mod">
          <ac:chgData name="Fowers, Alyssa (af5ug)" userId="c3a37977-17ff-41a0-ad75-fd916179f175" providerId="ADAL" clId="{D34473F2-36ED-2F43-B6EB-A832DB086B43}" dt="2019-06-27T17:44:02.057" v="44" actId="478"/>
          <ac:spMkLst>
            <pc:docMk/>
            <pc:sldMk cId="3983456594" sldId="1099"/>
            <ac:spMk id="41" creationId="{0CA7F036-4485-C54C-8673-D67235182777}"/>
          </ac:spMkLst>
        </pc:spChg>
        <pc:spChg chg="add del mod">
          <ac:chgData name="Fowers, Alyssa (af5ug)" userId="c3a37977-17ff-41a0-ad75-fd916179f175" providerId="ADAL" clId="{D34473F2-36ED-2F43-B6EB-A832DB086B43}" dt="2019-06-27T17:46:27.981" v="76" actId="478"/>
          <ac:spMkLst>
            <pc:docMk/>
            <pc:sldMk cId="3983456594" sldId="1099"/>
            <ac:spMk id="52" creationId="{2DEC3C85-12EA-E14E-A6CA-867A7FA667FC}"/>
          </ac:spMkLst>
        </pc:spChg>
        <pc:spChg chg="add mod">
          <ac:chgData name="Fowers, Alyssa (af5ug)" userId="c3a37977-17ff-41a0-ad75-fd916179f175" providerId="ADAL" clId="{D34473F2-36ED-2F43-B6EB-A832DB086B43}" dt="2019-06-27T19:27:50.923" v="1203" actId="2085"/>
          <ac:spMkLst>
            <pc:docMk/>
            <pc:sldMk cId="3983456594" sldId="1099"/>
            <ac:spMk id="62" creationId="{5DBC5DA5-D6E2-1148-A1DE-9CBF42BB201B}"/>
          </ac:spMkLst>
        </pc:spChg>
        <pc:spChg chg="add mod">
          <ac:chgData name="Fowers, Alyssa (af5ug)" userId="c3a37977-17ff-41a0-ad75-fd916179f175" providerId="ADAL" clId="{D34473F2-36ED-2F43-B6EB-A832DB086B43}" dt="2019-06-27T19:27:50.923" v="1203" actId="2085"/>
          <ac:spMkLst>
            <pc:docMk/>
            <pc:sldMk cId="3983456594" sldId="1099"/>
            <ac:spMk id="63" creationId="{2B8D0580-B81E-D147-B6C7-05B11E7BF5C6}"/>
          </ac:spMkLst>
        </pc:spChg>
        <pc:spChg chg="add mod">
          <ac:chgData name="Fowers, Alyssa (af5ug)" userId="c3a37977-17ff-41a0-ad75-fd916179f175" providerId="ADAL" clId="{D34473F2-36ED-2F43-B6EB-A832DB086B43}" dt="2019-06-27T17:58:33.229" v="1154" actId="1076"/>
          <ac:spMkLst>
            <pc:docMk/>
            <pc:sldMk cId="3983456594" sldId="1099"/>
            <ac:spMk id="64" creationId="{908727F8-0572-F745-BD92-ED393E0C50E2}"/>
          </ac:spMkLst>
        </pc:spChg>
        <pc:spChg chg="add del mod">
          <ac:chgData name="Fowers, Alyssa (af5ug)" userId="c3a37977-17ff-41a0-ad75-fd916179f175" providerId="ADAL" clId="{D34473F2-36ED-2F43-B6EB-A832DB086B43}" dt="2019-06-27T17:58:30.327" v="1153" actId="478"/>
          <ac:spMkLst>
            <pc:docMk/>
            <pc:sldMk cId="3983456594" sldId="1099"/>
            <ac:spMk id="65" creationId="{88B31901-7A60-5946-B054-D62CE12C6EB9}"/>
          </ac:spMkLst>
        </pc:spChg>
        <pc:spChg chg="add mod">
          <ac:chgData name="Fowers, Alyssa (af5ug)" userId="c3a37977-17ff-41a0-ad75-fd916179f175" providerId="ADAL" clId="{D34473F2-36ED-2F43-B6EB-A832DB086B43}" dt="2019-06-27T17:58:14.715" v="1111" actId="1076"/>
          <ac:spMkLst>
            <pc:docMk/>
            <pc:sldMk cId="3983456594" sldId="1099"/>
            <ac:spMk id="66" creationId="{E2A0B925-8783-B54D-B64C-6E2715D0904B}"/>
          </ac:spMkLst>
        </pc:spChg>
        <pc:spChg chg="add mod">
          <ac:chgData name="Fowers, Alyssa (af5ug)" userId="c3a37977-17ff-41a0-ad75-fd916179f175" providerId="ADAL" clId="{D34473F2-36ED-2F43-B6EB-A832DB086B43}" dt="2019-06-27T17:58:14.715" v="1111" actId="1076"/>
          <ac:spMkLst>
            <pc:docMk/>
            <pc:sldMk cId="3983456594" sldId="1099"/>
            <ac:spMk id="67" creationId="{2DAC190B-88E2-0746-9C52-3E4D81BDBC5E}"/>
          </ac:spMkLst>
        </pc:spChg>
        <pc:spChg chg="add mod">
          <ac:chgData name="Fowers, Alyssa (af5ug)" userId="c3a37977-17ff-41a0-ad75-fd916179f175" providerId="ADAL" clId="{D34473F2-36ED-2F43-B6EB-A832DB086B43}" dt="2019-06-27T17:58:14.715" v="1111" actId="1076"/>
          <ac:spMkLst>
            <pc:docMk/>
            <pc:sldMk cId="3983456594" sldId="1099"/>
            <ac:spMk id="68" creationId="{5C8EAA93-448A-774A-AAE6-1E8B30646DEE}"/>
          </ac:spMkLst>
        </pc:spChg>
        <pc:spChg chg="add mod">
          <ac:chgData name="Fowers, Alyssa (af5ug)" userId="c3a37977-17ff-41a0-ad75-fd916179f175" providerId="ADAL" clId="{D34473F2-36ED-2F43-B6EB-A832DB086B43}" dt="2019-06-27T17:58:14.715" v="1111" actId="1076"/>
          <ac:spMkLst>
            <pc:docMk/>
            <pc:sldMk cId="3983456594" sldId="1099"/>
            <ac:spMk id="69" creationId="{A3D004BD-1468-1340-8E93-7278FEED8353}"/>
          </ac:spMkLst>
        </pc:spChg>
        <pc:spChg chg="add del mod">
          <ac:chgData name="Fowers, Alyssa (af5ug)" userId="c3a37977-17ff-41a0-ad75-fd916179f175" providerId="ADAL" clId="{D34473F2-36ED-2F43-B6EB-A832DB086B43}" dt="2019-06-27T17:54:33.763" v="1059" actId="478"/>
          <ac:spMkLst>
            <pc:docMk/>
            <pc:sldMk cId="3983456594" sldId="1099"/>
            <ac:spMk id="70" creationId="{13208B71-FF13-B542-95CA-7F03D3A8A48D}"/>
          </ac:spMkLst>
        </pc:spChg>
        <pc:spChg chg="add del mod">
          <ac:chgData name="Fowers, Alyssa (af5ug)" userId="c3a37977-17ff-41a0-ad75-fd916179f175" providerId="ADAL" clId="{D34473F2-36ED-2F43-B6EB-A832DB086B43}" dt="2019-06-27T17:55:08.563" v="1062" actId="478"/>
          <ac:spMkLst>
            <pc:docMk/>
            <pc:sldMk cId="3983456594" sldId="1099"/>
            <ac:spMk id="71" creationId="{B76FE63C-D693-084B-9124-3CC7A69D5845}"/>
          </ac:spMkLst>
        </pc:spChg>
        <pc:spChg chg="add del mod">
          <ac:chgData name="Fowers, Alyssa (af5ug)" userId="c3a37977-17ff-41a0-ad75-fd916179f175" providerId="ADAL" clId="{D34473F2-36ED-2F43-B6EB-A832DB086B43}" dt="2019-06-27T17:55:22.449" v="1064" actId="478"/>
          <ac:spMkLst>
            <pc:docMk/>
            <pc:sldMk cId="3983456594" sldId="1099"/>
            <ac:spMk id="72" creationId="{62070E65-A4A3-1A43-A658-0A0DA2437CB0}"/>
          </ac:spMkLst>
        </pc:spChg>
        <pc:spChg chg="add mod">
          <ac:chgData name="Fowers, Alyssa (af5ug)" userId="c3a37977-17ff-41a0-ad75-fd916179f175" providerId="ADAL" clId="{D34473F2-36ED-2F43-B6EB-A832DB086B43}" dt="2019-06-27T20:00:56.319" v="2269" actId="14100"/>
          <ac:spMkLst>
            <pc:docMk/>
            <pc:sldMk cId="3983456594" sldId="1099"/>
            <ac:spMk id="73" creationId="{A1490C63-A758-A149-9223-B5086587493D}"/>
          </ac:spMkLst>
        </pc:spChg>
        <pc:spChg chg="add mod">
          <ac:chgData name="Fowers, Alyssa (af5ug)" userId="c3a37977-17ff-41a0-ad75-fd916179f175" providerId="ADAL" clId="{D34473F2-36ED-2F43-B6EB-A832DB086B43}" dt="2019-06-27T19:27:50.923" v="1203" actId="2085"/>
          <ac:spMkLst>
            <pc:docMk/>
            <pc:sldMk cId="3983456594" sldId="1099"/>
            <ac:spMk id="74" creationId="{ADBCEE41-E22A-6C42-808F-B6655D7423A7}"/>
          </ac:spMkLst>
        </pc:spChg>
        <pc:spChg chg="add del mod">
          <ac:chgData name="Fowers, Alyssa (af5ug)" userId="c3a37977-17ff-41a0-ad75-fd916179f175" providerId="ADAL" clId="{D34473F2-36ED-2F43-B6EB-A832DB086B43}" dt="2019-06-27T17:59:55.851" v="1167" actId="478"/>
          <ac:spMkLst>
            <pc:docMk/>
            <pc:sldMk cId="3983456594" sldId="1099"/>
            <ac:spMk id="75" creationId="{3522C1C4-C07A-444C-AD90-EB03FE2F7360}"/>
          </ac:spMkLst>
        </pc:spChg>
        <pc:spChg chg="add del mod">
          <ac:chgData name="Fowers, Alyssa (af5ug)" userId="c3a37977-17ff-41a0-ad75-fd916179f175" providerId="ADAL" clId="{D34473F2-36ED-2F43-B6EB-A832DB086B43}" dt="2019-06-27T18:00:20.394" v="1169" actId="478"/>
          <ac:spMkLst>
            <pc:docMk/>
            <pc:sldMk cId="3983456594" sldId="1099"/>
            <ac:spMk id="76" creationId="{D5D3863E-121A-7F43-93C2-E10C96E250DA}"/>
          </ac:spMkLst>
        </pc:spChg>
        <pc:spChg chg="add del mod">
          <ac:chgData name="Fowers, Alyssa (af5ug)" userId="c3a37977-17ff-41a0-ad75-fd916179f175" providerId="ADAL" clId="{D34473F2-36ED-2F43-B6EB-A832DB086B43}" dt="2019-06-27T19:26:06.584" v="1184" actId="478"/>
          <ac:spMkLst>
            <pc:docMk/>
            <pc:sldMk cId="3983456594" sldId="1099"/>
            <ac:spMk id="77" creationId="{F88EB4F9-1A6D-F541-A142-74FA6C788CDC}"/>
          </ac:spMkLst>
        </pc:spChg>
        <pc:spChg chg="add del mod">
          <ac:chgData name="Fowers, Alyssa (af5ug)" userId="c3a37977-17ff-41a0-ad75-fd916179f175" providerId="ADAL" clId="{D34473F2-36ED-2F43-B6EB-A832DB086B43}" dt="2019-06-27T19:26:03.558" v="1182" actId="478"/>
          <ac:spMkLst>
            <pc:docMk/>
            <pc:sldMk cId="3983456594" sldId="1099"/>
            <ac:spMk id="78" creationId="{B7CA25EA-1F48-B542-8CD5-1A9A0E6E1C89}"/>
          </ac:spMkLst>
        </pc:spChg>
        <pc:spChg chg="add del mod">
          <ac:chgData name="Fowers, Alyssa (af5ug)" userId="c3a37977-17ff-41a0-ad75-fd916179f175" providerId="ADAL" clId="{D34473F2-36ED-2F43-B6EB-A832DB086B43}" dt="2019-06-27T19:26:04.569" v="1183" actId="478"/>
          <ac:spMkLst>
            <pc:docMk/>
            <pc:sldMk cId="3983456594" sldId="1099"/>
            <ac:spMk id="79" creationId="{24C58CA0-668E-0046-9A5C-3933EB566484}"/>
          </ac:spMkLst>
        </pc:spChg>
        <pc:cxnChg chg="add del mod">
          <ac:chgData name="Fowers, Alyssa (af5ug)" userId="c3a37977-17ff-41a0-ad75-fd916179f175" providerId="ADAL" clId="{D34473F2-36ED-2F43-B6EB-A832DB086B43}" dt="2019-06-27T17:41:24.278" v="3" actId="478"/>
          <ac:cxnSpMkLst>
            <pc:docMk/>
            <pc:sldMk cId="3983456594" sldId="1099"/>
            <ac:cxnSpMk id="11" creationId="{F0B3FED6-A48C-8546-B49B-98FDCA37AF16}"/>
          </ac:cxnSpMkLst>
        </pc:cxnChg>
        <pc:cxnChg chg="add del mod">
          <ac:chgData name="Fowers, Alyssa (af5ug)" userId="c3a37977-17ff-41a0-ad75-fd916179f175" providerId="ADAL" clId="{D34473F2-36ED-2F43-B6EB-A832DB086B43}" dt="2019-06-27T17:41:33.389" v="5" actId="478"/>
          <ac:cxnSpMkLst>
            <pc:docMk/>
            <pc:sldMk cId="3983456594" sldId="1099"/>
            <ac:cxnSpMk id="17" creationId="{3F36FD16-48B7-784A-BADE-EE16F05A7D39}"/>
          </ac:cxnSpMkLst>
        </pc:cxnChg>
        <pc:cxnChg chg="add del mod">
          <ac:chgData name="Fowers, Alyssa (af5ug)" userId="c3a37977-17ff-41a0-ad75-fd916179f175" providerId="ADAL" clId="{D34473F2-36ED-2F43-B6EB-A832DB086B43}" dt="2019-06-27T17:47:15.794" v="87" actId="478"/>
          <ac:cxnSpMkLst>
            <pc:docMk/>
            <pc:sldMk cId="3983456594" sldId="1099"/>
            <ac:cxnSpMk id="19" creationId="{CBB96388-64FA-884D-BEDD-DBDE8DDB7928}"/>
          </ac:cxnSpMkLst>
        </pc:cxnChg>
        <pc:cxnChg chg="add del mod">
          <ac:chgData name="Fowers, Alyssa (af5ug)" userId="c3a37977-17ff-41a0-ad75-fd916179f175" providerId="ADAL" clId="{D34473F2-36ED-2F43-B6EB-A832DB086B43}" dt="2019-06-27T17:47:18.034" v="88" actId="478"/>
          <ac:cxnSpMkLst>
            <pc:docMk/>
            <pc:sldMk cId="3983456594" sldId="1099"/>
            <ac:cxnSpMk id="21" creationId="{6F5A13E6-3636-944A-8EFB-DE095B6B6A49}"/>
          </ac:cxnSpMkLst>
        </pc:cxnChg>
        <pc:cxnChg chg="add del mod">
          <ac:chgData name="Fowers, Alyssa (af5ug)" userId="c3a37977-17ff-41a0-ad75-fd916179f175" providerId="ADAL" clId="{D34473F2-36ED-2F43-B6EB-A832DB086B43}" dt="2019-06-27T17:47:15.794" v="87" actId="478"/>
          <ac:cxnSpMkLst>
            <pc:docMk/>
            <pc:sldMk cId="3983456594" sldId="1099"/>
            <ac:cxnSpMk id="23" creationId="{B81579A2-F43E-EB47-B419-5573C19D478E}"/>
          </ac:cxnSpMkLst>
        </pc:cxnChg>
        <pc:cxnChg chg="add del mod">
          <ac:chgData name="Fowers, Alyssa (af5ug)" userId="c3a37977-17ff-41a0-ad75-fd916179f175" providerId="ADAL" clId="{D34473F2-36ED-2F43-B6EB-A832DB086B43}" dt="2019-06-27T17:47:15.794" v="87" actId="478"/>
          <ac:cxnSpMkLst>
            <pc:docMk/>
            <pc:sldMk cId="3983456594" sldId="1099"/>
            <ac:cxnSpMk id="25" creationId="{2ED196EA-3730-4541-8D12-EB56FDFC92C7}"/>
          </ac:cxnSpMkLst>
        </pc:cxnChg>
        <pc:cxnChg chg="add del mod">
          <ac:chgData name="Fowers, Alyssa (af5ug)" userId="c3a37977-17ff-41a0-ad75-fd916179f175" providerId="ADAL" clId="{D34473F2-36ED-2F43-B6EB-A832DB086B43}" dt="2019-06-27T17:47:15.794" v="87" actId="478"/>
          <ac:cxnSpMkLst>
            <pc:docMk/>
            <pc:sldMk cId="3983456594" sldId="1099"/>
            <ac:cxnSpMk id="27" creationId="{8BD922C0-C2AD-1746-AC1D-A8BB441EFD9C}"/>
          </ac:cxnSpMkLst>
        </pc:cxnChg>
        <pc:cxnChg chg="add del mod">
          <ac:chgData name="Fowers, Alyssa (af5ug)" userId="c3a37977-17ff-41a0-ad75-fd916179f175" providerId="ADAL" clId="{D34473F2-36ED-2F43-B6EB-A832DB086B43}" dt="2019-06-27T17:47:18.034" v="88" actId="478"/>
          <ac:cxnSpMkLst>
            <pc:docMk/>
            <pc:sldMk cId="3983456594" sldId="1099"/>
            <ac:cxnSpMk id="32" creationId="{07AD7FFA-A999-9445-96DA-8A2CDE4558CA}"/>
          </ac:cxnSpMkLst>
        </pc:cxnChg>
        <pc:cxnChg chg="add del mod">
          <ac:chgData name="Fowers, Alyssa (af5ug)" userId="c3a37977-17ff-41a0-ad75-fd916179f175" providerId="ADAL" clId="{D34473F2-36ED-2F43-B6EB-A832DB086B43}" dt="2019-06-27T17:47:18.034" v="88" actId="478"/>
          <ac:cxnSpMkLst>
            <pc:docMk/>
            <pc:sldMk cId="3983456594" sldId="1099"/>
            <ac:cxnSpMk id="34" creationId="{35CE00BC-041B-4342-9E4F-F06ADE81AD78}"/>
          </ac:cxnSpMkLst>
        </pc:cxnChg>
        <pc:cxnChg chg="add del mod">
          <ac:chgData name="Fowers, Alyssa (af5ug)" userId="c3a37977-17ff-41a0-ad75-fd916179f175" providerId="ADAL" clId="{D34473F2-36ED-2F43-B6EB-A832DB086B43}" dt="2019-06-27T17:47:29.964" v="97" actId="478"/>
          <ac:cxnSpMkLst>
            <pc:docMk/>
            <pc:sldMk cId="3983456594" sldId="1099"/>
            <ac:cxnSpMk id="36" creationId="{D5949ABE-5507-0F49-A5FF-8E60058D8F04}"/>
          </ac:cxnSpMkLst>
        </pc:cxnChg>
      </pc:sldChg>
      <pc:sldChg chg="add del">
        <pc:chgData name="Fowers, Alyssa (af5ug)" userId="c3a37977-17ff-41a0-ad75-fd916179f175" providerId="ADAL" clId="{D34473F2-36ED-2F43-B6EB-A832DB086B43}" dt="2019-06-27T17:47:09.155" v="85" actId="2696"/>
        <pc:sldMkLst>
          <pc:docMk/>
          <pc:sldMk cId="3806507112" sldId="1100"/>
        </pc:sldMkLst>
      </pc:sldChg>
      <pc:sldChg chg="addSp modSp add del">
        <pc:chgData name="Fowers, Alyssa (af5ug)" userId="c3a37977-17ff-41a0-ad75-fd916179f175" providerId="ADAL" clId="{D34473F2-36ED-2F43-B6EB-A832DB086B43}" dt="2019-06-27T19:48:50.559" v="1761" actId="2696"/>
        <pc:sldMkLst>
          <pc:docMk/>
          <pc:sldMk cId="1615055571" sldId="1101"/>
        </pc:sldMkLst>
        <pc:spChg chg="mod">
          <ac:chgData name="Fowers, Alyssa (af5ug)" userId="c3a37977-17ff-41a0-ad75-fd916179f175" providerId="ADAL" clId="{D34473F2-36ED-2F43-B6EB-A832DB086B43}" dt="2019-06-27T19:37:50.556" v="1558" actId="1076"/>
          <ac:spMkLst>
            <pc:docMk/>
            <pc:sldMk cId="1615055571" sldId="1101"/>
            <ac:spMk id="5" creationId="{85B342DF-07B1-44A1-8110-335F38BA2634}"/>
          </ac:spMkLst>
        </pc:spChg>
        <pc:spChg chg="mod">
          <ac:chgData name="Fowers, Alyssa (af5ug)" userId="c3a37977-17ff-41a0-ad75-fd916179f175" providerId="ADAL" clId="{D34473F2-36ED-2F43-B6EB-A832DB086B43}" dt="2019-06-27T19:37:50.556" v="1558" actId="1076"/>
          <ac:spMkLst>
            <pc:docMk/>
            <pc:sldMk cId="1615055571" sldId="1101"/>
            <ac:spMk id="6" creationId="{D2B8AC05-751C-4C59-B405-C4439D92F4ED}"/>
          </ac:spMkLst>
        </pc:spChg>
        <pc:spChg chg="add mod">
          <ac:chgData name="Fowers, Alyssa (af5ug)" userId="c3a37977-17ff-41a0-ad75-fd916179f175" providerId="ADAL" clId="{D34473F2-36ED-2F43-B6EB-A832DB086B43}" dt="2019-06-27T19:36:39.132" v="1539"/>
          <ac:spMkLst>
            <pc:docMk/>
            <pc:sldMk cId="1615055571" sldId="1101"/>
            <ac:spMk id="8" creationId="{40E11C0A-AF36-BB47-89EF-BD119C509C09}"/>
          </ac:spMkLst>
        </pc:spChg>
        <pc:spChg chg="mod">
          <ac:chgData name="Fowers, Alyssa (af5ug)" userId="c3a37977-17ff-41a0-ad75-fd916179f175" providerId="ADAL" clId="{D34473F2-36ED-2F43-B6EB-A832DB086B43}" dt="2019-06-27T19:37:50.556" v="1558" actId="1076"/>
          <ac:spMkLst>
            <pc:docMk/>
            <pc:sldMk cId="1615055571" sldId="1101"/>
            <ac:spMk id="9" creationId="{F34E0D1D-FB87-48C9-8ADC-36C367E5B8AA}"/>
          </ac:spMkLst>
        </pc:spChg>
        <pc:spChg chg="mod">
          <ac:chgData name="Fowers, Alyssa (af5ug)" userId="c3a37977-17ff-41a0-ad75-fd916179f175" providerId="ADAL" clId="{D34473F2-36ED-2F43-B6EB-A832DB086B43}" dt="2019-06-27T19:37:50.556" v="1558" actId="1076"/>
          <ac:spMkLst>
            <pc:docMk/>
            <pc:sldMk cId="1615055571" sldId="1101"/>
            <ac:spMk id="10" creationId="{B398C2B3-8FFD-4285-A9F2-A50BF72DB7E2}"/>
          </ac:spMkLst>
        </pc:spChg>
        <pc:spChg chg="add mod">
          <ac:chgData name="Fowers, Alyssa (af5ug)" userId="c3a37977-17ff-41a0-ad75-fd916179f175" providerId="ADAL" clId="{D34473F2-36ED-2F43-B6EB-A832DB086B43}" dt="2019-06-27T19:36:39.132" v="1539"/>
          <ac:spMkLst>
            <pc:docMk/>
            <pc:sldMk cId="1615055571" sldId="1101"/>
            <ac:spMk id="11" creationId="{DED8E274-2823-6143-BDC5-C34B2C268073}"/>
          </ac:spMkLst>
        </pc:spChg>
        <pc:spChg chg="mod">
          <ac:chgData name="Fowers, Alyssa (af5ug)" userId="c3a37977-17ff-41a0-ad75-fd916179f175" providerId="ADAL" clId="{D34473F2-36ED-2F43-B6EB-A832DB086B43}" dt="2019-06-27T19:37:50.556" v="1558" actId="1076"/>
          <ac:spMkLst>
            <pc:docMk/>
            <pc:sldMk cId="1615055571" sldId="1101"/>
            <ac:spMk id="12" creationId="{DB65BD5A-7ED1-4127-975C-D3FBB2505067}"/>
          </ac:spMkLst>
        </pc:spChg>
        <pc:spChg chg="mod">
          <ac:chgData name="Fowers, Alyssa (af5ug)" userId="c3a37977-17ff-41a0-ad75-fd916179f175" providerId="ADAL" clId="{D34473F2-36ED-2F43-B6EB-A832DB086B43}" dt="2019-06-27T19:37:50.556" v="1558" actId="1076"/>
          <ac:spMkLst>
            <pc:docMk/>
            <pc:sldMk cId="1615055571" sldId="1101"/>
            <ac:spMk id="13" creationId="{937D554D-0BC9-4A5E-8351-2AFBD457EE40}"/>
          </ac:spMkLst>
        </pc:spChg>
        <pc:spChg chg="mod">
          <ac:chgData name="Fowers, Alyssa (af5ug)" userId="c3a37977-17ff-41a0-ad75-fd916179f175" providerId="ADAL" clId="{D34473F2-36ED-2F43-B6EB-A832DB086B43}" dt="2019-06-27T19:37:50.556" v="1558" actId="1076"/>
          <ac:spMkLst>
            <pc:docMk/>
            <pc:sldMk cId="1615055571" sldId="1101"/>
            <ac:spMk id="14" creationId="{FEB7C3FC-1D15-4FAE-8379-4F183CB8E1E5}"/>
          </ac:spMkLst>
        </pc:spChg>
        <pc:spChg chg="mod">
          <ac:chgData name="Fowers, Alyssa (af5ug)" userId="c3a37977-17ff-41a0-ad75-fd916179f175" providerId="ADAL" clId="{D34473F2-36ED-2F43-B6EB-A832DB086B43}" dt="2019-06-27T19:37:50.556" v="1558" actId="1076"/>
          <ac:spMkLst>
            <pc:docMk/>
            <pc:sldMk cId="1615055571" sldId="1101"/>
            <ac:spMk id="15" creationId="{9D3590A0-DA94-40C9-8253-86ED722B3D8D}"/>
          </ac:spMkLst>
        </pc:spChg>
        <pc:spChg chg="add mod">
          <ac:chgData name="Fowers, Alyssa (af5ug)" userId="c3a37977-17ff-41a0-ad75-fd916179f175" providerId="ADAL" clId="{D34473F2-36ED-2F43-B6EB-A832DB086B43}" dt="2019-06-27T19:36:39.132" v="1539"/>
          <ac:spMkLst>
            <pc:docMk/>
            <pc:sldMk cId="1615055571" sldId="1101"/>
            <ac:spMk id="16" creationId="{FA0F1CD4-B7F3-CC47-AA06-690558444E9E}"/>
          </ac:spMkLst>
        </pc:spChg>
        <pc:cxnChg chg="mod">
          <ac:chgData name="Fowers, Alyssa (af5ug)" userId="c3a37977-17ff-41a0-ad75-fd916179f175" providerId="ADAL" clId="{D34473F2-36ED-2F43-B6EB-A832DB086B43}" dt="2019-06-27T19:37:50.556" v="1558" actId="1076"/>
          <ac:cxnSpMkLst>
            <pc:docMk/>
            <pc:sldMk cId="1615055571" sldId="1101"/>
            <ac:cxnSpMk id="19" creationId="{CBB96388-64FA-884D-BEDD-DBDE8DDB7928}"/>
          </ac:cxnSpMkLst>
        </pc:cxnChg>
        <pc:cxnChg chg="mod">
          <ac:chgData name="Fowers, Alyssa (af5ug)" userId="c3a37977-17ff-41a0-ad75-fd916179f175" providerId="ADAL" clId="{D34473F2-36ED-2F43-B6EB-A832DB086B43}" dt="2019-06-27T19:37:50.556" v="1558" actId="1076"/>
          <ac:cxnSpMkLst>
            <pc:docMk/>
            <pc:sldMk cId="1615055571" sldId="1101"/>
            <ac:cxnSpMk id="21" creationId="{6F5A13E6-3636-944A-8EFB-DE095B6B6A49}"/>
          </ac:cxnSpMkLst>
        </pc:cxnChg>
        <pc:cxnChg chg="mod">
          <ac:chgData name="Fowers, Alyssa (af5ug)" userId="c3a37977-17ff-41a0-ad75-fd916179f175" providerId="ADAL" clId="{D34473F2-36ED-2F43-B6EB-A832DB086B43}" dt="2019-06-27T19:37:50.556" v="1558" actId="1076"/>
          <ac:cxnSpMkLst>
            <pc:docMk/>
            <pc:sldMk cId="1615055571" sldId="1101"/>
            <ac:cxnSpMk id="23" creationId="{B81579A2-F43E-EB47-B419-5573C19D478E}"/>
          </ac:cxnSpMkLst>
        </pc:cxnChg>
        <pc:cxnChg chg="mod">
          <ac:chgData name="Fowers, Alyssa (af5ug)" userId="c3a37977-17ff-41a0-ad75-fd916179f175" providerId="ADAL" clId="{D34473F2-36ED-2F43-B6EB-A832DB086B43}" dt="2019-06-27T19:37:50.556" v="1558" actId="1076"/>
          <ac:cxnSpMkLst>
            <pc:docMk/>
            <pc:sldMk cId="1615055571" sldId="1101"/>
            <ac:cxnSpMk id="25" creationId="{2ED196EA-3730-4541-8D12-EB56FDFC92C7}"/>
          </ac:cxnSpMkLst>
        </pc:cxnChg>
        <pc:cxnChg chg="mod">
          <ac:chgData name="Fowers, Alyssa (af5ug)" userId="c3a37977-17ff-41a0-ad75-fd916179f175" providerId="ADAL" clId="{D34473F2-36ED-2F43-B6EB-A832DB086B43}" dt="2019-06-27T19:37:50.556" v="1558" actId="1076"/>
          <ac:cxnSpMkLst>
            <pc:docMk/>
            <pc:sldMk cId="1615055571" sldId="1101"/>
            <ac:cxnSpMk id="27" creationId="{8BD922C0-C2AD-1746-AC1D-A8BB441EFD9C}"/>
          </ac:cxnSpMkLst>
        </pc:cxnChg>
        <pc:cxnChg chg="mod">
          <ac:chgData name="Fowers, Alyssa (af5ug)" userId="c3a37977-17ff-41a0-ad75-fd916179f175" providerId="ADAL" clId="{D34473F2-36ED-2F43-B6EB-A832DB086B43}" dt="2019-06-27T19:37:50.556" v="1558" actId="1076"/>
          <ac:cxnSpMkLst>
            <pc:docMk/>
            <pc:sldMk cId="1615055571" sldId="1101"/>
            <ac:cxnSpMk id="32" creationId="{07AD7FFA-A999-9445-96DA-8A2CDE4558CA}"/>
          </ac:cxnSpMkLst>
        </pc:cxnChg>
        <pc:cxnChg chg="mod">
          <ac:chgData name="Fowers, Alyssa (af5ug)" userId="c3a37977-17ff-41a0-ad75-fd916179f175" providerId="ADAL" clId="{D34473F2-36ED-2F43-B6EB-A832DB086B43}" dt="2019-06-27T19:37:50.556" v="1558" actId="1076"/>
          <ac:cxnSpMkLst>
            <pc:docMk/>
            <pc:sldMk cId="1615055571" sldId="1101"/>
            <ac:cxnSpMk id="34" creationId="{35CE00BC-041B-4342-9E4F-F06ADE81AD78}"/>
          </ac:cxnSpMkLst>
        </pc:cxnChg>
        <pc:cxnChg chg="mod">
          <ac:chgData name="Fowers, Alyssa (af5ug)" userId="c3a37977-17ff-41a0-ad75-fd916179f175" providerId="ADAL" clId="{D34473F2-36ED-2F43-B6EB-A832DB086B43}" dt="2019-06-27T19:37:50.556" v="1558" actId="1076"/>
          <ac:cxnSpMkLst>
            <pc:docMk/>
            <pc:sldMk cId="1615055571" sldId="1101"/>
            <ac:cxnSpMk id="36" creationId="{D5949ABE-5507-0F49-A5FF-8E60058D8F04}"/>
          </ac:cxnSpMkLst>
        </pc:cxnChg>
      </pc:sldChg>
      <pc:sldChg chg="addSp delSp modSp add delAnim modAnim">
        <pc:chgData name="Fowers, Alyssa (af5ug)" userId="c3a37977-17ff-41a0-ad75-fd916179f175" providerId="ADAL" clId="{D34473F2-36ED-2F43-B6EB-A832DB086B43}" dt="2019-06-27T20:00:49.862" v="2268" actId="14100"/>
        <pc:sldMkLst>
          <pc:docMk/>
          <pc:sldMk cId="1056152767" sldId="1102"/>
        </pc:sldMkLst>
        <pc:spChg chg="mod">
          <ac:chgData name="Fowers, Alyssa (af5ug)" userId="c3a37977-17ff-41a0-ad75-fd916179f175" providerId="ADAL" clId="{D34473F2-36ED-2F43-B6EB-A832DB086B43}" dt="2019-06-27T19:30:07.294" v="1328" actId="1076"/>
          <ac:spMkLst>
            <pc:docMk/>
            <pc:sldMk cId="1056152767" sldId="1102"/>
            <ac:spMk id="3" creationId="{3324E135-3248-4007-8DC4-62344730A634}"/>
          </ac:spMkLst>
        </pc:spChg>
        <pc:spChg chg="mod">
          <ac:chgData name="Fowers, Alyssa (af5ug)" userId="c3a37977-17ff-41a0-ad75-fd916179f175" providerId="ADAL" clId="{D34473F2-36ED-2F43-B6EB-A832DB086B43}" dt="2019-06-27T19:30:07.294" v="1328" actId="1076"/>
          <ac:spMkLst>
            <pc:docMk/>
            <pc:sldMk cId="1056152767" sldId="1102"/>
            <ac:spMk id="4" creationId="{7694244E-36F5-48B4-B4FD-DC5707F151D1}"/>
          </ac:spMkLst>
        </pc:spChg>
        <pc:spChg chg="add del mod">
          <ac:chgData name="Fowers, Alyssa (af5ug)" userId="c3a37977-17ff-41a0-ad75-fd916179f175" providerId="ADAL" clId="{D34473F2-36ED-2F43-B6EB-A832DB086B43}" dt="2019-06-27T19:26:26.771" v="1188" actId="478"/>
          <ac:spMkLst>
            <pc:docMk/>
            <pc:sldMk cId="1056152767" sldId="1102"/>
            <ac:spMk id="5" creationId="{8C792F7E-FA53-1F40-93F4-AA91F850B908}"/>
          </ac:spMkLst>
        </pc:spChg>
        <pc:spChg chg="add del mod">
          <ac:chgData name="Fowers, Alyssa (af5ug)" userId="c3a37977-17ff-41a0-ad75-fd916179f175" providerId="ADAL" clId="{D34473F2-36ED-2F43-B6EB-A832DB086B43}" dt="2019-06-27T19:26:28.136" v="1189" actId="478"/>
          <ac:spMkLst>
            <pc:docMk/>
            <pc:sldMk cId="1056152767" sldId="1102"/>
            <ac:spMk id="6" creationId="{4D16403C-9293-2040-9744-E52F9D0AB1CC}"/>
          </ac:spMkLst>
        </pc:spChg>
        <pc:spChg chg="mod">
          <ac:chgData name="Fowers, Alyssa (af5ug)" userId="c3a37977-17ff-41a0-ad75-fd916179f175" providerId="ADAL" clId="{D34473F2-36ED-2F43-B6EB-A832DB086B43}" dt="2019-06-27T19:30:07.294" v="1328" actId="1076"/>
          <ac:spMkLst>
            <pc:docMk/>
            <pc:sldMk cId="1056152767" sldId="1102"/>
            <ac:spMk id="7" creationId="{39B41612-34D7-4FA6-8813-794E68C94539}"/>
          </ac:spMkLst>
        </pc:spChg>
        <pc:spChg chg="add del mod">
          <ac:chgData name="Fowers, Alyssa (af5ug)" userId="c3a37977-17ff-41a0-ad75-fd916179f175" providerId="ADAL" clId="{D34473F2-36ED-2F43-B6EB-A832DB086B43}" dt="2019-06-27T19:26:28.922" v="1190" actId="478"/>
          <ac:spMkLst>
            <pc:docMk/>
            <pc:sldMk cId="1056152767" sldId="1102"/>
            <ac:spMk id="8" creationId="{9E4D53C2-1556-FA41-A5A9-ABFA68371385}"/>
          </ac:spMkLst>
        </pc:spChg>
        <pc:spChg chg="add mod">
          <ac:chgData name="Fowers, Alyssa (af5ug)" userId="c3a37977-17ff-41a0-ad75-fd916179f175" providerId="ADAL" clId="{D34473F2-36ED-2F43-B6EB-A832DB086B43}" dt="2019-06-27T19:30:07.294" v="1328" actId="1076"/>
          <ac:spMkLst>
            <pc:docMk/>
            <pc:sldMk cId="1056152767" sldId="1102"/>
            <ac:spMk id="18" creationId="{8E17BFFB-5E40-AC4F-A860-41CBD63B37F1}"/>
          </ac:spMkLst>
        </pc:spChg>
        <pc:spChg chg="add mod">
          <ac:chgData name="Fowers, Alyssa (af5ug)" userId="c3a37977-17ff-41a0-ad75-fd916179f175" providerId="ADAL" clId="{D34473F2-36ED-2F43-B6EB-A832DB086B43}" dt="2019-06-27T19:30:14.546" v="1329" actId="1076"/>
          <ac:spMkLst>
            <pc:docMk/>
            <pc:sldMk cId="1056152767" sldId="1102"/>
            <ac:spMk id="19" creationId="{1C0C9C67-E136-3044-962C-D543B5D11CC9}"/>
          </ac:spMkLst>
        </pc:spChg>
        <pc:spChg chg="mod">
          <ac:chgData name="Fowers, Alyssa (af5ug)" userId="c3a37977-17ff-41a0-ad75-fd916179f175" providerId="ADAL" clId="{D34473F2-36ED-2F43-B6EB-A832DB086B43}" dt="2019-06-27T19:30:07.294" v="1328" actId="1076"/>
          <ac:spMkLst>
            <pc:docMk/>
            <pc:sldMk cId="1056152767" sldId="1102"/>
            <ac:spMk id="62" creationId="{5DBC5DA5-D6E2-1148-A1DE-9CBF42BB201B}"/>
          </ac:spMkLst>
        </pc:spChg>
        <pc:spChg chg="mod">
          <ac:chgData name="Fowers, Alyssa (af5ug)" userId="c3a37977-17ff-41a0-ad75-fd916179f175" providerId="ADAL" clId="{D34473F2-36ED-2F43-B6EB-A832DB086B43}" dt="2019-06-27T19:30:07.294" v="1328" actId="1076"/>
          <ac:spMkLst>
            <pc:docMk/>
            <pc:sldMk cId="1056152767" sldId="1102"/>
            <ac:spMk id="63" creationId="{2B8D0580-B81E-D147-B6C7-05B11E7BF5C6}"/>
          </ac:spMkLst>
        </pc:spChg>
        <pc:spChg chg="del">
          <ac:chgData name="Fowers, Alyssa (af5ug)" userId="c3a37977-17ff-41a0-ad75-fd916179f175" providerId="ADAL" clId="{D34473F2-36ED-2F43-B6EB-A832DB086B43}" dt="2019-06-27T19:25:13.953" v="1177" actId="478"/>
          <ac:spMkLst>
            <pc:docMk/>
            <pc:sldMk cId="1056152767" sldId="1102"/>
            <ac:spMk id="64" creationId="{908727F8-0572-F745-BD92-ED393E0C50E2}"/>
          </ac:spMkLst>
        </pc:spChg>
        <pc:spChg chg="del">
          <ac:chgData name="Fowers, Alyssa (af5ug)" userId="c3a37977-17ff-41a0-ad75-fd916179f175" providerId="ADAL" clId="{D34473F2-36ED-2F43-B6EB-A832DB086B43}" dt="2019-06-27T19:25:15.241" v="1178" actId="478"/>
          <ac:spMkLst>
            <pc:docMk/>
            <pc:sldMk cId="1056152767" sldId="1102"/>
            <ac:spMk id="66" creationId="{E2A0B925-8783-B54D-B64C-6E2715D0904B}"/>
          </ac:spMkLst>
        </pc:spChg>
        <pc:spChg chg="del mod">
          <ac:chgData name="Fowers, Alyssa (af5ug)" userId="c3a37977-17ff-41a0-ad75-fd916179f175" providerId="ADAL" clId="{D34473F2-36ED-2F43-B6EB-A832DB086B43}" dt="2019-06-27T19:27:27.302" v="1196" actId="478"/>
          <ac:spMkLst>
            <pc:docMk/>
            <pc:sldMk cId="1056152767" sldId="1102"/>
            <ac:spMk id="67" creationId="{2DAC190B-88E2-0746-9C52-3E4D81BDBC5E}"/>
          </ac:spMkLst>
        </pc:spChg>
        <pc:spChg chg="del mod">
          <ac:chgData name="Fowers, Alyssa (af5ug)" userId="c3a37977-17ff-41a0-ad75-fd916179f175" providerId="ADAL" clId="{D34473F2-36ED-2F43-B6EB-A832DB086B43}" dt="2019-06-27T19:27:28.411" v="1197" actId="478"/>
          <ac:spMkLst>
            <pc:docMk/>
            <pc:sldMk cId="1056152767" sldId="1102"/>
            <ac:spMk id="68" creationId="{5C8EAA93-448A-774A-AAE6-1E8B30646DEE}"/>
          </ac:spMkLst>
        </pc:spChg>
        <pc:spChg chg="del">
          <ac:chgData name="Fowers, Alyssa (af5ug)" userId="c3a37977-17ff-41a0-ad75-fd916179f175" providerId="ADAL" clId="{D34473F2-36ED-2F43-B6EB-A832DB086B43}" dt="2019-06-27T19:25:16.488" v="1179" actId="478"/>
          <ac:spMkLst>
            <pc:docMk/>
            <pc:sldMk cId="1056152767" sldId="1102"/>
            <ac:spMk id="69" creationId="{A3D004BD-1468-1340-8E93-7278FEED8353}"/>
          </ac:spMkLst>
        </pc:spChg>
        <pc:spChg chg="mod">
          <ac:chgData name="Fowers, Alyssa (af5ug)" userId="c3a37977-17ff-41a0-ad75-fd916179f175" providerId="ADAL" clId="{D34473F2-36ED-2F43-B6EB-A832DB086B43}" dt="2019-06-27T20:00:49.862" v="2268" actId="14100"/>
          <ac:spMkLst>
            <pc:docMk/>
            <pc:sldMk cId="1056152767" sldId="1102"/>
            <ac:spMk id="73" creationId="{A1490C63-A758-A149-9223-B5086587493D}"/>
          </ac:spMkLst>
        </pc:spChg>
        <pc:spChg chg="mod">
          <ac:chgData name="Fowers, Alyssa (af5ug)" userId="c3a37977-17ff-41a0-ad75-fd916179f175" providerId="ADAL" clId="{D34473F2-36ED-2F43-B6EB-A832DB086B43}" dt="2019-06-27T19:30:07.294" v="1328" actId="1076"/>
          <ac:spMkLst>
            <pc:docMk/>
            <pc:sldMk cId="1056152767" sldId="1102"/>
            <ac:spMk id="74" creationId="{ADBCEE41-E22A-6C42-808F-B6655D7423A7}"/>
          </ac:spMkLst>
        </pc:spChg>
      </pc:sldChg>
      <pc:sldChg chg="add del">
        <pc:chgData name="Fowers, Alyssa (af5ug)" userId="c3a37977-17ff-41a0-ad75-fd916179f175" providerId="ADAL" clId="{D34473F2-36ED-2F43-B6EB-A832DB086B43}" dt="2019-06-27T19:26:13.545" v="1186"/>
        <pc:sldMkLst>
          <pc:docMk/>
          <pc:sldMk cId="11373509" sldId="1103"/>
        </pc:sldMkLst>
      </pc:sldChg>
      <pc:sldChg chg="modSp add del">
        <pc:chgData name="Fowers, Alyssa (af5ug)" userId="c3a37977-17ff-41a0-ad75-fd916179f175" providerId="ADAL" clId="{D34473F2-36ED-2F43-B6EB-A832DB086B43}" dt="2019-06-27T19:33:14.926" v="1428" actId="2696"/>
        <pc:sldMkLst>
          <pc:docMk/>
          <pc:sldMk cId="2074015349" sldId="1103"/>
        </pc:sldMkLst>
        <pc:spChg chg="mod">
          <ac:chgData name="Fowers, Alyssa (af5ug)" userId="c3a37977-17ff-41a0-ad75-fd916179f175" providerId="ADAL" clId="{D34473F2-36ED-2F43-B6EB-A832DB086B43}" dt="2019-06-27T19:30:39.493" v="1367" actId="20577"/>
          <ac:spMkLst>
            <pc:docMk/>
            <pc:sldMk cId="2074015349" sldId="1103"/>
            <ac:spMk id="19" creationId="{1C0C9C67-E136-3044-962C-D543B5D11CC9}"/>
          </ac:spMkLst>
        </pc:spChg>
      </pc:sldChg>
      <pc:sldChg chg="addSp delSp modSp add modAnim">
        <pc:chgData name="Fowers, Alyssa (af5ug)" userId="c3a37977-17ff-41a0-ad75-fd916179f175" providerId="ADAL" clId="{D34473F2-36ED-2F43-B6EB-A832DB086B43}" dt="2019-06-27T20:01:04.710" v="2270" actId="14100"/>
        <pc:sldMkLst>
          <pc:docMk/>
          <pc:sldMk cId="4128755902" sldId="1104"/>
        </pc:sldMkLst>
        <pc:spChg chg="mod">
          <ac:chgData name="Fowers, Alyssa (af5ug)" userId="c3a37977-17ff-41a0-ad75-fd916179f175" providerId="ADAL" clId="{D34473F2-36ED-2F43-B6EB-A832DB086B43}" dt="2019-06-27T19:33:11.726" v="1427" actId="1076"/>
          <ac:spMkLst>
            <pc:docMk/>
            <pc:sldMk cId="4128755902" sldId="1104"/>
            <ac:spMk id="3" creationId="{3324E135-3248-4007-8DC4-62344730A634}"/>
          </ac:spMkLst>
        </pc:spChg>
        <pc:spChg chg="mod">
          <ac:chgData name="Fowers, Alyssa (af5ug)" userId="c3a37977-17ff-41a0-ad75-fd916179f175" providerId="ADAL" clId="{D34473F2-36ED-2F43-B6EB-A832DB086B43}" dt="2019-06-27T19:33:11.726" v="1427" actId="1076"/>
          <ac:spMkLst>
            <pc:docMk/>
            <pc:sldMk cId="4128755902" sldId="1104"/>
            <ac:spMk id="4" creationId="{7694244E-36F5-48B4-B4FD-DC5707F151D1}"/>
          </ac:spMkLst>
        </pc:spChg>
        <pc:spChg chg="add del mod">
          <ac:chgData name="Fowers, Alyssa (af5ug)" userId="c3a37977-17ff-41a0-ad75-fd916179f175" providerId="ADAL" clId="{D34473F2-36ED-2F43-B6EB-A832DB086B43}" dt="2019-06-27T19:33:03.539" v="1424" actId="478"/>
          <ac:spMkLst>
            <pc:docMk/>
            <pc:sldMk cId="4128755902" sldId="1104"/>
            <ac:spMk id="5" creationId="{8FA879A5-2DB4-2E46-A175-7830590F44F8}"/>
          </ac:spMkLst>
        </pc:spChg>
        <pc:spChg chg="add del mod">
          <ac:chgData name="Fowers, Alyssa (af5ug)" userId="c3a37977-17ff-41a0-ad75-fd916179f175" providerId="ADAL" clId="{D34473F2-36ED-2F43-B6EB-A832DB086B43}" dt="2019-06-27T19:33:05.178" v="1425" actId="478"/>
          <ac:spMkLst>
            <pc:docMk/>
            <pc:sldMk cId="4128755902" sldId="1104"/>
            <ac:spMk id="6" creationId="{3EFFE80B-F1C1-254A-8404-43A0344C0C40}"/>
          </ac:spMkLst>
        </pc:spChg>
        <pc:spChg chg="mod">
          <ac:chgData name="Fowers, Alyssa (af5ug)" userId="c3a37977-17ff-41a0-ad75-fd916179f175" providerId="ADAL" clId="{D34473F2-36ED-2F43-B6EB-A832DB086B43}" dt="2019-06-27T19:33:11.726" v="1427" actId="1076"/>
          <ac:spMkLst>
            <pc:docMk/>
            <pc:sldMk cId="4128755902" sldId="1104"/>
            <ac:spMk id="7" creationId="{39B41612-34D7-4FA6-8813-794E68C94539}"/>
          </ac:spMkLst>
        </pc:spChg>
        <pc:spChg chg="add del mod">
          <ac:chgData name="Fowers, Alyssa (af5ug)" userId="c3a37977-17ff-41a0-ad75-fd916179f175" providerId="ADAL" clId="{D34473F2-36ED-2F43-B6EB-A832DB086B43}" dt="2019-06-27T19:33:05.712" v="1426" actId="478"/>
          <ac:spMkLst>
            <pc:docMk/>
            <pc:sldMk cId="4128755902" sldId="1104"/>
            <ac:spMk id="8" creationId="{B9FCF257-0956-364F-B782-0933980C7EB0}"/>
          </ac:spMkLst>
        </pc:spChg>
        <pc:spChg chg="add mod">
          <ac:chgData name="Fowers, Alyssa (af5ug)" userId="c3a37977-17ff-41a0-ad75-fd916179f175" providerId="ADAL" clId="{D34473F2-36ED-2F43-B6EB-A832DB086B43}" dt="2019-06-27T19:32:53.237" v="1422" actId="20577"/>
          <ac:spMkLst>
            <pc:docMk/>
            <pc:sldMk cId="4128755902" sldId="1104"/>
            <ac:spMk id="15" creationId="{6F0A0352-4857-C848-B639-AA596ACA2EEE}"/>
          </ac:spMkLst>
        </pc:spChg>
        <pc:spChg chg="mod">
          <ac:chgData name="Fowers, Alyssa (af5ug)" userId="c3a37977-17ff-41a0-ad75-fd916179f175" providerId="ADAL" clId="{D34473F2-36ED-2F43-B6EB-A832DB086B43}" dt="2019-06-27T19:33:40.009" v="1432" actId="207"/>
          <ac:spMkLst>
            <pc:docMk/>
            <pc:sldMk cId="4128755902" sldId="1104"/>
            <ac:spMk id="62" creationId="{5DBC5DA5-D6E2-1148-A1DE-9CBF42BB201B}"/>
          </ac:spMkLst>
        </pc:spChg>
        <pc:spChg chg="mod">
          <ac:chgData name="Fowers, Alyssa (af5ug)" userId="c3a37977-17ff-41a0-ad75-fd916179f175" providerId="ADAL" clId="{D34473F2-36ED-2F43-B6EB-A832DB086B43}" dt="2019-06-27T19:33:11.726" v="1427" actId="1076"/>
          <ac:spMkLst>
            <pc:docMk/>
            <pc:sldMk cId="4128755902" sldId="1104"/>
            <ac:spMk id="63" creationId="{2B8D0580-B81E-D147-B6C7-05B11E7BF5C6}"/>
          </ac:spMkLst>
        </pc:spChg>
        <pc:spChg chg="mod">
          <ac:chgData name="Fowers, Alyssa (af5ug)" userId="c3a37977-17ff-41a0-ad75-fd916179f175" providerId="ADAL" clId="{D34473F2-36ED-2F43-B6EB-A832DB086B43}" dt="2019-06-27T19:33:11.726" v="1427" actId="1076"/>
          <ac:spMkLst>
            <pc:docMk/>
            <pc:sldMk cId="4128755902" sldId="1104"/>
            <ac:spMk id="64" creationId="{908727F8-0572-F745-BD92-ED393E0C50E2}"/>
          </ac:spMkLst>
        </pc:spChg>
        <pc:spChg chg="mod">
          <ac:chgData name="Fowers, Alyssa (af5ug)" userId="c3a37977-17ff-41a0-ad75-fd916179f175" providerId="ADAL" clId="{D34473F2-36ED-2F43-B6EB-A832DB086B43}" dt="2019-06-27T19:33:11.726" v="1427" actId="1076"/>
          <ac:spMkLst>
            <pc:docMk/>
            <pc:sldMk cId="4128755902" sldId="1104"/>
            <ac:spMk id="66" creationId="{E2A0B925-8783-B54D-B64C-6E2715D0904B}"/>
          </ac:spMkLst>
        </pc:spChg>
        <pc:spChg chg="del mod">
          <ac:chgData name="Fowers, Alyssa (af5ug)" userId="c3a37977-17ff-41a0-ad75-fd916179f175" providerId="ADAL" clId="{D34473F2-36ED-2F43-B6EB-A832DB086B43}" dt="2019-06-27T19:33:35.227" v="1431" actId="478"/>
          <ac:spMkLst>
            <pc:docMk/>
            <pc:sldMk cId="4128755902" sldId="1104"/>
            <ac:spMk id="67" creationId="{2DAC190B-88E2-0746-9C52-3E4D81BDBC5E}"/>
          </ac:spMkLst>
        </pc:spChg>
        <pc:spChg chg="del">
          <ac:chgData name="Fowers, Alyssa (af5ug)" userId="c3a37977-17ff-41a0-ad75-fd916179f175" providerId="ADAL" clId="{D34473F2-36ED-2F43-B6EB-A832DB086B43}" dt="2019-06-27T19:31:12.048" v="1371" actId="478"/>
          <ac:spMkLst>
            <pc:docMk/>
            <pc:sldMk cId="4128755902" sldId="1104"/>
            <ac:spMk id="68" creationId="{5C8EAA93-448A-774A-AAE6-1E8B30646DEE}"/>
          </ac:spMkLst>
        </pc:spChg>
        <pc:spChg chg="del">
          <ac:chgData name="Fowers, Alyssa (af5ug)" userId="c3a37977-17ff-41a0-ad75-fd916179f175" providerId="ADAL" clId="{D34473F2-36ED-2F43-B6EB-A832DB086B43}" dt="2019-06-27T19:31:06.880" v="1370" actId="478"/>
          <ac:spMkLst>
            <pc:docMk/>
            <pc:sldMk cId="4128755902" sldId="1104"/>
            <ac:spMk id="69" creationId="{A3D004BD-1468-1340-8E93-7278FEED8353}"/>
          </ac:spMkLst>
        </pc:spChg>
        <pc:spChg chg="mod">
          <ac:chgData name="Fowers, Alyssa (af5ug)" userId="c3a37977-17ff-41a0-ad75-fd916179f175" providerId="ADAL" clId="{D34473F2-36ED-2F43-B6EB-A832DB086B43}" dt="2019-06-27T20:01:04.710" v="2270" actId="14100"/>
          <ac:spMkLst>
            <pc:docMk/>
            <pc:sldMk cId="4128755902" sldId="1104"/>
            <ac:spMk id="73" creationId="{A1490C63-A758-A149-9223-B5086587493D}"/>
          </ac:spMkLst>
        </pc:spChg>
        <pc:spChg chg="mod">
          <ac:chgData name="Fowers, Alyssa (af5ug)" userId="c3a37977-17ff-41a0-ad75-fd916179f175" providerId="ADAL" clId="{D34473F2-36ED-2F43-B6EB-A832DB086B43}" dt="2019-06-27T19:33:11.726" v="1427" actId="1076"/>
          <ac:spMkLst>
            <pc:docMk/>
            <pc:sldMk cId="4128755902" sldId="1104"/>
            <ac:spMk id="74" creationId="{ADBCEE41-E22A-6C42-808F-B6655D7423A7}"/>
          </ac:spMkLst>
        </pc:spChg>
      </pc:sldChg>
      <pc:sldChg chg="addSp delSp modSp add ord modAnim">
        <pc:chgData name="Fowers, Alyssa (af5ug)" userId="c3a37977-17ff-41a0-ad75-fd916179f175" providerId="ADAL" clId="{D34473F2-36ED-2F43-B6EB-A832DB086B43}" dt="2019-06-27T20:00:45.783" v="2267" actId="14100"/>
        <pc:sldMkLst>
          <pc:docMk/>
          <pc:sldMk cId="2946227329" sldId="1105"/>
        </pc:sldMkLst>
        <pc:spChg chg="add del mod">
          <ac:chgData name="Fowers, Alyssa (af5ug)" userId="c3a37977-17ff-41a0-ad75-fd916179f175" providerId="ADAL" clId="{D34473F2-36ED-2F43-B6EB-A832DB086B43}" dt="2019-06-27T19:36:24.367" v="1532" actId="478"/>
          <ac:spMkLst>
            <pc:docMk/>
            <pc:sldMk cId="2946227329" sldId="1105"/>
            <ac:spMk id="5" creationId="{740F4A43-E3F2-CC48-8AC2-4E154613651C}"/>
          </ac:spMkLst>
        </pc:spChg>
        <pc:spChg chg="add del mod">
          <ac:chgData name="Fowers, Alyssa (af5ug)" userId="c3a37977-17ff-41a0-ad75-fd916179f175" providerId="ADAL" clId="{D34473F2-36ED-2F43-B6EB-A832DB086B43}" dt="2019-06-27T19:36:27.469" v="1534" actId="478"/>
          <ac:spMkLst>
            <pc:docMk/>
            <pc:sldMk cId="2946227329" sldId="1105"/>
            <ac:spMk id="6" creationId="{D57025B8-03A6-494E-B81B-C654C23B80A3}"/>
          </ac:spMkLst>
        </pc:spChg>
        <pc:spChg chg="mod">
          <ac:chgData name="Fowers, Alyssa (af5ug)" userId="c3a37977-17ff-41a0-ad75-fd916179f175" providerId="ADAL" clId="{D34473F2-36ED-2F43-B6EB-A832DB086B43}" dt="2019-06-27T19:35:40.534" v="1440" actId="207"/>
          <ac:spMkLst>
            <pc:docMk/>
            <pc:sldMk cId="2946227329" sldId="1105"/>
            <ac:spMk id="7" creationId="{39B41612-34D7-4FA6-8813-794E68C94539}"/>
          </ac:spMkLst>
        </pc:spChg>
        <pc:spChg chg="add del mod">
          <ac:chgData name="Fowers, Alyssa (af5ug)" userId="c3a37977-17ff-41a0-ad75-fd916179f175" providerId="ADAL" clId="{D34473F2-36ED-2F43-B6EB-A832DB086B43}" dt="2019-06-27T19:36:26.334" v="1533" actId="478"/>
          <ac:spMkLst>
            <pc:docMk/>
            <pc:sldMk cId="2946227329" sldId="1105"/>
            <ac:spMk id="8" creationId="{C55123C8-8790-734A-8600-AFAFDC2C8D90}"/>
          </ac:spMkLst>
        </pc:spChg>
        <pc:spChg chg="add mod">
          <ac:chgData name="Fowers, Alyssa (af5ug)" userId="c3a37977-17ff-41a0-ad75-fd916179f175" providerId="ADAL" clId="{D34473F2-36ED-2F43-B6EB-A832DB086B43}" dt="2019-06-27T19:36:12.493" v="1530" actId="20577"/>
          <ac:spMkLst>
            <pc:docMk/>
            <pc:sldMk cId="2946227329" sldId="1105"/>
            <ac:spMk id="15" creationId="{6E96449B-1F02-AB45-B8D4-AA481A0F0AFC}"/>
          </ac:spMkLst>
        </pc:spChg>
        <pc:spChg chg="mod">
          <ac:chgData name="Fowers, Alyssa (af5ug)" userId="c3a37977-17ff-41a0-ad75-fd916179f175" providerId="ADAL" clId="{D34473F2-36ED-2F43-B6EB-A832DB086B43}" dt="2019-06-27T19:35:40.534" v="1440" actId="207"/>
          <ac:spMkLst>
            <pc:docMk/>
            <pc:sldMk cId="2946227329" sldId="1105"/>
            <ac:spMk id="62" creationId="{5DBC5DA5-D6E2-1148-A1DE-9CBF42BB201B}"/>
          </ac:spMkLst>
        </pc:spChg>
        <pc:spChg chg="mod">
          <ac:chgData name="Fowers, Alyssa (af5ug)" userId="c3a37977-17ff-41a0-ad75-fd916179f175" providerId="ADAL" clId="{D34473F2-36ED-2F43-B6EB-A832DB086B43}" dt="2019-06-27T19:35:40.534" v="1440" actId="207"/>
          <ac:spMkLst>
            <pc:docMk/>
            <pc:sldMk cId="2946227329" sldId="1105"/>
            <ac:spMk id="63" creationId="{2B8D0580-B81E-D147-B6C7-05B11E7BF5C6}"/>
          </ac:spMkLst>
        </pc:spChg>
        <pc:spChg chg="del">
          <ac:chgData name="Fowers, Alyssa (af5ug)" userId="c3a37977-17ff-41a0-ad75-fd916179f175" providerId="ADAL" clId="{D34473F2-36ED-2F43-B6EB-A832DB086B43}" dt="2019-06-27T19:35:47.018" v="1444" actId="478"/>
          <ac:spMkLst>
            <pc:docMk/>
            <pc:sldMk cId="2946227329" sldId="1105"/>
            <ac:spMk id="64" creationId="{908727F8-0572-F745-BD92-ED393E0C50E2}"/>
          </ac:spMkLst>
        </pc:spChg>
        <pc:spChg chg="del">
          <ac:chgData name="Fowers, Alyssa (af5ug)" userId="c3a37977-17ff-41a0-ad75-fd916179f175" providerId="ADAL" clId="{D34473F2-36ED-2F43-B6EB-A832DB086B43}" dt="2019-06-27T19:35:45.936" v="1443" actId="478"/>
          <ac:spMkLst>
            <pc:docMk/>
            <pc:sldMk cId="2946227329" sldId="1105"/>
            <ac:spMk id="66" creationId="{E2A0B925-8783-B54D-B64C-6E2715D0904B}"/>
          </ac:spMkLst>
        </pc:spChg>
        <pc:spChg chg="del">
          <ac:chgData name="Fowers, Alyssa (af5ug)" userId="c3a37977-17ff-41a0-ad75-fd916179f175" providerId="ADAL" clId="{D34473F2-36ED-2F43-B6EB-A832DB086B43}" dt="2019-06-27T19:35:44.084" v="1442" actId="478"/>
          <ac:spMkLst>
            <pc:docMk/>
            <pc:sldMk cId="2946227329" sldId="1105"/>
            <ac:spMk id="68" creationId="{5C8EAA93-448A-774A-AAE6-1E8B30646DEE}"/>
          </ac:spMkLst>
        </pc:spChg>
        <pc:spChg chg="del">
          <ac:chgData name="Fowers, Alyssa (af5ug)" userId="c3a37977-17ff-41a0-ad75-fd916179f175" providerId="ADAL" clId="{D34473F2-36ED-2F43-B6EB-A832DB086B43}" dt="2019-06-27T19:35:43.137" v="1441" actId="478"/>
          <ac:spMkLst>
            <pc:docMk/>
            <pc:sldMk cId="2946227329" sldId="1105"/>
            <ac:spMk id="69" creationId="{A3D004BD-1468-1340-8E93-7278FEED8353}"/>
          </ac:spMkLst>
        </pc:spChg>
        <pc:spChg chg="mod">
          <ac:chgData name="Fowers, Alyssa (af5ug)" userId="c3a37977-17ff-41a0-ad75-fd916179f175" providerId="ADAL" clId="{D34473F2-36ED-2F43-B6EB-A832DB086B43}" dt="2019-06-27T20:00:45.783" v="2267" actId="14100"/>
          <ac:spMkLst>
            <pc:docMk/>
            <pc:sldMk cId="2946227329" sldId="1105"/>
            <ac:spMk id="73" creationId="{A1490C63-A758-A149-9223-B5086587493D}"/>
          </ac:spMkLst>
        </pc:spChg>
        <pc:spChg chg="mod">
          <ac:chgData name="Fowers, Alyssa (af5ug)" userId="c3a37977-17ff-41a0-ad75-fd916179f175" providerId="ADAL" clId="{D34473F2-36ED-2F43-B6EB-A832DB086B43}" dt="2019-06-27T19:35:40.534" v="1440" actId="207"/>
          <ac:spMkLst>
            <pc:docMk/>
            <pc:sldMk cId="2946227329" sldId="1105"/>
            <ac:spMk id="74" creationId="{ADBCEE41-E22A-6C42-808F-B6655D7423A7}"/>
          </ac:spMkLst>
        </pc:spChg>
      </pc:sldChg>
      <pc:sldChg chg="add del">
        <pc:chgData name="Fowers, Alyssa (af5ug)" userId="c3a37977-17ff-41a0-ad75-fd916179f175" providerId="ADAL" clId="{D34473F2-36ED-2F43-B6EB-A832DB086B43}" dt="2019-06-27T19:33:51.304" v="1434" actId="2696"/>
        <pc:sldMkLst>
          <pc:docMk/>
          <pc:sldMk cId="3503002745" sldId="1105"/>
        </pc:sldMkLst>
      </pc:sldChg>
      <pc:sldChg chg="addSp delSp modSp add del">
        <pc:chgData name="Fowers, Alyssa (af5ug)" userId="c3a37977-17ff-41a0-ad75-fd916179f175" providerId="ADAL" clId="{D34473F2-36ED-2F43-B6EB-A832DB086B43}" dt="2019-06-27T19:48:51.464" v="1762" actId="2696"/>
        <pc:sldMkLst>
          <pc:docMk/>
          <pc:sldMk cId="1299400141" sldId="1106"/>
        </pc:sldMkLst>
        <pc:spChg chg="mod">
          <ac:chgData name="Fowers, Alyssa (af5ug)" userId="c3a37977-17ff-41a0-ad75-fd916179f175" providerId="ADAL" clId="{D34473F2-36ED-2F43-B6EB-A832DB086B43}" dt="2019-06-27T19:37:15.510" v="1553" actId="2085"/>
          <ac:spMkLst>
            <pc:docMk/>
            <pc:sldMk cId="1299400141" sldId="1106"/>
            <ac:spMk id="3" creationId="{3324E135-3248-4007-8DC4-62344730A634}"/>
          </ac:spMkLst>
        </pc:spChg>
        <pc:spChg chg="mod">
          <ac:chgData name="Fowers, Alyssa (af5ug)" userId="c3a37977-17ff-41a0-ad75-fd916179f175" providerId="ADAL" clId="{D34473F2-36ED-2F43-B6EB-A832DB086B43}" dt="2019-06-27T19:37:15.510" v="1553" actId="2085"/>
          <ac:spMkLst>
            <pc:docMk/>
            <pc:sldMk cId="1299400141" sldId="1106"/>
            <ac:spMk id="4" creationId="{7694244E-36F5-48B4-B4FD-DC5707F151D1}"/>
          </ac:spMkLst>
        </pc:spChg>
        <pc:spChg chg="add del mod">
          <ac:chgData name="Fowers, Alyssa (af5ug)" userId="c3a37977-17ff-41a0-ad75-fd916179f175" providerId="ADAL" clId="{D34473F2-36ED-2F43-B6EB-A832DB086B43}" dt="2019-06-27T19:36:53.588" v="1543" actId="478"/>
          <ac:spMkLst>
            <pc:docMk/>
            <pc:sldMk cId="1299400141" sldId="1106"/>
            <ac:spMk id="5" creationId="{A9C2F136-ADDF-A54B-AFC5-1816D8FF850A}"/>
          </ac:spMkLst>
        </pc:spChg>
        <pc:spChg chg="add del mod">
          <ac:chgData name="Fowers, Alyssa (af5ug)" userId="c3a37977-17ff-41a0-ad75-fd916179f175" providerId="ADAL" clId="{D34473F2-36ED-2F43-B6EB-A832DB086B43}" dt="2019-06-27T19:37:02.438" v="1548" actId="478"/>
          <ac:spMkLst>
            <pc:docMk/>
            <pc:sldMk cId="1299400141" sldId="1106"/>
            <ac:spMk id="6" creationId="{8CDA8BBD-D30B-2B41-B97A-F0B3DB0EC18B}"/>
          </ac:spMkLst>
        </pc:spChg>
        <pc:spChg chg="add del mod">
          <ac:chgData name="Fowers, Alyssa (af5ug)" userId="c3a37977-17ff-41a0-ad75-fd916179f175" providerId="ADAL" clId="{D34473F2-36ED-2F43-B6EB-A832DB086B43}" dt="2019-06-27T19:37:03.686" v="1549" actId="478"/>
          <ac:spMkLst>
            <pc:docMk/>
            <pc:sldMk cId="1299400141" sldId="1106"/>
            <ac:spMk id="8" creationId="{636D2522-D46F-CE4C-8710-E947CF653CA3}"/>
          </ac:spMkLst>
        </pc:spChg>
        <pc:spChg chg="add del mod">
          <ac:chgData name="Fowers, Alyssa (af5ug)" userId="c3a37977-17ff-41a0-ad75-fd916179f175" providerId="ADAL" clId="{D34473F2-36ED-2F43-B6EB-A832DB086B43}" dt="2019-06-27T19:39:57.527" v="1642"/>
          <ac:spMkLst>
            <pc:docMk/>
            <pc:sldMk cId="1299400141" sldId="1106"/>
            <ac:spMk id="18" creationId="{76DE046C-7CF5-0F40-A7EC-CA1E4A89E830}"/>
          </ac:spMkLst>
        </pc:spChg>
        <pc:spChg chg="add del mod">
          <ac:chgData name="Fowers, Alyssa (af5ug)" userId="c3a37977-17ff-41a0-ad75-fd916179f175" providerId="ADAL" clId="{D34473F2-36ED-2F43-B6EB-A832DB086B43}" dt="2019-06-27T19:39:57.527" v="1642"/>
          <ac:spMkLst>
            <pc:docMk/>
            <pc:sldMk cId="1299400141" sldId="1106"/>
            <ac:spMk id="19" creationId="{B32A4C8A-9207-2648-B1A5-7595A5D49D65}"/>
          </ac:spMkLst>
        </pc:spChg>
        <pc:spChg chg="add del mod">
          <ac:chgData name="Fowers, Alyssa (af5ug)" userId="c3a37977-17ff-41a0-ad75-fd916179f175" providerId="ADAL" clId="{D34473F2-36ED-2F43-B6EB-A832DB086B43}" dt="2019-06-27T19:39:57.527" v="1642"/>
          <ac:spMkLst>
            <pc:docMk/>
            <pc:sldMk cId="1299400141" sldId="1106"/>
            <ac:spMk id="20" creationId="{38F0BD90-EA18-C041-A169-4F5B8337B10B}"/>
          </ac:spMkLst>
        </pc:spChg>
        <pc:spChg chg="add del mod">
          <ac:chgData name="Fowers, Alyssa (af5ug)" userId="c3a37977-17ff-41a0-ad75-fd916179f175" providerId="ADAL" clId="{D34473F2-36ED-2F43-B6EB-A832DB086B43}" dt="2019-06-27T19:39:57.527" v="1642"/>
          <ac:spMkLst>
            <pc:docMk/>
            <pc:sldMk cId="1299400141" sldId="1106"/>
            <ac:spMk id="21" creationId="{6DF2DC9B-3E47-9A4F-9A90-29DFA65A3607}"/>
          </ac:spMkLst>
        </pc:spChg>
        <pc:spChg chg="add del mod">
          <ac:chgData name="Fowers, Alyssa (af5ug)" userId="c3a37977-17ff-41a0-ad75-fd916179f175" providerId="ADAL" clId="{D34473F2-36ED-2F43-B6EB-A832DB086B43}" dt="2019-06-27T19:39:57.527" v="1642"/>
          <ac:spMkLst>
            <pc:docMk/>
            <pc:sldMk cId="1299400141" sldId="1106"/>
            <ac:spMk id="22" creationId="{95CB11F6-E044-7B46-B40E-44AF6659A370}"/>
          </ac:spMkLst>
        </pc:spChg>
        <pc:spChg chg="add del mod">
          <ac:chgData name="Fowers, Alyssa (af5ug)" userId="c3a37977-17ff-41a0-ad75-fd916179f175" providerId="ADAL" clId="{D34473F2-36ED-2F43-B6EB-A832DB086B43}" dt="2019-06-27T19:39:57.527" v="1642"/>
          <ac:spMkLst>
            <pc:docMk/>
            <pc:sldMk cId="1299400141" sldId="1106"/>
            <ac:spMk id="23" creationId="{238BD28A-C3A1-2C45-ACCB-76672F95C5F1}"/>
          </ac:spMkLst>
        </pc:spChg>
        <pc:spChg chg="add del mod">
          <ac:chgData name="Fowers, Alyssa (af5ug)" userId="c3a37977-17ff-41a0-ad75-fd916179f175" providerId="ADAL" clId="{D34473F2-36ED-2F43-B6EB-A832DB086B43}" dt="2019-06-27T19:39:57.527" v="1642"/>
          <ac:spMkLst>
            <pc:docMk/>
            <pc:sldMk cId="1299400141" sldId="1106"/>
            <ac:spMk id="24" creationId="{24432103-5ED1-E846-A0BE-C4D1BB03959A}"/>
          </ac:spMkLst>
        </pc:spChg>
        <pc:spChg chg="add del mod">
          <ac:chgData name="Fowers, Alyssa (af5ug)" userId="c3a37977-17ff-41a0-ad75-fd916179f175" providerId="ADAL" clId="{D34473F2-36ED-2F43-B6EB-A832DB086B43}" dt="2019-06-27T19:39:57.527" v="1642"/>
          <ac:spMkLst>
            <pc:docMk/>
            <pc:sldMk cId="1299400141" sldId="1106"/>
            <ac:spMk id="25" creationId="{DBE7F870-4620-D94C-8072-C6EA92BD543D}"/>
          </ac:spMkLst>
        </pc:spChg>
        <pc:spChg chg="mod">
          <ac:chgData name="Fowers, Alyssa (af5ug)" userId="c3a37977-17ff-41a0-ad75-fd916179f175" providerId="ADAL" clId="{D34473F2-36ED-2F43-B6EB-A832DB086B43}" dt="2019-06-27T19:37:15.510" v="1553" actId="2085"/>
          <ac:spMkLst>
            <pc:docMk/>
            <pc:sldMk cId="1299400141" sldId="1106"/>
            <ac:spMk id="62" creationId="{5DBC5DA5-D6E2-1148-A1DE-9CBF42BB201B}"/>
          </ac:spMkLst>
        </pc:spChg>
        <pc:spChg chg="mod">
          <ac:chgData name="Fowers, Alyssa (af5ug)" userId="c3a37977-17ff-41a0-ad75-fd916179f175" providerId="ADAL" clId="{D34473F2-36ED-2F43-B6EB-A832DB086B43}" dt="2019-06-27T19:37:15.510" v="1553" actId="2085"/>
          <ac:spMkLst>
            <pc:docMk/>
            <pc:sldMk cId="1299400141" sldId="1106"/>
            <ac:spMk id="63" creationId="{2B8D0580-B81E-D147-B6C7-05B11E7BF5C6}"/>
          </ac:spMkLst>
        </pc:spChg>
        <pc:spChg chg="del">
          <ac:chgData name="Fowers, Alyssa (af5ug)" userId="c3a37977-17ff-41a0-ad75-fd916179f175" providerId="ADAL" clId="{D34473F2-36ED-2F43-B6EB-A832DB086B43}" dt="2019-06-27T19:37:22.205" v="1557" actId="478"/>
          <ac:spMkLst>
            <pc:docMk/>
            <pc:sldMk cId="1299400141" sldId="1106"/>
            <ac:spMk id="64" creationId="{908727F8-0572-F745-BD92-ED393E0C50E2}"/>
          </ac:spMkLst>
        </pc:spChg>
        <pc:spChg chg="del">
          <ac:chgData name="Fowers, Alyssa (af5ug)" userId="c3a37977-17ff-41a0-ad75-fd916179f175" providerId="ADAL" clId="{D34473F2-36ED-2F43-B6EB-A832DB086B43}" dt="2019-06-27T19:37:20.797" v="1556" actId="478"/>
          <ac:spMkLst>
            <pc:docMk/>
            <pc:sldMk cId="1299400141" sldId="1106"/>
            <ac:spMk id="66" creationId="{E2A0B925-8783-B54D-B64C-6E2715D0904B}"/>
          </ac:spMkLst>
        </pc:spChg>
        <pc:spChg chg="del">
          <ac:chgData name="Fowers, Alyssa (af5ug)" userId="c3a37977-17ff-41a0-ad75-fd916179f175" providerId="ADAL" clId="{D34473F2-36ED-2F43-B6EB-A832DB086B43}" dt="2019-06-27T19:37:19.861" v="1555" actId="478"/>
          <ac:spMkLst>
            <pc:docMk/>
            <pc:sldMk cId="1299400141" sldId="1106"/>
            <ac:spMk id="67" creationId="{2DAC190B-88E2-0746-9C52-3E4D81BDBC5E}"/>
          </ac:spMkLst>
        </pc:spChg>
        <pc:spChg chg="add del">
          <ac:chgData name="Fowers, Alyssa (af5ug)" userId="c3a37977-17ff-41a0-ad75-fd916179f175" providerId="ADAL" clId="{D34473F2-36ED-2F43-B6EB-A832DB086B43}" dt="2019-06-27T19:37:18.586" v="1554" actId="478"/>
          <ac:spMkLst>
            <pc:docMk/>
            <pc:sldMk cId="1299400141" sldId="1106"/>
            <ac:spMk id="68" creationId="{5C8EAA93-448A-774A-AAE6-1E8B30646DEE}"/>
          </ac:spMkLst>
        </pc:spChg>
        <pc:spChg chg="mod">
          <ac:chgData name="Fowers, Alyssa (af5ug)" userId="c3a37977-17ff-41a0-ad75-fd916179f175" providerId="ADAL" clId="{D34473F2-36ED-2F43-B6EB-A832DB086B43}" dt="2019-06-27T19:37:15.510" v="1553" actId="2085"/>
          <ac:spMkLst>
            <pc:docMk/>
            <pc:sldMk cId="1299400141" sldId="1106"/>
            <ac:spMk id="73" creationId="{A1490C63-A758-A149-9223-B5086587493D}"/>
          </ac:spMkLst>
        </pc:spChg>
        <pc:spChg chg="mod">
          <ac:chgData name="Fowers, Alyssa (af5ug)" userId="c3a37977-17ff-41a0-ad75-fd916179f175" providerId="ADAL" clId="{D34473F2-36ED-2F43-B6EB-A832DB086B43}" dt="2019-06-27T19:37:15.510" v="1553" actId="2085"/>
          <ac:spMkLst>
            <pc:docMk/>
            <pc:sldMk cId="1299400141" sldId="1106"/>
            <ac:spMk id="74" creationId="{ADBCEE41-E22A-6C42-808F-B6655D7423A7}"/>
          </ac:spMkLst>
        </pc:spChg>
        <pc:cxnChg chg="add del mod">
          <ac:chgData name="Fowers, Alyssa (af5ug)" userId="c3a37977-17ff-41a0-ad75-fd916179f175" providerId="ADAL" clId="{D34473F2-36ED-2F43-B6EB-A832DB086B43}" dt="2019-06-27T19:39:37.291" v="1638"/>
          <ac:cxnSpMkLst>
            <pc:docMk/>
            <pc:sldMk cId="1299400141" sldId="1106"/>
            <ac:cxnSpMk id="26" creationId="{8EE214BF-F2E3-C64E-AA95-6D6E10BC0727}"/>
          </ac:cxnSpMkLst>
        </pc:cxnChg>
        <pc:cxnChg chg="add del mod">
          <ac:chgData name="Fowers, Alyssa (af5ug)" userId="c3a37977-17ff-41a0-ad75-fd916179f175" providerId="ADAL" clId="{D34473F2-36ED-2F43-B6EB-A832DB086B43}" dt="2019-06-27T19:39:37.291" v="1638"/>
          <ac:cxnSpMkLst>
            <pc:docMk/>
            <pc:sldMk cId="1299400141" sldId="1106"/>
            <ac:cxnSpMk id="27" creationId="{1A8D6C4F-0A9E-3341-86E3-2DBB64A99D1B}"/>
          </ac:cxnSpMkLst>
        </pc:cxnChg>
        <pc:cxnChg chg="add del mod">
          <ac:chgData name="Fowers, Alyssa (af5ug)" userId="c3a37977-17ff-41a0-ad75-fd916179f175" providerId="ADAL" clId="{D34473F2-36ED-2F43-B6EB-A832DB086B43}" dt="2019-06-27T19:39:37.291" v="1638"/>
          <ac:cxnSpMkLst>
            <pc:docMk/>
            <pc:sldMk cId="1299400141" sldId="1106"/>
            <ac:cxnSpMk id="28" creationId="{E95DD8F4-A059-6E42-A2B0-A7DE7C55028A}"/>
          </ac:cxnSpMkLst>
        </pc:cxnChg>
        <pc:cxnChg chg="add del mod">
          <ac:chgData name="Fowers, Alyssa (af5ug)" userId="c3a37977-17ff-41a0-ad75-fd916179f175" providerId="ADAL" clId="{D34473F2-36ED-2F43-B6EB-A832DB086B43}" dt="2019-06-27T19:39:37.291" v="1638"/>
          <ac:cxnSpMkLst>
            <pc:docMk/>
            <pc:sldMk cId="1299400141" sldId="1106"/>
            <ac:cxnSpMk id="29" creationId="{7DD158A5-F2CC-4B4F-BD79-4EB9AA1635F0}"/>
          </ac:cxnSpMkLst>
        </pc:cxnChg>
        <pc:cxnChg chg="add del mod">
          <ac:chgData name="Fowers, Alyssa (af5ug)" userId="c3a37977-17ff-41a0-ad75-fd916179f175" providerId="ADAL" clId="{D34473F2-36ED-2F43-B6EB-A832DB086B43}" dt="2019-06-27T19:39:37.291" v="1638"/>
          <ac:cxnSpMkLst>
            <pc:docMk/>
            <pc:sldMk cId="1299400141" sldId="1106"/>
            <ac:cxnSpMk id="30" creationId="{A4F0113D-A041-114C-85BE-89B37FB045DA}"/>
          </ac:cxnSpMkLst>
        </pc:cxnChg>
        <pc:cxnChg chg="add del mod">
          <ac:chgData name="Fowers, Alyssa (af5ug)" userId="c3a37977-17ff-41a0-ad75-fd916179f175" providerId="ADAL" clId="{D34473F2-36ED-2F43-B6EB-A832DB086B43}" dt="2019-06-27T19:39:37.291" v="1638"/>
          <ac:cxnSpMkLst>
            <pc:docMk/>
            <pc:sldMk cId="1299400141" sldId="1106"/>
            <ac:cxnSpMk id="31" creationId="{CEC592AD-8852-5243-B2E3-EFC126C3E7F8}"/>
          </ac:cxnSpMkLst>
        </pc:cxnChg>
      </pc:sldChg>
      <pc:sldChg chg="add del">
        <pc:chgData name="Fowers, Alyssa (af5ug)" userId="c3a37977-17ff-41a0-ad75-fd916179f175" providerId="ADAL" clId="{D34473F2-36ED-2F43-B6EB-A832DB086B43}" dt="2019-06-27T19:36:46.752" v="1541"/>
        <pc:sldMkLst>
          <pc:docMk/>
          <pc:sldMk cId="1712815659" sldId="1107"/>
        </pc:sldMkLst>
      </pc:sldChg>
      <pc:sldChg chg="addSp delSp modSp add ord">
        <pc:chgData name="Fowers, Alyssa (af5ug)" userId="c3a37977-17ff-41a0-ad75-fd916179f175" providerId="ADAL" clId="{D34473F2-36ED-2F43-B6EB-A832DB086B43}" dt="2019-06-27T20:01:10.587" v="2271" actId="14100"/>
        <pc:sldMkLst>
          <pc:docMk/>
          <pc:sldMk cId="3404370252" sldId="1107"/>
        </pc:sldMkLst>
        <pc:spChg chg="mod">
          <ac:chgData name="Fowers, Alyssa (af5ug)" userId="c3a37977-17ff-41a0-ad75-fd916179f175" providerId="ADAL" clId="{D34473F2-36ED-2F43-B6EB-A832DB086B43}" dt="2019-06-27T19:38:45.743" v="1578" actId="1076"/>
          <ac:spMkLst>
            <pc:docMk/>
            <pc:sldMk cId="3404370252" sldId="1107"/>
            <ac:spMk id="3" creationId="{3324E135-3248-4007-8DC4-62344730A634}"/>
          </ac:spMkLst>
        </pc:spChg>
        <pc:spChg chg="mod">
          <ac:chgData name="Fowers, Alyssa (af5ug)" userId="c3a37977-17ff-41a0-ad75-fd916179f175" providerId="ADAL" clId="{D34473F2-36ED-2F43-B6EB-A832DB086B43}" dt="2019-06-27T19:38:45.743" v="1578" actId="1076"/>
          <ac:spMkLst>
            <pc:docMk/>
            <pc:sldMk cId="3404370252" sldId="1107"/>
            <ac:spMk id="4" creationId="{7694244E-36F5-48B4-B4FD-DC5707F151D1}"/>
          </ac:spMkLst>
        </pc:spChg>
        <pc:spChg chg="mod">
          <ac:chgData name="Fowers, Alyssa (af5ug)" userId="c3a37977-17ff-41a0-ad75-fd916179f175" providerId="ADAL" clId="{D34473F2-36ED-2F43-B6EB-A832DB086B43}" dt="2019-06-27T19:38:45.743" v="1578" actId="1076"/>
          <ac:spMkLst>
            <pc:docMk/>
            <pc:sldMk cId="3404370252" sldId="1107"/>
            <ac:spMk id="7" creationId="{39B41612-34D7-4FA6-8813-794E68C94539}"/>
          </ac:spMkLst>
        </pc:spChg>
        <pc:spChg chg="del">
          <ac:chgData name="Fowers, Alyssa (af5ug)" userId="c3a37977-17ff-41a0-ad75-fd916179f175" providerId="ADAL" clId="{D34473F2-36ED-2F43-B6EB-A832DB086B43}" dt="2019-06-27T19:38:25.575" v="1563" actId="478"/>
          <ac:spMkLst>
            <pc:docMk/>
            <pc:sldMk cId="3404370252" sldId="1107"/>
            <ac:spMk id="18" creationId="{76DE046C-7CF5-0F40-A7EC-CA1E4A89E830}"/>
          </ac:spMkLst>
        </pc:spChg>
        <pc:spChg chg="del">
          <ac:chgData name="Fowers, Alyssa (af5ug)" userId="c3a37977-17ff-41a0-ad75-fd916179f175" providerId="ADAL" clId="{D34473F2-36ED-2F43-B6EB-A832DB086B43}" dt="2019-06-27T19:38:32.360" v="1573" actId="478"/>
          <ac:spMkLst>
            <pc:docMk/>
            <pc:sldMk cId="3404370252" sldId="1107"/>
            <ac:spMk id="19" creationId="{B32A4C8A-9207-2648-B1A5-7595A5D49D65}"/>
          </ac:spMkLst>
        </pc:spChg>
        <pc:spChg chg="del mod">
          <ac:chgData name="Fowers, Alyssa (af5ug)" userId="c3a37977-17ff-41a0-ad75-fd916179f175" providerId="ADAL" clId="{D34473F2-36ED-2F43-B6EB-A832DB086B43}" dt="2019-06-27T19:38:26.790" v="1565" actId="478"/>
          <ac:spMkLst>
            <pc:docMk/>
            <pc:sldMk cId="3404370252" sldId="1107"/>
            <ac:spMk id="20" creationId="{38F0BD90-EA18-C041-A169-4F5B8337B10B}"/>
          </ac:spMkLst>
        </pc:spChg>
        <pc:spChg chg="del">
          <ac:chgData name="Fowers, Alyssa (af5ug)" userId="c3a37977-17ff-41a0-ad75-fd916179f175" providerId="ADAL" clId="{D34473F2-36ED-2F43-B6EB-A832DB086B43}" dt="2019-06-27T19:38:29.784" v="1569" actId="478"/>
          <ac:spMkLst>
            <pc:docMk/>
            <pc:sldMk cId="3404370252" sldId="1107"/>
            <ac:spMk id="21" creationId="{6DF2DC9B-3E47-9A4F-9A90-29DFA65A3607}"/>
          </ac:spMkLst>
        </pc:spChg>
        <pc:spChg chg="del">
          <ac:chgData name="Fowers, Alyssa (af5ug)" userId="c3a37977-17ff-41a0-ad75-fd916179f175" providerId="ADAL" clId="{D34473F2-36ED-2F43-B6EB-A832DB086B43}" dt="2019-06-27T19:38:32.909" v="1574" actId="478"/>
          <ac:spMkLst>
            <pc:docMk/>
            <pc:sldMk cId="3404370252" sldId="1107"/>
            <ac:spMk id="22" creationId="{95CB11F6-E044-7B46-B40E-44AF6659A370}"/>
          </ac:spMkLst>
        </pc:spChg>
        <pc:spChg chg="del">
          <ac:chgData name="Fowers, Alyssa (af5ug)" userId="c3a37977-17ff-41a0-ad75-fd916179f175" providerId="ADAL" clId="{D34473F2-36ED-2F43-B6EB-A832DB086B43}" dt="2019-06-27T19:38:31.359" v="1571" actId="478"/>
          <ac:spMkLst>
            <pc:docMk/>
            <pc:sldMk cId="3404370252" sldId="1107"/>
            <ac:spMk id="23" creationId="{238BD28A-C3A1-2C45-ACCB-76672F95C5F1}"/>
          </ac:spMkLst>
        </pc:spChg>
        <pc:spChg chg="del">
          <ac:chgData name="Fowers, Alyssa (af5ug)" userId="c3a37977-17ff-41a0-ad75-fd916179f175" providerId="ADAL" clId="{D34473F2-36ED-2F43-B6EB-A832DB086B43}" dt="2019-06-27T19:38:34.024" v="1576" actId="478"/>
          <ac:spMkLst>
            <pc:docMk/>
            <pc:sldMk cId="3404370252" sldId="1107"/>
            <ac:spMk id="24" creationId="{24432103-5ED1-E846-A0BE-C4D1BB03959A}"/>
          </ac:spMkLst>
        </pc:spChg>
        <pc:spChg chg="del">
          <ac:chgData name="Fowers, Alyssa (af5ug)" userId="c3a37977-17ff-41a0-ad75-fd916179f175" providerId="ADAL" clId="{D34473F2-36ED-2F43-B6EB-A832DB086B43}" dt="2019-06-27T19:38:28.094" v="1567" actId="478"/>
          <ac:spMkLst>
            <pc:docMk/>
            <pc:sldMk cId="3404370252" sldId="1107"/>
            <ac:spMk id="25" creationId="{DBE7F870-4620-D94C-8072-C6EA92BD543D}"/>
          </ac:spMkLst>
        </pc:spChg>
        <pc:spChg chg="add mod">
          <ac:chgData name="Fowers, Alyssa (af5ug)" userId="c3a37977-17ff-41a0-ad75-fd916179f175" providerId="ADAL" clId="{D34473F2-36ED-2F43-B6EB-A832DB086B43}" dt="2019-06-27T19:38:55.978" v="1628" actId="20577"/>
          <ac:spMkLst>
            <pc:docMk/>
            <pc:sldMk cId="3404370252" sldId="1107"/>
            <ac:spMk id="32" creationId="{212231C7-6FF8-0740-8E6D-547D55053947}"/>
          </ac:spMkLst>
        </pc:spChg>
        <pc:spChg chg="mod">
          <ac:chgData name="Fowers, Alyssa (af5ug)" userId="c3a37977-17ff-41a0-ad75-fd916179f175" providerId="ADAL" clId="{D34473F2-36ED-2F43-B6EB-A832DB086B43}" dt="2019-06-27T19:38:45.743" v="1578" actId="1076"/>
          <ac:spMkLst>
            <pc:docMk/>
            <pc:sldMk cId="3404370252" sldId="1107"/>
            <ac:spMk id="62" creationId="{5DBC5DA5-D6E2-1148-A1DE-9CBF42BB201B}"/>
          </ac:spMkLst>
        </pc:spChg>
        <pc:spChg chg="mod">
          <ac:chgData name="Fowers, Alyssa (af5ug)" userId="c3a37977-17ff-41a0-ad75-fd916179f175" providerId="ADAL" clId="{D34473F2-36ED-2F43-B6EB-A832DB086B43}" dt="2019-06-27T19:38:45.743" v="1578" actId="1076"/>
          <ac:spMkLst>
            <pc:docMk/>
            <pc:sldMk cId="3404370252" sldId="1107"/>
            <ac:spMk id="63" creationId="{2B8D0580-B81E-D147-B6C7-05B11E7BF5C6}"/>
          </ac:spMkLst>
        </pc:spChg>
        <pc:spChg chg="mod">
          <ac:chgData name="Fowers, Alyssa (af5ug)" userId="c3a37977-17ff-41a0-ad75-fd916179f175" providerId="ADAL" clId="{D34473F2-36ED-2F43-B6EB-A832DB086B43}" dt="2019-06-27T19:38:59.971" v="1629" actId="1076"/>
          <ac:spMkLst>
            <pc:docMk/>
            <pc:sldMk cId="3404370252" sldId="1107"/>
            <ac:spMk id="69" creationId="{A3D004BD-1468-1340-8E93-7278FEED8353}"/>
          </ac:spMkLst>
        </pc:spChg>
        <pc:spChg chg="mod">
          <ac:chgData name="Fowers, Alyssa (af5ug)" userId="c3a37977-17ff-41a0-ad75-fd916179f175" providerId="ADAL" clId="{D34473F2-36ED-2F43-B6EB-A832DB086B43}" dt="2019-06-27T20:01:10.587" v="2271" actId="14100"/>
          <ac:spMkLst>
            <pc:docMk/>
            <pc:sldMk cId="3404370252" sldId="1107"/>
            <ac:spMk id="73" creationId="{A1490C63-A758-A149-9223-B5086587493D}"/>
          </ac:spMkLst>
        </pc:spChg>
        <pc:spChg chg="mod">
          <ac:chgData name="Fowers, Alyssa (af5ug)" userId="c3a37977-17ff-41a0-ad75-fd916179f175" providerId="ADAL" clId="{D34473F2-36ED-2F43-B6EB-A832DB086B43}" dt="2019-06-27T19:49:31.241" v="1763" actId="207"/>
          <ac:spMkLst>
            <pc:docMk/>
            <pc:sldMk cId="3404370252" sldId="1107"/>
            <ac:spMk id="74" creationId="{ADBCEE41-E22A-6C42-808F-B6655D7423A7}"/>
          </ac:spMkLst>
        </pc:spChg>
        <pc:cxnChg chg="del mod">
          <ac:chgData name="Fowers, Alyssa (af5ug)" userId="c3a37977-17ff-41a0-ad75-fd916179f175" providerId="ADAL" clId="{D34473F2-36ED-2F43-B6EB-A832DB086B43}" dt="2019-06-27T19:38:30.599" v="1570" actId="478"/>
          <ac:cxnSpMkLst>
            <pc:docMk/>
            <pc:sldMk cId="3404370252" sldId="1107"/>
            <ac:cxnSpMk id="26" creationId="{8EE214BF-F2E3-C64E-AA95-6D6E10BC0727}"/>
          </ac:cxnSpMkLst>
        </pc:cxnChg>
        <pc:cxnChg chg="del mod">
          <ac:chgData name="Fowers, Alyssa (af5ug)" userId="c3a37977-17ff-41a0-ad75-fd916179f175" providerId="ADAL" clId="{D34473F2-36ED-2F43-B6EB-A832DB086B43}" dt="2019-06-27T19:38:27.384" v="1566" actId="478"/>
          <ac:cxnSpMkLst>
            <pc:docMk/>
            <pc:sldMk cId="3404370252" sldId="1107"/>
            <ac:cxnSpMk id="27" creationId="{1A8D6C4F-0A9E-3341-86E3-2DBB64A99D1B}"/>
          </ac:cxnSpMkLst>
        </pc:cxnChg>
        <pc:cxnChg chg="del mod">
          <ac:chgData name="Fowers, Alyssa (af5ug)" userId="c3a37977-17ff-41a0-ad75-fd916179f175" providerId="ADAL" clId="{D34473F2-36ED-2F43-B6EB-A832DB086B43}" dt="2019-06-27T19:38:28.905" v="1568" actId="478"/>
          <ac:cxnSpMkLst>
            <pc:docMk/>
            <pc:sldMk cId="3404370252" sldId="1107"/>
            <ac:cxnSpMk id="28" creationId="{E95DD8F4-A059-6E42-A2B0-A7DE7C55028A}"/>
          </ac:cxnSpMkLst>
        </pc:cxnChg>
        <pc:cxnChg chg="del mod">
          <ac:chgData name="Fowers, Alyssa (af5ug)" userId="c3a37977-17ff-41a0-ad75-fd916179f175" providerId="ADAL" clId="{D34473F2-36ED-2F43-B6EB-A832DB086B43}" dt="2019-06-27T19:38:33.430" v="1575" actId="478"/>
          <ac:cxnSpMkLst>
            <pc:docMk/>
            <pc:sldMk cId="3404370252" sldId="1107"/>
            <ac:cxnSpMk id="29" creationId="{7DD158A5-F2CC-4B4F-BD79-4EB9AA1635F0}"/>
          </ac:cxnSpMkLst>
        </pc:cxnChg>
        <pc:cxnChg chg="del mod">
          <ac:chgData name="Fowers, Alyssa (af5ug)" userId="c3a37977-17ff-41a0-ad75-fd916179f175" providerId="ADAL" clId="{D34473F2-36ED-2F43-B6EB-A832DB086B43}" dt="2019-06-27T19:38:31.915" v="1572" actId="478"/>
          <ac:cxnSpMkLst>
            <pc:docMk/>
            <pc:sldMk cId="3404370252" sldId="1107"/>
            <ac:cxnSpMk id="30" creationId="{A4F0113D-A041-114C-85BE-89B37FB045DA}"/>
          </ac:cxnSpMkLst>
        </pc:cxnChg>
        <pc:cxnChg chg="del mod">
          <ac:chgData name="Fowers, Alyssa (af5ug)" userId="c3a37977-17ff-41a0-ad75-fd916179f175" providerId="ADAL" clId="{D34473F2-36ED-2F43-B6EB-A832DB086B43}" dt="2019-06-27T19:38:34.557" v="1577" actId="478"/>
          <ac:cxnSpMkLst>
            <pc:docMk/>
            <pc:sldMk cId="3404370252" sldId="1107"/>
            <ac:cxnSpMk id="31" creationId="{CEC592AD-8852-5243-B2E3-EFC126C3E7F8}"/>
          </ac:cxnSpMkLst>
        </pc:cxnChg>
      </pc:sldChg>
      <pc:sldChg chg="add del">
        <pc:chgData name="Fowers, Alyssa (af5ug)" userId="c3a37977-17ff-41a0-ad75-fd916179f175" providerId="ADAL" clId="{D34473F2-36ED-2F43-B6EB-A832DB086B43}" dt="2019-06-27T19:39:08.779" v="1631"/>
        <pc:sldMkLst>
          <pc:docMk/>
          <pc:sldMk cId="1556381515" sldId="1108"/>
        </pc:sldMkLst>
      </pc:sldChg>
      <pc:sldChg chg="addSp delSp modSp add">
        <pc:chgData name="Fowers, Alyssa (af5ug)" userId="c3a37977-17ff-41a0-ad75-fd916179f175" providerId="ADAL" clId="{D34473F2-36ED-2F43-B6EB-A832DB086B43}" dt="2019-06-27T20:01:17.429" v="2274" actId="14100"/>
        <pc:sldMkLst>
          <pc:docMk/>
          <pc:sldMk cId="2086809893" sldId="1108"/>
        </pc:sldMkLst>
        <pc:spChg chg="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3" creationId="{3324E135-3248-4007-8DC4-62344730A634}"/>
          </ac:spMkLst>
        </pc:spChg>
        <pc:spChg chg="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4" creationId="{7694244E-36F5-48B4-B4FD-DC5707F151D1}"/>
          </ac:spMkLst>
        </pc:spChg>
        <pc:spChg chg="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7" creationId="{39B41612-34D7-4FA6-8813-794E68C94539}"/>
          </ac:spMkLst>
        </pc:spChg>
        <pc:spChg chg="add 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12" creationId="{A139F4A8-016F-2A43-B306-4A3834DD8948}"/>
          </ac:spMkLst>
        </pc:spChg>
        <pc:spChg chg="add mod">
          <ac:chgData name="Fowers, Alyssa (af5ug)" userId="c3a37977-17ff-41a0-ad75-fd916179f175" providerId="ADAL" clId="{D34473F2-36ED-2F43-B6EB-A832DB086B43}" dt="2019-06-27T19:40:34.315" v="1645" actId="1076"/>
          <ac:spMkLst>
            <pc:docMk/>
            <pc:sldMk cId="2086809893" sldId="1108"/>
            <ac:spMk id="13" creationId="{BE41225D-1E1B-BA46-A47B-E10B3961500A}"/>
          </ac:spMkLst>
        </pc:spChg>
        <pc:spChg chg="add 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14" creationId="{3B078891-DCFE-9E4C-8F78-0F13C1DD6367}"/>
          </ac:spMkLst>
        </pc:spChg>
        <pc:spChg chg="add 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15" creationId="{8B675B17-2592-674B-8C77-FA5BDD1044BC}"/>
          </ac:spMkLst>
        </pc:spChg>
        <pc:spChg chg="add mod">
          <ac:chgData name="Fowers, Alyssa (af5ug)" userId="c3a37977-17ff-41a0-ad75-fd916179f175" providerId="ADAL" clId="{D34473F2-36ED-2F43-B6EB-A832DB086B43}" dt="2019-06-27T19:40:34.315" v="1645" actId="1076"/>
          <ac:spMkLst>
            <pc:docMk/>
            <pc:sldMk cId="2086809893" sldId="1108"/>
            <ac:spMk id="16" creationId="{766015F8-EFF6-0745-8D61-608C486D0EBD}"/>
          </ac:spMkLst>
        </pc:spChg>
        <pc:spChg chg="add mod">
          <ac:chgData name="Fowers, Alyssa (af5ug)" userId="c3a37977-17ff-41a0-ad75-fd916179f175" providerId="ADAL" clId="{D34473F2-36ED-2F43-B6EB-A832DB086B43}" dt="2019-06-27T19:40:34.315" v="1645" actId="1076"/>
          <ac:spMkLst>
            <pc:docMk/>
            <pc:sldMk cId="2086809893" sldId="1108"/>
            <ac:spMk id="17" creationId="{E7E5CA18-8F3E-CA4B-A525-0F51C309A466}"/>
          </ac:spMkLst>
        </pc:spChg>
        <pc:spChg chg="add mod">
          <ac:chgData name="Fowers, Alyssa (af5ug)" userId="c3a37977-17ff-41a0-ad75-fd916179f175" providerId="ADAL" clId="{D34473F2-36ED-2F43-B6EB-A832DB086B43}" dt="2019-06-27T19:40:34.315" v="1645" actId="1076"/>
          <ac:spMkLst>
            <pc:docMk/>
            <pc:sldMk cId="2086809893" sldId="1108"/>
            <ac:spMk id="18" creationId="{A2121B5A-BD49-2F49-BCB3-808C056F40C9}"/>
          </ac:spMkLst>
        </pc:spChg>
        <pc:spChg chg="add 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19" creationId="{FDE7BA72-E2D6-134A-A5F8-C7EAFEFAAC7C}"/>
          </ac:spMkLst>
        </pc:spChg>
        <pc:spChg chg="add del mod">
          <ac:chgData name="Fowers, Alyssa (af5ug)" userId="c3a37977-17ff-41a0-ad75-fd916179f175" providerId="ADAL" clId="{D34473F2-36ED-2F43-B6EB-A832DB086B43}" dt="2019-06-27T19:46:57.812" v="1743" actId="478"/>
          <ac:spMkLst>
            <pc:docMk/>
            <pc:sldMk cId="2086809893" sldId="1108"/>
            <ac:spMk id="33" creationId="{0C9A0C73-D5AA-5046-A16F-56BFA5F74E92}"/>
          </ac:spMkLst>
        </pc:spChg>
        <pc:spChg chg="add del mod">
          <ac:chgData name="Fowers, Alyssa (af5ug)" userId="c3a37977-17ff-41a0-ad75-fd916179f175" providerId="ADAL" clId="{D34473F2-36ED-2F43-B6EB-A832DB086B43}" dt="2019-06-27T19:42:23.436" v="1668" actId="478"/>
          <ac:spMkLst>
            <pc:docMk/>
            <pc:sldMk cId="2086809893" sldId="1108"/>
            <ac:spMk id="39" creationId="{B7F6FD4E-8E98-A54A-9D8D-6EF226C878B8}"/>
          </ac:spMkLst>
        </pc:spChg>
        <pc:spChg chg="add">
          <ac:chgData name="Fowers, Alyssa (af5ug)" userId="c3a37977-17ff-41a0-ad75-fd916179f175" providerId="ADAL" clId="{D34473F2-36ED-2F43-B6EB-A832DB086B43}" dt="2019-06-27T19:46:58.402" v="1744"/>
          <ac:spMkLst>
            <pc:docMk/>
            <pc:sldMk cId="2086809893" sldId="1108"/>
            <ac:spMk id="47" creationId="{45B1FC02-DE49-964B-A5D1-92A0C6A00AD7}"/>
          </ac:spMkLst>
        </pc:spChg>
        <pc:spChg chg="add mod">
          <ac:chgData name="Fowers, Alyssa (af5ug)" userId="c3a37977-17ff-41a0-ad75-fd916179f175" providerId="ADAL" clId="{D34473F2-36ED-2F43-B6EB-A832DB086B43}" dt="2019-06-27T19:48:36.797" v="1759" actId="207"/>
          <ac:spMkLst>
            <pc:docMk/>
            <pc:sldMk cId="2086809893" sldId="1108"/>
            <ac:spMk id="48" creationId="{129F7727-DC83-BF42-99FF-2091825C0AF3}"/>
          </ac:spMkLst>
        </pc:spChg>
        <pc:spChg chg="add mod">
          <ac:chgData name="Fowers, Alyssa (af5ug)" userId="c3a37977-17ff-41a0-ad75-fd916179f175" providerId="ADAL" clId="{D34473F2-36ED-2F43-B6EB-A832DB086B43}" dt="2019-06-27T19:48:36.797" v="1759" actId="207"/>
          <ac:spMkLst>
            <pc:docMk/>
            <pc:sldMk cId="2086809893" sldId="1108"/>
            <ac:spMk id="49" creationId="{AA6BA5D4-552E-2047-BDB1-F1D43809E05E}"/>
          </ac:spMkLst>
        </pc:spChg>
        <pc:spChg chg="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62" creationId="{5DBC5DA5-D6E2-1148-A1DE-9CBF42BB201B}"/>
          </ac:spMkLst>
        </pc:spChg>
        <pc:spChg chg="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63" creationId="{2B8D0580-B81E-D147-B6C7-05B11E7BF5C6}"/>
          </ac:spMkLst>
        </pc:spChg>
        <pc:spChg chg="del mod">
          <ac:chgData name="Fowers, Alyssa (af5ug)" userId="c3a37977-17ff-41a0-ad75-fd916179f175" providerId="ADAL" clId="{D34473F2-36ED-2F43-B6EB-A832DB086B43}" dt="2019-06-27T19:40:42.249" v="1647" actId="478"/>
          <ac:spMkLst>
            <pc:docMk/>
            <pc:sldMk cId="2086809893" sldId="1108"/>
            <ac:spMk id="69" creationId="{A3D004BD-1468-1340-8E93-7278FEED8353}"/>
          </ac:spMkLst>
        </pc:spChg>
        <pc:spChg chg="mod">
          <ac:chgData name="Fowers, Alyssa (af5ug)" userId="c3a37977-17ff-41a0-ad75-fd916179f175" providerId="ADAL" clId="{D34473F2-36ED-2F43-B6EB-A832DB086B43}" dt="2019-06-27T20:01:17.429" v="2274" actId="14100"/>
          <ac:spMkLst>
            <pc:docMk/>
            <pc:sldMk cId="2086809893" sldId="1108"/>
            <ac:spMk id="73" creationId="{A1490C63-A758-A149-9223-B5086587493D}"/>
          </ac:spMkLst>
        </pc:spChg>
        <pc:spChg chg="mod">
          <ac:chgData name="Fowers, Alyssa (af5ug)" userId="c3a37977-17ff-41a0-ad75-fd916179f175" providerId="ADAL" clId="{D34473F2-36ED-2F43-B6EB-A832DB086B43}" dt="2019-06-27T19:44:03.737" v="1710" actId="1076"/>
          <ac:spMkLst>
            <pc:docMk/>
            <pc:sldMk cId="2086809893" sldId="1108"/>
            <ac:spMk id="74" creationId="{ADBCEE41-E22A-6C42-808F-B6655D7423A7}"/>
          </ac:spMkLst>
        </pc:spChg>
        <pc:cxnChg chg="add mod">
          <ac:chgData name="Fowers, Alyssa (af5ug)" userId="c3a37977-17ff-41a0-ad75-fd916179f175" providerId="ADAL" clId="{D34473F2-36ED-2F43-B6EB-A832DB086B43}" dt="2019-06-27T19:44:03.737" v="1710" actId="1076"/>
          <ac:cxnSpMkLst>
            <pc:docMk/>
            <pc:sldMk cId="2086809893" sldId="1108"/>
            <ac:cxnSpMk id="20" creationId="{C8EDB24B-FD57-6C4E-B3E1-3D9A7CC6A1EE}"/>
          </ac:cxnSpMkLst>
        </pc:cxnChg>
        <pc:cxnChg chg="add mod">
          <ac:chgData name="Fowers, Alyssa (af5ug)" userId="c3a37977-17ff-41a0-ad75-fd916179f175" providerId="ADAL" clId="{D34473F2-36ED-2F43-B6EB-A832DB086B43}" dt="2019-06-27T19:44:03.737" v="1710" actId="1076"/>
          <ac:cxnSpMkLst>
            <pc:docMk/>
            <pc:sldMk cId="2086809893" sldId="1108"/>
            <ac:cxnSpMk id="21" creationId="{B9F9D16D-6E84-D849-8BA0-88F3B6EE0E06}"/>
          </ac:cxnSpMkLst>
        </pc:cxnChg>
        <pc:cxnChg chg="add mod">
          <ac:chgData name="Fowers, Alyssa (af5ug)" userId="c3a37977-17ff-41a0-ad75-fd916179f175" providerId="ADAL" clId="{D34473F2-36ED-2F43-B6EB-A832DB086B43}" dt="2019-06-27T19:44:03.737" v="1710" actId="1076"/>
          <ac:cxnSpMkLst>
            <pc:docMk/>
            <pc:sldMk cId="2086809893" sldId="1108"/>
            <ac:cxnSpMk id="22" creationId="{EB7D90FB-0DC9-B145-96A5-A0CB33F6902F}"/>
          </ac:cxnSpMkLst>
        </pc:cxnChg>
        <pc:cxnChg chg="add mod">
          <ac:chgData name="Fowers, Alyssa (af5ug)" userId="c3a37977-17ff-41a0-ad75-fd916179f175" providerId="ADAL" clId="{D34473F2-36ED-2F43-B6EB-A832DB086B43}" dt="2019-06-27T19:40:34.315" v="1645" actId="1076"/>
          <ac:cxnSpMkLst>
            <pc:docMk/>
            <pc:sldMk cId="2086809893" sldId="1108"/>
            <ac:cxnSpMk id="23" creationId="{8397B37A-6F93-1F43-847E-25AA265B8EB6}"/>
          </ac:cxnSpMkLst>
        </pc:cxnChg>
        <pc:cxnChg chg="add mod">
          <ac:chgData name="Fowers, Alyssa (af5ug)" userId="c3a37977-17ff-41a0-ad75-fd916179f175" providerId="ADAL" clId="{D34473F2-36ED-2F43-B6EB-A832DB086B43}" dt="2019-06-27T19:40:34.315" v="1645" actId="1076"/>
          <ac:cxnSpMkLst>
            <pc:docMk/>
            <pc:sldMk cId="2086809893" sldId="1108"/>
            <ac:cxnSpMk id="24" creationId="{3DFEF9FA-A27B-1441-BB2F-9E5B29475AFA}"/>
          </ac:cxnSpMkLst>
        </pc:cxnChg>
        <pc:cxnChg chg="add mod">
          <ac:chgData name="Fowers, Alyssa (af5ug)" userId="c3a37977-17ff-41a0-ad75-fd916179f175" providerId="ADAL" clId="{D34473F2-36ED-2F43-B6EB-A832DB086B43}" dt="2019-06-27T19:40:34.315" v="1645" actId="1076"/>
          <ac:cxnSpMkLst>
            <pc:docMk/>
            <pc:sldMk cId="2086809893" sldId="1108"/>
            <ac:cxnSpMk id="25" creationId="{FEAEC646-7D1A-BB48-A6E4-AA93696ADAC7}"/>
          </ac:cxnSpMkLst>
        </pc:cxnChg>
      </pc:sldChg>
      <pc:sldChg chg="addSp delSp modSp add">
        <pc:chgData name="Fowers, Alyssa (af5ug)" userId="c3a37977-17ff-41a0-ad75-fd916179f175" providerId="ADAL" clId="{D34473F2-36ED-2F43-B6EB-A832DB086B43}" dt="2019-06-27T19:48:46.291" v="1760" actId="207"/>
        <pc:sldMkLst>
          <pc:docMk/>
          <pc:sldMk cId="42466953" sldId="1109"/>
        </pc:sldMkLst>
        <pc:spChg chg="add del mod">
          <ac:chgData name="Fowers, Alyssa (af5ug)" userId="c3a37977-17ff-41a0-ad75-fd916179f175" providerId="ADAL" clId="{D34473F2-36ED-2F43-B6EB-A832DB086B43}" dt="2019-06-27T19:44:22.180" v="1713"/>
          <ac:spMkLst>
            <pc:docMk/>
            <pc:sldMk cId="42466953" sldId="1109"/>
            <ac:spMk id="5" creationId="{658E39E8-E200-DB42-ACEF-F2F059D3F447}"/>
          </ac:spMkLst>
        </pc:spChg>
        <pc:spChg chg="add del mod">
          <ac:chgData name="Fowers, Alyssa (af5ug)" userId="c3a37977-17ff-41a0-ad75-fd916179f175" providerId="ADAL" clId="{D34473F2-36ED-2F43-B6EB-A832DB086B43}" dt="2019-06-27T19:44:24.544" v="1714" actId="478"/>
          <ac:spMkLst>
            <pc:docMk/>
            <pc:sldMk cId="42466953" sldId="1109"/>
            <ac:spMk id="6" creationId="{20BF2A9F-8B64-564E-94D9-8A783C389ADB}"/>
          </ac:spMkLst>
        </pc:spChg>
        <pc:spChg chg="add del mod">
          <ac:chgData name="Fowers, Alyssa (af5ug)" userId="c3a37977-17ff-41a0-ad75-fd916179f175" providerId="ADAL" clId="{D34473F2-36ED-2F43-B6EB-A832DB086B43}" dt="2019-06-27T19:44:27.511" v="1716" actId="478"/>
          <ac:spMkLst>
            <pc:docMk/>
            <pc:sldMk cId="42466953" sldId="1109"/>
            <ac:spMk id="8" creationId="{8AEDBC6D-7A73-FE44-AC8F-5975E971CD85}"/>
          </ac:spMkLst>
        </pc:spChg>
        <pc:spChg chg="add del mod">
          <ac:chgData name="Fowers, Alyssa (af5ug)" userId="c3a37977-17ff-41a0-ad75-fd916179f175" providerId="ADAL" clId="{D34473F2-36ED-2F43-B6EB-A832DB086B43}" dt="2019-06-27T19:44:25.563" v="1715" actId="478"/>
          <ac:spMkLst>
            <pc:docMk/>
            <pc:sldMk cId="42466953" sldId="1109"/>
            <ac:spMk id="9" creationId="{7CBC7BA1-D105-6045-8065-F03E26737BBC}"/>
          </ac:spMkLst>
        </pc:spChg>
        <pc:spChg chg="mod">
          <ac:chgData name="Fowers, Alyssa (af5ug)" userId="c3a37977-17ff-41a0-ad75-fd916179f175" providerId="ADAL" clId="{D34473F2-36ED-2F43-B6EB-A832DB086B43}" dt="2019-06-27T19:47:50.034" v="1751" actId="207"/>
          <ac:spMkLst>
            <pc:docMk/>
            <pc:sldMk cId="42466953" sldId="1109"/>
            <ac:spMk id="12" creationId="{A139F4A8-016F-2A43-B306-4A3834DD8948}"/>
          </ac:spMkLst>
        </pc:spChg>
        <pc:spChg chg="mod">
          <ac:chgData name="Fowers, Alyssa (af5ug)" userId="c3a37977-17ff-41a0-ad75-fd916179f175" providerId="ADAL" clId="{D34473F2-36ED-2F43-B6EB-A832DB086B43}" dt="2019-06-27T19:47:50.034" v="1751" actId="207"/>
          <ac:spMkLst>
            <pc:docMk/>
            <pc:sldMk cId="42466953" sldId="1109"/>
            <ac:spMk id="14" creationId="{3B078891-DCFE-9E4C-8F78-0F13C1DD6367}"/>
          </ac:spMkLst>
        </pc:spChg>
        <pc:spChg chg="mod">
          <ac:chgData name="Fowers, Alyssa (af5ug)" userId="c3a37977-17ff-41a0-ad75-fd916179f175" providerId="ADAL" clId="{D34473F2-36ED-2F43-B6EB-A832DB086B43}" dt="2019-06-27T19:47:50.034" v="1751" actId="207"/>
          <ac:spMkLst>
            <pc:docMk/>
            <pc:sldMk cId="42466953" sldId="1109"/>
            <ac:spMk id="15" creationId="{8B675B17-2592-674B-8C77-FA5BDD1044BC}"/>
          </ac:spMkLst>
        </pc:spChg>
        <pc:spChg chg="mod">
          <ac:chgData name="Fowers, Alyssa (af5ug)" userId="c3a37977-17ff-41a0-ad75-fd916179f175" providerId="ADAL" clId="{D34473F2-36ED-2F43-B6EB-A832DB086B43}" dt="2019-06-27T19:47:50.034" v="1751" actId="207"/>
          <ac:spMkLst>
            <pc:docMk/>
            <pc:sldMk cId="42466953" sldId="1109"/>
            <ac:spMk id="19" creationId="{FDE7BA72-E2D6-134A-A5F8-C7EAFEFAAC7C}"/>
          </ac:spMkLst>
        </pc:spChg>
        <pc:spChg chg="add del mod">
          <ac:chgData name="Fowers, Alyssa (af5ug)" userId="c3a37977-17ff-41a0-ad75-fd916179f175" providerId="ADAL" clId="{D34473F2-36ED-2F43-B6EB-A832DB086B43}" dt="2019-06-27T19:48:25.822" v="1757"/>
          <ac:spMkLst>
            <pc:docMk/>
            <pc:sldMk cId="42466953" sldId="1109"/>
            <ac:spMk id="30" creationId="{169D5938-642E-5C4F-8293-8015A311227F}"/>
          </ac:spMkLst>
        </pc:spChg>
        <pc:spChg chg="add mod">
          <ac:chgData name="Fowers, Alyssa (af5ug)" userId="c3a37977-17ff-41a0-ad75-fd916179f175" providerId="ADAL" clId="{D34473F2-36ED-2F43-B6EB-A832DB086B43}" dt="2019-06-27T19:47:32.322" v="1748" actId="1076"/>
          <ac:spMkLst>
            <pc:docMk/>
            <pc:sldMk cId="42466953" sldId="1109"/>
            <ac:spMk id="31" creationId="{CE5F188E-C4B4-254A-AF10-85447D588EEA}"/>
          </ac:spMkLst>
        </pc:spChg>
        <pc:spChg chg="mod">
          <ac:chgData name="Fowers, Alyssa (af5ug)" userId="c3a37977-17ff-41a0-ad75-fd916179f175" providerId="ADAL" clId="{D34473F2-36ED-2F43-B6EB-A832DB086B43}" dt="2019-06-27T19:48:46.291" v="1760" actId="207"/>
          <ac:spMkLst>
            <pc:docMk/>
            <pc:sldMk cId="42466953" sldId="1109"/>
            <ac:spMk id="33" creationId="{0C9A0C73-D5AA-5046-A16F-56BFA5F74E92}"/>
          </ac:spMkLst>
        </pc:spChg>
        <pc:spChg chg="add mod">
          <ac:chgData name="Fowers, Alyssa (af5ug)" userId="c3a37977-17ff-41a0-ad75-fd916179f175" providerId="ADAL" clId="{D34473F2-36ED-2F43-B6EB-A832DB086B43}" dt="2019-06-27T19:47:32.322" v="1748" actId="1076"/>
          <ac:spMkLst>
            <pc:docMk/>
            <pc:sldMk cId="42466953" sldId="1109"/>
            <ac:spMk id="34" creationId="{C2177EC8-6F74-E74E-85E3-4889CACC6AB4}"/>
          </ac:spMkLst>
        </pc:spChg>
        <pc:spChg chg="add mod">
          <ac:chgData name="Fowers, Alyssa (af5ug)" userId="c3a37977-17ff-41a0-ad75-fd916179f175" providerId="ADAL" clId="{D34473F2-36ED-2F43-B6EB-A832DB086B43}" dt="2019-06-27T19:47:32.322" v="1748" actId="1076"/>
          <ac:spMkLst>
            <pc:docMk/>
            <pc:sldMk cId="42466953" sldId="1109"/>
            <ac:spMk id="35" creationId="{476AA2B3-8ED8-B340-8C0F-68EDE9871B4B}"/>
          </ac:spMkLst>
        </pc:spChg>
        <pc:spChg chg="add del mod">
          <ac:chgData name="Fowers, Alyssa (af5ug)" userId="c3a37977-17ff-41a0-ad75-fd916179f175" providerId="ADAL" clId="{D34473F2-36ED-2F43-B6EB-A832DB086B43}" dt="2019-06-27T19:48:25.822" v="1757"/>
          <ac:spMkLst>
            <pc:docMk/>
            <pc:sldMk cId="42466953" sldId="1109"/>
            <ac:spMk id="42" creationId="{8AFD8CA5-0ACE-7842-B3BB-61191CF22AB5}"/>
          </ac:spMkLst>
        </pc:spChg>
        <pc:cxnChg chg="add mod">
          <ac:chgData name="Fowers, Alyssa (af5ug)" userId="c3a37977-17ff-41a0-ad75-fd916179f175" providerId="ADAL" clId="{D34473F2-36ED-2F43-B6EB-A832DB086B43}" dt="2019-06-27T19:47:32.322" v="1748" actId="1076"/>
          <ac:cxnSpMkLst>
            <pc:docMk/>
            <pc:sldMk cId="42466953" sldId="1109"/>
            <ac:cxnSpMk id="11" creationId="{8825013D-B5C2-9B42-A3DF-6DC7C1D4043D}"/>
          </ac:cxnSpMkLst>
        </pc:cxnChg>
        <pc:cxnChg chg="mod">
          <ac:chgData name="Fowers, Alyssa (af5ug)" userId="c3a37977-17ff-41a0-ad75-fd916179f175" providerId="ADAL" clId="{D34473F2-36ED-2F43-B6EB-A832DB086B43}" dt="2019-06-27T19:48:14.342" v="1755" actId="14861"/>
          <ac:cxnSpMkLst>
            <pc:docMk/>
            <pc:sldMk cId="42466953" sldId="1109"/>
            <ac:cxnSpMk id="20" creationId="{C8EDB24B-FD57-6C4E-B3E1-3D9A7CC6A1EE}"/>
          </ac:cxnSpMkLst>
        </pc:cxnChg>
        <pc:cxnChg chg="mod">
          <ac:chgData name="Fowers, Alyssa (af5ug)" userId="c3a37977-17ff-41a0-ad75-fd916179f175" providerId="ADAL" clId="{D34473F2-36ED-2F43-B6EB-A832DB086B43}" dt="2019-06-27T19:48:14.342" v="1755" actId="14861"/>
          <ac:cxnSpMkLst>
            <pc:docMk/>
            <pc:sldMk cId="42466953" sldId="1109"/>
            <ac:cxnSpMk id="21" creationId="{B9F9D16D-6E84-D849-8BA0-88F3B6EE0E06}"/>
          </ac:cxnSpMkLst>
        </pc:cxnChg>
        <pc:cxnChg chg="mod">
          <ac:chgData name="Fowers, Alyssa (af5ug)" userId="c3a37977-17ff-41a0-ad75-fd916179f175" providerId="ADAL" clId="{D34473F2-36ED-2F43-B6EB-A832DB086B43}" dt="2019-06-27T19:48:14.342" v="1755" actId="14861"/>
          <ac:cxnSpMkLst>
            <pc:docMk/>
            <pc:sldMk cId="42466953" sldId="1109"/>
            <ac:cxnSpMk id="22" creationId="{EB7D90FB-0DC9-B145-96A5-A0CB33F6902F}"/>
          </ac:cxnSpMkLst>
        </pc:cxnChg>
        <pc:cxnChg chg="add mod">
          <ac:chgData name="Fowers, Alyssa (af5ug)" userId="c3a37977-17ff-41a0-ad75-fd916179f175" providerId="ADAL" clId="{D34473F2-36ED-2F43-B6EB-A832DB086B43}" dt="2019-06-27T19:47:32.322" v="1748" actId="1076"/>
          <ac:cxnSpMkLst>
            <pc:docMk/>
            <pc:sldMk cId="42466953" sldId="1109"/>
            <ac:cxnSpMk id="29" creationId="{5271E442-6C05-1247-A765-0ED2B65350B9}"/>
          </ac:cxnSpMkLst>
        </pc:cxnChg>
        <pc:cxnChg chg="add mod">
          <ac:chgData name="Fowers, Alyssa (af5ug)" userId="c3a37977-17ff-41a0-ad75-fd916179f175" providerId="ADAL" clId="{D34473F2-36ED-2F43-B6EB-A832DB086B43}" dt="2019-06-27T19:47:32.322" v="1748" actId="1076"/>
          <ac:cxnSpMkLst>
            <pc:docMk/>
            <pc:sldMk cId="42466953" sldId="1109"/>
            <ac:cxnSpMk id="37" creationId="{EAAA8E44-7E72-8A49-81DA-DC43645D1309}"/>
          </ac:cxnSpMkLst>
        </pc:cxnChg>
      </pc:sldChg>
      <pc:sldChg chg="add del">
        <pc:chgData name="Fowers, Alyssa (af5ug)" userId="c3a37977-17ff-41a0-ad75-fd916179f175" providerId="ADAL" clId="{D34473F2-36ED-2F43-B6EB-A832DB086B43}" dt="2019-06-27T19:39:57.190" v="1641"/>
        <pc:sldMkLst>
          <pc:docMk/>
          <pc:sldMk cId="1747992645" sldId="1109"/>
        </pc:sldMkLst>
      </pc:sldChg>
      <pc:sldChg chg="add del">
        <pc:chgData name="Fowers, Alyssa (af5ug)" userId="c3a37977-17ff-41a0-ad75-fd916179f175" providerId="ADAL" clId="{D34473F2-36ED-2F43-B6EB-A832DB086B43}" dt="2019-06-27T19:39:36.566" v="1637"/>
        <pc:sldMkLst>
          <pc:docMk/>
          <pc:sldMk cId="2390147708" sldId="1109"/>
        </pc:sldMkLst>
      </pc:sldChg>
      <pc:sldChg chg="addSp modSp add ord modAnim">
        <pc:chgData name="Fowers, Alyssa (af5ug)" userId="c3a37977-17ff-41a0-ad75-fd916179f175" providerId="ADAL" clId="{D34473F2-36ED-2F43-B6EB-A832DB086B43}" dt="2019-06-27T20:01:25.392" v="2275" actId="14100"/>
        <pc:sldMkLst>
          <pc:docMk/>
          <pc:sldMk cId="1469442516" sldId="1110"/>
        </pc:sldMkLst>
        <pc:spChg chg="mod">
          <ac:chgData name="Fowers, Alyssa (af5ug)" userId="c3a37977-17ff-41a0-ad75-fd916179f175" providerId="ADAL" clId="{D34473F2-36ED-2F43-B6EB-A832DB086B43}" dt="2019-06-27T19:51:24.143" v="1776" actId="1076"/>
          <ac:spMkLst>
            <pc:docMk/>
            <pc:sldMk cId="1469442516" sldId="1110"/>
            <ac:spMk id="3" creationId="{3324E135-3248-4007-8DC4-62344730A634}"/>
          </ac:spMkLst>
        </pc:spChg>
        <pc:spChg chg="mod">
          <ac:chgData name="Fowers, Alyssa (af5ug)" userId="c3a37977-17ff-41a0-ad75-fd916179f175" providerId="ADAL" clId="{D34473F2-36ED-2F43-B6EB-A832DB086B43}" dt="2019-06-27T19:51:24.143" v="1776" actId="1076"/>
          <ac:spMkLst>
            <pc:docMk/>
            <pc:sldMk cId="1469442516" sldId="1110"/>
            <ac:spMk id="4" creationId="{7694244E-36F5-48B4-B4FD-DC5707F151D1}"/>
          </ac:spMkLst>
        </pc:spChg>
        <pc:spChg chg="mod">
          <ac:chgData name="Fowers, Alyssa (af5ug)" userId="c3a37977-17ff-41a0-ad75-fd916179f175" providerId="ADAL" clId="{D34473F2-36ED-2F43-B6EB-A832DB086B43}" dt="2019-06-27T19:51:42.391" v="1804" actId="207"/>
          <ac:spMkLst>
            <pc:docMk/>
            <pc:sldMk cId="1469442516" sldId="1110"/>
            <ac:spMk id="7" creationId="{39B41612-34D7-4FA6-8813-794E68C94539}"/>
          </ac:spMkLst>
        </pc:spChg>
        <pc:spChg chg="mod">
          <ac:chgData name="Fowers, Alyssa (af5ug)" userId="c3a37977-17ff-41a0-ad75-fd916179f175" providerId="ADAL" clId="{D34473F2-36ED-2F43-B6EB-A832DB086B43}" dt="2019-06-27T19:51:42.391" v="1804" actId="207"/>
          <ac:spMkLst>
            <pc:docMk/>
            <pc:sldMk cId="1469442516" sldId="1110"/>
            <ac:spMk id="12" creationId="{A139F4A8-016F-2A43-B306-4A3834DD8948}"/>
          </ac:spMkLst>
        </pc:spChg>
        <pc:spChg chg="mod">
          <ac:chgData name="Fowers, Alyssa (af5ug)" userId="c3a37977-17ff-41a0-ad75-fd916179f175" providerId="ADAL" clId="{D34473F2-36ED-2F43-B6EB-A832DB086B43}" dt="2019-06-27T19:51:42.391" v="1804" actId="207"/>
          <ac:spMkLst>
            <pc:docMk/>
            <pc:sldMk cId="1469442516" sldId="1110"/>
            <ac:spMk id="14" creationId="{3B078891-DCFE-9E4C-8F78-0F13C1DD6367}"/>
          </ac:spMkLst>
        </pc:spChg>
        <pc:spChg chg="mod">
          <ac:chgData name="Fowers, Alyssa (af5ug)" userId="c3a37977-17ff-41a0-ad75-fd916179f175" providerId="ADAL" clId="{D34473F2-36ED-2F43-B6EB-A832DB086B43}" dt="2019-06-27T19:51:42.391" v="1804" actId="207"/>
          <ac:spMkLst>
            <pc:docMk/>
            <pc:sldMk cId="1469442516" sldId="1110"/>
            <ac:spMk id="15" creationId="{8B675B17-2592-674B-8C77-FA5BDD1044BC}"/>
          </ac:spMkLst>
        </pc:spChg>
        <pc:spChg chg="mod">
          <ac:chgData name="Fowers, Alyssa (af5ug)" userId="c3a37977-17ff-41a0-ad75-fd916179f175" providerId="ADAL" clId="{D34473F2-36ED-2F43-B6EB-A832DB086B43}" dt="2019-06-27T19:51:42.391" v="1804" actId="207"/>
          <ac:spMkLst>
            <pc:docMk/>
            <pc:sldMk cId="1469442516" sldId="1110"/>
            <ac:spMk id="19" creationId="{FDE7BA72-E2D6-134A-A5F8-C7EAFEFAAC7C}"/>
          </ac:spMkLst>
        </pc:spChg>
        <pc:spChg chg="mod">
          <ac:chgData name="Fowers, Alyssa (af5ug)" userId="c3a37977-17ff-41a0-ad75-fd916179f175" providerId="ADAL" clId="{D34473F2-36ED-2F43-B6EB-A832DB086B43}" dt="2019-06-27T19:51:42.391" v="1804" actId="207"/>
          <ac:spMkLst>
            <pc:docMk/>
            <pc:sldMk cId="1469442516" sldId="1110"/>
            <ac:spMk id="30" creationId="{169D5938-642E-5C4F-8293-8015A311227F}"/>
          </ac:spMkLst>
        </pc:spChg>
        <pc:spChg chg="mod">
          <ac:chgData name="Fowers, Alyssa (af5ug)" userId="c3a37977-17ff-41a0-ad75-fd916179f175" providerId="ADAL" clId="{D34473F2-36ED-2F43-B6EB-A832DB086B43}" dt="2019-06-27T19:51:42.391" v="1804" actId="207"/>
          <ac:spMkLst>
            <pc:docMk/>
            <pc:sldMk cId="1469442516" sldId="1110"/>
            <ac:spMk id="31" creationId="{CE5F188E-C4B4-254A-AF10-85447D588EEA}"/>
          </ac:spMkLst>
        </pc:spChg>
        <pc:spChg chg="mod">
          <ac:chgData name="Fowers, Alyssa (af5ug)" userId="c3a37977-17ff-41a0-ad75-fd916179f175" providerId="ADAL" clId="{D34473F2-36ED-2F43-B6EB-A832DB086B43}" dt="2019-06-27T19:51:33.531" v="1803" actId="20577"/>
          <ac:spMkLst>
            <pc:docMk/>
            <pc:sldMk cId="1469442516" sldId="1110"/>
            <ac:spMk id="32" creationId="{212231C7-6FF8-0740-8E6D-547D55053947}"/>
          </ac:spMkLst>
        </pc:spChg>
        <pc:spChg chg="mod">
          <ac:chgData name="Fowers, Alyssa (af5ug)" userId="c3a37977-17ff-41a0-ad75-fd916179f175" providerId="ADAL" clId="{D34473F2-36ED-2F43-B6EB-A832DB086B43}" dt="2019-06-27T19:52:05.325" v="1806" actId="14861"/>
          <ac:spMkLst>
            <pc:docMk/>
            <pc:sldMk cId="1469442516" sldId="1110"/>
            <ac:spMk id="33" creationId="{0C9A0C73-D5AA-5046-A16F-56BFA5F74E92}"/>
          </ac:spMkLst>
        </pc:spChg>
        <pc:spChg chg="mod">
          <ac:chgData name="Fowers, Alyssa (af5ug)" userId="c3a37977-17ff-41a0-ad75-fd916179f175" providerId="ADAL" clId="{D34473F2-36ED-2F43-B6EB-A832DB086B43}" dt="2019-06-27T19:51:42.391" v="1804" actId="207"/>
          <ac:spMkLst>
            <pc:docMk/>
            <pc:sldMk cId="1469442516" sldId="1110"/>
            <ac:spMk id="34" creationId="{C2177EC8-6F74-E74E-85E3-4889CACC6AB4}"/>
          </ac:spMkLst>
        </pc:spChg>
        <pc:spChg chg="mod">
          <ac:chgData name="Fowers, Alyssa (af5ug)" userId="c3a37977-17ff-41a0-ad75-fd916179f175" providerId="ADAL" clId="{D34473F2-36ED-2F43-B6EB-A832DB086B43}" dt="2019-06-27T19:51:42.391" v="1804" actId="207"/>
          <ac:spMkLst>
            <pc:docMk/>
            <pc:sldMk cId="1469442516" sldId="1110"/>
            <ac:spMk id="35" creationId="{476AA2B3-8ED8-B340-8C0F-68EDE9871B4B}"/>
          </ac:spMkLst>
        </pc:spChg>
        <pc:spChg chg="add mod">
          <ac:chgData name="Fowers, Alyssa (af5ug)" userId="c3a37977-17ff-41a0-ad75-fd916179f175" providerId="ADAL" clId="{D34473F2-36ED-2F43-B6EB-A832DB086B43}" dt="2019-06-27T19:51:24.143" v="1776" actId="1076"/>
          <ac:spMkLst>
            <pc:docMk/>
            <pc:sldMk cId="1469442516" sldId="1110"/>
            <ac:spMk id="36" creationId="{9DA2D35F-1B2C-0A4B-9398-04F4D748AEF2}"/>
          </ac:spMkLst>
        </pc:spChg>
        <pc:spChg chg="add mod">
          <ac:chgData name="Fowers, Alyssa (af5ug)" userId="c3a37977-17ff-41a0-ad75-fd916179f175" providerId="ADAL" clId="{D34473F2-36ED-2F43-B6EB-A832DB086B43}" dt="2019-06-27T19:51:24.143" v="1776" actId="1076"/>
          <ac:spMkLst>
            <pc:docMk/>
            <pc:sldMk cId="1469442516" sldId="1110"/>
            <ac:spMk id="38" creationId="{A68D97C4-61A9-4D4B-88F0-FA9E05FB7472}"/>
          </ac:spMkLst>
        </pc:spChg>
        <pc:spChg chg="mod">
          <ac:chgData name="Fowers, Alyssa (af5ug)" userId="c3a37977-17ff-41a0-ad75-fd916179f175" providerId="ADAL" clId="{D34473F2-36ED-2F43-B6EB-A832DB086B43}" dt="2019-06-27T19:52:05.325" v="1806" actId="14861"/>
          <ac:spMkLst>
            <pc:docMk/>
            <pc:sldMk cId="1469442516" sldId="1110"/>
            <ac:spMk id="42" creationId="{8AFD8CA5-0ACE-7842-B3BB-61191CF22AB5}"/>
          </ac:spMkLst>
        </pc:spChg>
        <pc:spChg chg="mod">
          <ac:chgData name="Fowers, Alyssa (af5ug)" userId="c3a37977-17ff-41a0-ad75-fd916179f175" providerId="ADAL" clId="{D34473F2-36ED-2F43-B6EB-A832DB086B43}" dt="2019-06-27T19:51:24.143" v="1776" actId="1076"/>
          <ac:spMkLst>
            <pc:docMk/>
            <pc:sldMk cId="1469442516" sldId="1110"/>
            <ac:spMk id="62" creationId="{5DBC5DA5-D6E2-1148-A1DE-9CBF42BB201B}"/>
          </ac:spMkLst>
        </pc:spChg>
        <pc:spChg chg="mod">
          <ac:chgData name="Fowers, Alyssa (af5ug)" userId="c3a37977-17ff-41a0-ad75-fd916179f175" providerId="ADAL" clId="{D34473F2-36ED-2F43-B6EB-A832DB086B43}" dt="2019-06-27T19:51:24.143" v="1776" actId="1076"/>
          <ac:spMkLst>
            <pc:docMk/>
            <pc:sldMk cId="1469442516" sldId="1110"/>
            <ac:spMk id="63" creationId="{2B8D0580-B81E-D147-B6C7-05B11E7BF5C6}"/>
          </ac:spMkLst>
        </pc:spChg>
        <pc:spChg chg="mod">
          <ac:chgData name="Fowers, Alyssa (af5ug)" userId="c3a37977-17ff-41a0-ad75-fd916179f175" providerId="ADAL" clId="{D34473F2-36ED-2F43-B6EB-A832DB086B43}" dt="2019-06-27T20:01:25.392" v="2275" actId="14100"/>
          <ac:spMkLst>
            <pc:docMk/>
            <pc:sldMk cId="1469442516" sldId="1110"/>
            <ac:spMk id="73" creationId="{A1490C63-A758-A149-9223-B5086587493D}"/>
          </ac:spMkLst>
        </pc:spChg>
        <pc:spChg chg="mod">
          <ac:chgData name="Fowers, Alyssa (af5ug)" userId="c3a37977-17ff-41a0-ad75-fd916179f175" providerId="ADAL" clId="{D34473F2-36ED-2F43-B6EB-A832DB086B43}" dt="2019-06-27T19:51:24.143" v="1776" actId="1076"/>
          <ac:spMkLst>
            <pc:docMk/>
            <pc:sldMk cId="1469442516" sldId="1110"/>
            <ac:spMk id="74" creationId="{ADBCEE41-E22A-6C42-808F-B6655D7423A7}"/>
          </ac:spMkLst>
        </pc:spChg>
        <pc:cxnChg chg="mod">
          <ac:chgData name="Fowers, Alyssa (af5ug)" userId="c3a37977-17ff-41a0-ad75-fd916179f175" providerId="ADAL" clId="{D34473F2-36ED-2F43-B6EB-A832DB086B43}" dt="2019-06-27T19:52:05.325" v="1806" actId="14861"/>
          <ac:cxnSpMkLst>
            <pc:docMk/>
            <pc:sldMk cId="1469442516" sldId="1110"/>
            <ac:cxnSpMk id="11" creationId="{8825013D-B5C2-9B42-A3DF-6DC7C1D4043D}"/>
          </ac:cxnSpMkLst>
        </pc:cxnChg>
        <pc:cxnChg chg="mod">
          <ac:chgData name="Fowers, Alyssa (af5ug)" userId="c3a37977-17ff-41a0-ad75-fd916179f175" providerId="ADAL" clId="{D34473F2-36ED-2F43-B6EB-A832DB086B43}" dt="2019-06-27T19:51:51.476" v="1805" actId="208"/>
          <ac:cxnSpMkLst>
            <pc:docMk/>
            <pc:sldMk cId="1469442516" sldId="1110"/>
            <ac:cxnSpMk id="20" creationId="{C8EDB24B-FD57-6C4E-B3E1-3D9A7CC6A1EE}"/>
          </ac:cxnSpMkLst>
        </pc:cxnChg>
        <pc:cxnChg chg="mod">
          <ac:chgData name="Fowers, Alyssa (af5ug)" userId="c3a37977-17ff-41a0-ad75-fd916179f175" providerId="ADAL" clId="{D34473F2-36ED-2F43-B6EB-A832DB086B43}" dt="2019-06-27T19:51:51.476" v="1805" actId="208"/>
          <ac:cxnSpMkLst>
            <pc:docMk/>
            <pc:sldMk cId="1469442516" sldId="1110"/>
            <ac:cxnSpMk id="21" creationId="{B9F9D16D-6E84-D849-8BA0-88F3B6EE0E06}"/>
          </ac:cxnSpMkLst>
        </pc:cxnChg>
        <pc:cxnChg chg="mod">
          <ac:chgData name="Fowers, Alyssa (af5ug)" userId="c3a37977-17ff-41a0-ad75-fd916179f175" providerId="ADAL" clId="{D34473F2-36ED-2F43-B6EB-A832DB086B43}" dt="2019-06-27T19:51:51.476" v="1805" actId="208"/>
          <ac:cxnSpMkLst>
            <pc:docMk/>
            <pc:sldMk cId="1469442516" sldId="1110"/>
            <ac:cxnSpMk id="22" creationId="{EB7D90FB-0DC9-B145-96A5-A0CB33F6902F}"/>
          </ac:cxnSpMkLst>
        </pc:cxnChg>
        <pc:cxnChg chg="mod">
          <ac:chgData name="Fowers, Alyssa (af5ug)" userId="c3a37977-17ff-41a0-ad75-fd916179f175" providerId="ADAL" clId="{D34473F2-36ED-2F43-B6EB-A832DB086B43}" dt="2019-06-27T19:52:05.325" v="1806" actId="14861"/>
          <ac:cxnSpMkLst>
            <pc:docMk/>
            <pc:sldMk cId="1469442516" sldId="1110"/>
            <ac:cxnSpMk id="29" creationId="{5271E442-6C05-1247-A765-0ED2B65350B9}"/>
          </ac:cxnSpMkLst>
        </pc:cxnChg>
        <pc:cxnChg chg="mod">
          <ac:chgData name="Fowers, Alyssa (af5ug)" userId="c3a37977-17ff-41a0-ad75-fd916179f175" providerId="ADAL" clId="{D34473F2-36ED-2F43-B6EB-A832DB086B43}" dt="2019-06-27T19:52:05.325" v="1806" actId="14861"/>
          <ac:cxnSpMkLst>
            <pc:docMk/>
            <pc:sldMk cId="1469442516" sldId="1110"/>
            <ac:cxnSpMk id="37" creationId="{EAAA8E44-7E72-8A49-81DA-DC43645D1309}"/>
          </ac:cxnSpMkLst>
        </pc:cxnChg>
      </pc:sldChg>
      <pc:sldChg chg="modSp add">
        <pc:chgData name="Fowers, Alyssa (af5ug)" userId="c3a37977-17ff-41a0-ad75-fd916179f175" providerId="ADAL" clId="{D34473F2-36ED-2F43-B6EB-A832DB086B43}" dt="2019-06-27T19:54:42.831" v="2012" actId="14100"/>
        <pc:sldMkLst>
          <pc:docMk/>
          <pc:sldMk cId="3454003217" sldId="1111"/>
        </pc:sldMkLst>
        <pc:spChg chg="mod">
          <ac:chgData name="Fowers, Alyssa (af5ug)" userId="c3a37977-17ff-41a0-ad75-fd916179f175" providerId="ADAL" clId="{D34473F2-36ED-2F43-B6EB-A832DB086B43}" dt="2019-06-27T19:53:57.315" v="1838" actId="20577"/>
          <ac:spMkLst>
            <pc:docMk/>
            <pc:sldMk cId="3454003217" sldId="1111"/>
            <ac:spMk id="2" creationId="{530377BF-CD0D-5041-A8FA-C4D7969AAB5D}"/>
          </ac:spMkLst>
        </pc:spChg>
        <pc:spChg chg="mod">
          <ac:chgData name="Fowers, Alyssa (af5ug)" userId="c3a37977-17ff-41a0-ad75-fd916179f175" providerId="ADAL" clId="{D34473F2-36ED-2F43-B6EB-A832DB086B43}" dt="2019-06-27T19:54:42.831" v="2012" actId="14100"/>
          <ac:spMkLst>
            <pc:docMk/>
            <pc:sldMk cId="3454003217" sldId="1111"/>
            <ac:spMk id="3" creationId="{09AE9D31-A0C8-D64D-BA2E-0839A7577838}"/>
          </ac:spMkLst>
        </pc:spChg>
      </pc:sldChg>
      <pc:sldMasterChg chg="addSldLayout delSldLayout">
        <pc:chgData name="Fowers, Alyssa (af5ug)" userId="c3a37977-17ff-41a0-ad75-fd916179f175" providerId="ADAL" clId="{D34473F2-36ED-2F43-B6EB-A832DB086B43}" dt="2019-06-27T19:36:33.624" v="1537" actId="2696"/>
        <pc:sldMasterMkLst>
          <pc:docMk/>
          <pc:sldMasterMk cId="1735567757" sldId="2147483652"/>
        </pc:sldMasterMkLst>
        <pc:sldLayoutChg chg="add del">
          <pc:chgData name="Fowers, Alyssa (af5ug)" userId="c3a37977-17ff-41a0-ad75-fd916179f175" providerId="ADAL" clId="{D34473F2-36ED-2F43-B6EB-A832DB086B43}" dt="2019-06-27T19:36:33.624" v="1537" actId="2696"/>
          <pc:sldLayoutMkLst>
            <pc:docMk/>
            <pc:sldMasterMk cId="1735567757" sldId="2147483652"/>
            <pc:sldLayoutMk cId="3457486866" sldId="2147483694"/>
          </pc:sldLayoutMkLst>
        </pc:sldLayoutChg>
        <pc:sldLayoutChg chg="del">
          <pc:chgData name="Fowers, Alyssa (af5ug)" userId="c3a37977-17ff-41a0-ad75-fd916179f175" providerId="ADAL" clId="{D34473F2-36ED-2F43-B6EB-A832DB086B43}" dt="2019-06-27T19:33:14.929" v="1429" actId="2696"/>
          <pc:sldLayoutMkLst>
            <pc:docMk/>
            <pc:sldMasterMk cId="1735567757" sldId="2147483652"/>
            <pc:sldLayoutMk cId="1307586843" sldId="2147483695"/>
          </pc:sldLayoutMkLst>
        </pc:sldLayoutChg>
        <pc:sldLayoutChg chg="del">
          <pc:chgData name="Fowers, Alyssa (af5ug)" userId="c3a37977-17ff-41a0-ad75-fd916179f175" providerId="ADAL" clId="{D34473F2-36ED-2F43-B6EB-A832DB086B43}" dt="2019-06-27T19:33:51.306" v="1435" actId="2696"/>
          <pc:sldLayoutMkLst>
            <pc:docMk/>
            <pc:sldMasterMk cId="1735567757" sldId="2147483652"/>
            <pc:sldLayoutMk cId="3258226972" sldId="2147483695"/>
          </pc:sldLayoutMkLst>
        </pc:sldLayoutChg>
      </pc:sldMasterChg>
    </pc:docChg>
  </pc:docChgLst>
  <pc:docChgLst>
    <pc:chgData name="Fowers, Alyssa (af5ug)" userId="S::af5ug@virginia.edu::c3a37977-17ff-41a0-ad75-fd916179f175" providerId="AD" clId="Web-{D4AA5F34-1893-5A42-852B-373DB2EB04DB}"/>
    <pc:docChg chg="addSld delSld modSld sldOrd modSection">
      <pc:chgData name="Fowers, Alyssa (af5ug)" userId="S::af5ug@virginia.edu::c3a37977-17ff-41a0-ad75-fd916179f175" providerId="AD" clId="Web-{D4AA5F34-1893-5A42-852B-373DB2EB04DB}" dt="2019-06-27T17:40:36.087" v="516"/>
      <pc:docMkLst>
        <pc:docMk/>
      </pc:docMkLst>
      <pc:sldChg chg="modSp">
        <pc:chgData name="Fowers, Alyssa (af5ug)" userId="S::af5ug@virginia.edu::c3a37977-17ff-41a0-ad75-fd916179f175" providerId="AD" clId="Web-{D4AA5F34-1893-5A42-852B-373DB2EB04DB}" dt="2019-06-27T17:12:40.874" v="145" actId="688"/>
        <pc:sldMkLst>
          <pc:docMk/>
          <pc:sldMk cId="2163282739" sldId="1057"/>
        </pc:sldMkLst>
        <pc:spChg chg="mod">
          <ac:chgData name="Fowers, Alyssa (af5ug)" userId="S::af5ug@virginia.edu::c3a37977-17ff-41a0-ad75-fd916179f175" providerId="AD" clId="Web-{D4AA5F34-1893-5A42-852B-373DB2EB04DB}" dt="2019-06-27T17:12:40.874" v="145" actId="688"/>
          <ac:spMkLst>
            <pc:docMk/>
            <pc:sldMk cId="2163282739" sldId="1057"/>
            <ac:spMk id="4" creationId="{1EB4EA29-4FBB-C24D-BC06-C4E1E0C838D7}"/>
          </ac:spMkLst>
        </pc:spChg>
      </pc:sldChg>
      <pc:sldChg chg="modSp">
        <pc:chgData name="Fowers, Alyssa (af5ug)" userId="S::af5ug@virginia.edu::c3a37977-17ff-41a0-ad75-fd916179f175" providerId="AD" clId="Web-{D4AA5F34-1893-5A42-852B-373DB2EB04DB}" dt="2019-06-27T17:14:35.267" v="161" actId="20577"/>
        <pc:sldMkLst>
          <pc:docMk/>
          <pc:sldMk cId="1897480431" sldId="1083"/>
        </pc:sldMkLst>
        <pc:spChg chg="mod">
          <ac:chgData name="Fowers, Alyssa (af5ug)" userId="S::af5ug@virginia.edu::c3a37977-17ff-41a0-ad75-fd916179f175" providerId="AD" clId="Web-{D4AA5F34-1893-5A42-852B-373DB2EB04DB}" dt="2019-06-27T17:14:35.267" v="161" actId="20577"/>
          <ac:spMkLst>
            <pc:docMk/>
            <pc:sldMk cId="1897480431" sldId="1083"/>
            <ac:spMk id="3" creationId="{E939AA81-4E83-B44E-9D59-DBEA904B69D0}"/>
          </ac:spMkLst>
        </pc:spChg>
      </pc:sldChg>
      <pc:sldChg chg="modSp">
        <pc:chgData name="Fowers, Alyssa (af5ug)" userId="S::af5ug@virginia.edu::c3a37977-17ff-41a0-ad75-fd916179f175" providerId="AD" clId="Web-{D4AA5F34-1893-5A42-852B-373DB2EB04DB}" dt="2019-06-27T13:43:54.757" v="22"/>
        <pc:sldMkLst>
          <pc:docMk/>
          <pc:sldMk cId="4188874532" sldId="1088"/>
        </pc:sldMkLst>
        <pc:spChg chg="mod">
          <ac:chgData name="Fowers, Alyssa (af5ug)" userId="S::af5ug@virginia.edu::c3a37977-17ff-41a0-ad75-fd916179f175" providerId="AD" clId="Web-{D4AA5F34-1893-5A42-852B-373DB2EB04DB}" dt="2019-06-27T13:43:54.757" v="22"/>
          <ac:spMkLst>
            <pc:docMk/>
            <pc:sldMk cId="4188874532" sldId="1088"/>
            <ac:spMk id="3" creationId="{4B18F6EF-035C-994B-A128-EE5F04D67E89}"/>
          </ac:spMkLst>
        </pc:spChg>
      </pc:sldChg>
      <pc:sldChg chg="del">
        <pc:chgData name="Fowers, Alyssa (af5ug)" userId="S::af5ug@virginia.edu::c3a37977-17ff-41a0-ad75-fd916179f175" providerId="AD" clId="Web-{D4AA5F34-1893-5A42-852B-373DB2EB04DB}" dt="2019-06-27T13:43:28.428" v="0"/>
        <pc:sldMkLst>
          <pc:docMk/>
          <pc:sldMk cId="1283612168" sldId="1089"/>
        </pc:sldMkLst>
      </pc:sldChg>
      <pc:sldChg chg="modSp ord">
        <pc:chgData name="Fowers, Alyssa (af5ug)" userId="S::af5ug@virginia.edu::c3a37977-17ff-41a0-ad75-fd916179f175" providerId="AD" clId="Web-{D4AA5F34-1893-5A42-852B-373DB2EB04DB}" dt="2019-06-27T15:33:47.963" v="143"/>
        <pc:sldMkLst>
          <pc:docMk/>
          <pc:sldMk cId="387531973" sldId="1097"/>
        </pc:sldMkLst>
        <pc:spChg chg="mod">
          <ac:chgData name="Fowers, Alyssa (af5ug)" userId="S::af5ug@virginia.edu::c3a37977-17ff-41a0-ad75-fd916179f175" providerId="AD" clId="Web-{D4AA5F34-1893-5A42-852B-373DB2EB04DB}" dt="2019-06-27T14:47:12.115" v="140" actId="20577"/>
          <ac:spMkLst>
            <pc:docMk/>
            <pc:sldMk cId="387531973" sldId="1097"/>
            <ac:spMk id="2" creationId="{DB63730D-5A8A-42FA-A638-02A57572D6DE}"/>
          </ac:spMkLst>
        </pc:spChg>
        <pc:spChg chg="mod">
          <ac:chgData name="Fowers, Alyssa (af5ug)" userId="S::af5ug@virginia.edu::c3a37977-17ff-41a0-ad75-fd916179f175" providerId="AD" clId="Web-{D4AA5F34-1893-5A42-852B-373DB2EB04DB}" dt="2019-06-27T14:47:09.130" v="135" actId="20577"/>
          <ac:spMkLst>
            <pc:docMk/>
            <pc:sldMk cId="387531973" sldId="1097"/>
            <ac:spMk id="34" creationId="{9EA131AC-1895-45BA-8529-8D1031C6B776}"/>
          </ac:spMkLst>
        </pc:spChg>
      </pc:sldChg>
      <pc:sldChg chg="addSp delSp modSp new">
        <pc:chgData name="Fowers, Alyssa (af5ug)" userId="S::af5ug@virginia.edu::c3a37977-17ff-41a0-ad75-fd916179f175" providerId="AD" clId="Web-{D4AA5F34-1893-5A42-852B-373DB2EB04DB}" dt="2019-06-27T17:40:36.087" v="516"/>
        <pc:sldMkLst>
          <pc:docMk/>
          <pc:sldMk cId="3983456594" sldId="1099"/>
        </pc:sldMkLst>
        <pc:spChg chg="add mod">
          <ac:chgData name="Fowers, Alyssa (af5ug)" userId="S::af5ug@virginia.edu::c3a37977-17ff-41a0-ad75-fd916179f175" providerId="AD" clId="Web-{D4AA5F34-1893-5A42-852B-373DB2EB04DB}" dt="2019-06-27T17:23:45.281" v="277"/>
          <ac:spMkLst>
            <pc:docMk/>
            <pc:sldMk cId="3983456594" sldId="1099"/>
            <ac:spMk id="3" creationId="{3324E135-3248-4007-8DC4-62344730A634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23:45.297" v="278"/>
          <ac:spMkLst>
            <pc:docMk/>
            <pc:sldMk cId="3983456594" sldId="1099"/>
            <ac:spMk id="4" creationId="{7694244E-36F5-48B4-B4FD-DC5707F151D1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28:20.803" v="409" actId="1076"/>
          <ac:spMkLst>
            <pc:docMk/>
            <pc:sldMk cId="3983456594" sldId="1099"/>
            <ac:spMk id="5" creationId="{85B342DF-07B1-44A1-8110-335F38BA2634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28:10.897" v="404" actId="1076"/>
          <ac:spMkLst>
            <pc:docMk/>
            <pc:sldMk cId="3983456594" sldId="1099"/>
            <ac:spMk id="6" creationId="{D2B8AC05-751C-4C59-B405-C4439D92F4ED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23:53.328" v="283" actId="20577"/>
          <ac:spMkLst>
            <pc:docMk/>
            <pc:sldMk cId="3983456594" sldId="1099"/>
            <ac:spMk id="7" creationId="{39B41612-34D7-4FA6-8813-794E68C94539}"/>
          </ac:spMkLst>
        </pc:spChg>
        <pc:spChg chg="add del mod">
          <ac:chgData name="Fowers, Alyssa (af5ug)" userId="S::af5ug@virginia.edu::c3a37977-17ff-41a0-ad75-fd916179f175" providerId="AD" clId="Web-{D4AA5F34-1893-5A42-852B-373DB2EB04DB}" dt="2019-06-27T17:24:44.501" v="305"/>
          <ac:spMkLst>
            <pc:docMk/>
            <pc:sldMk cId="3983456594" sldId="1099"/>
            <ac:spMk id="8" creationId="{2A4BAA7E-6140-4ED7-BE93-6F6B17BE661D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29:13.742" v="435" actId="1076"/>
          <ac:spMkLst>
            <pc:docMk/>
            <pc:sldMk cId="3983456594" sldId="1099"/>
            <ac:spMk id="9" creationId="{F34E0D1D-FB87-48C9-8ADC-36C367E5B8AA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29:09.804" v="434" actId="1076"/>
          <ac:spMkLst>
            <pc:docMk/>
            <pc:sldMk cId="3983456594" sldId="1099"/>
            <ac:spMk id="10" creationId="{B398C2B3-8FFD-4285-A9F2-A50BF72DB7E2}"/>
          </ac:spMkLst>
        </pc:spChg>
        <pc:spChg chg="add del mod">
          <ac:chgData name="Fowers, Alyssa (af5ug)" userId="S::af5ug@virginia.edu::c3a37977-17ff-41a0-ad75-fd916179f175" providerId="AD" clId="Web-{D4AA5F34-1893-5A42-852B-373DB2EB04DB}" dt="2019-06-27T17:29:34.461" v="441"/>
          <ac:spMkLst>
            <pc:docMk/>
            <pc:sldMk cId="3983456594" sldId="1099"/>
            <ac:spMk id="11" creationId="{F206E8EA-BEC8-41FD-80C0-A029989588BC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38:50.397" v="483" actId="20577"/>
          <ac:spMkLst>
            <pc:docMk/>
            <pc:sldMk cId="3983456594" sldId="1099"/>
            <ac:spMk id="12" creationId="{DB65BD5A-7ED1-4127-975C-D3FBB2505067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31:02.557" v="473" actId="1076"/>
          <ac:spMkLst>
            <pc:docMk/>
            <pc:sldMk cId="3983456594" sldId="1099"/>
            <ac:spMk id="13" creationId="{937D554D-0BC9-4A5E-8351-2AFBD457EE40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30:57.323" v="471" actId="1076"/>
          <ac:spMkLst>
            <pc:docMk/>
            <pc:sldMk cId="3983456594" sldId="1099"/>
            <ac:spMk id="14" creationId="{FEB7C3FC-1D15-4FAE-8379-4F183CB8E1E5}"/>
          </ac:spMkLst>
        </pc:spChg>
        <pc:spChg chg="add mod">
          <ac:chgData name="Fowers, Alyssa (af5ug)" userId="S::af5ug@virginia.edu::c3a37977-17ff-41a0-ad75-fd916179f175" providerId="AD" clId="Web-{D4AA5F34-1893-5A42-852B-373DB2EB04DB}" dt="2019-06-27T17:28:58.867" v="432" actId="20577"/>
          <ac:spMkLst>
            <pc:docMk/>
            <pc:sldMk cId="3983456594" sldId="1099"/>
            <ac:spMk id="15" creationId="{9D3590A0-DA94-40C9-8253-86ED722B3D8D}"/>
          </ac:spMkLst>
        </pc:spChg>
        <pc:spChg chg="add del mod">
          <ac:chgData name="Fowers, Alyssa (af5ug)" userId="S::af5ug@virginia.edu::c3a37977-17ff-41a0-ad75-fd916179f175" providerId="AD" clId="Web-{D4AA5F34-1893-5A42-852B-373DB2EB04DB}" dt="2019-06-27T17:40:07.634" v="511"/>
          <ac:spMkLst>
            <pc:docMk/>
            <pc:sldMk cId="3983456594" sldId="1099"/>
            <ac:spMk id="16" creationId="{F511459A-DD82-4B46-AA32-F9D48B24BEFA}"/>
          </ac:spMkLst>
        </pc:spChg>
        <pc:cxnChg chg="add del mod">
          <ac:chgData name="Fowers, Alyssa (af5ug)" userId="S::af5ug@virginia.edu::c3a37977-17ff-41a0-ad75-fd916179f175" providerId="AD" clId="Web-{D4AA5F34-1893-5A42-852B-373DB2EB04DB}" dt="2019-06-27T17:40:36.087" v="516"/>
          <ac:cxnSpMkLst>
            <pc:docMk/>
            <pc:sldMk cId="3983456594" sldId="1099"/>
            <ac:cxnSpMk id="17" creationId="{27466376-BF83-494C-AE72-26E1BD1EB916}"/>
          </ac:cxnSpMkLst>
        </pc:cxnChg>
      </pc:sldChg>
    </pc:docChg>
  </pc:docChgLst>
  <pc:docChgLst>
    <pc:chgData name="Fowers, Alyssa (af5ug)" userId="S::af5ug@virginia.edu::c3a37977-17ff-41a0-ad75-fd916179f175" providerId="AD" clId="Web-{00140665-EFA5-0106-800B-261136E9C554}"/>
    <pc:docChg chg="modSld">
      <pc:chgData name="Fowers, Alyssa (af5ug)" userId="S::af5ug@virginia.edu::c3a37977-17ff-41a0-ad75-fd916179f175" providerId="AD" clId="Web-{00140665-EFA5-0106-800B-261136E9C554}" dt="2019-06-27T20:43:17.248" v="452" actId="1076"/>
      <pc:docMkLst>
        <pc:docMk/>
      </pc:docMkLst>
      <pc:sldChg chg="addSp delSp modSp mod modClrScheme chgLayout">
        <pc:chgData name="Fowers, Alyssa (af5ug)" userId="S::af5ug@virginia.edu::c3a37977-17ff-41a0-ad75-fd916179f175" providerId="AD" clId="Web-{00140665-EFA5-0106-800B-261136E9C554}" dt="2019-06-27T20:43:17.248" v="452" actId="1076"/>
        <pc:sldMkLst>
          <pc:docMk/>
          <pc:sldMk cId="3454003217" sldId="1111"/>
        </pc:sldMkLst>
        <pc:spChg chg="mod ord">
          <ac:chgData name="Fowers, Alyssa (af5ug)" userId="S::af5ug@virginia.edu::c3a37977-17ff-41a0-ad75-fd916179f175" providerId="AD" clId="Web-{00140665-EFA5-0106-800B-261136E9C554}" dt="2019-06-27T20:42:43.700" v="408"/>
          <ac:spMkLst>
            <pc:docMk/>
            <pc:sldMk cId="3454003217" sldId="1111"/>
            <ac:spMk id="2" creationId="{530377BF-CD0D-5041-A8FA-C4D7969AAB5D}"/>
          </ac:spMkLst>
        </pc:spChg>
        <pc:spChg chg="mod ord">
          <ac:chgData name="Fowers, Alyssa (af5ug)" userId="S::af5ug@virginia.edu::c3a37977-17ff-41a0-ad75-fd916179f175" providerId="AD" clId="Web-{00140665-EFA5-0106-800B-261136E9C554}" dt="2019-06-27T20:43:17.248" v="452" actId="1076"/>
          <ac:spMkLst>
            <pc:docMk/>
            <pc:sldMk cId="3454003217" sldId="1111"/>
            <ac:spMk id="3" creationId="{09AE9D31-A0C8-D64D-BA2E-0839A7577838}"/>
          </ac:spMkLst>
        </pc:spChg>
        <pc:spChg chg="mod ord">
          <ac:chgData name="Fowers, Alyssa (af5ug)" userId="S::af5ug@virginia.edu::c3a37977-17ff-41a0-ad75-fd916179f175" providerId="AD" clId="Web-{00140665-EFA5-0106-800B-261136E9C554}" dt="2019-06-27T20:42:34.575" v="406"/>
          <ac:spMkLst>
            <pc:docMk/>
            <pc:sldMk cId="3454003217" sldId="1111"/>
            <ac:spMk id="4" creationId="{71DEDD41-9DBB-A545-B55A-1BBE61EDABBE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42:17.638" v="405"/>
          <ac:spMkLst>
            <pc:docMk/>
            <pc:sldMk cId="3454003217" sldId="1111"/>
            <ac:spMk id="6" creationId="{179C298B-655E-4536-BBC0-7380FDE84C44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39:48.136" v="170"/>
          <ac:spMkLst>
            <pc:docMk/>
            <pc:sldMk cId="3454003217" sldId="1111"/>
            <ac:spMk id="10" creationId="{59864D70-F848-47E7-B819-867376D8F875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39:48.136" v="171"/>
          <ac:spMkLst>
            <pc:docMk/>
            <pc:sldMk cId="3454003217" sldId="1111"/>
            <ac:spMk id="12" creationId="{D4B0F256-CB42-4ABC-B5AC-CC1317329775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37:54.994" v="57" actId="20577"/>
          <ac:spMkLst>
            <pc:docMk/>
            <pc:sldMk cId="3454003217" sldId="1111"/>
            <ac:spMk id="14" creationId="{F5918EBE-3CC2-4C45-BC76-12EB32771A44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38:37.119" v="74" actId="14100"/>
          <ac:spMkLst>
            <pc:docMk/>
            <pc:sldMk cId="3454003217" sldId="1111"/>
            <ac:spMk id="16" creationId="{F201321B-2E32-4C2D-8AFB-1339B7EA2675}"/>
          </ac:spMkLst>
        </pc:spChg>
        <pc:spChg chg="add del mod">
          <ac:chgData name="Fowers, Alyssa (af5ug)" userId="S::af5ug@virginia.edu::c3a37977-17ff-41a0-ad75-fd916179f175" providerId="AD" clId="Web-{00140665-EFA5-0106-800B-261136E9C554}" dt="2019-06-27T20:38:27.197" v="72"/>
          <ac:spMkLst>
            <pc:docMk/>
            <pc:sldMk cId="3454003217" sldId="1111"/>
            <ac:spMk id="18" creationId="{3836A830-879A-45FC-86DD-65A42B2E489D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39:48.151" v="172"/>
          <ac:spMkLst>
            <pc:docMk/>
            <pc:sldMk cId="3454003217" sldId="1111"/>
            <ac:spMk id="20" creationId="{D5815F33-CD45-433A-933A-3F26376F6FAF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37:42.556" v="49" actId="1076"/>
          <ac:spMkLst>
            <pc:docMk/>
            <pc:sldMk cId="3454003217" sldId="1111"/>
            <ac:spMk id="22" creationId="{D8C817A0-2F80-4E51-A359-BCEF64E851D0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38:46.151" v="75" actId="14100"/>
          <ac:spMkLst>
            <pc:docMk/>
            <pc:sldMk cId="3454003217" sldId="1111"/>
            <ac:spMk id="24" creationId="{629B0A07-3BA9-453E-967B-68F8885EF197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39:04.213" v="79" actId="1076"/>
          <ac:spMkLst>
            <pc:docMk/>
            <pc:sldMk cId="3454003217" sldId="1111"/>
            <ac:spMk id="26" creationId="{B350BDA5-6C15-4CF5-A874-E9FD33F7079F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40:04.152" v="201" actId="1076"/>
          <ac:spMkLst>
            <pc:docMk/>
            <pc:sldMk cId="3454003217" sldId="1111"/>
            <ac:spMk id="28" creationId="{FD67CB69-742E-48F9-B845-2F4C5C1047F1}"/>
          </ac:spMkLst>
        </pc:spChg>
        <pc:spChg chg="add del mod">
          <ac:chgData name="Fowers, Alyssa (af5ug)" userId="S::af5ug@virginia.edu::c3a37977-17ff-41a0-ad75-fd916179f175" providerId="AD" clId="Web-{00140665-EFA5-0106-800B-261136E9C554}" dt="2019-06-27T20:37:14.853" v="36"/>
          <ac:spMkLst>
            <pc:docMk/>
            <pc:sldMk cId="3454003217" sldId="1111"/>
            <ac:spMk id="30" creationId="{0B9E6AC9-8D76-4E23-853D-BDAA0C3EBDE6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39:32.761" v="164" actId="20577"/>
          <ac:spMkLst>
            <pc:docMk/>
            <pc:sldMk cId="3454003217" sldId="1111"/>
            <ac:spMk id="31" creationId="{EDB42E1F-97FB-483D-BE7A-B188D34CF66C}"/>
          </ac:spMkLst>
        </pc:spChg>
        <pc:spChg chg="add mod">
          <ac:chgData name="Fowers, Alyssa (af5ug)" userId="S::af5ug@virginia.edu::c3a37977-17ff-41a0-ad75-fd916179f175" providerId="AD" clId="Web-{00140665-EFA5-0106-800B-261136E9C554}" dt="2019-06-27T20:41:34.465" v="398" actId="1076"/>
          <ac:spMkLst>
            <pc:docMk/>
            <pc:sldMk cId="3454003217" sldId="1111"/>
            <ac:spMk id="32" creationId="{888C4733-B20C-40D1-A034-5C9D5E595AB2}"/>
          </ac:spMkLst>
        </pc:spChg>
        <pc:spChg chg="add del mod ord">
          <ac:chgData name="Fowers, Alyssa (af5ug)" userId="S::af5ug@virginia.edu::c3a37977-17ff-41a0-ad75-fd916179f175" providerId="AD" clId="Web-{00140665-EFA5-0106-800B-261136E9C554}" dt="2019-06-27T20:42:51.466" v="410"/>
          <ac:spMkLst>
            <pc:docMk/>
            <pc:sldMk cId="3454003217" sldId="1111"/>
            <ac:spMk id="33" creationId="{85053751-873D-4A36-87C5-D837092F1FD2}"/>
          </ac:spMkLst>
        </pc:spChg>
        <pc:spChg chg="add del mod ord">
          <ac:chgData name="Fowers, Alyssa (af5ug)" userId="S::af5ug@virginia.edu::c3a37977-17ff-41a0-ad75-fd916179f175" providerId="AD" clId="Web-{00140665-EFA5-0106-800B-261136E9C554}" dt="2019-06-27T20:43:14.326" v="451"/>
          <ac:spMkLst>
            <pc:docMk/>
            <pc:sldMk cId="3454003217" sldId="1111"/>
            <ac:spMk id="34" creationId="{1292FEFA-8EBF-40D1-97CE-D3B2C37DCC12}"/>
          </ac:spMkLst>
        </pc:spChg>
        <pc:picChg chg="add mod">
          <ac:chgData name="Fowers, Alyssa (af5ug)" userId="S::af5ug@virginia.edu::c3a37977-17ff-41a0-ad75-fd916179f175" providerId="AD" clId="Web-{00140665-EFA5-0106-800B-261136E9C554}" dt="2019-06-27T20:37:42.478" v="42" actId="1076"/>
          <ac:picMkLst>
            <pc:docMk/>
            <pc:sldMk cId="3454003217" sldId="1111"/>
            <ac:picMk id="8" creationId="{5210E3FE-BABC-4B9B-AD37-F853F3B7AB9C}"/>
          </ac:picMkLst>
        </pc:picChg>
      </pc:sldChg>
    </pc:docChg>
  </pc:docChgLst>
  <pc:docChgLst>
    <pc:chgData name="McDonald, Sarah (sm9dv)" userId="S::sm9dv@virginia.edu::9e8bfd15-d485-472e-bdd9-a28a60bbc615" providerId="AD" clId="Web-{E45239C9-1DC3-CA85-3A7D-0384EBFCC351}"/>
    <pc:docChg chg="addSld modSld sldOrd modSection">
      <pc:chgData name="McDonald, Sarah (sm9dv)" userId="S::sm9dv@virginia.edu::9e8bfd15-d485-472e-bdd9-a28a60bbc615" providerId="AD" clId="Web-{E45239C9-1DC3-CA85-3A7D-0384EBFCC351}" dt="2019-06-27T15:18:29.383" v="209"/>
      <pc:docMkLst>
        <pc:docMk/>
      </pc:docMkLst>
      <pc:sldChg chg="modSp">
        <pc:chgData name="McDonald, Sarah (sm9dv)" userId="S::sm9dv@virginia.edu::9e8bfd15-d485-472e-bdd9-a28a60bbc615" providerId="AD" clId="Web-{E45239C9-1DC3-CA85-3A7D-0384EBFCC351}" dt="2019-06-27T15:07:19.691" v="181" actId="20577"/>
        <pc:sldMkLst>
          <pc:docMk/>
          <pc:sldMk cId="1897480431" sldId="1083"/>
        </pc:sldMkLst>
        <pc:spChg chg="mod">
          <ac:chgData name="McDonald, Sarah (sm9dv)" userId="S::sm9dv@virginia.edu::9e8bfd15-d485-472e-bdd9-a28a60bbc615" providerId="AD" clId="Web-{E45239C9-1DC3-CA85-3A7D-0384EBFCC351}" dt="2019-06-27T15:07:19.691" v="181" actId="20577"/>
          <ac:spMkLst>
            <pc:docMk/>
            <pc:sldMk cId="1897480431" sldId="1083"/>
            <ac:spMk id="3" creationId="{E939AA81-4E83-B44E-9D59-DBEA904B69D0}"/>
          </ac:spMkLst>
        </pc:spChg>
      </pc:sldChg>
      <pc:sldChg chg="modSp">
        <pc:chgData name="McDonald, Sarah (sm9dv)" userId="S::sm9dv@virginia.edu::9e8bfd15-d485-472e-bdd9-a28a60bbc615" providerId="AD" clId="Web-{E45239C9-1DC3-CA85-3A7D-0384EBFCC351}" dt="2019-06-27T15:03:58.263" v="152" actId="20577"/>
        <pc:sldMkLst>
          <pc:docMk/>
          <pc:sldMk cId="2646000467" sldId="1086"/>
        </pc:sldMkLst>
        <pc:spChg chg="mod">
          <ac:chgData name="McDonald, Sarah (sm9dv)" userId="S::sm9dv@virginia.edu::9e8bfd15-d485-472e-bdd9-a28a60bbc615" providerId="AD" clId="Web-{E45239C9-1DC3-CA85-3A7D-0384EBFCC351}" dt="2019-06-27T15:03:58.263" v="152" actId="20577"/>
          <ac:spMkLst>
            <pc:docMk/>
            <pc:sldMk cId="2646000467" sldId="1086"/>
            <ac:spMk id="12" creationId="{1640407D-4376-42F5-B26D-8A68E6794D19}"/>
          </ac:spMkLst>
        </pc:spChg>
      </pc:sldChg>
      <pc:sldChg chg="modSp">
        <pc:chgData name="McDonald, Sarah (sm9dv)" userId="S::sm9dv@virginia.edu::9e8bfd15-d485-472e-bdd9-a28a60bbc615" providerId="AD" clId="Web-{E45239C9-1DC3-CA85-3A7D-0384EBFCC351}" dt="2019-06-27T15:09:06.272" v="207" actId="20577"/>
        <pc:sldMkLst>
          <pc:docMk/>
          <pc:sldMk cId="4291077755" sldId="1096"/>
        </pc:sldMkLst>
        <pc:spChg chg="mod">
          <ac:chgData name="McDonald, Sarah (sm9dv)" userId="S::sm9dv@virginia.edu::9e8bfd15-d485-472e-bdd9-a28a60bbc615" providerId="AD" clId="Web-{E45239C9-1DC3-CA85-3A7D-0384EBFCC351}" dt="2019-06-27T15:09:06.272" v="207" actId="20577"/>
          <ac:spMkLst>
            <pc:docMk/>
            <pc:sldMk cId="4291077755" sldId="1096"/>
            <ac:spMk id="3" creationId="{8B4E9634-1063-448C-8A71-1E76EF3BBC75}"/>
          </ac:spMkLst>
        </pc:spChg>
      </pc:sldChg>
      <pc:sldChg chg="add ord replId">
        <pc:chgData name="McDonald, Sarah (sm9dv)" userId="S::sm9dv@virginia.edu::9e8bfd15-d485-472e-bdd9-a28a60bbc615" providerId="AD" clId="Web-{E45239C9-1DC3-CA85-3A7D-0384EBFCC351}" dt="2019-06-27T15:18:29.383" v="209"/>
        <pc:sldMkLst>
          <pc:docMk/>
          <pc:sldMk cId="942797830" sldId="1098"/>
        </pc:sldMkLst>
      </pc:sldChg>
    </pc:docChg>
  </pc:docChgLst>
  <pc:docChgLst>
    <pc:chgData name="Fowers, Alyssa (af5ug)" userId="S::af5ug@virginia.edu::c3a37977-17ff-41a0-ad75-fd916179f175" providerId="AD" clId="Web-{84E2CE42-0E22-AEEA-AFCB-68311BF2B93E}"/>
    <pc:docChg chg="delSld modSld modSection">
      <pc:chgData name="Fowers, Alyssa (af5ug)" userId="S::af5ug@virginia.edu::c3a37977-17ff-41a0-ad75-fd916179f175" providerId="AD" clId="Web-{84E2CE42-0E22-AEEA-AFCB-68311BF2B93E}" dt="2019-06-27T20:31:34.626" v="5"/>
      <pc:docMkLst>
        <pc:docMk/>
      </pc:docMkLst>
      <pc:sldChg chg="modSp del">
        <pc:chgData name="Fowers, Alyssa (af5ug)" userId="S::af5ug@virginia.edu::c3a37977-17ff-41a0-ad75-fd916179f175" providerId="AD" clId="Web-{84E2CE42-0E22-AEEA-AFCB-68311BF2B93E}" dt="2019-06-27T20:31:34.626" v="5"/>
        <pc:sldMkLst>
          <pc:docMk/>
          <pc:sldMk cId="942797830" sldId="1098"/>
        </pc:sldMkLst>
        <pc:spChg chg="mod">
          <ac:chgData name="Fowers, Alyssa (af5ug)" userId="S::af5ug@virginia.edu::c3a37977-17ff-41a0-ad75-fd916179f175" providerId="AD" clId="Web-{84E2CE42-0E22-AEEA-AFCB-68311BF2B93E}" dt="2019-06-27T20:31:32.251" v="4" actId="20577"/>
          <ac:spMkLst>
            <pc:docMk/>
            <pc:sldMk cId="942797830" sldId="1098"/>
            <ac:spMk id="2" creationId="{1988724A-DCB0-E44D-9047-1D511E67FB14}"/>
          </ac:spMkLst>
        </pc:spChg>
      </pc:sldChg>
    </pc:docChg>
  </pc:docChgLst>
  <pc:docChgLst>
    <pc:chgData name="McDonald, Sarah (sm9dv)" userId="S::sm9dv@virginia.edu::9e8bfd15-d485-472e-bdd9-a28a60bbc615" providerId="AD" clId="Web-{D6D80523-6688-1659-705E-9BA5D8FC3057}"/>
    <pc:docChg chg="modSld">
      <pc:chgData name="McDonald, Sarah (sm9dv)" userId="S::sm9dv@virginia.edu::9e8bfd15-d485-472e-bdd9-a28a60bbc615" providerId="AD" clId="Web-{D6D80523-6688-1659-705E-9BA5D8FC3057}" dt="2019-06-26T00:38:26.142" v="230" actId="1076"/>
      <pc:docMkLst>
        <pc:docMk/>
      </pc:docMkLst>
      <pc:sldChg chg="modSp">
        <pc:chgData name="McDonald, Sarah (sm9dv)" userId="S::sm9dv@virginia.edu::9e8bfd15-d485-472e-bdd9-a28a60bbc615" providerId="AD" clId="Web-{D6D80523-6688-1659-705E-9BA5D8FC3057}" dt="2019-06-26T00:29:48.326" v="0" actId="20577"/>
        <pc:sldMkLst>
          <pc:docMk/>
          <pc:sldMk cId="1897480431" sldId="1083"/>
        </pc:sldMkLst>
        <pc:spChg chg="mod">
          <ac:chgData name="McDonald, Sarah (sm9dv)" userId="S::sm9dv@virginia.edu::9e8bfd15-d485-472e-bdd9-a28a60bbc615" providerId="AD" clId="Web-{D6D80523-6688-1659-705E-9BA5D8FC3057}" dt="2019-06-26T00:29:48.326" v="0" actId="20577"/>
          <ac:spMkLst>
            <pc:docMk/>
            <pc:sldMk cId="1897480431" sldId="1083"/>
            <ac:spMk id="3" creationId="{E939AA81-4E83-B44E-9D59-DBEA904B69D0}"/>
          </ac:spMkLst>
        </pc:spChg>
      </pc:sldChg>
      <pc:sldChg chg="modSp">
        <pc:chgData name="McDonald, Sarah (sm9dv)" userId="S::sm9dv@virginia.edu::9e8bfd15-d485-472e-bdd9-a28a60bbc615" providerId="AD" clId="Web-{D6D80523-6688-1659-705E-9BA5D8FC3057}" dt="2019-06-26T00:36:00.808" v="175" actId="20577"/>
        <pc:sldMkLst>
          <pc:docMk/>
          <pc:sldMk cId="2646000467" sldId="1086"/>
        </pc:sldMkLst>
        <pc:spChg chg="mod">
          <ac:chgData name="McDonald, Sarah (sm9dv)" userId="S::sm9dv@virginia.edu::9e8bfd15-d485-472e-bdd9-a28a60bbc615" providerId="AD" clId="Web-{D6D80523-6688-1659-705E-9BA5D8FC3057}" dt="2019-06-26T00:36:00.808" v="175" actId="20577"/>
          <ac:spMkLst>
            <pc:docMk/>
            <pc:sldMk cId="2646000467" sldId="1086"/>
            <ac:spMk id="12" creationId="{1640407D-4376-42F5-B26D-8A68E6794D19}"/>
          </ac:spMkLst>
        </pc:spChg>
      </pc:sldChg>
      <pc:sldChg chg="addSp delSp modSp">
        <pc:chgData name="McDonald, Sarah (sm9dv)" userId="S::sm9dv@virginia.edu::9e8bfd15-d485-472e-bdd9-a28a60bbc615" providerId="AD" clId="Web-{D6D80523-6688-1659-705E-9BA5D8FC3057}" dt="2019-06-26T00:38:26.142" v="230" actId="1076"/>
        <pc:sldMkLst>
          <pc:docMk/>
          <pc:sldMk cId="4038677502" sldId="1090"/>
        </pc:sldMkLst>
        <pc:spChg chg="add del">
          <ac:chgData name="McDonald, Sarah (sm9dv)" userId="S::sm9dv@virginia.edu::9e8bfd15-d485-472e-bdd9-a28a60bbc615" providerId="AD" clId="Web-{D6D80523-6688-1659-705E-9BA5D8FC3057}" dt="2019-06-26T00:36:22.872" v="178"/>
          <ac:spMkLst>
            <pc:docMk/>
            <pc:sldMk cId="4038677502" sldId="1090"/>
            <ac:spMk id="2" creationId="{4B1E8A70-571E-4326-80AA-47EE382DBB81}"/>
          </ac:spMkLst>
        </pc:spChg>
        <pc:spChg chg="add mod">
          <ac:chgData name="McDonald, Sarah (sm9dv)" userId="S::sm9dv@virginia.edu::9e8bfd15-d485-472e-bdd9-a28a60bbc615" providerId="AD" clId="Web-{D6D80523-6688-1659-705E-9BA5D8FC3057}" dt="2019-06-26T00:38:26.142" v="230" actId="1076"/>
          <ac:spMkLst>
            <pc:docMk/>
            <pc:sldMk cId="4038677502" sldId="1090"/>
            <ac:spMk id="12" creationId="{AD176CC4-EDF0-411A-83CC-E6CB0BC9BEC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ADF0D-4E3C-824B-B4C4-0F0207B029C3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CBC41-3838-4B45-8A94-E57234916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388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7A0F2-2E8A-2448-9FE7-271D4943A144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E8C4F-731C-F24D-9A9E-B4D5C84CE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97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44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73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04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21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65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76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82757"/>
            <a:ext cx="12192000" cy="732883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5400">
                <a:solidFill>
                  <a:schemeClr val="bg1"/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1289" y="2415639"/>
            <a:ext cx="12192000" cy="773112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4400" baseline="0">
                <a:solidFill>
                  <a:schemeClr val="bg1"/>
                </a:solidFill>
                <a:latin typeface="ITC Franklin Gothic Std Demi Extra Compressed"/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12095" y="3644103"/>
            <a:ext cx="12192000" cy="419581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2800" baseline="0">
                <a:solidFill>
                  <a:schemeClr val="bg1"/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/>
              <a:t>OPTIONAL AUTHOR NAME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063684"/>
            <a:ext cx="12192000" cy="346075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1600" b="0" i="1" baseline="0">
                <a:solidFill>
                  <a:schemeClr val="bg1"/>
                </a:solidFill>
                <a:latin typeface="ITC Franklin Gothic Std Book"/>
              </a:defRPr>
            </a:lvl1pPr>
          </a:lstStyle>
          <a:p>
            <a:pPr lvl="0"/>
            <a:r>
              <a:rPr lang="en-US"/>
              <a:t>August 27th, 2016</a:t>
            </a:r>
          </a:p>
        </p:txBody>
      </p:sp>
    </p:spTree>
    <p:extLst>
      <p:ext uri="{BB962C8B-B14F-4D97-AF65-F5344CB8AC3E}">
        <p14:creationId xmlns:p14="http://schemas.microsoft.com/office/powerpoint/2010/main" val="49114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5607897" y="1473518"/>
            <a:ext cx="6431704" cy="521938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4400" baseline="3000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Extra Compressed"/>
              </a:defRPr>
            </a:lvl1pPr>
          </a:lstStyle>
          <a:p>
            <a:pPr lvl="0"/>
            <a:r>
              <a:rPr lang="en-US"/>
              <a:t>1. Introduction Title Placed Here</a:t>
            </a:r>
          </a:p>
          <a:p>
            <a:pPr lvl="0"/>
            <a:r>
              <a:rPr lang="en-US"/>
              <a:t>2. Purpose Title Here</a:t>
            </a:r>
          </a:p>
          <a:p>
            <a:pPr lvl="0"/>
            <a:r>
              <a:rPr lang="en-US"/>
              <a:t>3. Description Title Would Go Here</a:t>
            </a:r>
          </a:p>
          <a:p>
            <a:pPr lvl="0"/>
            <a:r>
              <a:rPr lang="en-US"/>
              <a:t>4.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Etam</a:t>
            </a:r>
            <a:r>
              <a:rPr lang="en-US"/>
              <a:t> Would Go Here</a:t>
            </a:r>
          </a:p>
          <a:p>
            <a:pPr lvl="0"/>
            <a:r>
              <a:rPr lang="en-US"/>
              <a:t>5. </a:t>
            </a:r>
            <a:r>
              <a:rPr lang="en-US" err="1"/>
              <a:t>Ipsum</a:t>
            </a:r>
            <a:r>
              <a:rPr lang="en-US"/>
              <a:t> Dolor Would Go Here</a:t>
            </a:r>
          </a:p>
          <a:p>
            <a:pPr lvl="0"/>
            <a:r>
              <a:rPr lang="en-US"/>
              <a:t>6. Methodology Would Be Placed Here</a:t>
            </a:r>
          </a:p>
          <a:p>
            <a:pPr lvl="0"/>
            <a:r>
              <a:rPr lang="en-US"/>
              <a:t>7. Research Title Would Go Here</a:t>
            </a:r>
          </a:p>
          <a:p>
            <a:pPr lvl="0"/>
            <a:r>
              <a:rPr lang="en-US"/>
              <a:t>8. Findings Another Title Would Go Here</a:t>
            </a:r>
          </a:p>
        </p:txBody>
      </p:sp>
    </p:spTree>
    <p:extLst>
      <p:ext uri="{BB962C8B-B14F-4D97-AF65-F5344CB8AC3E}">
        <p14:creationId xmlns:p14="http://schemas.microsoft.com/office/powerpoint/2010/main" val="353082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2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rgbClr val="E46C0A"/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1817688"/>
            <a:ext cx="5419628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1817688"/>
            <a:ext cx="5264149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006426" y="1689100"/>
            <a:ext cx="4240107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7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18161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148951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026" y="144401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53FCE9-8599-DA41-AEED-15B5184A0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8" y="1017824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DC1302-35F8-854D-A995-5A4DF2E8F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2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628631-89F8-4743-8F8D-7241C0B82BD7}"/>
              </a:ext>
            </a:extLst>
          </p:cNvPr>
          <p:cNvSpPr txBox="1"/>
          <p:nvPr userDrawn="1"/>
        </p:nvSpPr>
        <p:spPr>
          <a:xfrm>
            <a:off x="10030265" y="6175717"/>
            <a:ext cx="1871003" cy="562708"/>
          </a:xfrm>
          <a:prstGeom prst="rect">
            <a:avLst/>
          </a:prstGeom>
          <a:solidFill>
            <a:srgbClr val="0D2F68"/>
          </a:solidFill>
          <a:ln>
            <a:solidFill>
              <a:srgbClr val="0D2F68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06BE33-76FB-A049-9082-7A272C45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144401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FAAE23-B945-A44D-88D8-6AA80210B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8" y="1017824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614D3B3-BF2F-9F4F-BB1A-90A09B1CB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3037"/>
            <a:ext cx="5384800" cy="4525963"/>
          </a:xfr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3037"/>
            <a:ext cx="5384800" cy="4525963"/>
          </a:xfr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8722480-E2DF-D84C-AFD3-6FEAD59F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252389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998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2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8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85333" y="660400"/>
            <a:ext cx="9939867" cy="4965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baseline="0"/>
            </a:lvl1pPr>
          </a:lstStyle>
          <a:p>
            <a:r>
              <a:rPr lang="en-US"/>
              <a:t>Drag/Insert Image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185334" y="5786967"/>
            <a:ext cx="6468533" cy="40216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IMAGE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1185333" y="6189127"/>
            <a:ext cx="9939867" cy="355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4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/>
              <a:t>Subtitle And Description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405815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6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3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1817688"/>
            <a:ext cx="5419628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1817688"/>
            <a:ext cx="5264149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752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006426" y="1689100"/>
            <a:ext cx="4240107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</p:spTree>
    <p:extLst>
      <p:ext uri="{BB962C8B-B14F-4D97-AF65-F5344CB8AC3E}">
        <p14:creationId xmlns:p14="http://schemas.microsoft.com/office/powerpoint/2010/main" val="6596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18161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512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258330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97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4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236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2185434"/>
            <a:ext cx="5419628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2185434"/>
            <a:ext cx="5264149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-440267" y="213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7969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192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006426" y="2006600"/>
            <a:ext cx="4240107" cy="3886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</p:spTree>
    <p:extLst>
      <p:ext uri="{BB962C8B-B14F-4D97-AF65-F5344CB8AC3E}">
        <p14:creationId xmlns:p14="http://schemas.microsoft.com/office/powerpoint/2010/main" val="224564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63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22987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80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446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99996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77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85333" y="660400"/>
            <a:ext cx="9939867" cy="4965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baseline="0"/>
            </a:lvl1pPr>
          </a:lstStyle>
          <a:p>
            <a:r>
              <a:rPr lang="en-US"/>
              <a:t>Drag/Insert Image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185334" y="5786967"/>
            <a:ext cx="6468533" cy="40216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IMAGE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1185333" y="6189127"/>
            <a:ext cx="9939867" cy="355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4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/>
              <a:t>Subtitle And Description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131956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emf"/><Relationship Id="rId4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.emf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412"/>
            <a:ext cx="12192000" cy="5438689"/>
          </a:xfrm>
          <a:prstGeom prst="rect">
            <a:avLst/>
          </a:prstGeom>
          <a:solidFill>
            <a:srgbClr val="01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12158"/>
              </a:solidFill>
            </a:endParaRPr>
          </a:p>
        </p:txBody>
      </p:sp>
      <p:pic>
        <p:nvPicPr>
          <p:cNvPr id="13" name="Picture 12" descr="dotted_line_white.png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8596" y="2767714"/>
            <a:ext cx="9981755" cy="282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195ABE-BB57-E541-8C79-3E5AA580B42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8440" y="5577999"/>
            <a:ext cx="6766560" cy="116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5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ntents_orange.jpg"/>
          <p:cNvPicPr>
            <a:picLocks noChangeAspect="1"/>
          </p:cNvPicPr>
          <p:nvPr userDrawn="1"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37" y="329676"/>
            <a:ext cx="3711689" cy="213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8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ushedge_solid_blue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" y="5194968"/>
            <a:ext cx="12192000" cy="16764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UVA_Primary_white.eps">
            <a:extLst>
              <a:ext uri="{FF2B5EF4-FFF2-40B4-BE49-F238E27FC236}">
                <a16:creationId xmlns:a16="http://schemas.microsoft.com/office/drawing/2014/main" id="{14E66DA3-969A-1E4A-9C04-CB30DE4BFDE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4180" y="6224048"/>
            <a:ext cx="1645920" cy="40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6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53" r:id="rId2"/>
    <p:sldLayoutId id="2147483654" r:id="rId3"/>
    <p:sldLayoutId id="2147483656" r:id="rId4"/>
    <p:sldLayoutId id="2147483657" r:id="rId5"/>
    <p:sldLayoutId id="2147483683" r:id="rId6"/>
    <p:sldLayoutId id="2147483693" r:id="rId7"/>
    <p:sldLayoutId id="2147483692" r:id="rId8"/>
    <p:sldLayoutId id="2147483694" r:id="rId9"/>
    <p:sldLayoutId id="2147483695" r:id="rId1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499"/>
          <a:stretch/>
        </p:blipFill>
        <p:spPr>
          <a:xfrm>
            <a:off x="-1" y="0"/>
            <a:ext cx="12207161" cy="7569200"/>
          </a:xfrm>
          <a:prstGeom prst="rect">
            <a:avLst/>
          </a:prstGeom>
        </p:spPr>
      </p:pic>
      <p:pic>
        <p:nvPicPr>
          <p:cNvPr id="8" name="Picture 7" descr="brushedge_solid_blue.png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" y="5194968"/>
            <a:ext cx="12192000" cy="1676400"/>
          </a:xfrm>
          <a:prstGeom prst="rect">
            <a:avLst/>
          </a:prstGeom>
        </p:spPr>
      </p:pic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1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VA_Primary_white.eps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6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59" r:id="rId2"/>
    <p:sldLayoutId id="2147483660" r:id="rId3"/>
    <p:sldLayoutId id="2147483662" r:id="rId4"/>
    <p:sldLayoutId id="2147483663" r:id="rId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499"/>
          <a:stretch/>
        </p:blipFill>
        <p:spPr>
          <a:xfrm>
            <a:off x="-1" y="0"/>
            <a:ext cx="12207161" cy="7569200"/>
          </a:xfrm>
          <a:prstGeom prst="rect">
            <a:avLst/>
          </a:prstGeom>
        </p:spPr>
      </p:pic>
      <p:sp>
        <p:nvSpPr>
          <p:cNvPr id="8" name="Rectangle 3"/>
          <p:cNvSpPr/>
          <p:nvPr userDrawn="1"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6"/>
          <p:cNvSpPr/>
          <p:nvPr userDrawn="1"/>
        </p:nvSpPr>
        <p:spPr>
          <a:xfrm>
            <a:off x="2" y="1"/>
            <a:ext cx="12193733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941" y="277922"/>
            <a:ext cx="1877883" cy="34719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9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5" r:id="rId2"/>
    <p:sldLayoutId id="2147483666" r:id="rId3"/>
    <p:sldLayoutId id="2147483668" r:id="rId4"/>
    <p:sldLayoutId id="2147483669" r:id="rId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499"/>
          <a:stretch/>
        </p:blipFill>
        <p:spPr>
          <a:xfrm>
            <a:off x="-1" y="0"/>
            <a:ext cx="12207161" cy="7569200"/>
          </a:xfrm>
          <a:prstGeom prst="rect">
            <a:avLst/>
          </a:prstGeom>
        </p:spPr>
      </p:pic>
      <p:pic>
        <p:nvPicPr>
          <p:cNvPr id="8" name="Picture 7" descr="grounds.png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499"/>
          <a:stretch/>
        </p:blipFill>
        <p:spPr>
          <a:xfrm>
            <a:off x="-19614" y="457200"/>
            <a:ext cx="12211615" cy="6974051"/>
          </a:xfrm>
          <a:prstGeom prst="rect">
            <a:avLst/>
          </a:prstGeom>
        </p:spPr>
      </p:pic>
      <p:sp>
        <p:nvSpPr>
          <p:cNvPr id="9" name="Rectangle 3"/>
          <p:cNvSpPr/>
          <p:nvPr userDrawn="1"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6"/>
          <p:cNvSpPr/>
          <p:nvPr userDrawn="1"/>
        </p:nvSpPr>
        <p:spPr>
          <a:xfrm>
            <a:off x="-3507" y="1"/>
            <a:ext cx="12193733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UVA_Primary_white.eps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367" y="277922"/>
            <a:ext cx="1877883" cy="3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7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53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burning-glass.com/about/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88724A-DCB0-E44D-9047-1D511E67FB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Skilled Technical Workforce Pathways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F11E9-DC6D-F44C-A4F1-79212BF45D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307089"/>
            <a:ext cx="12192000" cy="773112"/>
          </a:xfrm>
        </p:spPr>
        <p:txBody>
          <a:bodyPr/>
          <a:lstStyle/>
          <a:p>
            <a:r>
              <a:rPr lang="en-US"/>
              <a:t>Data Science for the Public Good, Summer 2019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4EA29-4FBB-C24D-BC06-C4E1E0C838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rot="10800000" flipV="1">
            <a:off x="0" y="4602140"/>
            <a:ext cx="12192000" cy="649493"/>
          </a:xfrm>
        </p:spPr>
        <p:txBody>
          <a:bodyPr/>
          <a:lstStyle/>
          <a:p>
            <a:r>
              <a:rPr lang="en-US"/>
              <a:t>Vicki Lancaster, Ph.D., Alyssa Fowers, Sarah McDonald, and Calvin </a:t>
            </a:r>
            <a:r>
              <a:rPr lang="en-US" err="1"/>
              <a:t>Isch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8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E9D31-A0C8-D64D-BA2E-0839A75778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3931" y="1135355"/>
            <a:ext cx="3977817" cy="4996906"/>
          </a:xfrm>
        </p:spPr>
        <p:txBody>
          <a:bodyPr vert="horz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Positions that require a high level of technical knowledge, but do not require a bachelor’s degree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Pathway to the middle class without requiring college education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Critical to success of American economy and industry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377BF-CD0D-5041-A8FA-C4D7969AAB5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44463"/>
            <a:ext cx="10972800" cy="1143000"/>
          </a:xfrm>
        </p:spPr>
        <p:txBody>
          <a:bodyPr/>
          <a:lstStyle/>
          <a:p>
            <a:r>
              <a:rPr lang="en-US" sz="3200">
                <a:solidFill>
                  <a:srgbClr val="E36C09"/>
                </a:solidFill>
              </a:rPr>
              <a:t>What Is Skilled Technical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EDD41-9DBB-A545-B55A-1BBE61EDAB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2844800" cy="365125"/>
          </a:xfrm>
          <a:prstGeom prst="rect">
            <a:avLst/>
          </a:prstGeom>
        </p:spPr>
        <p:txBody>
          <a:bodyPr/>
          <a:lstStyle/>
          <a:p>
            <a:fld id="{0F418C06-167A-E646-9EF6-18275B625F6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C298B-655E-4536-BBC0-7380FDE84C44}"/>
              </a:ext>
            </a:extLst>
          </p:cNvPr>
          <p:cNvSpPr/>
          <p:nvPr/>
        </p:nvSpPr>
        <p:spPr>
          <a:xfrm>
            <a:off x="4783661" y="890087"/>
            <a:ext cx="7163763" cy="58865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5210E3FE-BABC-4B9B-AD37-F853F3B7AB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1" t="5819" r="-645" b="5121"/>
          <a:stretch/>
        </p:blipFill>
        <p:spPr>
          <a:xfrm>
            <a:off x="5787270" y="2199094"/>
            <a:ext cx="5782213" cy="42261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864D70-F848-47E7-B819-867376D8F875}"/>
              </a:ext>
            </a:extLst>
          </p:cNvPr>
          <p:cNvSpPr txBox="1"/>
          <p:nvPr/>
        </p:nvSpPr>
        <p:spPr>
          <a:xfrm rot="16140000">
            <a:off x="4767093" y="2897689"/>
            <a:ext cx="1327608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>
                <a:solidFill>
                  <a:srgbClr val="7F7F7F"/>
                </a:solidFill>
                <a:latin typeface="ITC Franklin Gothic Std Book"/>
              </a:rPr>
              <a:t>Technical knowledge</a:t>
            </a:r>
            <a:endParaRPr lang="en-US" sz="1050">
              <a:solidFill>
                <a:srgbClr val="7F7F7F"/>
              </a:solidFill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0F256-CB42-4ABC-B5AC-CC1317329775}"/>
              </a:ext>
            </a:extLst>
          </p:cNvPr>
          <p:cNvSpPr txBox="1"/>
          <p:nvPr/>
        </p:nvSpPr>
        <p:spPr>
          <a:xfrm>
            <a:off x="9995513" y="1732252"/>
            <a:ext cx="1747174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dirty="0">
                <a:solidFill>
                  <a:srgbClr val="7F7F7F"/>
                </a:solidFill>
                <a:latin typeface="ITC Franklin Gothic Std Book"/>
              </a:rPr>
              <a:t>High Level of Knowledge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918EBE-3CC2-4C45-BC76-12EB32771A44}"/>
              </a:ext>
            </a:extLst>
          </p:cNvPr>
          <p:cNvSpPr txBox="1"/>
          <p:nvPr/>
        </p:nvSpPr>
        <p:spPr>
          <a:xfrm>
            <a:off x="8501434" y="1720707"/>
            <a:ext cx="18473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900" dirty="0">
              <a:solidFill>
                <a:srgbClr val="233E50"/>
              </a:solidFill>
              <a:latin typeface="ITC Franklin Gothic Std Book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F201321B-2E32-4C2D-8AFB-1339B7EA2675}"/>
              </a:ext>
            </a:extLst>
          </p:cNvPr>
          <p:cNvSpPr/>
          <p:nvPr/>
        </p:nvSpPr>
        <p:spPr>
          <a:xfrm rot="5400000">
            <a:off x="10688391" y="1409782"/>
            <a:ext cx="166821" cy="1407925"/>
          </a:xfrm>
          <a:prstGeom prst="leftBrac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815F33-CD45-433A-933A-3F26376F6FAF}"/>
              </a:ext>
            </a:extLst>
          </p:cNvPr>
          <p:cNvSpPr txBox="1"/>
          <p:nvPr/>
        </p:nvSpPr>
        <p:spPr>
          <a:xfrm rot="16140000">
            <a:off x="4689042" y="4641052"/>
            <a:ext cx="1576072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>
                <a:solidFill>
                  <a:srgbClr val="7F7F7F"/>
                </a:solidFill>
                <a:latin typeface="ITC Franklin Gothic Std Book"/>
              </a:rPr>
              <a:t>Non-technical knowledge</a:t>
            </a:r>
            <a:endParaRPr lang="en-US" sz="1050">
              <a:solidFill>
                <a:srgbClr val="7F7F7F"/>
              </a:solidFill>
              <a:cs typeface="Calibri"/>
            </a:endParaRP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D8C817A0-2F80-4E51-A359-BCEF64E851D0}"/>
              </a:ext>
            </a:extLst>
          </p:cNvPr>
          <p:cNvSpPr/>
          <p:nvPr/>
        </p:nvSpPr>
        <p:spPr>
          <a:xfrm rot="10800000" flipH="1">
            <a:off x="5570135" y="2181777"/>
            <a:ext cx="155448" cy="1526309"/>
          </a:xfrm>
          <a:prstGeom prst="leftBrac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629B0A07-3BA9-453E-967B-68F8885EF197}"/>
              </a:ext>
            </a:extLst>
          </p:cNvPr>
          <p:cNvSpPr/>
          <p:nvPr/>
        </p:nvSpPr>
        <p:spPr>
          <a:xfrm rot="10800000" flipH="1">
            <a:off x="5604426" y="3786595"/>
            <a:ext cx="155448" cy="2467865"/>
          </a:xfrm>
          <a:prstGeom prst="leftBrac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50BDA5-6C15-4CF5-A874-E9FD33F7079F}"/>
              </a:ext>
            </a:extLst>
          </p:cNvPr>
          <p:cNvSpPr txBox="1"/>
          <p:nvPr/>
        </p:nvSpPr>
        <p:spPr>
          <a:xfrm>
            <a:off x="4729638" y="6551533"/>
            <a:ext cx="12170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rgbClr val="D8D8D8"/>
                </a:solidFill>
                <a:latin typeface="ITC Franklin Gothic Std Book"/>
              </a:rPr>
              <a:t>Source: O*NET survey</a:t>
            </a:r>
            <a:endParaRPr lang="en-US" sz="1400">
              <a:solidFill>
                <a:srgbClr val="D8D8D8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67CB69-742E-48F9-B845-2F4C5C1047F1}"/>
              </a:ext>
            </a:extLst>
          </p:cNvPr>
          <p:cNvSpPr txBox="1"/>
          <p:nvPr/>
        </p:nvSpPr>
        <p:spPr>
          <a:xfrm>
            <a:off x="7652647" y="6424876"/>
            <a:ext cx="364338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233E50"/>
                </a:solidFill>
                <a:latin typeface="ITC Franklin Gothic Std Book"/>
              </a:rPr>
              <a:t>Rating of knowledge required for each occupation</a:t>
            </a:r>
            <a:endParaRPr lang="en-US" sz="3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B42E1F-97FB-483D-BE7A-B188D34CF66C}"/>
              </a:ext>
            </a:extLst>
          </p:cNvPr>
          <p:cNvSpPr txBox="1"/>
          <p:nvPr/>
        </p:nvSpPr>
        <p:spPr>
          <a:xfrm rot="16200000">
            <a:off x="3455960" y="3843174"/>
            <a:ext cx="319983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233E50"/>
                </a:solidFill>
                <a:latin typeface="ITC Franklin Gothic Std Book"/>
              </a:rPr>
              <a:t>Types of Knowledge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8C4733-B20C-40D1-A034-5C9D5E595AB2}"/>
              </a:ext>
            </a:extLst>
          </p:cNvPr>
          <p:cNvSpPr txBox="1"/>
          <p:nvPr/>
        </p:nvSpPr>
        <p:spPr>
          <a:xfrm>
            <a:off x="5270311" y="1050877"/>
            <a:ext cx="55553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974806"/>
                </a:solidFill>
                <a:latin typeface="ITC Franklin Gothic Std Book"/>
              </a:rPr>
              <a:t>Fewer than 20% of occupations require a high level </a:t>
            </a:r>
            <a:endParaRPr lang="en-US" sz="2000" dirty="0">
              <a:solidFill>
                <a:srgbClr val="974806"/>
              </a:solidFill>
              <a:latin typeface="Calibri"/>
              <a:cs typeface="Calibri"/>
            </a:endParaRPr>
          </a:p>
          <a:p>
            <a:r>
              <a:rPr lang="en-US" sz="2000" dirty="0">
                <a:solidFill>
                  <a:srgbClr val="974806"/>
                </a:solidFill>
                <a:latin typeface="ITC Franklin Gothic Std Book"/>
              </a:rPr>
              <a:t>of technical knowledge</a:t>
            </a:r>
            <a:endParaRPr lang="en-US" sz="2000" dirty="0">
              <a:solidFill>
                <a:srgbClr val="974806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400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5F48-706A-A547-86DF-8BE597C8E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3871"/>
            <a:ext cx="10972800" cy="791770"/>
          </a:xfrm>
        </p:spPr>
        <p:txBody>
          <a:bodyPr/>
          <a:lstStyle/>
          <a:p>
            <a:r>
              <a:rPr lang="en-US"/>
              <a:t>Focus on Richmond and Blacksburg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AA81-4E83-B44E-9D59-DBEA904B6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7868" y="1392260"/>
            <a:ext cx="4841507" cy="4422449"/>
          </a:xfrm>
        </p:spPr>
        <p:txBody>
          <a:bodyPr anchor="t"/>
          <a:lstStyle/>
          <a:p>
            <a:pPr marL="0" indent="0">
              <a:buNone/>
            </a:pPr>
            <a:r>
              <a:rPr lang="en-US" sz="2800">
                <a:solidFill>
                  <a:schemeClr val="tx2"/>
                </a:solidFill>
                <a:latin typeface="ITC Franklin Gothic Std Book"/>
              </a:rPr>
              <a:t>Examining two metropolitan statistical areas in 2017:</a:t>
            </a:r>
          </a:p>
          <a:p>
            <a:pPr lvl="1"/>
            <a:r>
              <a:rPr lang="en-US" sz="2400">
                <a:solidFill>
                  <a:schemeClr val="tx2"/>
                </a:solidFill>
                <a:latin typeface="ITC Franklin Gothic Std Book"/>
              </a:rPr>
              <a:t>Richmond and Blacksburg</a:t>
            </a:r>
          </a:p>
          <a:p>
            <a:pPr lvl="1"/>
            <a:r>
              <a:rPr lang="en-US" sz="2400">
                <a:solidFill>
                  <a:schemeClr val="tx2"/>
                </a:solidFill>
                <a:latin typeface="ITC Franklin Gothic Std Book"/>
              </a:rPr>
              <a:t>Completely contained within Virginia</a:t>
            </a:r>
          </a:p>
          <a:p>
            <a:pPr lvl="1"/>
            <a:r>
              <a:rPr lang="en-US" sz="2400">
                <a:solidFill>
                  <a:schemeClr val="tx2"/>
                </a:solidFill>
                <a:latin typeface="ITC Franklin Gothic Std Book"/>
              </a:rPr>
              <a:t>“Quarantined” from each other by distance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415EC-BE06-6B4D-A57A-1143E2F9B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6785A-86A2-5D49-9ABF-9A2374031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22" y="1509629"/>
            <a:ext cx="5486400" cy="4187713"/>
          </a:xfrm>
          <a:prstGeom prst="rect">
            <a:avLst/>
          </a:prstGeom>
          <a:ln w="9525">
            <a:solidFill>
              <a:schemeClr val="tx2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19DC71D-3AE9-C940-8ED5-0C189005DDF6}"/>
              </a:ext>
            </a:extLst>
          </p:cNvPr>
          <p:cNvSpPr/>
          <p:nvPr/>
        </p:nvSpPr>
        <p:spPr>
          <a:xfrm>
            <a:off x="2680570" y="3757808"/>
            <a:ext cx="558315" cy="526093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7E8ED2-DA2B-F640-B476-9CB9DBDFEC57}"/>
              </a:ext>
            </a:extLst>
          </p:cNvPr>
          <p:cNvSpPr/>
          <p:nvPr/>
        </p:nvSpPr>
        <p:spPr>
          <a:xfrm>
            <a:off x="4334005" y="3286514"/>
            <a:ext cx="914399" cy="1097596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8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9E94-A8B2-3C49-83F1-5F699E62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41" y="32619"/>
            <a:ext cx="10972800" cy="748228"/>
          </a:xfrm>
        </p:spPr>
        <p:txBody>
          <a:bodyPr/>
          <a:lstStyle/>
          <a:p>
            <a:r>
              <a:rPr lang="en-US"/>
              <a:t>Research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C2794-DEFD-D940-A7BC-BC2262F45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2279F1-E157-9646-ACFB-A54D2E179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>
                <a:solidFill>
                  <a:schemeClr val="tx2"/>
                </a:solidFill>
                <a:latin typeface="ITC Franklin Gothic Std Book"/>
              </a:rPr>
              <a:t>For individuals with an Associate’s degree or less in Virginia, what are the pathways to non-degree credentials that will provide them with the skills necessary to secure a job in the skilled technical workforce (STW)?</a:t>
            </a:r>
          </a:p>
          <a:p>
            <a:pPr marL="0" indent="0">
              <a:buNone/>
            </a:pPr>
            <a:endParaRPr lang="en-US" sz="1000">
              <a:solidFill>
                <a:schemeClr val="tx2"/>
              </a:solidFill>
            </a:endParaRPr>
          </a:p>
          <a:p>
            <a:r>
              <a:rPr lang="en-US">
                <a:solidFill>
                  <a:schemeClr val="tx2"/>
                </a:solidFill>
              </a:rPr>
              <a:t>Can we develop a metric that will identify the weak points in the pathway that can be useful for job seekers, policy makers, and educators?</a:t>
            </a:r>
          </a:p>
          <a:p>
            <a:pPr marL="0" indent="0">
              <a:buNone/>
            </a:pPr>
            <a:endParaRPr lang="en-US" sz="1000">
              <a:solidFill>
                <a:schemeClr val="tx2"/>
              </a:solidFill>
            </a:endParaRPr>
          </a:p>
          <a:p>
            <a:r>
              <a:rPr lang="en-US">
                <a:solidFill>
                  <a:schemeClr val="tx2"/>
                </a:solidFill>
              </a:rPr>
              <a:t>Can this proof of concept be extended to other states?</a:t>
            </a:r>
          </a:p>
        </p:txBody>
      </p:sp>
    </p:spTree>
    <p:extLst>
      <p:ext uri="{BB962C8B-B14F-4D97-AF65-F5344CB8AC3E}">
        <p14:creationId xmlns:p14="http://schemas.microsoft.com/office/powerpoint/2010/main" val="268577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EE06-720D-DB45-80CC-26D02E5C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226BA-F864-2440-A0F1-70C5B4639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79" y="1304974"/>
            <a:ext cx="2408354" cy="578946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sz="1600">
                <a:solidFill>
                  <a:schemeClr val="tx2"/>
                </a:solidFill>
              </a:rPr>
              <a:t>What skills do </a:t>
            </a:r>
            <a:r>
              <a:rPr lang="en-US" sz="1600" b="1">
                <a:solidFill>
                  <a:schemeClr val="tx2"/>
                </a:solidFill>
              </a:rPr>
              <a:t>employers</a:t>
            </a:r>
            <a:r>
              <a:rPr lang="en-US" sz="1600">
                <a:solidFill>
                  <a:schemeClr val="tx2"/>
                </a:solidFill>
              </a:rPr>
              <a:t> need?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C2986-1F49-FB4F-82D0-91B414266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59224A-1D0D-3041-ADC7-D3F10F7C58A0}"/>
              </a:ext>
            </a:extLst>
          </p:cNvPr>
          <p:cNvSpPr txBox="1">
            <a:spLocks/>
          </p:cNvSpPr>
          <p:nvPr/>
        </p:nvSpPr>
        <p:spPr>
          <a:xfrm>
            <a:off x="1428168" y="5391303"/>
            <a:ext cx="2730284" cy="575367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1600">
                <a:solidFill>
                  <a:schemeClr val="tx2"/>
                </a:solidFill>
              </a:rPr>
              <a:t>What skills do </a:t>
            </a:r>
            <a:r>
              <a:rPr lang="en-US" sz="1600" b="1">
                <a:solidFill>
                  <a:schemeClr val="tx2"/>
                </a:solidFill>
              </a:rPr>
              <a:t>job seekers </a:t>
            </a:r>
            <a:r>
              <a:rPr lang="en-US" sz="1600">
                <a:solidFill>
                  <a:schemeClr val="tx2"/>
                </a:solidFill>
              </a:rPr>
              <a:t>already have?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DB083A-EF57-E547-89A6-63FFBFD19007}"/>
              </a:ext>
            </a:extLst>
          </p:cNvPr>
          <p:cNvSpPr txBox="1">
            <a:spLocks/>
          </p:cNvSpPr>
          <p:nvPr/>
        </p:nvSpPr>
        <p:spPr>
          <a:xfrm>
            <a:off x="8299246" y="5273883"/>
            <a:ext cx="3540921" cy="591578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1600">
                <a:solidFill>
                  <a:schemeClr val="tx2"/>
                </a:solidFill>
                <a:latin typeface="ITC Franklin Gothic Std Book"/>
              </a:rPr>
              <a:t>How can job seekers gain </a:t>
            </a:r>
            <a:r>
              <a:rPr lang="en-US" sz="1600" b="1">
                <a:solidFill>
                  <a:schemeClr val="tx2"/>
                </a:solidFill>
                <a:latin typeface="ITC Franklin Gothic Std Book"/>
              </a:rPr>
              <a:t>new skills and credentials</a:t>
            </a:r>
            <a:r>
              <a:rPr lang="en-US" sz="1600">
                <a:solidFill>
                  <a:schemeClr val="tx2"/>
                </a:solidFill>
                <a:latin typeface="ITC Franklin Gothic Std Book"/>
              </a:rPr>
              <a:t>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CD903B3-63D5-F647-B32E-57DD7A1CD560}"/>
              </a:ext>
            </a:extLst>
          </p:cNvPr>
          <p:cNvSpPr/>
          <p:nvPr/>
        </p:nvSpPr>
        <p:spPr>
          <a:xfrm>
            <a:off x="5337804" y="1979802"/>
            <a:ext cx="2108536" cy="88340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Job Ads </a:t>
            </a:r>
          </a:p>
          <a:p>
            <a:pPr algn="ctr"/>
            <a:r>
              <a:rPr lang="en-US" b="1">
                <a:solidFill>
                  <a:schemeClr val="tx2"/>
                </a:solidFill>
              </a:rPr>
              <a:t>(Burning Glass)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649D2F-C18B-CD4A-9372-43F9CE2DE9AC}"/>
              </a:ext>
            </a:extLst>
          </p:cNvPr>
          <p:cNvSpPr/>
          <p:nvPr/>
        </p:nvSpPr>
        <p:spPr>
          <a:xfrm>
            <a:off x="1719268" y="4397567"/>
            <a:ext cx="2108536" cy="88340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Resumes </a:t>
            </a:r>
          </a:p>
          <a:p>
            <a:pPr algn="ctr"/>
            <a:r>
              <a:rPr lang="en-US" b="1">
                <a:solidFill>
                  <a:schemeClr val="tx2"/>
                </a:solidFill>
              </a:rPr>
              <a:t>(Burning Glass)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D29A222-15BD-7249-B15D-4D21DF967CB8}"/>
              </a:ext>
            </a:extLst>
          </p:cNvPr>
          <p:cNvSpPr/>
          <p:nvPr/>
        </p:nvSpPr>
        <p:spPr>
          <a:xfrm>
            <a:off x="8913337" y="4392185"/>
            <a:ext cx="2108536" cy="8834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Educational Opportunities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FFC0339-6F23-B24D-B403-AEE1FD8A3305}"/>
              </a:ext>
            </a:extLst>
          </p:cNvPr>
          <p:cNvSpPr txBox="1">
            <a:spLocks/>
          </p:cNvSpPr>
          <p:nvPr/>
        </p:nvSpPr>
        <p:spPr>
          <a:xfrm>
            <a:off x="668139" y="1184348"/>
            <a:ext cx="2499068" cy="627477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>
                <a:solidFill>
                  <a:schemeClr val="tx2"/>
                </a:solidFill>
                <a:latin typeface="ITC Franklin Gothic Std Book"/>
              </a:rPr>
              <a:t>Which jobs qualify as skilled technical work?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B40D1BD-5993-2C42-AB89-36C312ABA11E}"/>
              </a:ext>
            </a:extLst>
          </p:cNvPr>
          <p:cNvSpPr/>
          <p:nvPr/>
        </p:nvSpPr>
        <p:spPr>
          <a:xfrm>
            <a:off x="863405" y="1978971"/>
            <a:ext cx="2108536" cy="88340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Skilled Technical Worker definition (Rothwell)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B5E5C0-F2D0-4F79-B8FB-2AFF574EA391}"/>
              </a:ext>
            </a:extLst>
          </p:cNvPr>
          <p:cNvCxnSpPr/>
          <p:nvPr/>
        </p:nvCxnSpPr>
        <p:spPr>
          <a:xfrm flipH="1">
            <a:off x="3704769" y="2935513"/>
            <a:ext cx="1553032" cy="143147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731379-65D3-43BA-86AE-81AE7D53BC53}"/>
              </a:ext>
            </a:extLst>
          </p:cNvPr>
          <p:cNvCxnSpPr/>
          <p:nvPr/>
        </p:nvCxnSpPr>
        <p:spPr>
          <a:xfrm flipV="1">
            <a:off x="3922030" y="3094716"/>
            <a:ext cx="1513117" cy="1416957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9A6A9-1E97-4C81-953B-90D2B827650F}"/>
              </a:ext>
            </a:extLst>
          </p:cNvPr>
          <p:cNvSpPr/>
          <p:nvPr/>
        </p:nvSpPr>
        <p:spPr>
          <a:xfrm rot="19020000">
            <a:off x="3901965" y="3430590"/>
            <a:ext cx="1440544" cy="4517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2"/>
                </a:solidFill>
                <a:cs typeface="Calibri"/>
              </a:rPr>
              <a:t>BGT skills classifications</a:t>
            </a:r>
            <a:endParaRPr lang="en-US" sz="1600">
              <a:solidFill>
                <a:schemeClr val="tx2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504B20-8C66-423E-9635-72423155F434}"/>
              </a:ext>
            </a:extLst>
          </p:cNvPr>
          <p:cNvCxnSpPr>
            <a:cxnSpLocks/>
          </p:cNvCxnSpPr>
          <p:nvPr/>
        </p:nvCxnSpPr>
        <p:spPr>
          <a:xfrm>
            <a:off x="3100160" y="2386451"/>
            <a:ext cx="2193472" cy="16329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FE9E8CF-E8D8-404C-AD0F-CB6A8B4B21A3}"/>
              </a:ext>
            </a:extLst>
          </p:cNvPr>
          <p:cNvSpPr/>
          <p:nvPr/>
        </p:nvSpPr>
        <p:spPr>
          <a:xfrm>
            <a:off x="3328391" y="2163917"/>
            <a:ext cx="1440544" cy="4517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2"/>
                </a:solidFill>
                <a:cs typeface="Calibri"/>
              </a:rPr>
              <a:t>O*NET codes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019939C-A2A6-4963-823D-219E76190B6B}"/>
              </a:ext>
            </a:extLst>
          </p:cNvPr>
          <p:cNvSpPr txBox="1">
            <a:spLocks/>
          </p:cNvSpPr>
          <p:nvPr/>
        </p:nvSpPr>
        <p:spPr>
          <a:xfrm rot="180000">
            <a:off x="1569421" y="3235976"/>
            <a:ext cx="2643562" cy="733138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>
                <a:solidFill>
                  <a:schemeClr val="tx2"/>
                </a:solidFill>
                <a:latin typeface="ITC Franklin Gothic Std Book"/>
              </a:rPr>
              <a:t>What skills are missing from the workforce?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B1797D-9F1D-47F0-A09C-6CC441CFB65E}"/>
              </a:ext>
            </a:extLst>
          </p:cNvPr>
          <p:cNvSpPr txBox="1"/>
          <p:nvPr/>
        </p:nvSpPr>
        <p:spPr>
          <a:xfrm>
            <a:off x="2727546" y="1261630"/>
            <a:ext cx="26423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ITC Franklin Gothic Std Book"/>
              </a:rPr>
              <a:t>What skills are </a:t>
            </a:r>
            <a:endParaRPr lang="en-US" sz="1600">
              <a:solidFill>
                <a:schemeClr val="tx2"/>
              </a:solidFill>
              <a:latin typeface="ITC Franklin Gothic Std Book"/>
              <a:cs typeface="Calibri"/>
            </a:endParaRPr>
          </a:p>
          <a:p>
            <a:pPr algn="ctr"/>
            <a:r>
              <a:rPr lang="en-US" sz="1600">
                <a:solidFill>
                  <a:schemeClr val="tx2"/>
                </a:solidFill>
                <a:latin typeface="ITC Franklin Gothic Std Book"/>
              </a:rPr>
              <a:t>required for local STW positions?</a:t>
            </a:r>
            <a:endParaRPr lang="en-US" sz="1600">
              <a:solidFill>
                <a:schemeClr val="tx2"/>
              </a:solidFill>
              <a:latin typeface="ITC Franklin Gothic Std Book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3C3A3E-760F-45DD-8505-5FB30EA63C61}"/>
              </a:ext>
            </a:extLst>
          </p:cNvPr>
          <p:cNvSpPr txBox="1"/>
          <p:nvPr/>
        </p:nvSpPr>
        <p:spPr>
          <a:xfrm>
            <a:off x="5293632" y="4259488"/>
            <a:ext cx="238143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ITC Franklin Gothic Std Book"/>
              </a:rPr>
              <a:t>Are there opportunities to gain missing skills and credentials?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5082D-90AD-46D4-B9DF-70013C8BD3F2}"/>
              </a:ext>
            </a:extLst>
          </p:cNvPr>
          <p:cNvSpPr txBox="1"/>
          <p:nvPr/>
        </p:nvSpPr>
        <p:spPr>
          <a:xfrm rot="21294764">
            <a:off x="8247899" y="2816195"/>
            <a:ext cx="27446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ITC Franklin Gothic Std Book"/>
              </a:rPr>
              <a:t>Do local educational opportunities match the local job market?</a:t>
            </a:r>
            <a:endParaRPr lang="en-US" sz="1600">
              <a:solidFill>
                <a:schemeClr val="tx2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4E61D3-F92D-4645-A0C8-16341938AC0D}"/>
              </a:ext>
            </a:extLst>
          </p:cNvPr>
          <p:cNvCxnSpPr>
            <a:cxnSpLocks/>
          </p:cNvCxnSpPr>
          <p:nvPr/>
        </p:nvCxnSpPr>
        <p:spPr>
          <a:xfrm>
            <a:off x="7332887" y="3040287"/>
            <a:ext cx="1513117" cy="141695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D897F8-0DB4-4539-A9EC-555BBF9D7421}"/>
              </a:ext>
            </a:extLst>
          </p:cNvPr>
          <p:cNvCxnSpPr>
            <a:cxnSpLocks/>
          </p:cNvCxnSpPr>
          <p:nvPr/>
        </p:nvCxnSpPr>
        <p:spPr>
          <a:xfrm flipH="1" flipV="1">
            <a:off x="7514768" y="2844797"/>
            <a:ext cx="1553032" cy="143147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9D0BED-0C1F-4A08-AD18-7A962F5555CB}"/>
              </a:ext>
            </a:extLst>
          </p:cNvPr>
          <p:cNvCxnSpPr>
            <a:cxnSpLocks/>
          </p:cNvCxnSpPr>
          <p:nvPr/>
        </p:nvCxnSpPr>
        <p:spPr>
          <a:xfrm flipV="1">
            <a:off x="5128528" y="3974642"/>
            <a:ext cx="2592616" cy="1995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D98C0-908A-43F5-A5FB-7E12ECAD65F0}"/>
              </a:ext>
            </a:extLst>
          </p:cNvPr>
          <p:cNvSpPr/>
          <p:nvPr/>
        </p:nvSpPr>
        <p:spPr>
          <a:xfrm>
            <a:off x="6001307" y="3794210"/>
            <a:ext cx="968830" cy="3256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  <a:cs typeface="Calibri"/>
              </a:rPr>
              <a:t>?</a:t>
            </a:r>
            <a:endParaRPr lang="en-US" b="1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F8E64D-7AC2-4BCE-9F9D-586161D1ED7E}"/>
              </a:ext>
            </a:extLst>
          </p:cNvPr>
          <p:cNvSpPr/>
          <p:nvPr/>
        </p:nvSpPr>
        <p:spPr>
          <a:xfrm rot="2640000">
            <a:off x="7657914" y="3391681"/>
            <a:ext cx="977901" cy="4517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  <a:cs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4371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 animBg="1"/>
      <p:bldP spid="14" grpId="0" animBg="1"/>
      <p:bldP spid="16" grpId="0" animBg="1"/>
      <p:bldP spid="17" grpId="0"/>
      <p:bldP spid="18" grpId="0"/>
      <p:bldP spid="19" grpId="0"/>
      <p:bldP spid="20" grpId="0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U-Turn Arrow 72">
            <a:extLst>
              <a:ext uri="{FF2B5EF4-FFF2-40B4-BE49-F238E27FC236}">
                <a16:creationId xmlns:a16="http://schemas.microsoft.com/office/drawing/2014/main" id="{A1490C63-A758-A149-9223-B5086587493D}"/>
              </a:ext>
            </a:extLst>
          </p:cNvPr>
          <p:cNvSpPr/>
          <p:nvPr/>
        </p:nvSpPr>
        <p:spPr>
          <a:xfrm rot="10800000" flipH="1">
            <a:off x="2650171" y="3105714"/>
            <a:ext cx="3631876" cy="702120"/>
          </a:xfrm>
          <a:prstGeom prst="uturnArrow">
            <a:avLst>
              <a:gd name="adj1" fmla="val 25000"/>
              <a:gd name="adj2" fmla="val 25000"/>
              <a:gd name="adj3" fmla="val 22590"/>
              <a:gd name="adj4" fmla="val 52410"/>
              <a:gd name="adj5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D8C49-4E24-4FCF-B069-7333592FF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2844800" cy="365125"/>
          </a:xfrm>
          <a:prstGeom prst="rect">
            <a:avLst/>
          </a:prstGeom>
        </p:spPr>
        <p:txBody>
          <a:bodyPr/>
          <a:lstStyle/>
          <a:p>
            <a:fld id="{0F418C06-167A-E646-9EF6-18275B625F6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24E135-3248-4007-8DC4-62344730A634}"/>
              </a:ext>
            </a:extLst>
          </p:cNvPr>
          <p:cNvSpPr/>
          <p:nvPr/>
        </p:nvSpPr>
        <p:spPr>
          <a:xfrm>
            <a:off x="1796621" y="2115206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Local Job Market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94244E-36F5-48B4-B4FD-DC5707F151D1}"/>
              </a:ext>
            </a:extLst>
          </p:cNvPr>
          <p:cNvSpPr/>
          <p:nvPr/>
        </p:nvSpPr>
        <p:spPr>
          <a:xfrm>
            <a:off x="5150319" y="2115206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Current Workforce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41612-34D7-4FA6-8813-794E68C94539}"/>
              </a:ext>
            </a:extLst>
          </p:cNvPr>
          <p:cNvSpPr/>
          <p:nvPr/>
        </p:nvSpPr>
        <p:spPr>
          <a:xfrm>
            <a:off x="8504017" y="2115206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Educational Opportunities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5DBC5DA5-D6E2-1148-A1DE-9CBF42BB201B}"/>
              </a:ext>
            </a:extLst>
          </p:cNvPr>
          <p:cNvSpPr/>
          <p:nvPr/>
        </p:nvSpPr>
        <p:spPr>
          <a:xfrm rot="16200000">
            <a:off x="4269439" y="2205569"/>
            <a:ext cx="325821" cy="733675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2B8D0580-B81E-D147-B6C7-05B11E7BF5C6}"/>
              </a:ext>
            </a:extLst>
          </p:cNvPr>
          <p:cNvSpPr/>
          <p:nvPr/>
        </p:nvSpPr>
        <p:spPr>
          <a:xfrm rot="16200000">
            <a:off x="7658321" y="2205569"/>
            <a:ext cx="325821" cy="733675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8727F8-0572-F745-BD92-ED393E0C50E2}"/>
              </a:ext>
            </a:extLst>
          </p:cNvPr>
          <p:cNvSpPr txBox="1"/>
          <p:nvPr/>
        </p:nvSpPr>
        <p:spPr>
          <a:xfrm>
            <a:off x="1535314" y="790225"/>
            <a:ext cx="2643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What skilled technical positions are available? What skills are required for those jobs?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A0B925-8783-B54D-B64C-6E2715D0904B}"/>
              </a:ext>
            </a:extLst>
          </p:cNvPr>
          <p:cNvSpPr txBox="1"/>
          <p:nvPr/>
        </p:nvSpPr>
        <p:spPr>
          <a:xfrm>
            <a:off x="4774419" y="984937"/>
            <a:ext cx="2643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What skills do local workers already have?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AC190B-88E2-0746-9C52-3E4D81BDBC5E}"/>
              </a:ext>
            </a:extLst>
          </p:cNvPr>
          <p:cNvSpPr txBox="1"/>
          <p:nvPr/>
        </p:nvSpPr>
        <p:spPr>
          <a:xfrm>
            <a:off x="2708087" y="3901429"/>
            <a:ext cx="2940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Do the skills required by the job market match the skills of the local workforce?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8EAA93-448A-774A-AAE6-1E8B30646DEE}"/>
              </a:ext>
            </a:extLst>
          </p:cNvPr>
          <p:cNvSpPr txBox="1"/>
          <p:nvPr/>
        </p:nvSpPr>
        <p:spPr>
          <a:xfrm>
            <a:off x="3678107" y="5391525"/>
            <a:ext cx="4835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Do local educational opportunities prepare workers for in-demand local jobs?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D004BD-1468-1340-8E93-7278FEED8353}"/>
              </a:ext>
            </a:extLst>
          </p:cNvPr>
          <p:cNvSpPr txBox="1"/>
          <p:nvPr/>
        </p:nvSpPr>
        <p:spPr>
          <a:xfrm>
            <a:off x="8176499" y="724283"/>
            <a:ext cx="2643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Where can residents train for skilled technical positions?</a:t>
            </a:r>
          </a:p>
        </p:txBody>
      </p: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ADBCEE41-E22A-6C42-808F-B6655D7423A7}"/>
              </a:ext>
            </a:extLst>
          </p:cNvPr>
          <p:cNvSpPr/>
          <p:nvPr/>
        </p:nvSpPr>
        <p:spPr>
          <a:xfrm rot="10800000" flipH="1">
            <a:off x="2128944" y="3140255"/>
            <a:ext cx="7589085" cy="2194674"/>
          </a:xfrm>
          <a:prstGeom prst="uturnArrow">
            <a:avLst>
              <a:gd name="adj1" fmla="val 8717"/>
              <a:gd name="adj2" fmla="val 10154"/>
              <a:gd name="adj3" fmla="val 9181"/>
              <a:gd name="adj4" fmla="val 53368"/>
              <a:gd name="adj5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45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3" grpId="0" animBg="1"/>
      <p:bldP spid="4" grpId="0" animBg="1"/>
      <p:bldP spid="7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69" grpId="0"/>
      <p:bldP spid="7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04EFCB0-8178-4305-AD8D-73241B586529}"/>
              </a:ext>
            </a:extLst>
          </p:cNvPr>
          <p:cNvSpPr/>
          <p:nvPr/>
        </p:nvSpPr>
        <p:spPr>
          <a:xfrm>
            <a:off x="6799117" y="1534391"/>
            <a:ext cx="5024581" cy="4724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83CD9B-2D53-4C1A-B3C0-28A4BA543E6B}"/>
              </a:ext>
            </a:extLst>
          </p:cNvPr>
          <p:cNvSpPr/>
          <p:nvPr/>
        </p:nvSpPr>
        <p:spPr>
          <a:xfrm>
            <a:off x="541482" y="1799937"/>
            <a:ext cx="5855853" cy="48629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63730D-5A8A-42FA-A638-02A57572D6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28" y="106069"/>
            <a:ext cx="12192000" cy="508150"/>
          </a:xfrm>
        </p:spPr>
        <p:txBody>
          <a:bodyPr vert="horz" anchor="t"/>
          <a:lstStyle/>
          <a:p>
            <a:r>
              <a:rPr lang="en-US"/>
              <a:t>Defining Occupations in the Skilled Technical Workforce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B7CEE-D8AD-49DC-A39D-087D219B5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12045E91-68D1-4ED7-89DA-EF6B33D7A3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1" t="5819" r="-645" b="5121"/>
          <a:stretch/>
        </p:blipFill>
        <p:spPr>
          <a:xfrm>
            <a:off x="498763" y="2540288"/>
            <a:ext cx="5202184" cy="38167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9F8B82-EED3-4268-BBFA-C41CD92F7473}"/>
              </a:ext>
            </a:extLst>
          </p:cNvPr>
          <p:cNvSpPr txBox="1"/>
          <p:nvPr/>
        </p:nvSpPr>
        <p:spPr>
          <a:xfrm rot="16140000">
            <a:off x="-440463" y="3250424"/>
            <a:ext cx="116570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solidFill>
                  <a:srgbClr val="233E50"/>
                </a:solidFill>
                <a:latin typeface="ITC Franklin Gothic Std Book"/>
              </a:rPr>
              <a:t>Technical knowledge</a:t>
            </a:r>
            <a:endParaRPr lang="en-US" sz="9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41A9E-0761-4FE9-BE54-2E8B1A72C206}"/>
              </a:ext>
            </a:extLst>
          </p:cNvPr>
          <p:cNvSpPr txBox="1"/>
          <p:nvPr/>
        </p:nvSpPr>
        <p:spPr>
          <a:xfrm>
            <a:off x="4183842" y="2084820"/>
            <a:ext cx="174717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rgbClr val="233E50"/>
                </a:solidFill>
                <a:latin typeface="ITC Franklin Gothic Std Book"/>
              </a:rPr>
              <a:t>Above Rothwell threshold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050E74-9E5D-40CA-9887-FA224254F6C3}"/>
              </a:ext>
            </a:extLst>
          </p:cNvPr>
          <p:cNvSpPr txBox="1"/>
          <p:nvPr/>
        </p:nvSpPr>
        <p:spPr>
          <a:xfrm>
            <a:off x="2346244" y="2073275"/>
            <a:ext cx="139493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rgbClr val="233E50"/>
                </a:solidFill>
                <a:latin typeface="ITC Franklin Gothic Std Book"/>
              </a:rPr>
              <a:t>Below Rothwell threshold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67E099FD-4EA5-4093-AA61-1686D736E635}"/>
              </a:ext>
            </a:extLst>
          </p:cNvPr>
          <p:cNvSpPr/>
          <p:nvPr/>
        </p:nvSpPr>
        <p:spPr>
          <a:xfrm rot="5400000">
            <a:off x="4876719" y="1853334"/>
            <a:ext cx="155448" cy="1214582"/>
          </a:xfrm>
          <a:prstGeom prst="leftBrac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E31EE5C-36BC-4C3A-A246-A44C59A574A4}"/>
              </a:ext>
            </a:extLst>
          </p:cNvPr>
          <p:cNvSpPr/>
          <p:nvPr/>
        </p:nvSpPr>
        <p:spPr>
          <a:xfrm rot="5400000">
            <a:off x="3185309" y="1455015"/>
            <a:ext cx="155448" cy="2011218"/>
          </a:xfrm>
          <a:prstGeom prst="leftBrac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F8797E-100A-4F13-A32F-99896063F6E5}"/>
              </a:ext>
            </a:extLst>
          </p:cNvPr>
          <p:cNvSpPr txBox="1"/>
          <p:nvPr/>
        </p:nvSpPr>
        <p:spPr>
          <a:xfrm rot="16140000">
            <a:off x="-500881" y="4993787"/>
            <a:ext cx="137890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solidFill>
                  <a:srgbClr val="233E50"/>
                </a:solidFill>
                <a:latin typeface="ITC Franklin Gothic Std Book"/>
              </a:rPr>
              <a:t>Non-technical knowledge</a:t>
            </a:r>
            <a:endParaRPr lang="en-US" sz="900">
              <a:cs typeface="Calibri"/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8D566371-B305-4D1B-B66B-EAE2DF00ECD8}"/>
              </a:ext>
            </a:extLst>
          </p:cNvPr>
          <p:cNvSpPr/>
          <p:nvPr/>
        </p:nvSpPr>
        <p:spPr>
          <a:xfrm rot="10800000" flipH="1">
            <a:off x="281628" y="2522971"/>
            <a:ext cx="155448" cy="1526309"/>
          </a:xfrm>
          <a:prstGeom prst="leftBrac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8753BC1E-48D4-4512-918E-F0055E4F7C22}"/>
              </a:ext>
            </a:extLst>
          </p:cNvPr>
          <p:cNvSpPr/>
          <p:nvPr/>
        </p:nvSpPr>
        <p:spPr>
          <a:xfrm rot="10800000" flipH="1">
            <a:off x="293173" y="4127789"/>
            <a:ext cx="155448" cy="2126671"/>
          </a:xfrm>
          <a:prstGeom prst="leftBrac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EC29BB-6C09-464C-AFA7-382EC37467B3}"/>
              </a:ext>
            </a:extLst>
          </p:cNvPr>
          <p:cNvSpPr txBox="1"/>
          <p:nvPr/>
        </p:nvSpPr>
        <p:spPr>
          <a:xfrm>
            <a:off x="4968474" y="6460547"/>
            <a:ext cx="12170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rgbClr val="D8D8D8"/>
                </a:solidFill>
                <a:latin typeface="ITC Franklin Gothic Std Book"/>
              </a:rPr>
              <a:t>Source: O*NET survey</a:t>
            </a:r>
            <a:endParaRPr lang="en-US" sz="1400">
              <a:solidFill>
                <a:srgbClr val="D8D8D8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A1F71E-B256-44B4-938D-8915167495E0}"/>
              </a:ext>
            </a:extLst>
          </p:cNvPr>
          <p:cNvSpPr txBox="1"/>
          <p:nvPr/>
        </p:nvSpPr>
        <p:spPr>
          <a:xfrm>
            <a:off x="142933" y="1345910"/>
            <a:ext cx="616908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233E50"/>
                </a:solidFill>
                <a:latin typeface="ITC Franklin Gothic Std Book"/>
              </a:rPr>
              <a:t>1. Which occupations require a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ITC Franklin Gothic Std Book"/>
              </a:rPr>
              <a:t>high level of technical knowledge</a:t>
            </a:r>
            <a:r>
              <a:rPr lang="en-US" sz="1600">
                <a:solidFill>
                  <a:srgbClr val="233E50"/>
                </a:solidFill>
                <a:latin typeface="ITC Franklin Gothic Std Book"/>
              </a:rPr>
              <a:t>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8842B2-4901-4628-9B29-89F893AD7F5D}"/>
              </a:ext>
            </a:extLst>
          </p:cNvPr>
          <p:cNvSpPr txBox="1"/>
          <p:nvPr/>
        </p:nvSpPr>
        <p:spPr>
          <a:xfrm>
            <a:off x="6804658" y="1345909"/>
            <a:ext cx="48182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233E50"/>
                </a:solidFill>
                <a:latin typeface="ITC Franklin Gothic Std Book"/>
              </a:rPr>
              <a:t>2. Which technical occupations are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ITC Franklin Gothic Std Book"/>
              </a:rPr>
              <a:t>largely performed by workers without bachelor's degrees</a:t>
            </a:r>
            <a:r>
              <a:rPr lang="en-US" sz="1600">
                <a:solidFill>
                  <a:srgbClr val="233E50"/>
                </a:solidFill>
                <a:latin typeface="ITC Franklin Gothic Std Book"/>
              </a:rPr>
              <a:t>?</a:t>
            </a:r>
          </a:p>
        </p:txBody>
      </p:sp>
      <p:pic>
        <p:nvPicPr>
          <p:cNvPr id="25" name="Picture 25" descr="A close up of a logo&#10;&#10;Description generated with high confidence">
            <a:extLst>
              <a:ext uri="{FF2B5EF4-FFF2-40B4-BE49-F238E27FC236}">
                <a16:creationId xmlns:a16="http://schemas.microsoft.com/office/drawing/2014/main" id="{6280DA42-046E-4788-A801-9B5710B0E6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59" t="5488" r="13469" b="5183"/>
          <a:stretch/>
        </p:blipFill>
        <p:spPr>
          <a:xfrm>
            <a:off x="7045037" y="2144111"/>
            <a:ext cx="4724232" cy="366781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532C359-46B0-426A-827C-23FD01E97610}"/>
              </a:ext>
            </a:extLst>
          </p:cNvPr>
          <p:cNvSpPr txBox="1"/>
          <p:nvPr/>
        </p:nvSpPr>
        <p:spPr>
          <a:xfrm>
            <a:off x="7093296" y="5848638"/>
            <a:ext cx="4298719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rgbClr val="233E50"/>
                </a:solidFill>
                <a:latin typeface="ITC Franklin Gothic Std Book"/>
              </a:rPr>
              <a:t>Percent of workers in occupation with bachelor's degree or above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1BFD48-38F3-4A1A-A4E0-C27DF7F6E8C3}"/>
              </a:ext>
            </a:extLst>
          </p:cNvPr>
          <p:cNvSpPr txBox="1"/>
          <p:nvPr/>
        </p:nvSpPr>
        <p:spPr>
          <a:xfrm>
            <a:off x="7093296" y="2246456"/>
            <a:ext cx="2751628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solidFill>
                  <a:srgbClr val="233E50"/>
                </a:solidFill>
                <a:latin typeface="ITC Franklin Gothic Std Book"/>
              </a:rPr>
              <a:t>One dot = one occupation</a:t>
            </a:r>
            <a:endParaRPr lang="en-US">
              <a:solidFill>
                <a:srgbClr val="000000"/>
              </a:solidFill>
              <a:latin typeface="Calibri"/>
              <a:cs typeface="Calibri"/>
            </a:endParaRPr>
          </a:p>
          <a:p>
            <a:endParaRPr lang="en-US" sz="900">
              <a:solidFill>
                <a:srgbClr val="233E50"/>
              </a:solidFill>
              <a:latin typeface="ITC Franklin Gothic Std Book"/>
            </a:endParaRPr>
          </a:p>
          <a:p>
            <a:r>
              <a:rPr lang="en-US" sz="900">
                <a:solidFill>
                  <a:srgbClr val="233E50"/>
                </a:solidFill>
                <a:latin typeface="ITC Franklin Gothic Std Book"/>
              </a:rPr>
              <a:t>Orange dots are occupations where &lt;50% of workers have bachelor's degrees</a:t>
            </a:r>
          </a:p>
          <a:p>
            <a:endParaRPr lang="en-US" sz="900">
              <a:solidFill>
                <a:srgbClr val="233E50"/>
              </a:solidFill>
              <a:latin typeface="ITC Franklin Gothic Std Book"/>
            </a:endParaRPr>
          </a:p>
          <a:p>
            <a:r>
              <a:rPr lang="en-US" sz="900">
                <a:solidFill>
                  <a:srgbClr val="233E50"/>
                </a:solidFill>
                <a:latin typeface="ITC Franklin Gothic Std Book"/>
              </a:rPr>
              <a:t>Yellow dots are occupations where &gt;50% of workers have bachelor's degrees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A1E545-9195-405F-AA0B-592125175914}"/>
              </a:ext>
            </a:extLst>
          </p:cNvPr>
          <p:cNvSpPr txBox="1"/>
          <p:nvPr/>
        </p:nvSpPr>
        <p:spPr>
          <a:xfrm>
            <a:off x="2659841" y="6356637"/>
            <a:ext cx="230135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rgbClr val="233E50"/>
                </a:solidFill>
                <a:latin typeface="ITC Franklin Gothic Std Book"/>
              </a:rPr>
              <a:t>Knowledge required for each occupation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B3A236-8CF6-467B-8325-F1E3CAD39D19}"/>
              </a:ext>
            </a:extLst>
          </p:cNvPr>
          <p:cNvSpPr txBox="1"/>
          <p:nvPr/>
        </p:nvSpPr>
        <p:spPr>
          <a:xfrm>
            <a:off x="293023" y="1738456"/>
            <a:ext cx="54879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233E50"/>
                </a:solidFill>
                <a:latin typeface="ITC Franklin Gothic Std Book"/>
              </a:rPr>
              <a:t>Each dot is the level of knowledge needed for a specific occupation. Every occupation is rated between 1-7 for every type of knowledge.</a:t>
            </a:r>
            <a:endParaRPr lang="en-US" sz="20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A131AC-1895-45BA-8529-8D1031C6B776}"/>
              </a:ext>
            </a:extLst>
          </p:cNvPr>
          <p:cNvSpPr txBox="1"/>
          <p:nvPr/>
        </p:nvSpPr>
        <p:spPr>
          <a:xfrm>
            <a:off x="281476" y="710909"/>
            <a:ext cx="116531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233E50"/>
                </a:solidFill>
                <a:latin typeface="ITC Franklin Gothic Std Book"/>
              </a:rPr>
              <a:t>Rothwell (2015) identifies 179 STW occupations based on two questions: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634334-BC97-47B0-B50B-53617CE60B34}"/>
              </a:ext>
            </a:extLst>
          </p:cNvPr>
          <p:cNvSpPr txBox="1"/>
          <p:nvPr/>
        </p:nvSpPr>
        <p:spPr>
          <a:xfrm>
            <a:off x="10406383" y="6021819"/>
            <a:ext cx="12170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rgbClr val="D8D8D8"/>
                </a:solidFill>
                <a:latin typeface="ITC Franklin Gothic Std Book"/>
              </a:rPr>
              <a:t>Source: O*NET survey</a:t>
            </a:r>
            <a:endParaRPr lang="en-US" sz="1400">
              <a:solidFill>
                <a:srgbClr val="D8D8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3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U-Turn Arrow 72">
            <a:extLst>
              <a:ext uri="{FF2B5EF4-FFF2-40B4-BE49-F238E27FC236}">
                <a16:creationId xmlns:a16="http://schemas.microsoft.com/office/drawing/2014/main" id="{A1490C63-A758-A149-9223-B5086587493D}"/>
              </a:ext>
            </a:extLst>
          </p:cNvPr>
          <p:cNvSpPr/>
          <p:nvPr/>
        </p:nvSpPr>
        <p:spPr>
          <a:xfrm rot="10800000" flipH="1">
            <a:off x="2650171" y="3711195"/>
            <a:ext cx="3655626" cy="702120"/>
          </a:xfrm>
          <a:prstGeom prst="uturnArrow">
            <a:avLst>
              <a:gd name="adj1" fmla="val 25000"/>
              <a:gd name="adj2" fmla="val 25000"/>
              <a:gd name="adj3" fmla="val 22590"/>
              <a:gd name="adj4" fmla="val 52410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D8C49-4E24-4FCF-B069-7333592FF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2844800" cy="365125"/>
          </a:xfrm>
          <a:prstGeom prst="rect">
            <a:avLst/>
          </a:prstGeom>
        </p:spPr>
        <p:txBody>
          <a:bodyPr/>
          <a:lstStyle/>
          <a:p>
            <a:fld id="{0F418C06-167A-E646-9EF6-18275B625F6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24E135-3248-4007-8DC4-62344730A634}"/>
              </a:ext>
            </a:extLst>
          </p:cNvPr>
          <p:cNvSpPr/>
          <p:nvPr/>
        </p:nvSpPr>
        <p:spPr>
          <a:xfrm>
            <a:off x="1796621" y="2720687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Local Job Market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94244E-36F5-48B4-B4FD-DC5707F151D1}"/>
              </a:ext>
            </a:extLst>
          </p:cNvPr>
          <p:cNvSpPr/>
          <p:nvPr/>
        </p:nvSpPr>
        <p:spPr>
          <a:xfrm>
            <a:off x="5150319" y="2720687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Current Workforce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41612-34D7-4FA6-8813-794E68C94539}"/>
              </a:ext>
            </a:extLst>
          </p:cNvPr>
          <p:cNvSpPr/>
          <p:nvPr/>
        </p:nvSpPr>
        <p:spPr>
          <a:xfrm>
            <a:off x="8504017" y="2720687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Educational Opportunities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5DBC5DA5-D6E2-1148-A1DE-9CBF42BB201B}"/>
              </a:ext>
            </a:extLst>
          </p:cNvPr>
          <p:cNvSpPr/>
          <p:nvPr/>
        </p:nvSpPr>
        <p:spPr>
          <a:xfrm rot="16200000">
            <a:off x="4269439" y="2811050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2B8D0580-B81E-D147-B6C7-05B11E7BF5C6}"/>
              </a:ext>
            </a:extLst>
          </p:cNvPr>
          <p:cNvSpPr/>
          <p:nvPr/>
        </p:nvSpPr>
        <p:spPr>
          <a:xfrm rot="16200000">
            <a:off x="7658321" y="2811050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ADBCEE41-E22A-6C42-808F-B6655D7423A7}"/>
              </a:ext>
            </a:extLst>
          </p:cNvPr>
          <p:cNvSpPr/>
          <p:nvPr/>
        </p:nvSpPr>
        <p:spPr>
          <a:xfrm rot="10800000" flipH="1">
            <a:off x="2128944" y="3745736"/>
            <a:ext cx="7589085" cy="2194674"/>
          </a:xfrm>
          <a:prstGeom prst="uturnArrow">
            <a:avLst>
              <a:gd name="adj1" fmla="val 8717"/>
              <a:gd name="adj2" fmla="val 10154"/>
              <a:gd name="adj3" fmla="val 9181"/>
              <a:gd name="adj4" fmla="val 53368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17BFFB-5E40-AC4F-A860-41CBD63B37F1}"/>
              </a:ext>
            </a:extLst>
          </p:cNvPr>
          <p:cNvSpPr txBox="1"/>
          <p:nvPr/>
        </p:nvSpPr>
        <p:spPr>
          <a:xfrm>
            <a:off x="1469103" y="1176429"/>
            <a:ext cx="2643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What skilled technical positions are available? What skills are required for those jobs?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1C0C9C67-E136-3044-962C-D543B5D11CC9}"/>
              </a:ext>
            </a:extLst>
          </p:cNvPr>
          <p:cNvSpPr txBox="1">
            <a:spLocks/>
          </p:cNvSpPr>
          <p:nvPr/>
        </p:nvSpPr>
        <p:spPr>
          <a:xfrm>
            <a:off x="-389220" y="372641"/>
            <a:ext cx="12192000" cy="693139"/>
          </a:xfrm>
          <a:prstGeom prst="rect">
            <a:avLst/>
          </a:prstGeom>
        </p:spPr>
        <p:txBody>
          <a:bodyPr vert="horz"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Describing the Local Job Market With Online Job Ads</a:t>
            </a:r>
          </a:p>
        </p:txBody>
      </p:sp>
    </p:spTree>
    <p:extLst>
      <p:ext uri="{BB962C8B-B14F-4D97-AF65-F5344CB8AC3E}">
        <p14:creationId xmlns:p14="http://schemas.microsoft.com/office/powerpoint/2010/main" val="105615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A79D9-612A-9C4F-A726-822967A8E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27" y="1333655"/>
            <a:ext cx="10972800" cy="1579840"/>
          </a:xfrm>
        </p:spPr>
        <p:txBody>
          <a:bodyPr anchor="t"/>
          <a:lstStyle/>
          <a:p>
            <a:pPr marL="0" indent="0">
              <a:buNone/>
            </a:pPr>
            <a:r>
              <a:rPr lang="en-US" sz="2800">
                <a:solidFill>
                  <a:schemeClr val="tx2"/>
                </a:solidFill>
                <a:latin typeface="ITC Franklin Gothic Std Book"/>
              </a:rPr>
              <a:t>Burning Glass Technologies* (BGT) delivers job market analytics that empowers employers, workers, and educators to make labor market data-driven decisions.</a:t>
            </a:r>
            <a:r>
              <a:rPr lang="en-US" sz="2800" baseline="30000">
                <a:solidFill>
                  <a:schemeClr val="tx2"/>
                </a:solidFill>
                <a:latin typeface="ITC Franklin Gothic Std Book"/>
              </a:rPr>
              <a:t>1</a:t>
            </a:r>
            <a:endParaRPr lang="en-US" sz="2800">
              <a:solidFill>
                <a:schemeClr val="tx2"/>
              </a:solidFill>
              <a:latin typeface="ITC Franklin Gothic Std Book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D919F-45D3-1446-975A-AA1B0E478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49DCC-CE39-41D8-A223-981B746D332F}"/>
              </a:ext>
            </a:extLst>
          </p:cNvPr>
          <p:cNvSpPr txBox="1"/>
          <p:nvPr/>
        </p:nvSpPr>
        <p:spPr>
          <a:xfrm>
            <a:off x="598027" y="5499293"/>
            <a:ext cx="39998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aseline="30000">
                <a:solidFill>
                  <a:schemeClr val="tx2"/>
                </a:solidFill>
                <a:latin typeface="ITC Franklin Gothic Std Book"/>
              </a:rPr>
              <a:t>* </a:t>
            </a:r>
            <a:r>
              <a:rPr lang="en-US">
                <a:ea typeface="+mn-lt"/>
                <a:cs typeface="+mn-lt"/>
                <a:hlinkClick r:id="rId2"/>
              </a:rPr>
              <a:t>https://www.burning-glass.com/about/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6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8AB8DB8-E71E-43FC-9B84-156F5F0B0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732" y="247065"/>
            <a:ext cx="4414290" cy="10230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BA192E-8F08-4394-97AA-7E126725E5DB}"/>
              </a:ext>
            </a:extLst>
          </p:cNvPr>
          <p:cNvSpPr txBox="1"/>
          <p:nvPr/>
        </p:nvSpPr>
        <p:spPr>
          <a:xfrm>
            <a:off x="595086" y="3149600"/>
            <a:ext cx="315697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>
                <a:solidFill>
                  <a:srgbClr val="233E50"/>
                </a:solidFill>
                <a:latin typeface="ITC Franklin Gothic Std Book"/>
              </a:rPr>
              <a:t>50,000</a:t>
            </a:r>
            <a:endParaRPr lang="en-US" b="1">
              <a:cs typeface="Calibri"/>
            </a:endParaRPr>
          </a:p>
          <a:p>
            <a:pPr algn="ctr"/>
            <a:r>
              <a:rPr lang="en-US" sz="4800">
                <a:solidFill>
                  <a:srgbClr val="233E50"/>
                </a:solidFill>
                <a:latin typeface="ITC Franklin Gothic Std Book"/>
              </a:rPr>
              <a:t>sites daily</a:t>
            </a:r>
            <a:endParaRPr lang="en-US" sz="48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CC3AE-45C1-4C15-AB0E-586D11BDBBE7}"/>
              </a:ext>
            </a:extLst>
          </p:cNvPr>
          <p:cNvSpPr txBox="1"/>
          <p:nvPr/>
        </p:nvSpPr>
        <p:spPr>
          <a:xfrm>
            <a:off x="4506685" y="3149599"/>
            <a:ext cx="315697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>
                <a:solidFill>
                  <a:srgbClr val="233E50"/>
                </a:solidFill>
                <a:latin typeface="ITC Franklin Gothic Std Book"/>
              </a:rPr>
              <a:t>70</a:t>
            </a:r>
            <a:endParaRPr lang="en-US" b="1">
              <a:cs typeface="Calibri"/>
            </a:endParaRPr>
          </a:p>
          <a:p>
            <a:pPr algn="ctr"/>
            <a:r>
              <a:rPr lang="en-US" sz="4800">
                <a:solidFill>
                  <a:srgbClr val="233E50"/>
                </a:solidFill>
                <a:latin typeface="ITC Franklin Gothic Std Book"/>
                <a:cs typeface="Calibri"/>
              </a:rPr>
              <a:t>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C33A96-BE0A-4EA4-A1BC-89560864DDB5}"/>
              </a:ext>
            </a:extLst>
          </p:cNvPr>
          <p:cNvSpPr txBox="1"/>
          <p:nvPr/>
        </p:nvSpPr>
        <p:spPr>
          <a:xfrm>
            <a:off x="8193313" y="3149598"/>
            <a:ext cx="374480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>
                <a:solidFill>
                  <a:srgbClr val="233E50"/>
                </a:solidFill>
                <a:latin typeface="ITC Franklin Gothic Std Book"/>
              </a:rPr>
              <a:t>2007-19</a:t>
            </a:r>
            <a:endParaRPr lang="en-US" b="1">
              <a:cs typeface="Calibri"/>
            </a:endParaRPr>
          </a:p>
          <a:p>
            <a:pPr algn="ctr"/>
            <a:r>
              <a:rPr lang="en-US" sz="4800">
                <a:solidFill>
                  <a:srgbClr val="233E50"/>
                </a:solidFill>
                <a:latin typeface="ITC Franklin Gothic Std Book"/>
                <a:cs typeface="Calibri"/>
              </a:rPr>
              <a:t>*!(08 &amp; 09)</a:t>
            </a:r>
          </a:p>
        </p:txBody>
      </p:sp>
    </p:spTree>
    <p:extLst>
      <p:ext uri="{BB962C8B-B14F-4D97-AF65-F5344CB8AC3E}">
        <p14:creationId xmlns:p14="http://schemas.microsoft.com/office/powerpoint/2010/main" val="77570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BE9B5B-C6F2-4065-BD7B-8CCAA4913B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58630"/>
            <a:ext cx="12192000" cy="693139"/>
          </a:xfrm>
        </p:spPr>
        <p:txBody>
          <a:bodyPr vert="horz" anchor="t"/>
          <a:lstStyle/>
          <a:p>
            <a:r>
              <a:rPr lang="en-US" sz="4400" b="1"/>
              <a:t>Job Ad Data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33069-C862-4569-B33D-8B00C548B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9071" y="1027931"/>
            <a:ext cx="5419628" cy="2995247"/>
          </a:xfrm>
        </p:spPr>
        <p:txBody>
          <a:bodyPr vert="horz" anchor="t"/>
          <a:lstStyle/>
          <a:p>
            <a:pPr algn="ctr"/>
            <a:r>
              <a:rPr lang="en-US" sz="2800" b="1" dirty="0">
                <a:solidFill>
                  <a:schemeClr val="tx2"/>
                </a:solidFill>
              </a:rPr>
              <a:t>Job-ad Data</a:t>
            </a:r>
          </a:p>
          <a:p>
            <a:endParaRPr lang="en-US" sz="100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chemeClr val="tx2"/>
                </a:solidFill>
                <a:latin typeface="ITC Franklin Gothic Std Book Condensed"/>
                <a:cs typeface="Calibri"/>
              </a:rPr>
              <a:t>5 data files: main, skills, major, </a:t>
            </a:r>
            <a:r>
              <a:rPr lang="en-US" sz="2800" dirty="0">
                <a:solidFill>
                  <a:schemeClr val="tx2"/>
                </a:solidFill>
                <a:cs typeface="Calibri"/>
              </a:rPr>
              <a:t>degrees</a:t>
            </a:r>
            <a:r>
              <a:rPr lang="en-US" sz="2800" dirty="0">
                <a:solidFill>
                  <a:schemeClr val="tx2"/>
                </a:solidFill>
              </a:rPr>
              <a:t>, &amp; certifications 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699,754 unique job postings in Virginia in 2017 </a:t>
            </a:r>
          </a:p>
          <a:p>
            <a:pPr marL="285750" indent="-285750">
              <a:buFont typeface="Arial"/>
              <a:buChar char="•"/>
            </a:pPr>
            <a:endParaRPr lang="en-US" sz="2800">
              <a:solidFill>
                <a:srgbClr val="595959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2800"/>
          </a:p>
          <a:p>
            <a:pPr marL="285750" indent="-285750">
              <a:buFont typeface="Arial"/>
              <a:buChar char="•"/>
            </a:pPr>
            <a:endParaRPr lang="en-US" sz="2800">
              <a:solidFill>
                <a:srgbClr val="595959"/>
              </a:solidFill>
              <a:latin typeface="ITC Franklin Gothic Std Book Condensed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solidFill>
                <a:srgbClr val="595959"/>
              </a:solidFill>
              <a:latin typeface="ITC Franklin Gothic Std Book Condensed"/>
              <a:cs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A61EF-7786-484F-8661-EE882D5FE0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027931"/>
            <a:ext cx="5264149" cy="508150"/>
          </a:xfrm>
        </p:spPr>
        <p:txBody>
          <a:bodyPr vert="horz" anchor="t"/>
          <a:lstStyle/>
          <a:p>
            <a:pPr algn="ctr"/>
            <a:r>
              <a:rPr lang="en-US" sz="2800" b="1">
                <a:solidFill>
                  <a:schemeClr val="tx2"/>
                </a:solidFill>
              </a:rPr>
              <a:t>Example of Data Profiling for Completeness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D302B-D8B9-4E72-B498-EC3A3E174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ACF3B36B-7C9C-4C46-8A47-08E600FC9F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4"/>
          <a:stretch/>
        </p:blipFill>
        <p:spPr>
          <a:xfrm>
            <a:off x="6035139" y="2063323"/>
            <a:ext cx="6046206" cy="4475365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pic>
        <p:nvPicPr>
          <p:cNvPr id="7" name="Picture 6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6EE95547-8647-EF4E-9FD6-5D6CC0C69C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77" r="8109" b="10566"/>
          <a:stretch/>
        </p:blipFill>
        <p:spPr>
          <a:xfrm>
            <a:off x="673604" y="4267581"/>
            <a:ext cx="1828800" cy="973468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C1012B-0103-494E-A3B4-1012C956C60C}"/>
              </a:ext>
            </a:extLst>
          </p:cNvPr>
          <p:cNvSpPr txBox="1"/>
          <p:nvPr/>
        </p:nvSpPr>
        <p:spPr>
          <a:xfrm>
            <a:off x="2605414" y="4271553"/>
            <a:ext cx="31471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99,997 unique postings for  Richmond MSA</a:t>
            </a:r>
          </a:p>
          <a:p>
            <a:pPr marL="285750" indent="-285750">
              <a:buFont typeface="Arial"/>
              <a:buChar char="•"/>
            </a:pPr>
            <a:endParaRPr lang="en-US" sz="2400">
              <a:solidFill>
                <a:schemeClr val="tx2"/>
              </a:solidFill>
            </a:endParaRPr>
          </a:p>
          <a:p>
            <a:r>
              <a:rPr lang="en-US" sz="2400">
                <a:solidFill>
                  <a:schemeClr val="tx2"/>
                </a:solidFill>
              </a:rPr>
              <a:t>11,232 unique postings for Blacksburg MSA</a:t>
            </a:r>
          </a:p>
        </p:txBody>
      </p:sp>
      <p:pic>
        <p:nvPicPr>
          <p:cNvPr id="10" name="Picture 14" descr="A photo of a person&#10;&#10;Description generated with high confidence">
            <a:extLst>
              <a:ext uri="{FF2B5EF4-FFF2-40B4-BE49-F238E27FC236}">
                <a16:creationId xmlns:a16="http://schemas.microsoft.com/office/drawing/2014/main" id="{428E8ADC-D2CC-BA4C-813A-7786857A5F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313" t="6986" r="9693" b="20651"/>
          <a:stretch/>
        </p:blipFill>
        <p:spPr>
          <a:xfrm>
            <a:off x="657852" y="5386811"/>
            <a:ext cx="1844552" cy="973468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55415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U-Turn Arrow 72">
            <a:extLst>
              <a:ext uri="{FF2B5EF4-FFF2-40B4-BE49-F238E27FC236}">
                <a16:creationId xmlns:a16="http://schemas.microsoft.com/office/drawing/2014/main" id="{A1490C63-A758-A149-9223-B5086587493D}"/>
              </a:ext>
            </a:extLst>
          </p:cNvPr>
          <p:cNvSpPr/>
          <p:nvPr/>
        </p:nvSpPr>
        <p:spPr>
          <a:xfrm rot="10800000" flipH="1">
            <a:off x="2650171" y="3587627"/>
            <a:ext cx="3655626" cy="702120"/>
          </a:xfrm>
          <a:prstGeom prst="uturnArrow">
            <a:avLst>
              <a:gd name="adj1" fmla="val 25000"/>
              <a:gd name="adj2" fmla="val 25000"/>
              <a:gd name="adj3" fmla="val 22590"/>
              <a:gd name="adj4" fmla="val 52410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D8C49-4E24-4FCF-B069-7333592FF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2844800" cy="365125"/>
          </a:xfrm>
          <a:prstGeom prst="rect">
            <a:avLst/>
          </a:prstGeom>
        </p:spPr>
        <p:txBody>
          <a:bodyPr/>
          <a:lstStyle/>
          <a:p>
            <a:fld id="{0F418C06-167A-E646-9EF6-18275B625F6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24E135-3248-4007-8DC4-62344730A634}"/>
              </a:ext>
            </a:extLst>
          </p:cNvPr>
          <p:cNvSpPr/>
          <p:nvPr/>
        </p:nvSpPr>
        <p:spPr>
          <a:xfrm>
            <a:off x="1796621" y="2597119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Local Job Market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94244E-36F5-48B4-B4FD-DC5707F151D1}"/>
              </a:ext>
            </a:extLst>
          </p:cNvPr>
          <p:cNvSpPr/>
          <p:nvPr/>
        </p:nvSpPr>
        <p:spPr>
          <a:xfrm>
            <a:off x="5150319" y="2597119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Current Workforce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41612-34D7-4FA6-8813-794E68C94539}"/>
              </a:ext>
            </a:extLst>
          </p:cNvPr>
          <p:cNvSpPr/>
          <p:nvPr/>
        </p:nvSpPr>
        <p:spPr>
          <a:xfrm>
            <a:off x="8504017" y="2597119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Educational Opportunities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5DBC5DA5-D6E2-1148-A1DE-9CBF42BB201B}"/>
              </a:ext>
            </a:extLst>
          </p:cNvPr>
          <p:cNvSpPr/>
          <p:nvPr/>
        </p:nvSpPr>
        <p:spPr>
          <a:xfrm rot="16200000">
            <a:off x="4269439" y="2687482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2B8D0580-B81E-D147-B6C7-05B11E7BF5C6}"/>
              </a:ext>
            </a:extLst>
          </p:cNvPr>
          <p:cNvSpPr/>
          <p:nvPr/>
        </p:nvSpPr>
        <p:spPr>
          <a:xfrm rot="16200000">
            <a:off x="7658321" y="2687482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8727F8-0572-F745-BD92-ED393E0C50E2}"/>
              </a:ext>
            </a:extLst>
          </p:cNvPr>
          <p:cNvSpPr txBox="1"/>
          <p:nvPr/>
        </p:nvSpPr>
        <p:spPr>
          <a:xfrm>
            <a:off x="1535314" y="1272138"/>
            <a:ext cx="2643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What skilled technical positions are available? What skills are required for those jobs?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A0B925-8783-B54D-B64C-6E2715D0904B}"/>
              </a:ext>
            </a:extLst>
          </p:cNvPr>
          <p:cNvSpPr txBox="1"/>
          <p:nvPr/>
        </p:nvSpPr>
        <p:spPr>
          <a:xfrm>
            <a:off x="4774419" y="1466850"/>
            <a:ext cx="2643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What skills do local workers already have?</a:t>
            </a:r>
          </a:p>
        </p:txBody>
      </p: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ADBCEE41-E22A-6C42-808F-B6655D7423A7}"/>
              </a:ext>
            </a:extLst>
          </p:cNvPr>
          <p:cNvSpPr/>
          <p:nvPr/>
        </p:nvSpPr>
        <p:spPr>
          <a:xfrm rot="10800000" flipH="1">
            <a:off x="2128944" y="3622168"/>
            <a:ext cx="7589085" cy="2194674"/>
          </a:xfrm>
          <a:prstGeom prst="uturnArrow">
            <a:avLst>
              <a:gd name="adj1" fmla="val 8717"/>
              <a:gd name="adj2" fmla="val 10154"/>
              <a:gd name="adj3" fmla="val 9181"/>
              <a:gd name="adj4" fmla="val 53368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6F0A0352-4857-C848-B639-AA596ACA2EEE}"/>
              </a:ext>
            </a:extLst>
          </p:cNvPr>
          <p:cNvSpPr txBox="1">
            <a:spLocks/>
          </p:cNvSpPr>
          <p:nvPr/>
        </p:nvSpPr>
        <p:spPr>
          <a:xfrm>
            <a:off x="-172514" y="371283"/>
            <a:ext cx="12192000" cy="693139"/>
          </a:xfrm>
          <a:prstGeom prst="rect">
            <a:avLst/>
          </a:prstGeom>
        </p:spPr>
        <p:txBody>
          <a:bodyPr vert="horz"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Describing the Current Workforce with Online Resumes</a:t>
            </a:r>
          </a:p>
        </p:txBody>
      </p:sp>
    </p:spTree>
    <p:extLst>
      <p:ext uri="{BB962C8B-B14F-4D97-AF65-F5344CB8AC3E}">
        <p14:creationId xmlns:p14="http://schemas.microsoft.com/office/powerpoint/2010/main" val="412875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7A5824-18AF-4C57-BDC2-8D5519CE70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30280"/>
            <a:ext cx="12192000" cy="746750"/>
          </a:xfrm>
        </p:spPr>
        <p:txBody>
          <a:bodyPr vert="horz" anchor="t"/>
          <a:lstStyle/>
          <a:p>
            <a:r>
              <a:rPr lang="en-US" sz="4400" b="1"/>
              <a:t>Resume Data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CFA79-3C5F-4792-8A20-2F34A9E094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371" y="1192881"/>
            <a:ext cx="10928230" cy="2364511"/>
          </a:xfrm>
        </p:spPr>
        <p:txBody>
          <a:bodyPr vert="horz" anchor="t"/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The resume dataset is a BGT proprietary dataset, sourced from Burning Glass partners. </a:t>
            </a:r>
            <a:endParaRPr lang="en-US">
              <a:solidFill>
                <a:schemeClr val="tx2"/>
              </a:solidFill>
            </a:endParaRPr>
          </a:p>
          <a:p>
            <a:pPr marL="1200150" lvl="1">
              <a:buFont typeface="Arial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demographics, career path, education, certifications, skills, and employers.</a:t>
            </a:r>
            <a:endParaRPr lang="en-US" sz="2400">
              <a:solidFill>
                <a:schemeClr val="tx2"/>
              </a:solidFill>
              <a:cs typeface="Calibri"/>
            </a:endParaRPr>
          </a:p>
          <a:p>
            <a:pPr marL="914400" lvl="1" indent="0">
              <a:buNone/>
            </a:pPr>
            <a:endParaRPr lang="en-US" sz="2400">
              <a:solidFill>
                <a:schemeClr val="tx2"/>
              </a:solidFill>
              <a:latin typeface="Calibri"/>
              <a:cs typeface="Calibri"/>
            </a:endParaRPr>
          </a:p>
          <a:p>
            <a:pPr marL="914400" lvl="1" indent="0">
              <a:buNone/>
            </a:pPr>
            <a:endParaRPr lang="en-US" sz="2400">
              <a:solidFill>
                <a:schemeClr val="tx2"/>
              </a:solidFill>
              <a:latin typeface="Calibri"/>
              <a:cs typeface="Calibri"/>
            </a:endParaRPr>
          </a:p>
          <a:p>
            <a:pPr marL="914400" lvl="1" indent="0">
              <a:buNone/>
            </a:pPr>
            <a:endParaRPr lang="en-US" sz="2400">
              <a:solidFill>
                <a:schemeClr val="tx2"/>
              </a:solidFill>
              <a:latin typeface="Calibri"/>
              <a:cs typeface="Calibri"/>
            </a:endParaRPr>
          </a:p>
          <a:p>
            <a:pPr marL="914400" lvl="1" indent="0">
              <a:buNone/>
            </a:pPr>
            <a:endParaRPr lang="en-US" sz="2400">
              <a:solidFill>
                <a:schemeClr val="tx2"/>
              </a:solidFill>
              <a:latin typeface="Calibri"/>
              <a:cs typeface="Calibri"/>
            </a:endParaRPr>
          </a:p>
          <a:p>
            <a:pPr marL="914400" lvl="1" indent="0">
              <a:buNone/>
            </a:pPr>
            <a:endParaRPr lang="en-US" sz="1400">
              <a:solidFill>
                <a:schemeClr val="tx2"/>
              </a:solidFill>
              <a:latin typeface="Calibri"/>
              <a:cs typeface="Calibri"/>
            </a:endParaRPr>
          </a:p>
          <a:p>
            <a:pPr marL="914400" lvl="1" indent="0">
              <a:buNone/>
            </a:pPr>
            <a:endParaRPr lang="en-US" sz="1400">
              <a:solidFill>
                <a:schemeClr val="tx2"/>
              </a:solidFill>
              <a:latin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Untested in the literature except for Burning Glass (BGT)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Track career pathways and skills for the two MSAs</a:t>
            </a:r>
            <a:endParaRPr lang="en-US" sz="2800" dirty="0">
              <a:solidFill>
                <a:schemeClr val="tx2"/>
              </a:solidFill>
              <a:latin typeface="ITC Franklin Gothic Std Book Condensed"/>
            </a:endParaRPr>
          </a:p>
          <a:p>
            <a:pPr marL="457200" indent="-457200">
              <a:buFont typeface="Arial"/>
              <a:buChar char="•"/>
            </a:pPr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30676-8B68-415E-89C6-DC1B51EBC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9733823-FC4C-45F1-B38F-C86BEE95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772" y="2769551"/>
            <a:ext cx="5486400" cy="1976330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971D5C-4DC6-B843-9A86-1291754BC688}"/>
              </a:ext>
            </a:extLst>
          </p:cNvPr>
          <p:cNvSpPr txBox="1"/>
          <p:nvPr/>
        </p:nvSpPr>
        <p:spPr>
          <a:xfrm>
            <a:off x="6972226" y="2634331"/>
            <a:ext cx="3805061" cy="21164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6000">
                <a:solidFill>
                  <a:schemeClr val="tx2"/>
                </a:solidFill>
              </a:rPr>
              <a:t>2,200 files</a:t>
            </a:r>
            <a:endParaRPr lang="en-US" sz="6000">
              <a:solidFill>
                <a:schemeClr val="tx2"/>
              </a:solidFill>
              <a:cs typeface="Calibri"/>
            </a:endParaRPr>
          </a:p>
          <a:p>
            <a:r>
              <a:rPr lang="en-US" sz="3600">
                <a:solidFill>
                  <a:schemeClr val="tx2"/>
                </a:solidFill>
                <a:latin typeface="Calibri"/>
                <a:cs typeface="Calibri"/>
              </a:rPr>
              <a:t>Hard to link—not impossible</a:t>
            </a:r>
          </a:p>
        </p:txBody>
      </p:sp>
    </p:spTree>
    <p:extLst>
      <p:ext uri="{BB962C8B-B14F-4D97-AF65-F5344CB8AC3E}">
        <p14:creationId xmlns:p14="http://schemas.microsoft.com/office/powerpoint/2010/main" val="215034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U-Turn Arrow 72">
            <a:extLst>
              <a:ext uri="{FF2B5EF4-FFF2-40B4-BE49-F238E27FC236}">
                <a16:creationId xmlns:a16="http://schemas.microsoft.com/office/drawing/2014/main" id="{A1490C63-A758-A149-9223-B5086587493D}"/>
              </a:ext>
            </a:extLst>
          </p:cNvPr>
          <p:cNvSpPr/>
          <p:nvPr/>
        </p:nvSpPr>
        <p:spPr>
          <a:xfrm rot="10800000" flipH="1">
            <a:off x="2650171" y="3105714"/>
            <a:ext cx="3620000" cy="702120"/>
          </a:xfrm>
          <a:prstGeom prst="uturnArrow">
            <a:avLst>
              <a:gd name="adj1" fmla="val 25000"/>
              <a:gd name="adj2" fmla="val 25000"/>
              <a:gd name="adj3" fmla="val 22590"/>
              <a:gd name="adj4" fmla="val 52410"/>
              <a:gd name="adj5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D8C49-4E24-4FCF-B069-7333592FF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2844800" cy="365125"/>
          </a:xfrm>
          <a:prstGeom prst="rect">
            <a:avLst/>
          </a:prstGeom>
        </p:spPr>
        <p:txBody>
          <a:bodyPr/>
          <a:lstStyle/>
          <a:p>
            <a:fld id="{0F418C06-167A-E646-9EF6-18275B625F6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24E135-3248-4007-8DC4-62344730A634}"/>
              </a:ext>
            </a:extLst>
          </p:cNvPr>
          <p:cNvSpPr/>
          <p:nvPr/>
        </p:nvSpPr>
        <p:spPr>
          <a:xfrm>
            <a:off x="1796621" y="2115206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Local Job Market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94244E-36F5-48B4-B4FD-DC5707F151D1}"/>
              </a:ext>
            </a:extLst>
          </p:cNvPr>
          <p:cNvSpPr/>
          <p:nvPr/>
        </p:nvSpPr>
        <p:spPr>
          <a:xfrm>
            <a:off x="5150319" y="2115206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Current Workforce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41612-34D7-4FA6-8813-794E68C94539}"/>
              </a:ext>
            </a:extLst>
          </p:cNvPr>
          <p:cNvSpPr/>
          <p:nvPr/>
        </p:nvSpPr>
        <p:spPr>
          <a:xfrm>
            <a:off x="8504017" y="2115206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Educational Opportunities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5DBC5DA5-D6E2-1148-A1DE-9CBF42BB201B}"/>
              </a:ext>
            </a:extLst>
          </p:cNvPr>
          <p:cNvSpPr/>
          <p:nvPr/>
        </p:nvSpPr>
        <p:spPr>
          <a:xfrm rot="16200000">
            <a:off x="4269439" y="2205569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2B8D0580-B81E-D147-B6C7-05B11E7BF5C6}"/>
              </a:ext>
            </a:extLst>
          </p:cNvPr>
          <p:cNvSpPr/>
          <p:nvPr/>
        </p:nvSpPr>
        <p:spPr>
          <a:xfrm rot="16200000">
            <a:off x="7658321" y="2205569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AC190B-88E2-0746-9C52-3E4D81BDBC5E}"/>
              </a:ext>
            </a:extLst>
          </p:cNvPr>
          <p:cNvSpPr txBox="1"/>
          <p:nvPr/>
        </p:nvSpPr>
        <p:spPr>
          <a:xfrm>
            <a:off x="2708087" y="3901429"/>
            <a:ext cx="2940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Do the skills required by the job market match the skills of the local workforce?</a:t>
            </a:r>
          </a:p>
        </p:txBody>
      </p: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ADBCEE41-E22A-6C42-808F-B6655D7423A7}"/>
              </a:ext>
            </a:extLst>
          </p:cNvPr>
          <p:cNvSpPr/>
          <p:nvPr/>
        </p:nvSpPr>
        <p:spPr>
          <a:xfrm rot="10800000" flipH="1">
            <a:off x="2128944" y="3140255"/>
            <a:ext cx="7589085" cy="2194674"/>
          </a:xfrm>
          <a:prstGeom prst="uturnArrow">
            <a:avLst>
              <a:gd name="adj1" fmla="val 8717"/>
              <a:gd name="adj2" fmla="val 10154"/>
              <a:gd name="adj3" fmla="val 9181"/>
              <a:gd name="adj4" fmla="val 53368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6E96449B-1F02-AB45-B8D4-AA481A0F0AFC}"/>
              </a:ext>
            </a:extLst>
          </p:cNvPr>
          <p:cNvSpPr txBox="1">
            <a:spLocks/>
          </p:cNvSpPr>
          <p:nvPr/>
        </p:nvSpPr>
        <p:spPr>
          <a:xfrm>
            <a:off x="48382" y="385581"/>
            <a:ext cx="12192000" cy="693139"/>
          </a:xfrm>
          <a:prstGeom prst="rect">
            <a:avLst/>
          </a:prstGeom>
        </p:spPr>
        <p:txBody>
          <a:bodyPr vert="horz"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Connecting Ads to Resumes With Burning Glass Skills Data</a:t>
            </a:r>
          </a:p>
        </p:txBody>
      </p:sp>
    </p:spTree>
    <p:extLst>
      <p:ext uri="{BB962C8B-B14F-4D97-AF65-F5344CB8AC3E}">
        <p14:creationId xmlns:p14="http://schemas.microsoft.com/office/powerpoint/2010/main" val="294622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U-Turn Arrow 72">
            <a:extLst>
              <a:ext uri="{FF2B5EF4-FFF2-40B4-BE49-F238E27FC236}">
                <a16:creationId xmlns:a16="http://schemas.microsoft.com/office/drawing/2014/main" id="{A1490C63-A758-A149-9223-B5086587493D}"/>
              </a:ext>
            </a:extLst>
          </p:cNvPr>
          <p:cNvSpPr/>
          <p:nvPr/>
        </p:nvSpPr>
        <p:spPr>
          <a:xfrm rot="10800000" flipH="1">
            <a:off x="2650171" y="3674125"/>
            <a:ext cx="3655626" cy="702120"/>
          </a:xfrm>
          <a:prstGeom prst="uturnArrow">
            <a:avLst>
              <a:gd name="adj1" fmla="val 25000"/>
              <a:gd name="adj2" fmla="val 25000"/>
              <a:gd name="adj3" fmla="val 22590"/>
              <a:gd name="adj4" fmla="val 52410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D8C49-4E24-4FCF-B069-7333592FF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2844800" cy="365125"/>
          </a:xfrm>
          <a:prstGeom prst="rect">
            <a:avLst/>
          </a:prstGeom>
        </p:spPr>
        <p:txBody>
          <a:bodyPr/>
          <a:lstStyle/>
          <a:p>
            <a:fld id="{0F418C06-167A-E646-9EF6-18275B625F6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24E135-3248-4007-8DC4-62344730A634}"/>
              </a:ext>
            </a:extLst>
          </p:cNvPr>
          <p:cNvSpPr/>
          <p:nvPr/>
        </p:nvSpPr>
        <p:spPr>
          <a:xfrm>
            <a:off x="1796621" y="2683617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Local Job Market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94244E-36F5-48B4-B4FD-DC5707F151D1}"/>
              </a:ext>
            </a:extLst>
          </p:cNvPr>
          <p:cNvSpPr/>
          <p:nvPr/>
        </p:nvSpPr>
        <p:spPr>
          <a:xfrm>
            <a:off x="5150319" y="2683617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Current Workforce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41612-34D7-4FA6-8813-794E68C94539}"/>
              </a:ext>
            </a:extLst>
          </p:cNvPr>
          <p:cNvSpPr/>
          <p:nvPr/>
        </p:nvSpPr>
        <p:spPr>
          <a:xfrm>
            <a:off x="8504017" y="2683617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Educational Opportunities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5DBC5DA5-D6E2-1148-A1DE-9CBF42BB201B}"/>
              </a:ext>
            </a:extLst>
          </p:cNvPr>
          <p:cNvSpPr/>
          <p:nvPr/>
        </p:nvSpPr>
        <p:spPr>
          <a:xfrm rot="16200000">
            <a:off x="4269439" y="2773980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2B8D0580-B81E-D147-B6C7-05B11E7BF5C6}"/>
              </a:ext>
            </a:extLst>
          </p:cNvPr>
          <p:cNvSpPr/>
          <p:nvPr/>
        </p:nvSpPr>
        <p:spPr>
          <a:xfrm rot="16200000">
            <a:off x="7658321" y="2773980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D004BD-1468-1340-8E93-7278FEED8353}"/>
              </a:ext>
            </a:extLst>
          </p:cNvPr>
          <p:cNvSpPr txBox="1"/>
          <p:nvPr/>
        </p:nvSpPr>
        <p:spPr>
          <a:xfrm>
            <a:off x="8176499" y="1483658"/>
            <a:ext cx="2643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Where can residents train for skilled technical positions?</a:t>
            </a:r>
          </a:p>
        </p:txBody>
      </p: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ADBCEE41-E22A-6C42-808F-B6655D7423A7}"/>
              </a:ext>
            </a:extLst>
          </p:cNvPr>
          <p:cNvSpPr/>
          <p:nvPr/>
        </p:nvSpPr>
        <p:spPr>
          <a:xfrm rot="10800000" flipH="1">
            <a:off x="2128944" y="3708666"/>
            <a:ext cx="7589085" cy="2194674"/>
          </a:xfrm>
          <a:prstGeom prst="uturnArrow">
            <a:avLst>
              <a:gd name="adj1" fmla="val 8717"/>
              <a:gd name="adj2" fmla="val 10154"/>
              <a:gd name="adj3" fmla="val 9181"/>
              <a:gd name="adj4" fmla="val 53368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212231C7-6FF8-0740-8E6D-547D55053947}"/>
              </a:ext>
            </a:extLst>
          </p:cNvPr>
          <p:cNvSpPr txBox="1">
            <a:spLocks/>
          </p:cNvSpPr>
          <p:nvPr/>
        </p:nvSpPr>
        <p:spPr>
          <a:xfrm>
            <a:off x="48382" y="385581"/>
            <a:ext cx="12192000" cy="693139"/>
          </a:xfrm>
          <a:prstGeom prst="rect">
            <a:avLst/>
          </a:prstGeom>
        </p:spPr>
        <p:txBody>
          <a:bodyPr vert="horz"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Investigating Local Educational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40437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U-Turn Arrow 72">
            <a:extLst>
              <a:ext uri="{FF2B5EF4-FFF2-40B4-BE49-F238E27FC236}">
                <a16:creationId xmlns:a16="http://schemas.microsoft.com/office/drawing/2014/main" id="{A1490C63-A758-A149-9223-B5086587493D}"/>
              </a:ext>
            </a:extLst>
          </p:cNvPr>
          <p:cNvSpPr/>
          <p:nvPr/>
        </p:nvSpPr>
        <p:spPr>
          <a:xfrm rot="10800000" flipH="1">
            <a:off x="1529010" y="4001857"/>
            <a:ext cx="3696133" cy="702120"/>
          </a:xfrm>
          <a:prstGeom prst="uturnArrow">
            <a:avLst>
              <a:gd name="adj1" fmla="val 25000"/>
              <a:gd name="adj2" fmla="val 25000"/>
              <a:gd name="adj3" fmla="val 22590"/>
              <a:gd name="adj4" fmla="val 52410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D8C49-4E24-4FCF-B069-7333592FF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2844800" cy="365125"/>
          </a:xfrm>
          <a:prstGeom prst="rect">
            <a:avLst/>
          </a:prstGeom>
        </p:spPr>
        <p:txBody>
          <a:bodyPr/>
          <a:lstStyle/>
          <a:p>
            <a:fld id="{0F418C06-167A-E646-9EF6-18275B625F6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24E135-3248-4007-8DC4-62344730A634}"/>
              </a:ext>
            </a:extLst>
          </p:cNvPr>
          <p:cNvSpPr/>
          <p:nvPr/>
        </p:nvSpPr>
        <p:spPr>
          <a:xfrm>
            <a:off x="675460" y="3011349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Local Job Market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94244E-36F5-48B4-B4FD-DC5707F151D1}"/>
              </a:ext>
            </a:extLst>
          </p:cNvPr>
          <p:cNvSpPr/>
          <p:nvPr/>
        </p:nvSpPr>
        <p:spPr>
          <a:xfrm>
            <a:off x="4029158" y="3011349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Current Workforce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41612-34D7-4FA6-8813-794E68C94539}"/>
              </a:ext>
            </a:extLst>
          </p:cNvPr>
          <p:cNvSpPr/>
          <p:nvPr/>
        </p:nvSpPr>
        <p:spPr>
          <a:xfrm>
            <a:off x="7382856" y="3011349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Educational Opportunities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5DBC5DA5-D6E2-1148-A1DE-9CBF42BB201B}"/>
              </a:ext>
            </a:extLst>
          </p:cNvPr>
          <p:cNvSpPr/>
          <p:nvPr/>
        </p:nvSpPr>
        <p:spPr>
          <a:xfrm rot="16200000">
            <a:off x="3148278" y="3101712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2B8D0580-B81E-D147-B6C7-05B11E7BF5C6}"/>
              </a:ext>
            </a:extLst>
          </p:cNvPr>
          <p:cNvSpPr/>
          <p:nvPr/>
        </p:nvSpPr>
        <p:spPr>
          <a:xfrm rot="16200000">
            <a:off x="6537160" y="3101712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ADBCEE41-E22A-6C42-808F-B6655D7423A7}"/>
              </a:ext>
            </a:extLst>
          </p:cNvPr>
          <p:cNvSpPr/>
          <p:nvPr/>
        </p:nvSpPr>
        <p:spPr>
          <a:xfrm rot="10800000" flipH="1">
            <a:off x="1007783" y="4036398"/>
            <a:ext cx="7589085" cy="2194674"/>
          </a:xfrm>
          <a:prstGeom prst="uturnArrow">
            <a:avLst>
              <a:gd name="adj1" fmla="val 8717"/>
              <a:gd name="adj2" fmla="val 10154"/>
              <a:gd name="adj3" fmla="val 9181"/>
              <a:gd name="adj4" fmla="val 53368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212231C7-6FF8-0740-8E6D-547D55053947}"/>
              </a:ext>
            </a:extLst>
          </p:cNvPr>
          <p:cNvSpPr txBox="1">
            <a:spLocks/>
          </p:cNvSpPr>
          <p:nvPr/>
        </p:nvSpPr>
        <p:spPr>
          <a:xfrm>
            <a:off x="48382" y="385581"/>
            <a:ext cx="12192000" cy="693139"/>
          </a:xfrm>
          <a:prstGeom prst="rect">
            <a:avLst/>
          </a:prstGeom>
        </p:spPr>
        <p:txBody>
          <a:bodyPr vert="horz"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Investigating Local Educational Opportunities</a:t>
            </a:r>
          </a:p>
        </p:txBody>
      </p:sp>
      <p:sp>
        <p:nvSpPr>
          <p:cNvPr id="12" name="Rectangle: Rounded Corners 4">
            <a:extLst>
              <a:ext uri="{FF2B5EF4-FFF2-40B4-BE49-F238E27FC236}">
                <a16:creationId xmlns:a16="http://schemas.microsoft.com/office/drawing/2014/main" id="{A139F4A8-016F-2A43-B306-4A3834DD8948}"/>
              </a:ext>
            </a:extLst>
          </p:cNvPr>
          <p:cNvSpPr/>
          <p:nvPr/>
        </p:nvSpPr>
        <p:spPr>
          <a:xfrm>
            <a:off x="9235684" y="1866950"/>
            <a:ext cx="1321480" cy="693139"/>
          </a:xfrm>
          <a:prstGeom prst="roundRect">
            <a:avLst>
              <a:gd name="adj" fmla="val 1781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Traditional Education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: Rounded Corners 5">
            <a:extLst>
              <a:ext uri="{FF2B5EF4-FFF2-40B4-BE49-F238E27FC236}">
                <a16:creationId xmlns:a16="http://schemas.microsoft.com/office/drawing/2014/main" id="{BE41225D-1E1B-BA46-A47B-E10B3961500A}"/>
              </a:ext>
            </a:extLst>
          </p:cNvPr>
          <p:cNvSpPr/>
          <p:nvPr/>
        </p:nvSpPr>
        <p:spPr>
          <a:xfrm>
            <a:off x="15600710" y="5332057"/>
            <a:ext cx="1988127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>
                <a:cs typeface="Calibri"/>
              </a:rPr>
              <a:t>Non-Traditional Education</a:t>
            </a:r>
          </a:p>
        </p:txBody>
      </p:sp>
      <p:sp>
        <p:nvSpPr>
          <p:cNvPr id="14" name="Rectangle: Rounded Corners 8">
            <a:extLst>
              <a:ext uri="{FF2B5EF4-FFF2-40B4-BE49-F238E27FC236}">
                <a16:creationId xmlns:a16="http://schemas.microsoft.com/office/drawing/2014/main" id="{3B078891-DCFE-9E4C-8F78-0F13C1DD6367}"/>
              </a:ext>
            </a:extLst>
          </p:cNvPr>
          <p:cNvSpPr/>
          <p:nvPr/>
        </p:nvSpPr>
        <p:spPr>
          <a:xfrm>
            <a:off x="9105142" y="1307186"/>
            <a:ext cx="1582564" cy="4198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Apprenticeships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Rectangle: Rounded Corners 9">
            <a:extLst>
              <a:ext uri="{FF2B5EF4-FFF2-40B4-BE49-F238E27FC236}">
                <a16:creationId xmlns:a16="http://schemas.microsoft.com/office/drawing/2014/main" id="{8B675B17-2592-674B-8C77-FA5BDD1044BC}"/>
              </a:ext>
            </a:extLst>
          </p:cNvPr>
          <p:cNvSpPr/>
          <p:nvPr/>
        </p:nvSpPr>
        <p:spPr>
          <a:xfrm>
            <a:off x="10805031" y="1910972"/>
            <a:ext cx="1153748" cy="60267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Associate's degrees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ectangle: Rounded Corners 11">
            <a:extLst>
              <a:ext uri="{FF2B5EF4-FFF2-40B4-BE49-F238E27FC236}">
                <a16:creationId xmlns:a16="http://schemas.microsoft.com/office/drawing/2014/main" id="{766015F8-EFF6-0745-8D61-608C486D0EBD}"/>
              </a:ext>
            </a:extLst>
          </p:cNvPr>
          <p:cNvSpPr/>
          <p:nvPr/>
        </p:nvSpPr>
        <p:spPr>
          <a:xfrm>
            <a:off x="15911668" y="6576079"/>
            <a:ext cx="1364673" cy="406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cs typeface="Calibri"/>
              </a:rPr>
              <a:t>Certifications</a:t>
            </a:r>
            <a:endParaRPr lang="en-US"/>
          </a:p>
        </p:txBody>
      </p:sp>
      <p:sp>
        <p:nvSpPr>
          <p:cNvPr id="17" name="Rectangle: Rounded Corners 12">
            <a:extLst>
              <a:ext uri="{FF2B5EF4-FFF2-40B4-BE49-F238E27FC236}">
                <a16:creationId xmlns:a16="http://schemas.microsoft.com/office/drawing/2014/main" id="{E7E5CA18-8F3E-CA4B-A525-0F51C309A466}"/>
              </a:ext>
            </a:extLst>
          </p:cNvPr>
          <p:cNvSpPr/>
          <p:nvPr/>
        </p:nvSpPr>
        <p:spPr>
          <a:xfrm>
            <a:off x="17907385" y="6076977"/>
            <a:ext cx="1295401" cy="7874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cs typeface="Calibri"/>
              </a:rPr>
              <a:t>Massively open online courses</a:t>
            </a:r>
            <a:endParaRPr lang="en-US"/>
          </a:p>
        </p:txBody>
      </p:sp>
      <p:sp>
        <p:nvSpPr>
          <p:cNvPr id="18" name="Rectangle: Rounded Corners 13">
            <a:extLst>
              <a:ext uri="{FF2B5EF4-FFF2-40B4-BE49-F238E27FC236}">
                <a16:creationId xmlns:a16="http://schemas.microsoft.com/office/drawing/2014/main" id="{A2121B5A-BD49-2F49-BCB3-808C056F40C9}"/>
              </a:ext>
            </a:extLst>
          </p:cNvPr>
          <p:cNvSpPr/>
          <p:nvPr/>
        </p:nvSpPr>
        <p:spPr>
          <a:xfrm>
            <a:off x="14238345" y="6223942"/>
            <a:ext cx="1168402" cy="6026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cs typeface="Calibri"/>
              </a:rPr>
              <a:t>Coding bootcamps</a:t>
            </a:r>
            <a:endParaRPr lang="en-US"/>
          </a:p>
        </p:txBody>
      </p:sp>
      <p:sp>
        <p:nvSpPr>
          <p:cNvPr id="19" name="Rectangle: Rounded Corners 14">
            <a:extLst>
              <a:ext uri="{FF2B5EF4-FFF2-40B4-BE49-F238E27FC236}">
                <a16:creationId xmlns:a16="http://schemas.microsoft.com/office/drawing/2014/main" id="{FDE7BA72-E2D6-134A-A5F8-C7EAFEFAAC7C}"/>
              </a:ext>
            </a:extLst>
          </p:cNvPr>
          <p:cNvSpPr/>
          <p:nvPr/>
        </p:nvSpPr>
        <p:spPr>
          <a:xfrm>
            <a:off x="7761689" y="1912182"/>
            <a:ext cx="1226128" cy="60267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Certificate programs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EDB24B-FD57-6C4E-B3E1-3D9A7CC6A1EE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10557164" y="2212309"/>
            <a:ext cx="247867" cy="121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F9D16D-6E84-D849-8BA0-88F3B6EE0E06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 flipV="1">
            <a:off x="9896424" y="1727016"/>
            <a:ext cx="0" cy="139934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7D90FB-0DC9-B145-96A5-A0CB33F6902F}"/>
              </a:ext>
            </a:extLst>
          </p:cNvPr>
          <p:cNvCxnSpPr>
            <a:cxnSpLocks/>
            <a:stCxn id="12" idx="1"/>
            <a:endCxn id="19" idx="3"/>
          </p:cNvCxnSpPr>
          <p:nvPr/>
        </p:nvCxnSpPr>
        <p:spPr>
          <a:xfrm flipH="1" flipV="1">
            <a:off x="8987817" y="2213519"/>
            <a:ext cx="247867" cy="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97B37A-6F93-1F43-847E-25AA265B8EB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6594005" y="6246457"/>
            <a:ext cx="769" cy="3157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DFEF9FA-A27B-1441-BB2F-9E5B29475AFA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17588837" y="5789257"/>
            <a:ext cx="318548" cy="6814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AEC646-7D1A-BB48-A6E4-AA93696ADAC7}"/>
              </a:ext>
            </a:extLst>
          </p:cNvPr>
          <p:cNvCxnSpPr>
            <a:stCxn id="13" idx="1"/>
            <a:endCxn id="18" idx="3"/>
          </p:cNvCxnSpPr>
          <p:nvPr/>
        </p:nvCxnSpPr>
        <p:spPr>
          <a:xfrm flipH="1">
            <a:off x="15406747" y="5789257"/>
            <a:ext cx="193963" cy="7360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Bent Arrow 46">
            <a:extLst>
              <a:ext uri="{FF2B5EF4-FFF2-40B4-BE49-F238E27FC236}">
                <a16:creationId xmlns:a16="http://schemas.microsoft.com/office/drawing/2014/main" id="{45B1FC02-DE49-964B-A5D1-92A0C6A00AD7}"/>
              </a:ext>
            </a:extLst>
          </p:cNvPr>
          <p:cNvSpPr/>
          <p:nvPr/>
        </p:nvSpPr>
        <p:spPr>
          <a:xfrm rot="16200000" flipV="1">
            <a:off x="9401894" y="2805418"/>
            <a:ext cx="760068" cy="487095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Rectangle: Rounded Corners 5">
            <a:extLst>
              <a:ext uri="{FF2B5EF4-FFF2-40B4-BE49-F238E27FC236}">
                <a16:creationId xmlns:a16="http://schemas.microsoft.com/office/drawing/2014/main" id="{129F7727-DC83-BF42-99FF-2091825C0AF3}"/>
              </a:ext>
            </a:extLst>
          </p:cNvPr>
          <p:cNvSpPr/>
          <p:nvPr/>
        </p:nvSpPr>
        <p:spPr>
          <a:xfrm>
            <a:off x="8766144" y="4323618"/>
            <a:ext cx="1760487" cy="7122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>
                <a:solidFill>
                  <a:schemeClr val="bg1"/>
                </a:solidFill>
                <a:cs typeface="Calibri"/>
              </a:rPr>
              <a:t>Non-Traditional Education</a:t>
            </a:r>
          </a:p>
        </p:txBody>
      </p:sp>
      <p:sp>
        <p:nvSpPr>
          <p:cNvPr id="49" name="Bent Arrow 48">
            <a:extLst>
              <a:ext uri="{FF2B5EF4-FFF2-40B4-BE49-F238E27FC236}">
                <a16:creationId xmlns:a16="http://schemas.microsoft.com/office/drawing/2014/main" id="{AA6BA5D4-552E-2047-BDB1-F1D43809E05E}"/>
              </a:ext>
            </a:extLst>
          </p:cNvPr>
          <p:cNvSpPr/>
          <p:nvPr/>
        </p:nvSpPr>
        <p:spPr>
          <a:xfrm rot="5400000">
            <a:off x="9377185" y="3674329"/>
            <a:ext cx="760068" cy="487095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8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B13C-61E4-684C-817C-A9F454E5A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144400"/>
            <a:ext cx="10972800" cy="1511680"/>
          </a:xfrm>
        </p:spPr>
        <p:txBody>
          <a:bodyPr anchor="t"/>
          <a:lstStyle/>
          <a:p>
            <a:r>
              <a:rPr lang="en-US">
                <a:latin typeface="ITC Franklin Gothic Std Book"/>
              </a:rPr>
              <a:t>Education Data - </a:t>
            </a:r>
            <a:r>
              <a:rPr lang="en-US" b="0">
                <a:latin typeface="ITC Franklin Gothic Std Book"/>
              </a:rPr>
              <a:t>Providers of Traditional Credentials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D8D6A-1AE1-7C44-999F-A1599CD1A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40407D-4376-42F5-B26D-8A68E6794D19}"/>
              </a:ext>
            </a:extLst>
          </p:cNvPr>
          <p:cNvSpPr txBox="1"/>
          <p:nvPr/>
        </p:nvSpPr>
        <p:spPr>
          <a:xfrm>
            <a:off x="592961" y="1662191"/>
            <a:ext cx="9472650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,Sans-Serif"/>
              <a:buChar char="•"/>
            </a:pPr>
            <a:r>
              <a:rPr lang="en-US" sz="3200">
                <a:solidFill>
                  <a:schemeClr val="tx2"/>
                </a:solidFill>
                <a:ea typeface="+mn-lt"/>
                <a:cs typeface="+mn-lt"/>
              </a:rPr>
              <a:t>State Council of Higher Education for Virginia (SCHEV)</a:t>
            </a:r>
          </a:p>
          <a:p>
            <a:pPr marL="914400" lvl="1" indent="-457200">
              <a:buFont typeface="Arial,Sans-Serif"/>
              <a:buChar char="•"/>
            </a:pPr>
            <a:r>
              <a:rPr lang="en-US" sz="3200">
                <a:solidFill>
                  <a:schemeClr val="tx2"/>
                </a:solidFill>
                <a:ea typeface="+mn-lt"/>
                <a:cs typeface="+mn-lt"/>
              </a:rPr>
              <a:t>Colleges and Universities</a:t>
            </a:r>
          </a:p>
          <a:p>
            <a:pPr marL="457200" indent="-457200">
              <a:buFont typeface="Arial,Sans-Serif"/>
              <a:buChar char="•"/>
            </a:pPr>
            <a:r>
              <a:rPr lang="en-US" sz="3200">
                <a:solidFill>
                  <a:schemeClr val="tx2"/>
                </a:solidFill>
                <a:latin typeface="ITC Franklin Gothic Std Book"/>
                <a:ea typeface="+mn-lt"/>
                <a:cs typeface="+mn-lt"/>
              </a:rPr>
              <a:t>Department of Labor and Industry (Virginia DOLI)</a:t>
            </a:r>
            <a:endParaRPr lang="en-US" sz="3200">
              <a:solidFill>
                <a:schemeClr val="tx2"/>
              </a:solidFill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3200">
                <a:solidFill>
                  <a:schemeClr val="tx2"/>
                </a:solidFill>
                <a:latin typeface="ITC Franklin Gothic Std Book"/>
                <a:ea typeface="+mn-lt"/>
                <a:cs typeface="+mn-lt"/>
              </a:rPr>
              <a:t>Apprenticeships</a:t>
            </a:r>
          </a:p>
          <a:p>
            <a:pPr indent="-457200">
              <a:buFont typeface="Arial,Sans-Serif"/>
              <a:buChar char="•"/>
            </a:pPr>
            <a:r>
              <a:rPr lang="en-US" sz="3200">
                <a:solidFill>
                  <a:schemeClr val="tx2"/>
                </a:solidFill>
                <a:latin typeface="ITC Franklin Gothic Std Book Co"/>
                <a:ea typeface="+mn-lt"/>
                <a:cs typeface="+mn-lt"/>
              </a:rPr>
              <a:t>Virginia Department of Education (VDOE)</a:t>
            </a:r>
          </a:p>
          <a:p>
            <a:pPr marL="914400" lvl="1" indent="-457200">
              <a:buFont typeface="Arial,Sans-Serif"/>
              <a:buChar char="•"/>
            </a:pPr>
            <a:r>
              <a:rPr lang="en-US" sz="3200">
                <a:solidFill>
                  <a:schemeClr val="tx2"/>
                </a:solidFill>
                <a:latin typeface="ITC Franklin Gothic Std Book Co"/>
                <a:ea typeface="+mn-lt"/>
                <a:cs typeface="+mn-lt"/>
              </a:rPr>
              <a:t>High School Career and Technical Schools</a:t>
            </a:r>
          </a:p>
          <a:p>
            <a:pPr marL="457200" indent="-457200">
              <a:buFont typeface="Arial,Sans-Serif"/>
              <a:buChar char="•"/>
            </a:pPr>
            <a:r>
              <a:rPr lang="en-US" sz="3200">
                <a:solidFill>
                  <a:schemeClr val="tx2"/>
                </a:solidFill>
                <a:latin typeface="ITC Franklin Gothic Std Book Co"/>
                <a:cs typeface="Calibri"/>
              </a:rPr>
              <a:t>Virginia Community Colleges System (VCCS)</a:t>
            </a:r>
          </a:p>
          <a:p>
            <a:pPr marL="914400" lvl="1" indent="-457200">
              <a:buFont typeface="Arial,Sans-Serif"/>
              <a:buChar char="•"/>
            </a:pPr>
            <a:r>
              <a:rPr lang="en-US" sz="3200">
                <a:solidFill>
                  <a:schemeClr val="tx2"/>
                </a:solidFill>
                <a:latin typeface="ITC Franklin Gothic Std Book Co"/>
                <a:cs typeface="Calibri"/>
              </a:rPr>
              <a:t>Credentials</a:t>
            </a:r>
          </a:p>
          <a:p>
            <a:pPr marL="457200" indent="-457200">
              <a:buFont typeface="Arial,Sans-Serif"/>
              <a:buChar char="•"/>
            </a:pPr>
            <a:endParaRPr lang="en-US" sz="3200">
              <a:solidFill>
                <a:schemeClr val="tx2"/>
              </a:solidFill>
              <a:latin typeface="ITC Franklin Gothic Std Book C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600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U-Turn Arrow 72">
            <a:extLst>
              <a:ext uri="{FF2B5EF4-FFF2-40B4-BE49-F238E27FC236}">
                <a16:creationId xmlns:a16="http://schemas.microsoft.com/office/drawing/2014/main" id="{A1490C63-A758-A149-9223-B5086587493D}"/>
              </a:ext>
            </a:extLst>
          </p:cNvPr>
          <p:cNvSpPr/>
          <p:nvPr/>
        </p:nvSpPr>
        <p:spPr>
          <a:xfrm rot="10800000" flipH="1">
            <a:off x="1529010" y="4001857"/>
            <a:ext cx="3056609" cy="702120"/>
          </a:xfrm>
          <a:prstGeom prst="uturnArrow">
            <a:avLst>
              <a:gd name="adj1" fmla="val 25000"/>
              <a:gd name="adj2" fmla="val 25000"/>
              <a:gd name="adj3" fmla="val 22590"/>
              <a:gd name="adj4" fmla="val 52410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D8C49-4E24-4FCF-B069-7333592FF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2844800" cy="365125"/>
          </a:xfrm>
          <a:prstGeom prst="rect">
            <a:avLst/>
          </a:prstGeom>
        </p:spPr>
        <p:txBody>
          <a:bodyPr/>
          <a:lstStyle/>
          <a:p>
            <a:fld id="{0F418C06-167A-E646-9EF6-18275B625F6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24E135-3248-4007-8DC4-62344730A634}"/>
              </a:ext>
            </a:extLst>
          </p:cNvPr>
          <p:cNvSpPr/>
          <p:nvPr/>
        </p:nvSpPr>
        <p:spPr>
          <a:xfrm>
            <a:off x="675460" y="3011349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Local Job Market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94244E-36F5-48B4-B4FD-DC5707F151D1}"/>
              </a:ext>
            </a:extLst>
          </p:cNvPr>
          <p:cNvSpPr/>
          <p:nvPr/>
        </p:nvSpPr>
        <p:spPr>
          <a:xfrm>
            <a:off x="4029158" y="3011349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Current Workforce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41612-34D7-4FA6-8813-794E68C94539}"/>
              </a:ext>
            </a:extLst>
          </p:cNvPr>
          <p:cNvSpPr/>
          <p:nvPr/>
        </p:nvSpPr>
        <p:spPr>
          <a:xfrm>
            <a:off x="7382856" y="3011349"/>
            <a:ext cx="1988127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Educational Opportunities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5DBC5DA5-D6E2-1148-A1DE-9CBF42BB201B}"/>
              </a:ext>
            </a:extLst>
          </p:cNvPr>
          <p:cNvSpPr/>
          <p:nvPr/>
        </p:nvSpPr>
        <p:spPr>
          <a:xfrm rot="16200000">
            <a:off x="3148278" y="3101712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2B8D0580-B81E-D147-B6C7-05B11E7BF5C6}"/>
              </a:ext>
            </a:extLst>
          </p:cNvPr>
          <p:cNvSpPr/>
          <p:nvPr/>
        </p:nvSpPr>
        <p:spPr>
          <a:xfrm rot="16200000">
            <a:off x="6537160" y="3101712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ADBCEE41-E22A-6C42-808F-B6655D7423A7}"/>
              </a:ext>
            </a:extLst>
          </p:cNvPr>
          <p:cNvSpPr/>
          <p:nvPr/>
        </p:nvSpPr>
        <p:spPr>
          <a:xfrm rot="10800000" flipH="1">
            <a:off x="1007783" y="4036398"/>
            <a:ext cx="7589085" cy="2194674"/>
          </a:xfrm>
          <a:prstGeom prst="uturnArrow">
            <a:avLst>
              <a:gd name="adj1" fmla="val 8717"/>
              <a:gd name="adj2" fmla="val 10154"/>
              <a:gd name="adj3" fmla="val 9181"/>
              <a:gd name="adj4" fmla="val 53368"/>
              <a:gd name="adj5" fmla="val 10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212231C7-6FF8-0740-8E6D-547D55053947}"/>
              </a:ext>
            </a:extLst>
          </p:cNvPr>
          <p:cNvSpPr txBox="1">
            <a:spLocks/>
          </p:cNvSpPr>
          <p:nvPr/>
        </p:nvSpPr>
        <p:spPr>
          <a:xfrm>
            <a:off x="48382" y="385581"/>
            <a:ext cx="12192000" cy="693139"/>
          </a:xfrm>
          <a:prstGeom prst="rect">
            <a:avLst/>
          </a:prstGeom>
        </p:spPr>
        <p:txBody>
          <a:bodyPr vert="horz"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Investigating Local Educational Opportunities</a:t>
            </a:r>
          </a:p>
        </p:txBody>
      </p:sp>
      <p:sp>
        <p:nvSpPr>
          <p:cNvPr id="12" name="Rectangle: Rounded Corners 4">
            <a:extLst>
              <a:ext uri="{FF2B5EF4-FFF2-40B4-BE49-F238E27FC236}">
                <a16:creationId xmlns:a16="http://schemas.microsoft.com/office/drawing/2014/main" id="{A139F4A8-016F-2A43-B306-4A3834DD8948}"/>
              </a:ext>
            </a:extLst>
          </p:cNvPr>
          <p:cNvSpPr/>
          <p:nvPr/>
        </p:nvSpPr>
        <p:spPr>
          <a:xfrm>
            <a:off x="9235684" y="1866950"/>
            <a:ext cx="1321480" cy="693139"/>
          </a:xfrm>
          <a:prstGeom prst="roundRect">
            <a:avLst>
              <a:gd name="adj" fmla="val 1781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Traditional Education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: Rounded Corners 5">
            <a:extLst>
              <a:ext uri="{FF2B5EF4-FFF2-40B4-BE49-F238E27FC236}">
                <a16:creationId xmlns:a16="http://schemas.microsoft.com/office/drawing/2014/main" id="{BE41225D-1E1B-BA46-A47B-E10B3961500A}"/>
              </a:ext>
            </a:extLst>
          </p:cNvPr>
          <p:cNvSpPr/>
          <p:nvPr/>
        </p:nvSpPr>
        <p:spPr>
          <a:xfrm>
            <a:off x="15600710" y="5332057"/>
            <a:ext cx="1988127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>
                <a:cs typeface="Calibri"/>
              </a:rPr>
              <a:t>Non-Traditional Education</a:t>
            </a:r>
          </a:p>
        </p:txBody>
      </p:sp>
      <p:sp>
        <p:nvSpPr>
          <p:cNvPr id="14" name="Rectangle: Rounded Corners 8">
            <a:extLst>
              <a:ext uri="{FF2B5EF4-FFF2-40B4-BE49-F238E27FC236}">
                <a16:creationId xmlns:a16="http://schemas.microsoft.com/office/drawing/2014/main" id="{3B078891-DCFE-9E4C-8F78-0F13C1DD6367}"/>
              </a:ext>
            </a:extLst>
          </p:cNvPr>
          <p:cNvSpPr/>
          <p:nvPr/>
        </p:nvSpPr>
        <p:spPr>
          <a:xfrm>
            <a:off x="9105142" y="1307186"/>
            <a:ext cx="1582564" cy="4198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Apprenticeships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Rectangle: Rounded Corners 9">
            <a:extLst>
              <a:ext uri="{FF2B5EF4-FFF2-40B4-BE49-F238E27FC236}">
                <a16:creationId xmlns:a16="http://schemas.microsoft.com/office/drawing/2014/main" id="{8B675B17-2592-674B-8C77-FA5BDD1044BC}"/>
              </a:ext>
            </a:extLst>
          </p:cNvPr>
          <p:cNvSpPr/>
          <p:nvPr/>
        </p:nvSpPr>
        <p:spPr>
          <a:xfrm>
            <a:off x="10805031" y="1910972"/>
            <a:ext cx="1153748" cy="6026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Associate's degrees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ectangle: Rounded Corners 11">
            <a:extLst>
              <a:ext uri="{FF2B5EF4-FFF2-40B4-BE49-F238E27FC236}">
                <a16:creationId xmlns:a16="http://schemas.microsoft.com/office/drawing/2014/main" id="{766015F8-EFF6-0745-8D61-608C486D0EBD}"/>
              </a:ext>
            </a:extLst>
          </p:cNvPr>
          <p:cNvSpPr/>
          <p:nvPr/>
        </p:nvSpPr>
        <p:spPr>
          <a:xfrm>
            <a:off x="15911668" y="6576079"/>
            <a:ext cx="1364673" cy="406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cs typeface="Calibri"/>
              </a:rPr>
              <a:t>Certifications</a:t>
            </a:r>
            <a:endParaRPr lang="en-US"/>
          </a:p>
        </p:txBody>
      </p:sp>
      <p:sp>
        <p:nvSpPr>
          <p:cNvPr id="17" name="Rectangle: Rounded Corners 12">
            <a:extLst>
              <a:ext uri="{FF2B5EF4-FFF2-40B4-BE49-F238E27FC236}">
                <a16:creationId xmlns:a16="http://schemas.microsoft.com/office/drawing/2014/main" id="{E7E5CA18-8F3E-CA4B-A525-0F51C309A466}"/>
              </a:ext>
            </a:extLst>
          </p:cNvPr>
          <p:cNvSpPr/>
          <p:nvPr/>
        </p:nvSpPr>
        <p:spPr>
          <a:xfrm>
            <a:off x="17907385" y="6076977"/>
            <a:ext cx="1295401" cy="7874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cs typeface="Calibri"/>
              </a:rPr>
              <a:t>Massively open online courses</a:t>
            </a:r>
            <a:endParaRPr lang="en-US"/>
          </a:p>
        </p:txBody>
      </p:sp>
      <p:sp>
        <p:nvSpPr>
          <p:cNvPr id="18" name="Rectangle: Rounded Corners 13">
            <a:extLst>
              <a:ext uri="{FF2B5EF4-FFF2-40B4-BE49-F238E27FC236}">
                <a16:creationId xmlns:a16="http://schemas.microsoft.com/office/drawing/2014/main" id="{A2121B5A-BD49-2F49-BCB3-808C056F40C9}"/>
              </a:ext>
            </a:extLst>
          </p:cNvPr>
          <p:cNvSpPr/>
          <p:nvPr/>
        </p:nvSpPr>
        <p:spPr>
          <a:xfrm>
            <a:off x="14238345" y="6223942"/>
            <a:ext cx="1168402" cy="6026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cs typeface="Calibri"/>
              </a:rPr>
              <a:t>Coding bootcamps</a:t>
            </a:r>
            <a:endParaRPr lang="en-US"/>
          </a:p>
        </p:txBody>
      </p:sp>
      <p:sp>
        <p:nvSpPr>
          <p:cNvPr id="19" name="Rectangle: Rounded Corners 14">
            <a:extLst>
              <a:ext uri="{FF2B5EF4-FFF2-40B4-BE49-F238E27FC236}">
                <a16:creationId xmlns:a16="http://schemas.microsoft.com/office/drawing/2014/main" id="{FDE7BA72-E2D6-134A-A5F8-C7EAFEFAAC7C}"/>
              </a:ext>
            </a:extLst>
          </p:cNvPr>
          <p:cNvSpPr/>
          <p:nvPr/>
        </p:nvSpPr>
        <p:spPr>
          <a:xfrm>
            <a:off x="7761689" y="1912182"/>
            <a:ext cx="1226128" cy="6026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Certificate programs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EDB24B-FD57-6C4E-B3E1-3D9A7CC6A1EE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10557164" y="2212309"/>
            <a:ext cx="247867" cy="1211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F9D16D-6E84-D849-8BA0-88F3B6EE0E06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 flipV="1">
            <a:off x="9896424" y="1727016"/>
            <a:ext cx="0" cy="139934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7D90FB-0DC9-B145-96A5-A0CB33F6902F}"/>
              </a:ext>
            </a:extLst>
          </p:cNvPr>
          <p:cNvCxnSpPr>
            <a:cxnSpLocks/>
            <a:stCxn id="12" idx="1"/>
            <a:endCxn id="19" idx="3"/>
          </p:cNvCxnSpPr>
          <p:nvPr/>
        </p:nvCxnSpPr>
        <p:spPr>
          <a:xfrm flipH="1" flipV="1">
            <a:off x="8987817" y="2213519"/>
            <a:ext cx="247867" cy="1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97B37A-6F93-1F43-847E-25AA265B8EB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6594005" y="6246457"/>
            <a:ext cx="769" cy="3157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DFEF9FA-A27B-1441-BB2F-9E5B29475AFA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17588837" y="5789257"/>
            <a:ext cx="318548" cy="6814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AEC646-7D1A-BB48-A6E4-AA93696ADAC7}"/>
              </a:ext>
            </a:extLst>
          </p:cNvPr>
          <p:cNvCxnSpPr>
            <a:stCxn id="13" idx="1"/>
            <a:endCxn id="18" idx="3"/>
          </p:cNvCxnSpPr>
          <p:nvPr/>
        </p:nvCxnSpPr>
        <p:spPr>
          <a:xfrm flipH="1">
            <a:off x="15406747" y="5789257"/>
            <a:ext cx="193963" cy="7360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Bent Arrow 32">
            <a:extLst>
              <a:ext uri="{FF2B5EF4-FFF2-40B4-BE49-F238E27FC236}">
                <a16:creationId xmlns:a16="http://schemas.microsoft.com/office/drawing/2014/main" id="{0C9A0C73-D5AA-5046-A16F-56BFA5F74E92}"/>
              </a:ext>
            </a:extLst>
          </p:cNvPr>
          <p:cNvSpPr/>
          <p:nvPr/>
        </p:nvSpPr>
        <p:spPr>
          <a:xfrm rot="16200000" flipV="1">
            <a:off x="9401894" y="2805418"/>
            <a:ext cx="760068" cy="487095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: Rounded Corners 5">
            <a:extLst>
              <a:ext uri="{FF2B5EF4-FFF2-40B4-BE49-F238E27FC236}">
                <a16:creationId xmlns:a16="http://schemas.microsoft.com/office/drawing/2014/main" id="{169D5938-642E-5C4F-8293-8015A311227F}"/>
              </a:ext>
            </a:extLst>
          </p:cNvPr>
          <p:cNvSpPr/>
          <p:nvPr/>
        </p:nvSpPr>
        <p:spPr>
          <a:xfrm>
            <a:off x="8766144" y="4323618"/>
            <a:ext cx="1760487" cy="71223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>
                <a:solidFill>
                  <a:schemeClr val="bg1"/>
                </a:solidFill>
                <a:cs typeface="Calibri"/>
              </a:rPr>
              <a:t>Non-Traditional Education</a:t>
            </a:r>
          </a:p>
        </p:txBody>
      </p:sp>
      <p:sp>
        <p:nvSpPr>
          <p:cNvPr id="31" name="Rectangle: Rounded Corners 11">
            <a:extLst>
              <a:ext uri="{FF2B5EF4-FFF2-40B4-BE49-F238E27FC236}">
                <a16:creationId xmlns:a16="http://schemas.microsoft.com/office/drawing/2014/main" id="{CE5F188E-C4B4-254A-AF10-85447D588EEA}"/>
              </a:ext>
            </a:extLst>
          </p:cNvPr>
          <p:cNvSpPr/>
          <p:nvPr/>
        </p:nvSpPr>
        <p:spPr>
          <a:xfrm>
            <a:off x="8970224" y="5219756"/>
            <a:ext cx="1364673" cy="406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Certifications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Rectangle: Rounded Corners 12">
            <a:extLst>
              <a:ext uri="{FF2B5EF4-FFF2-40B4-BE49-F238E27FC236}">
                <a16:creationId xmlns:a16="http://schemas.microsoft.com/office/drawing/2014/main" id="{C2177EC8-6F74-E74E-85E3-4889CACC6AB4}"/>
              </a:ext>
            </a:extLst>
          </p:cNvPr>
          <p:cNvSpPr/>
          <p:nvPr/>
        </p:nvSpPr>
        <p:spPr>
          <a:xfrm>
            <a:off x="10736554" y="3880260"/>
            <a:ext cx="1295401" cy="7874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Massively open online courses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5" name="Rectangle: Rounded Corners 13">
            <a:extLst>
              <a:ext uri="{FF2B5EF4-FFF2-40B4-BE49-F238E27FC236}">
                <a16:creationId xmlns:a16="http://schemas.microsoft.com/office/drawing/2014/main" id="{476AA2B3-8ED8-B340-8C0F-68EDE9871B4B}"/>
              </a:ext>
            </a:extLst>
          </p:cNvPr>
          <p:cNvSpPr/>
          <p:nvPr/>
        </p:nvSpPr>
        <p:spPr>
          <a:xfrm>
            <a:off x="10796605" y="4918419"/>
            <a:ext cx="1175298" cy="60267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Coding bootcamps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25013D-B5C2-9B42-A3DF-6DC7C1D4043D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9646388" y="5035853"/>
            <a:ext cx="6173" cy="18390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71E442-6C05-1247-A765-0ED2B65350B9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 flipV="1">
            <a:off x="10526631" y="4273961"/>
            <a:ext cx="209923" cy="405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AA8E44-7E72-8A49-81DA-DC43645D1309}"/>
              </a:ext>
            </a:extLst>
          </p:cNvPr>
          <p:cNvCxnSpPr>
            <a:stCxn id="30" idx="3"/>
            <a:endCxn id="35" idx="1"/>
          </p:cNvCxnSpPr>
          <p:nvPr/>
        </p:nvCxnSpPr>
        <p:spPr>
          <a:xfrm>
            <a:off x="10526631" y="4679736"/>
            <a:ext cx="269974" cy="54002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Bent Arrow 41">
            <a:extLst>
              <a:ext uri="{FF2B5EF4-FFF2-40B4-BE49-F238E27FC236}">
                <a16:creationId xmlns:a16="http://schemas.microsoft.com/office/drawing/2014/main" id="{8AFD8CA5-0ACE-7842-B3BB-61191CF22AB5}"/>
              </a:ext>
            </a:extLst>
          </p:cNvPr>
          <p:cNvSpPr/>
          <p:nvPr/>
        </p:nvSpPr>
        <p:spPr>
          <a:xfrm rot="5400000">
            <a:off x="9377185" y="3674329"/>
            <a:ext cx="760068" cy="487095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6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B13C-61E4-684C-817C-A9F454E5A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144400"/>
            <a:ext cx="10972800" cy="1511680"/>
          </a:xfrm>
        </p:spPr>
        <p:txBody>
          <a:bodyPr anchor="t"/>
          <a:lstStyle/>
          <a:p>
            <a:r>
              <a:rPr lang="en-US">
                <a:latin typeface="ITC Franklin Gothic Std Book"/>
              </a:rPr>
              <a:t>Education Data - </a:t>
            </a:r>
            <a:r>
              <a:rPr lang="en-US" b="0">
                <a:latin typeface="ITC Franklin Gothic Std Book"/>
              </a:rPr>
              <a:t>Providers of Alternative Credentials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16C42-99D4-7247-8FF5-09616B28C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60" y="2105736"/>
            <a:ext cx="5228862" cy="2704260"/>
          </a:xfrm>
        </p:spPr>
        <p:txBody>
          <a:bodyPr anchor="t"/>
          <a:lstStyle/>
          <a:p>
            <a:pPr marL="0" indent="0">
              <a:buNone/>
            </a:pPr>
            <a:r>
              <a:rPr lang="en-US">
                <a:solidFill>
                  <a:schemeClr val="tx2"/>
                </a:solidFill>
                <a:latin typeface="ITC Franklin Gothic Std Book"/>
              </a:rPr>
              <a:t>CareerOneStop</a:t>
            </a:r>
            <a:endParaRPr lang="en-US">
              <a:solidFill>
                <a:schemeClr val="tx2"/>
              </a:solidFill>
            </a:endParaRPr>
          </a:p>
          <a:p>
            <a:pPr marL="914400" lvl="1" indent="-457200">
              <a:buChar char="•"/>
            </a:pPr>
            <a:r>
              <a:rPr lang="en-US">
                <a:solidFill>
                  <a:schemeClr val="tx2"/>
                </a:solidFill>
                <a:latin typeface="ITC Franklin Gothic Std Book"/>
              </a:rPr>
              <a:t>Certification</a:t>
            </a:r>
            <a:endParaRPr lang="en-US">
              <a:solidFill>
                <a:schemeClr val="tx2"/>
              </a:solidFill>
            </a:endParaRPr>
          </a:p>
          <a:p>
            <a:pPr marL="914400" lvl="1" indent="-457200">
              <a:buChar char="•"/>
            </a:pPr>
            <a:r>
              <a:rPr lang="en-US">
                <a:solidFill>
                  <a:schemeClr val="tx2"/>
                </a:solidFill>
                <a:latin typeface="ITC Franklin Gothic Std Book"/>
              </a:rPr>
              <a:t>Licenses</a:t>
            </a:r>
            <a:endParaRPr lang="en-US">
              <a:solidFill>
                <a:schemeClr val="tx2"/>
              </a:solidFill>
            </a:endParaRPr>
          </a:p>
          <a:p>
            <a:pPr marL="914400" lvl="1" indent="-457200">
              <a:buChar char="•"/>
            </a:pPr>
            <a:r>
              <a:rPr lang="en-US">
                <a:solidFill>
                  <a:schemeClr val="tx2"/>
                </a:solidFill>
                <a:latin typeface="ITC Franklin Gothic Std Book"/>
              </a:rPr>
              <a:t>Professional Associations</a:t>
            </a:r>
          </a:p>
          <a:p>
            <a:pPr marL="914400" lvl="1" indent="-457200">
              <a:buChar char="•"/>
            </a:pPr>
            <a:r>
              <a:rPr lang="en-US">
                <a:solidFill>
                  <a:schemeClr val="tx2"/>
                </a:solidFill>
                <a:latin typeface="ITC Franklin Gothic Std Book"/>
              </a:rPr>
              <a:t>Apprenticeship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D8D6A-1AE1-7C44-999F-A1599CD1A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170D53F-6E5F-407E-B984-5D9104ABE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26" y="2550833"/>
            <a:ext cx="5029200" cy="1756334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A8D1C9-B0BC-4946-97D1-BA5634ACCE7C}"/>
              </a:ext>
            </a:extLst>
          </p:cNvPr>
          <p:cNvSpPr txBox="1">
            <a:spLocks/>
          </p:cNvSpPr>
          <p:nvPr/>
        </p:nvSpPr>
        <p:spPr>
          <a:xfrm>
            <a:off x="2243287" y="5436392"/>
            <a:ext cx="7696832" cy="606657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chemeClr val="tx2"/>
                </a:solidFill>
                <a:latin typeface="ITC Franklin Gothic Std Book"/>
                <a:cs typeface="Calibri"/>
              </a:rPr>
              <a:t>Challenge: Connecting provider list to students in our MSAs</a:t>
            </a:r>
          </a:p>
        </p:txBody>
      </p:sp>
    </p:spTree>
    <p:extLst>
      <p:ext uri="{BB962C8B-B14F-4D97-AF65-F5344CB8AC3E}">
        <p14:creationId xmlns:p14="http://schemas.microsoft.com/office/powerpoint/2010/main" val="108824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B13C-61E4-684C-817C-A9F454E5A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144400"/>
            <a:ext cx="10972800" cy="1511680"/>
          </a:xfrm>
        </p:spPr>
        <p:txBody>
          <a:bodyPr anchor="t"/>
          <a:lstStyle/>
          <a:p>
            <a:r>
              <a:rPr lang="en-US">
                <a:latin typeface="ITC Franklin Gothic Std Book"/>
              </a:rPr>
              <a:t>Education Data - </a:t>
            </a:r>
            <a:r>
              <a:rPr lang="en-US" b="0">
                <a:latin typeface="ITC Franklin Gothic Std Book"/>
              </a:rPr>
              <a:t>Providers of Alternative Credentials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16C42-99D4-7247-8FF5-09616B28C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26" y="1798455"/>
            <a:ext cx="7359744" cy="3904865"/>
          </a:xfrm>
        </p:spPr>
        <p:txBody>
          <a:bodyPr anchor="t"/>
          <a:lstStyle/>
          <a:p>
            <a:pPr marL="0" indent="0">
              <a:buNone/>
            </a:pPr>
            <a:r>
              <a:rPr lang="en-US">
                <a:solidFill>
                  <a:schemeClr val="tx2"/>
                </a:solidFill>
                <a:latin typeface="ITC Franklin Gothic Std Book"/>
              </a:rPr>
              <a:t>Credential Engine Registry</a:t>
            </a:r>
            <a:endParaRPr lang="en-US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Apprenticeship Certificate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Associate Degree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Bachelor Degree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Badge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Certificate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Degree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Digital Badge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Diploma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Doctoral Degree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General Education Development</a:t>
            </a:r>
          </a:p>
          <a:p>
            <a:pPr lvl="1"/>
            <a:endParaRPr lang="en-US" sz="1800">
              <a:solidFill>
                <a:schemeClr val="tx2">
                  <a:lumMod val="75000"/>
                </a:schemeClr>
              </a:solidFill>
              <a:latin typeface="ITC Franklin Gothic Std Book"/>
            </a:endParaRPr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D8D6A-1AE1-7C44-999F-A1599CD1A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050" name="Picture 2" descr="Image result for credential engine logo">
            <a:extLst>
              <a:ext uri="{FF2B5EF4-FFF2-40B4-BE49-F238E27FC236}">
                <a16:creationId xmlns:a16="http://schemas.microsoft.com/office/drawing/2014/main" id="{34F3535B-1C10-4141-AAD0-91403B59D1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52" t="-10688" r="-6570" b="-11232"/>
          <a:stretch/>
        </p:blipFill>
        <p:spPr bwMode="auto">
          <a:xfrm>
            <a:off x="8066762" y="2730674"/>
            <a:ext cx="3348487" cy="1402915"/>
          </a:xfrm>
          <a:prstGeom prst="rect">
            <a:avLst/>
          </a:prstGeom>
          <a:noFill/>
          <a:ln w="127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55340D-3C5A-4090-B409-DF5BA6F9F6AD}"/>
              </a:ext>
            </a:extLst>
          </p:cNvPr>
          <p:cNvSpPr txBox="1">
            <a:spLocks/>
          </p:cNvSpPr>
          <p:nvPr/>
        </p:nvSpPr>
        <p:spPr>
          <a:xfrm>
            <a:off x="4055506" y="2326742"/>
            <a:ext cx="5228862" cy="3904865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Journeyman Certificate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Licenses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Master Certificate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Master Degree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MicroCredential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OpenBadge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Professional Doctorate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Quality Assurance Credential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Research Doctorate</a:t>
            </a:r>
          </a:p>
          <a:p>
            <a:pPr lvl="1"/>
            <a:r>
              <a:rPr lang="en-US" sz="1800">
                <a:solidFill>
                  <a:schemeClr val="tx2"/>
                </a:solidFill>
                <a:latin typeface="ITC Franklin Gothic Std Book"/>
              </a:rPr>
              <a:t>Secondary School Diploma</a:t>
            </a:r>
          </a:p>
          <a:p>
            <a:pPr lvl="1"/>
            <a:endParaRPr lang="en-US" sz="1800">
              <a:latin typeface="ITC Franklin Gothic Std Book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D882F5-1518-408C-96FC-B78BF527A5A7}"/>
              </a:ext>
            </a:extLst>
          </p:cNvPr>
          <p:cNvSpPr txBox="1">
            <a:spLocks/>
          </p:cNvSpPr>
          <p:nvPr/>
        </p:nvSpPr>
        <p:spPr>
          <a:xfrm>
            <a:off x="2243287" y="5629735"/>
            <a:ext cx="7662713" cy="606657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chemeClr val="tx2"/>
                </a:solidFill>
                <a:latin typeface="ITC Franklin Gothic Std Book"/>
                <a:cs typeface="Calibri"/>
              </a:rPr>
              <a:t>Challenge: Connecting provider lists to students in our MSAs</a:t>
            </a:r>
          </a:p>
        </p:txBody>
      </p:sp>
    </p:spTree>
    <p:extLst>
      <p:ext uri="{BB962C8B-B14F-4D97-AF65-F5344CB8AC3E}">
        <p14:creationId xmlns:p14="http://schemas.microsoft.com/office/powerpoint/2010/main" val="19629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D8D6A-1AE1-7C44-999F-A1599CD1A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5AB9B90-93A2-477A-88BD-5C3C98BD93C8}"/>
              </a:ext>
            </a:extLst>
          </p:cNvPr>
          <p:cNvSpPr txBox="1">
            <a:spLocks/>
          </p:cNvSpPr>
          <p:nvPr/>
        </p:nvSpPr>
        <p:spPr>
          <a:xfrm>
            <a:off x="598026" y="144400"/>
            <a:ext cx="10972800" cy="1511680"/>
          </a:xfrm>
        </p:spPr>
        <p:txBody>
          <a:bodyPr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E46C0A"/>
                </a:solidFill>
                <a:latin typeface="ITC Franklin Gothic Std Book"/>
              </a:rPr>
              <a:t>Education Data </a:t>
            </a:r>
            <a:r>
              <a:rPr lang="en-US">
                <a:solidFill>
                  <a:srgbClr val="E46C0A"/>
                </a:solidFill>
                <a:latin typeface="ITC Franklin Gothic Std Book"/>
              </a:rPr>
              <a:t>- Providers of Alternative Credentials</a:t>
            </a:r>
            <a:endParaRPr lang="en-US">
              <a:solidFill>
                <a:srgbClr val="E46C0A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D49719C-FFA2-4235-9083-185B2CF5B502}"/>
              </a:ext>
            </a:extLst>
          </p:cNvPr>
          <p:cNvSpPr txBox="1">
            <a:spLocks/>
          </p:cNvSpPr>
          <p:nvPr/>
        </p:nvSpPr>
        <p:spPr>
          <a:xfrm>
            <a:off x="867139" y="1535408"/>
            <a:ext cx="5228862" cy="3904865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>
                <a:solidFill>
                  <a:schemeClr val="tx2"/>
                </a:solidFill>
                <a:latin typeface="ITC Franklin Gothic Std Book"/>
              </a:rPr>
              <a:t>Class Central</a:t>
            </a:r>
            <a:endParaRPr lang="en-US">
              <a:solidFill>
                <a:schemeClr val="tx2"/>
              </a:solidFill>
              <a:cs typeface="Calibri"/>
            </a:endParaRPr>
          </a:p>
          <a:p>
            <a:pPr lvl="1"/>
            <a:r>
              <a:rPr lang="en-US">
                <a:solidFill>
                  <a:schemeClr val="tx2"/>
                </a:solidFill>
                <a:latin typeface="ITC Franklin Gothic Std Book"/>
              </a:rPr>
              <a:t>Massive Online Open Courses (MOOCs)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CF9FD3E-370A-446F-ABF4-E297EF751C47}"/>
              </a:ext>
            </a:extLst>
          </p:cNvPr>
          <p:cNvSpPr txBox="1">
            <a:spLocks/>
          </p:cNvSpPr>
          <p:nvPr/>
        </p:nvSpPr>
        <p:spPr>
          <a:xfrm>
            <a:off x="6341964" y="1535408"/>
            <a:ext cx="5228862" cy="3904865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>
                <a:solidFill>
                  <a:schemeClr val="tx2"/>
                </a:solidFill>
                <a:latin typeface="ITC Franklin Gothic Std Book"/>
              </a:rPr>
              <a:t>Course Report &amp; Switchup</a:t>
            </a:r>
            <a:endParaRPr lang="en-US">
              <a:solidFill>
                <a:schemeClr val="tx2"/>
              </a:solidFill>
              <a:cs typeface="Calibri"/>
            </a:endParaRPr>
          </a:p>
          <a:p>
            <a:pPr lvl="1"/>
            <a:r>
              <a:rPr lang="en-US">
                <a:solidFill>
                  <a:schemeClr val="tx2"/>
                </a:solidFill>
                <a:latin typeface="ITC Franklin Gothic Std Book"/>
              </a:rPr>
              <a:t>Coding Bootcamps</a:t>
            </a:r>
            <a:endParaRPr lang="en-US">
              <a:solidFill>
                <a:schemeClr val="tx2"/>
              </a:solidFill>
            </a:endParaRPr>
          </a:p>
        </p:txBody>
      </p:sp>
      <p:pic>
        <p:nvPicPr>
          <p:cNvPr id="1026" name="Picture 2" descr="Image result for class central logo">
            <a:extLst>
              <a:ext uri="{FF2B5EF4-FFF2-40B4-BE49-F238E27FC236}">
                <a16:creationId xmlns:a16="http://schemas.microsoft.com/office/drawing/2014/main" id="{D8EBB7FC-E6DB-4940-ABF2-79FC4063C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105" y="3429000"/>
            <a:ext cx="1813560" cy="181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course report logo">
            <a:extLst>
              <a:ext uri="{FF2B5EF4-FFF2-40B4-BE49-F238E27FC236}">
                <a16:creationId xmlns:a16="http://schemas.microsoft.com/office/drawing/2014/main" id="{DB8F1104-5AEE-4B75-910B-05F49215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646" y="3429000"/>
            <a:ext cx="1813560" cy="181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switchup logo">
            <a:extLst>
              <a:ext uri="{FF2B5EF4-FFF2-40B4-BE49-F238E27FC236}">
                <a16:creationId xmlns:a16="http://schemas.microsoft.com/office/drawing/2014/main" id="{9B1473F5-92BC-4664-A2AA-8A3559661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187" y="3487840"/>
            <a:ext cx="1813560" cy="181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176CC4-EDF0-411A-83CC-E6CB0BC9BECA}"/>
              </a:ext>
            </a:extLst>
          </p:cNvPr>
          <p:cNvSpPr txBox="1">
            <a:spLocks/>
          </p:cNvSpPr>
          <p:nvPr/>
        </p:nvSpPr>
        <p:spPr>
          <a:xfrm>
            <a:off x="2243287" y="5436392"/>
            <a:ext cx="7696832" cy="606657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chemeClr val="tx2"/>
                </a:solidFill>
                <a:latin typeface="ITC Franklin Gothic Std Book"/>
                <a:cs typeface="Calibri"/>
              </a:rPr>
              <a:t>Challenge: Connecting provider lists to students in our MSAs</a:t>
            </a:r>
          </a:p>
        </p:txBody>
      </p:sp>
    </p:spTree>
    <p:extLst>
      <p:ext uri="{BB962C8B-B14F-4D97-AF65-F5344CB8AC3E}">
        <p14:creationId xmlns:p14="http://schemas.microsoft.com/office/powerpoint/2010/main" val="403867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U-Turn Arrow 72">
            <a:extLst>
              <a:ext uri="{FF2B5EF4-FFF2-40B4-BE49-F238E27FC236}">
                <a16:creationId xmlns:a16="http://schemas.microsoft.com/office/drawing/2014/main" id="{A1490C63-A758-A149-9223-B5086587493D}"/>
              </a:ext>
            </a:extLst>
          </p:cNvPr>
          <p:cNvSpPr/>
          <p:nvPr/>
        </p:nvSpPr>
        <p:spPr>
          <a:xfrm rot="10800000" flipH="1">
            <a:off x="1529010" y="3692548"/>
            <a:ext cx="3577380" cy="702120"/>
          </a:xfrm>
          <a:prstGeom prst="uturnArrow">
            <a:avLst>
              <a:gd name="adj1" fmla="val 25000"/>
              <a:gd name="adj2" fmla="val 25000"/>
              <a:gd name="adj3" fmla="val 22590"/>
              <a:gd name="adj4" fmla="val 52410"/>
              <a:gd name="adj5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D8C49-4E24-4FCF-B069-7333592FF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2844800" cy="365125"/>
          </a:xfrm>
          <a:prstGeom prst="rect">
            <a:avLst/>
          </a:prstGeom>
        </p:spPr>
        <p:txBody>
          <a:bodyPr/>
          <a:lstStyle/>
          <a:p>
            <a:fld id="{0F418C06-167A-E646-9EF6-18275B625F6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24E135-3248-4007-8DC4-62344730A634}"/>
              </a:ext>
            </a:extLst>
          </p:cNvPr>
          <p:cNvSpPr/>
          <p:nvPr/>
        </p:nvSpPr>
        <p:spPr>
          <a:xfrm>
            <a:off x="675460" y="2702040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Local Job Market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94244E-36F5-48B4-B4FD-DC5707F151D1}"/>
              </a:ext>
            </a:extLst>
          </p:cNvPr>
          <p:cNvSpPr/>
          <p:nvPr/>
        </p:nvSpPr>
        <p:spPr>
          <a:xfrm>
            <a:off x="4029158" y="2702040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Current Workforce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41612-34D7-4FA6-8813-794E68C94539}"/>
              </a:ext>
            </a:extLst>
          </p:cNvPr>
          <p:cNvSpPr/>
          <p:nvPr/>
        </p:nvSpPr>
        <p:spPr>
          <a:xfrm>
            <a:off x="7382856" y="2702040"/>
            <a:ext cx="198812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Educational Opportunities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Down Arrow 61">
            <a:extLst>
              <a:ext uri="{FF2B5EF4-FFF2-40B4-BE49-F238E27FC236}">
                <a16:creationId xmlns:a16="http://schemas.microsoft.com/office/drawing/2014/main" id="{5DBC5DA5-D6E2-1148-A1DE-9CBF42BB201B}"/>
              </a:ext>
            </a:extLst>
          </p:cNvPr>
          <p:cNvSpPr/>
          <p:nvPr/>
        </p:nvSpPr>
        <p:spPr>
          <a:xfrm rot="16200000">
            <a:off x="3148278" y="2792403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2B8D0580-B81E-D147-B6C7-05B11E7BF5C6}"/>
              </a:ext>
            </a:extLst>
          </p:cNvPr>
          <p:cNvSpPr/>
          <p:nvPr/>
        </p:nvSpPr>
        <p:spPr>
          <a:xfrm rot="16200000">
            <a:off x="6537160" y="2792403"/>
            <a:ext cx="325821" cy="73367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ADBCEE41-E22A-6C42-808F-B6655D7423A7}"/>
              </a:ext>
            </a:extLst>
          </p:cNvPr>
          <p:cNvSpPr/>
          <p:nvPr/>
        </p:nvSpPr>
        <p:spPr>
          <a:xfrm rot="10800000" flipH="1">
            <a:off x="1007783" y="3727089"/>
            <a:ext cx="7589085" cy="2194674"/>
          </a:xfrm>
          <a:prstGeom prst="uturnArrow">
            <a:avLst>
              <a:gd name="adj1" fmla="val 8717"/>
              <a:gd name="adj2" fmla="val 10154"/>
              <a:gd name="adj3" fmla="val 9181"/>
              <a:gd name="adj4" fmla="val 53368"/>
              <a:gd name="adj5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212231C7-6FF8-0740-8E6D-547D55053947}"/>
              </a:ext>
            </a:extLst>
          </p:cNvPr>
          <p:cNvSpPr txBox="1">
            <a:spLocks/>
          </p:cNvSpPr>
          <p:nvPr/>
        </p:nvSpPr>
        <p:spPr>
          <a:xfrm>
            <a:off x="0" y="207047"/>
            <a:ext cx="12192000" cy="693139"/>
          </a:xfrm>
          <a:prstGeom prst="rect">
            <a:avLst/>
          </a:prstGeom>
        </p:spPr>
        <p:txBody>
          <a:bodyPr vert="horz"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Connections and Mismatch</a:t>
            </a:r>
          </a:p>
        </p:txBody>
      </p:sp>
      <p:sp>
        <p:nvSpPr>
          <p:cNvPr id="12" name="Rectangle: Rounded Corners 4">
            <a:extLst>
              <a:ext uri="{FF2B5EF4-FFF2-40B4-BE49-F238E27FC236}">
                <a16:creationId xmlns:a16="http://schemas.microsoft.com/office/drawing/2014/main" id="{A139F4A8-016F-2A43-B306-4A3834DD8948}"/>
              </a:ext>
            </a:extLst>
          </p:cNvPr>
          <p:cNvSpPr/>
          <p:nvPr/>
        </p:nvSpPr>
        <p:spPr>
          <a:xfrm>
            <a:off x="9235684" y="1557641"/>
            <a:ext cx="1321480" cy="693139"/>
          </a:xfrm>
          <a:prstGeom prst="roundRect">
            <a:avLst>
              <a:gd name="adj" fmla="val 1781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cs typeface="Calibri"/>
              </a:rPr>
              <a:t>Traditional Education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: Rounded Corners 5">
            <a:extLst>
              <a:ext uri="{FF2B5EF4-FFF2-40B4-BE49-F238E27FC236}">
                <a16:creationId xmlns:a16="http://schemas.microsoft.com/office/drawing/2014/main" id="{BE41225D-1E1B-BA46-A47B-E10B3961500A}"/>
              </a:ext>
            </a:extLst>
          </p:cNvPr>
          <p:cNvSpPr/>
          <p:nvPr/>
        </p:nvSpPr>
        <p:spPr>
          <a:xfrm>
            <a:off x="15600710" y="5332057"/>
            <a:ext cx="1988127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>
                <a:cs typeface="Calibri"/>
              </a:rPr>
              <a:t>Non-Traditional Education</a:t>
            </a:r>
          </a:p>
        </p:txBody>
      </p:sp>
      <p:sp>
        <p:nvSpPr>
          <p:cNvPr id="14" name="Rectangle: Rounded Corners 8">
            <a:extLst>
              <a:ext uri="{FF2B5EF4-FFF2-40B4-BE49-F238E27FC236}">
                <a16:creationId xmlns:a16="http://schemas.microsoft.com/office/drawing/2014/main" id="{3B078891-DCFE-9E4C-8F78-0F13C1DD6367}"/>
              </a:ext>
            </a:extLst>
          </p:cNvPr>
          <p:cNvSpPr/>
          <p:nvPr/>
        </p:nvSpPr>
        <p:spPr>
          <a:xfrm>
            <a:off x="9105142" y="997877"/>
            <a:ext cx="1582564" cy="4198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Apprenticeships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Rectangle: Rounded Corners 9">
            <a:extLst>
              <a:ext uri="{FF2B5EF4-FFF2-40B4-BE49-F238E27FC236}">
                <a16:creationId xmlns:a16="http://schemas.microsoft.com/office/drawing/2014/main" id="{8B675B17-2592-674B-8C77-FA5BDD1044BC}"/>
              </a:ext>
            </a:extLst>
          </p:cNvPr>
          <p:cNvSpPr/>
          <p:nvPr/>
        </p:nvSpPr>
        <p:spPr>
          <a:xfrm>
            <a:off x="10805031" y="1601663"/>
            <a:ext cx="1153748" cy="6026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Associate's degrees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ectangle: Rounded Corners 11">
            <a:extLst>
              <a:ext uri="{FF2B5EF4-FFF2-40B4-BE49-F238E27FC236}">
                <a16:creationId xmlns:a16="http://schemas.microsoft.com/office/drawing/2014/main" id="{766015F8-EFF6-0745-8D61-608C486D0EBD}"/>
              </a:ext>
            </a:extLst>
          </p:cNvPr>
          <p:cNvSpPr/>
          <p:nvPr/>
        </p:nvSpPr>
        <p:spPr>
          <a:xfrm>
            <a:off x="15911668" y="6576079"/>
            <a:ext cx="1364673" cy="406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cs typeface="Calibri"/>
              </a:rPr>
              <a:t>Certifications</a:t>
            </a:r>
            <a:endParaRPr lang="en-US"/>
          </a:p>
        </p:txBody>
      </p:sp>
      <p:sp>
        <p:nvSpPr>
          <p:cNvPr id="17" name="Rectangle: Rounded Corners 12">
            <a:extLst>
              <a:ext uri="{FF2B5EF4-FFF2-40B4-BE49-F238E27FC236}">
                <a16:creationId xmlns:a16="http://schemas.microsoft.com/office/drawing/2014/main" id="{E7E5CA18-8F3E-CA4B-A525-0F51C309A466}"/>
              </a:ext>
            </a:extLst>
          </p:cNvPr>
          <p:cNvSpPr/>
          <p:nvPr/>
        </p:nvSpPr>
        <p:spPr>
          <a:xfrm>
            <a:off x="17907385" y="6076977"/>
            <a:ext cx="1295401" cy="7874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cs typeface="Calibri"/>
              </a:rPr>
              <a:t>Massively open online courses</a:t>
            </a:r>
            <a:endParaRPr lang="en-US"/>
          </a:p>
        </p:txBody>
      </p:sp>
      <p:sp>
        <p:nvSpPr>
          <p:cNvPr id="18" name="Rectangle: Rounded Corners 13">
            <a:extLst>
              <a:ext uri="{FF2B5EF4-FFF2-40B4-BE49-F238E27FC236}">
                <a16:creationId xmlns:a16="http://schemas.microsoft.com/office/drawing/2014/main" id="{A2121B5A-BD49-2F49-BCB3-808C056F40C9}"/>
              </a:ext>
            </a:extLst>
          </p:cNvPr>
          <p:cNvSpPr/>
          <p:nvPr/>
        </p:nvSpPr>
        <p:spPr>
          <a:xfrm>
            <a:off x="14238345" y="6223942"/>
            <a:ext cx="1168402" cy="6026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cs typeface="Calibri"/>
              </a:rPr>
              <a:t>Coding bootcamps</a:t>
            </a:r>
            <a:endParaRPr lang="en-US"/>
          </a:p>
        </p:txBody>
      </p:sp>
      <p:sp>
        <p:nvSpPr>
          <p:cNvPr id="19" name="Rectangle: Rounded Corners 14">
            <a:extLst>
              <a:ext uri="{FF2B5EF4-FFF2-40B4-BE49-F238E27FC236}">
                <a16:creationId xmlns:a16="http://schemas.microsoft.com/office/drawing/2014/main" id="{FDE7BA72-E2D6-134A-A5F8-C7EAFEFAAC7C}"/>
              </a:ext>
            </a:extLst>
          </p:cNvPr>
          <p:cNvSpPr/>
          <p:nvPr/>
        </p:nvSpPr>
        <p:spPr>
          <a:xfrm>
            <a:off x="7761689" y="1602873"/>
            <a:ext cx="1226128" cy="6026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Certificate programs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EDB24B-FD57-6C4E-B3E1-3D9A7CC6A1EE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10557164" y="1903000"/>
            <a:ext cx="247867" cy="1211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F9D16D-6E84-D849-8BA0-88F3B6EE0E06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 flipV="1">
            <a:off x="9896424" y="1417707"/>
            <a:ext cx="0" cy="139934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7D90FB-0DC9-B145-96A5-A0CB33F6902F}"/>
              </a:ext>
            </a:extLst>
          </p:cNvPr>
          <p:cNvCxnSpPr>
            <a:cxnSpLocks/>
            <a:stCxn id="12" idx="1"/>
            <a:endCxn id="19" idx="3"/>
          </p:cNvCxnSpPr>
          <p:nvPr/>
        </p:nvCxnSpPr>
        <p:spPr>
          <a:xfrm flipH="1" flipV="1">
            <a:off x="8987817" y="1904210"/>
            <a:ext cx="247867" cy="1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97B37A-6F93-1F43-847E-25AA265B8EB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6594005" y="6246457"/>
            <a:ext cx="769" cy="3157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DFEF9FA-A27B-1441-BB2F-9E5B29475AFA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17588837" y="5789257"/>
            <a:ext cx="318548" cy="6814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AEC646-7D1A-BB48-A6E4-AA93696ADAC7}"/>
              </a:ext>
            </a:extLst>
          </p:cNvPr>
          <p:cNvCxnSpPr>
            <a:stCxn id="13" idx="1"/>
            <a:endCxn id="18" idx="3"/>
          </p:cNvCxnSpPr>
          <p:nvPr/>
        </p:nvCxnSpPr>
        <p:spPr>
          <a:xfrm flipH="1">
            <a:off x="15406747" y="5789257"/>
            <a:ext cx="193963" cy="7360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Bent Arrow 32">
            <a:extLst>
              <a:ext uri="{FF2B5EF4-FFF2-40B4-BE49-F238E27FC236}">
                <a16:creationId xmlns:a16="http://schemas.microsoft.com/office/drawing/2014/main" id="{0C9A0C73-D5AA-5046-A16F-56BFA5F74E92}"/>
              </a:ext>
            </a:extLst>
          </p:cNvPr>
          <p:cNvSpPr/>
          <p:nvPr/>
        </p:nvSpPr>
        <p:spPr>
          <a:xfrm rot="16200000" flipV="1">
            <a:off x="9401894" y="2496109"/>
            <a:ext cx="760068" cy="487095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: Rounded Corners 5">
            <a:extLst>
              <a:ext uri="{FF2B5EF4-FFF2-40B4-BE49-F238E27FC236}">
                <a16:creationId xmlns:a16="http://schemas.microsoft.com/office/drawing/2014/main" id="{169D5938-642E-5C4F-8293-8015A311227F}"/>
              </a:ext>
            </a:extLst>
          </p:cNvPr>
          <p:cNvSpPr/>
          <p:nvPr/>
        </p:nvSpPr>
        <p:spPr>
          <a:xfrm>
            <a:off x="8766144" y="4014309"/>
            <a:ext cx="1760487" cy="7122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>
                <a:solidFill>
                  <a:schemeClr val="bg1"/>
                </a:solidFill>
                <a:cs typeface="Calibri"/>
              </a:rPr>
              <a:t>Non-Traditional Education</a:t>
            </a:r>
          </a:p>
        </p:txBody>
      </p:sp>
      <p:sp>
        <p:nvSpPr>
          <p:cNvPr id="31" name="Rectangle: Rounded Corners 11">
            <a:extLst>
              <a:ext uri="{FF2B5EF4-FFF2-40B4-BE49-F238E27FC236}">
                <a16:creationId xmlns:a16="http://schemas.microsoft.com/office/drawing/2014/main" id="{CE5F188E-C4B4-254A-AF10-85447D588EEA}"/>
              </a:ext>
            </a:extLst>
          </p:cNvPr>
          <p:cNvSpPr/>
          <p:nvPr/>
        </p:nvSpPr>
        <p:spPr>
          <a:xfrm>
            <a:off x="8970224" y="4910447"/>
            <a:ext cx="1364673" cy="406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Certifications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Rectangle: Rounded Corners 12">
            <a:extLst>
              <a:ext uri="{FF2B5EF4-FFF2-40B4-BE49-F238E27FC236}">
                <a16:creationId xmlns:a16="http://schemas.microsoft.com/office/drawing/2014/main" id="{C2177EC8-6F74-E74E-85E3-4889CACC6AB4}"/>
              </a:ext>
            </a:extLst>
          </p:cNvPr>
          <p:cNvSpPr/>
          <p:nvPr/>
        </p:nvSpPr>
        <p:spPr>
          <a:xfrm>
            <a:off x="10736554" y="3570951"/>
            <a:ext cx="1295401" cy="7874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Massively open online courses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5" name="Rectangle: Rounded Corners 13">
            <a:extLst>
              <a:ext uri="{FF2B5EF4-FFF2-40B4-BE49-F238E27FC236}">
                <a16:creationId xmlns:a16="http://schemas.microsoft.com/office/drawing/2014/main" id="{476AA2B3-8ED8-B340-8C0F-68EDE9871B4B}"/>
              </a:ext>
            </a:extLst>
          </p:cNvPr>
          <p:cNvSpPr/>
          <p:nvPr/>
        </p:nvSpPr>
        <p:spPr>
          <a:xfrm>
            <a:off x="10796605" y="4609110"/>
            <a:ext cx="1175298" cy="6026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Coding bootcamps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25013D-B5C2-9B42-A3DF-6DC7C1D4043D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9646388" y="4726544"/>
            <a:ext cx="6173" cy="183903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71E442-6C05-1247-A765-0ED2B65350B9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 flipV="1">
            <a:off x="10526631" y="3964652"/>
            <a:ext cx="209923" cy="405775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AA8E44-7E72-8A49-81DA-DC43645D1309}"/>
              </a:ext>
            </a:extLst>
          </p:cNvPr>
          <p:cNvCxnSpPr>
            <a:stCxn id="30" idx="3"/>
            <a:endCxn id="35" idx="1"/>
          </p:cNvCxnSpPr>
          <p:nvPr/>
        </p:nvCxnSpPr>
        <p:spPr>
          <a:xfrm>
            <a:off x="10526631" y="4370427"/>
            <a:ext cx="269974" cy="54002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Bent Arrow 41">
            <a:extLst>
              <a:ext uri="{FF2B5EF4-FFF2-40B4-BE49-F238E27FC236}">
                <a16:creationId xmlns:a16="http://schemas.microsoft.com/office/drawing/2014/main" id="{8AFD8CA5-0ACE-7842-B3BB-61191CF22AB5}"/>
              </a:ext>
            </a:extLst>
          </p:cNvPr>
          <p:cNvSpPr/>
          <p:nvPr/>
        </p:nvSpPr>
        <p:spPr>
          <a:xfrm rot="5400000">
            <a:off x="9377185" y="3365020"/>
            <a:ext cx="760068" cy="487095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A2D35F-1B2C-0A4B-9398-04F4D748AEF2}"/>
              </a:ext>
            </a:extLst>
          </p:cNvPr>
          <p:cNvSpPr txBox="1"/>
          <p:nvPr/>
        </p:nvSpPr>
        <p:spPr>
          <a:xfrm>
            <a:off x="2308074" y="5929748"/>
            <a:ext cx="4835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Do local educational opportunities prepare workers for in-demand local jobs?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8D97C4-61A9-4D4B-88F0-FA9E05FB7472}"/>
              </a:ext>
            </a:extLst>
          </p:cNvPr>
          <p:cNvSpPr txBox="1"/>
          <p:nvPr/>
        </p:nvSpPr>
        <p:spPr>
          <a:xfrm>
            <a:off x="1644843" y="4421367"/>
            <a:ext cx="2940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Do the skills required by the job market match the skills of the local workforce?</a:t>
            </a:r>
          </a:p>
        </p:txBody>
      </p:sp>
    </p:spTree>
    <p:extLst>
      <p:ext uri="{BB962C8B-B14F-4D97-AF65-F5344CB8AC3E}">
        <p14:creationId xmlns:p14="http://schemas.microsoft.com/office/powerpoint/2010/main" val="146944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7B23F-9BE7-EA4E-847A-A0DD6467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Measuring Mismatch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05A4F-9E48-4546-A6BA-07B0DBBB1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F45D4F-25F0-40D1-B115-E7F2D882F3C1}"/>
              </a:ext>
            </a:extLst>
          </p:cNvPr>
          <p:cNvSpPr txBox="1">
            <a:spLocks/>
          </p:cNvSpPr>
          <p:nvPr/>
        </p:nvSpPr>
        <p:spPr>
          <a:xfrm>
            <a:off x="1136249" y="1217775"/>
            <a:ext cx="10434577" cy="4422449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ITC Franklin Gothic Std Book" panose="020B050403050302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/>
                </a:solidFill>
                <a:latin typeface="ITC Franklin Gothic Std Book"/>
              </a:rPr>
              <a:t>Mismatch metric from Berkes, Mohnen, and Taska (2018):</a:t>
            </a:r>
          </a:p>
          <a:p>
            <a:pPr lvl="1"/>
            <a:r>
              <a:rPr lang="en-US">
                <a:solidFill>
                  <a:schemeClr val="tx2"/>
                </a:solidFill>
                <a:latin typeface="ITC Franklin Gothic Std Book"/>
              </a:rPr>
              <a:t>Employer's perspective: are there enough workers with the right skills to fill open jobs?</a:t>
            </a:r>
          </a:p>
          <a:p>
            <a:pPr lvl="1"/>
            <a:r>
              <a:rPr lang="en-US">
                <a:solidFill>
                  <a:schemeClr val="tx2"/>
                </a:solidFill>
                <a:latin typeface="ITC Franklin Gothic Std Book"/>
              </a:rPr>
              <a:t>Job-seeker's perspective: are there enough jobs that match skillset of local workers?</a:t>
            </a:r>
          </a:p>
          <a:p>
            <a:pPr marL="457200" lvl="1" indent="0">
              <a:buNone/>
            </a:pPr>
            <a:endParaRPr lang="en-US" sz="1000">
              <a:solidFill>
                <a:schemeClr val="tx2"/>
              </a:solidFill>
              <a:latin typeface="ITC Franklin Gothic Std Book"/>
            </a:endParaRPr>
          </a:p>
          <a:p>
            <a:r>
              <a:rPr lang="en-US">
                <a:solidFill>
                  <a:schemeClr val="tx2"/>
                </a:solidFill>
                <a:latin typeface="ITC Franklin Gothic Std Book"/>
              </a:rPr>
              <a:t>Education: Mutual Information Index to get linkage strength between careers and educational paths, compare to local educational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52973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33B2-9EBA-402A-8A2F-0BBB1103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>
                <a:latin typeface="ITC Franklin Gothic Std Book"/>
              </a:rPr>
              <a:t>Ethics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E9634-1063-448C-8A71-1E76EF3B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>
                <a:solidFill>
                  <a:schemeClr val="accent1">
                    <a:lumMod val="50000"/>
                  </a:schemeClr>
                </a:solidFill>
                <a:latin typeface="ITC Franklin Gothic Std Book"/>
              </a:rPr>
              <a:t>Biases in the data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>
                <a:solidFill>
                  <a:schemeClr val="accent1">
                    <a:lumMod val="50000"/>
                  </a:schemeClr>
                </a:solidFill>
                <a:latin typeface="ITC Franklin Gothic Std Book"/>
              </a:rPr>
              <a:t>Some non-traditional providers guarantee a job after program completion, so the BGT resume data may not be comprehensive</a:t>
            </a:r>
          </a:p>
          <a:p>
            <a:pPr lvl="1"/>
            <a:r>
              <a:rPr lang="en-US">
                <a:solidFill>
                  <a:schemeClr val="accent1">
                    <a:lumMod val="50000"/>
                  </a:schemeClr>
                </a:solidFill>
                <a:latin typeface="ITC Franklin Gothic Std Book"/>
              </a:rPr>
              <a:t>The BGT job data may be skewed toward jobs requiring higher levels of education</a:t>
            </a:r>
          </a:p>
          <a:p>
            <a:pPr lvl="1"/>
            <a:r>
              <a:rPr lang="en-US">
                <a:solidFill>
                  <a:schemeClr val="accent1">
                    <a:lumMod val="50000"/>
                  </a:schemeClr>
                </a:solidFill>
                <a:latin typeface="ITC Franklin Gothic Std Book"/>
              </a:rPr>
              <a:t>The education data will not be comprehensive of every non-traditional education route</a:t>
            </a:r>
          </a:p>
          <a:p>
            <a:pPr lvl="1"/>
            <a:r>
              <a:rPr lang="en-US">
                <a:solidFill>
                  <a:schemeClr val="accent1">
                    <a:lumMod val="50000"/>
                  </a:schemeClr>
                </a:solidFill>
                <a:latin typeface="ITC Franklin Gothic Std Book"/>
              </a:rPr>
              <a:t>The project, for now, only focuses on two MSAs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81AFD-DD67-4C8F-A1A7-95133D839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7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9FC1-4B15-5B4F-84F5-7664AF7D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and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8F6EF-035C-994B-A128-EE5F04D67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9" y="1017824"/>
            <a:ext cx="4180563" cy="4422449"/>
          </a:xfrm>
        </p:spPr>
        <p:txBody>
          <a:bodyPr anchor="t"/>
          <a:lstStyle/>
          <a:p>
            <a:r>
              <a:rPr lang="en-US" sz="2400">
                <a:solidFill>
                  <a:schemeClr val="tx2"/>
                </a:solidFill>
              </a:rPr>
              <a:t>Data discovery</a:t>
            </a:r>
          </a:p>
          <a:p>
            <a:r>
              <a:rPr lang="en-US" sz="2400">
                <a:solidFill>
                  <a:schemeClr val="accent5"/>
                </a:solidFill>
              </a:rPr>
              <a:t>Data profiling</a:t>
            </a:r>
          </a:p>
          <a:p>
            <a:r>
              <a:rPr lang="en-US" sz="2400">
                <a:solidFill>
                  <a:schemeClr val="accent5"/>
                </a:solidFill>
              </a:rPr>
              <a:t>Construction of metric to capture mismatch</a:t>
            </a:r>
          </a:p>
          <a:p>
            <a:r>
              <a:rPr lang="en-US" sz="2400">
                <a:solidFill>
                  <a:schemeClr val="accent5"/>
                </a:solidFill>
                <a:latin typeface="ITC Franklin Gothic Std Book"/>
              </a:rPr>
              <a:t>Determine best definition of STW</a:t>
            </a:r>
          </a:p>
          <a:p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Exploratory data analysis</a:t>
            </a:r>
          </a:p>
          <a:p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Analysis of pathways to STW credentials and mismatch in Virginia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F2FFB-F177-9E47-8BAD-7B45B14D6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6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657DFB5B-E6B4-4B21-9754-13D8FFB4B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535" y="1504580"/>
            <a:ext cx="6542902" cy="3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7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itle p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5936A36B-A972-CA45-A872-575DBB5BE72E}"/>
    </a:ext>
  </a:extLst>
</a:theme>
</file>

<file path=ppt/theme/theme2.xml><?xml version="1.0" encoding="utf-8"?>
<a:theme xmlns:a="http://schemas.openxmlformats.org/drawingml/2006/main" name="conten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02727821-2E31-934A-A32E-C14E5F12B740}"/>
    </a:ext>
  </a:extLst>
</a:theme>
</file>

<file path=ppt/theme/theme3.xml><?xml version="1.0" encoding="utf-8"?>
<a:theme xmlns:a="http://schemas.openxmlformats.org/drawingml/2006/main" name="O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3200" dirty="0">
            <a:solidFill>
              <a:srgbClr val="233E50"/>
            </a:solidFill>
            <a:latin typeface="ITC Franklin Gothic Std Book" panose="020B05040305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D0C4570A-1D77-7046-B3DE-723FE9619450}"/>
    </a:ext>
  </a:extLst>
</a:theme>
</file>

<file path=ppt/theme/theme4.xml><?xml version="1.0" encoding="utf-8"?>
<a:theme xmlns:a="http://schemas.openxmlformats.org/drawingml/2006/main" name="O1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434CA7D8-5399-7149-85E4-3B3D3052645F}"/>
    </a:ext>
  </a:extLst>
</a:theme>
</file>

<file path=ppt/theme/theme5.xml><?xml version="1.0" encoding="utf-8"?>
<a:theme xmlns:a="http://schemas.openxmlformats.org/drawingml/2006/main" name="O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DFC5AA49-074C-B140-8DAD-ED0AE7B80A03}"/>
    </a:ext>
  </a:extLst>
</a:theme>
</file>

<file path=ppt/theme/theme6.xml><?xml version="1.0" encoding="utf-8"?>
<a:theme xmlns:a="http://schemas.openxmlformats.org/drawingml/2006/main" name="O2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DB7182D6-1745-874B-95D6-18CAC20F0806}"/>
    </a:ext>
  </a:extLst>
</a:theme>
</file>

<file path=ppt/theme/theme7.xml><?xml version="1.0" encoding="utf-8"?>
<a:theme xmlns:a="http://schemas.openxmlformats.org/drawingml/2006/main" name="O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73DE15A0-8418-BB4A-B272-16A28AFE5ABD}"/>
    </a:ext>
  </a:extLst>
</a:theme>
</file>

<file path=ppt/theme/theme8.xml><?xml version="1.0" encoding="utf-8"?>
<a:theme xmlns:a="http://schemas.openxmlformats.org/drawingml/2006/main" name="O3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CAF1A107-3AEE-A946-94CD-C3F923F9FBB3}"/>
    </a:ext>
  </a:extLst>
</a:theme>
</file>

<file path=ppt/theme/theme9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7069C071-F26A-1A4A-B28C-A371727EB3E6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0E6DBB37-3962-4BB3-9B3A-DD43B2249AC6}"/>
</file>

<file path=customXml/itemProps2.xml><?xml version="1.0" encoding="utf-8"?>
<ds:datastoreItem xmlns:ds="http://schemas.openxmlformats.org/officeDocument/2006/customXml" ds:itemID="{5FC8BCE4-E7A4-4F71-BE85-274BB623D4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92EF6C-D6BB-4608-BA35-E518DFB13D6B}">
  <ds:schemaRefs>
    <ds:schemaRef ds:uri="f003ee77-356f-42cf-a98d-4065128301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 page</Template>
  <Application>Microsoft Office PowerPoint</Application>
  <PresentationFormat>Widescreen</PresentationFormat>
  <Slides>24</Slides>
  <Notes>6</Notes>
  <HiddenSlides>2</HiddenSlide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title page</vt:lpstr>
      <vt:lpstr>contents</vt:lpstr>
      <vt:lpstr>O1</vt:lpstr>
      <vt:lpstr>O1: image</vt:lpstr>
      <vt:lpstr>O2</vt:lpstr>
      <vt:lpstr>O2: image</vt:lpstr>
      <vt:lpstr>O3</vt:lpstr>
      <vt:lpstr>O3: image</vt:lpstr>
      <vt:lpstr>blank</vt:lpstr>
      <vt:lpstr>PowerPoint Presentation</vt:lpstr>
      <vt:lpstr>What Is Skilled Technical Work?</vt:lpstr>
      <vt:lpstr>Focus on Richmond and Blacksburg</vt:lpstr>
      <vt:lpstr>Research Questions</vt:lpstr>
      <vt:lpstr>Data Pathways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Education Data - Providers of Traditional Credentials</vt:lpstr>
      <vt:lpstr>PowerPoint Presentation</vt:lpstr>
      <vt:lpstr>Education Data - Providers of Alternative Credentials</vt:lpstr>
      <vt:lpstr>Education Data - Providers of Alternative Credentials</vt:lpstr>
      <vt:lpstr>PowerPoint Presentation</vt:lpstr>
      <vt:lpstr>PowerPoint Presentation</vt:lpstr>
      <vt:lpstr>Measuring Mismatch</vt:lpstr>
      <vt:lpstr>Ethics</vt:lpstr>
      <vt:lpstr>Progress and Plans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Keller, Sallie Ann (sak9tr)</dc:creator>
  <cp:keywords/>
  <dc:description/>
  <cp:revision>236</cp:revision>
  <cp:lastPrinted>2018-12-20T18:12:33Z</cp:lastPrinted>
  <dcterms:created xsi:type="dcterms:W3CDTF">2018-11-22T14:02:12Z</dcterms:created>
  <dcterms:modified xsi:type="dcterms:W3CDTF">2019-06-28T13:14:45Z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
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8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47205-046E-949F-4D08-432BA345C081}" v="5" dt="2019-08-08T18:08:29.035"/>
    <p1510:client id="{A0E9483F-3382-3344-858B-AE9AEDE539C1}" v="15" dt="2019-08-09T15:47:28.641"/>
    <p1510:client id="{EE393FD0-62BE-F845-7835-C278846779CC}" v="36" dt="2019-09-20T18:45:06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234" autoAdjust="0"/>
    <p:restoredTop sz="94660"/>
  </p:normalViewPr>
  <p:slideViewPr>
    <p:cSldViewPr snapToGrid="0">
      <p:cViewPr>
        <p:scale>
          <a:sx n="225" d="100"/>
          <a:sy n="225" d="100"/>
        </p:scale>
        <p:origin x="-3128" y="-4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Pietrowicz" userId="9d75db99-c872-4e43-b98e-1e42a901c6ac" providerId="ADAL" clId="{A0E9483F-3382-3344-858B-AE9AEDE539C1}"/>
    <pc:docChg chg="undo modSld">
      <pc:chgData name="Sean Pietrowicz" userId="9d75db99-c872-4e43-b98e-1e42a901c6ac" providerId="ADAL" clId="{A0E9483F-3382-3344-858B-AE9AEDE539C1}" dt="2019-08-09T15:49:58.247" v="67" actId="1038"/>
      <pc:docMkLst>
        <pc:docMk/>
      </pc:docMkLst>
      <pc:sldChg chg="modSp">
        <pc:chgData name="Sean Pietrowicz" userId="9d75db99-c872-4e43-b98e-1e42a901c6ac" providerId="ADAL" clId="{A0E9483F-3382-3344-858B-AE9AEDE539C1}" dt="2019-08-09T15:49:58.247" v="67" actId="1038"/>
        <pc:sldMkLst>
          <pc:docMk/>
          <pc:sldMk cId="4072485591" sldId="258"/>
        </pc:sldMkLst>
        <pc:spChg chg="mod">
          <ac:chgData name="Sean Pietrowicz" userId="9d75db99-c872-4e43-b98e-1e42a901c6ac" providerId="ADAL" clId="{A0E9483F-3382-3344-858B-AE9AEDE539C1}" dt="2019-08-09T15:49:36.358" v="63" actId="1038"/>
          <ac:spMkLst>
            <pc:docMk/>
            <pc:sldMk cId="4072485591" sldId="258"/>
            <ac:spMk id="7" creationId="{A24E35BC-5313-4730-B947-FF22F9B74FDB}"/>
          </ac:spMkLst>
        </pc:spChg>
        <pc:spChg chg="mod">
          <ac:chgData name="Sean Pietrowicz" userId="9d75db99-c872-4e43-b98e-1e42a901c6ac" providerId="ADAL" clId="{A0E9483F-3382-3344-858B-AE9AEDE539C1}" dt="2019-08-09T15:42:12.380" v="2" actId="1036"/>
          <ac:spMkLst>
            <pc:docMk/>
            <pc:sldMk cId="4072485591" sldId="258"/>
            <ac:spMk id="8" creationId="{69E123D6-E5CD-47D1-964D-EE22CB7F5080}"/>
          </ac:spMkLst>
        </pc:spChg>
        <pc:spChg chg="mod">
          <ac:chgData name="Sean Pietrowicz" userId="9d75db99-c872-4e43-b98e-1e42a901c6ac" providerId="ADAL" clId="{A0E9483F-3382-3344-858B-AE9AEDE539C1}" dt="2019-08-09T15:49:58.247" v="67" actId="1038"/>
          <ac:spMkLst>
            <pc:docMk/>
            <pc:sldMk cId="4072485591" sldId="258"/>
            <ac:spMk id="9" creationId="{23629B4B-1D3A-4205-A932-07642E961BBE}"/>
          </ac:spMkLst>
        </pc:spChg>
        <pc:spChg chg="mod">
          <ac:chgData name="Sean Pietrowicz" userId="9d75db99-c872-4e43-b98e-1e42a901c6ac" providerId="ADAL" clId="{A0E9483F-3382-3344-858B-AE9AEDE539C1}" dt="2019-08-09T15:46:32.546" v="46" actId="1036"/>
          <ac:spMkLst>
            <pc:docMk/>
            <pc:sldMk cId="4072485591" sldId="258"/>
            <ac:spMk id="10" creationId="{CC739444-28A6-4340-A594-E56040F3F806}"/>
          </ac:spMkLst>
        </pc:spChg>
        <pc:spChg chg="mod">
          <ac:chgData name="Sean Pietrowicz" userId="9d75db99-c872-4e43-b98e-1e42a901c6ac" providerId="ADAL" clId="{A0E9483F-3382-3344-858B-AE9AEDE539C1}" dt="2019-08-09T15:42:34.543" v="7" actId="1036"/>
          <ac:spMkLst>
            <pc:docMk/>
            <pc:sldMk cId="4072485591" sldId="258"/>
            <ac:spMk id="12" creationId="{5F879D85-7AB0-4243-A2DC-ED2609C4FE36}"/>
          </ac:spMkLst>
        </pc:spChg>
        <pc:spChg chg="mod">
          <ac:chgData name="Sean Pietrowicz" userId="9d75db99-c872-4e43-b98e-1e42a901c6ac" providerId="ADAL" clId="{A0E9483F-3382-3344-858B-AE9AEDE539C1}" dt="2019-08-09T15:49:45.938" v="64" actId="1036"/>
          <ac:spMkLst>
            <pc:docMk/>
            <pc:sldMk cId="4072485591" sldId="258"/>
            <ac:spMk id="13" creationId="{281A7046-8358-483E-B4FF-776A5CD9FC3A}"/>
          </ac:spMkLst>
        </pc:spChg>
        <pc:spChg chg="mod">
          <ac:chgData name="Sean Pietrowicz" userId="9d75db99-c872-4e43-b98e-1e42a901c6ac" providerId="ADAL" clId="{A0E9483F-3382-3344-858B-AE9AEDE539C1}" dt="2019-08-09T15:42:43.471" v="10" actId="1036"/>
          <ac:spMkLst>
            <pc:docMk/>
            <pc:sldMk cId="4072485591" sldId="258"/>
            <ac:spMk id="14" creationId="{0893F6C5-D2AA-4AEE-883A-05062BDF6E6E}"/>
          </ac:spMkLst>
        </pc:spChg>
        <pc:spChg chg="mod">
          <ac:chgData name="Sean Pietrowicz" userId="9d75db99-c872-4e43-b98e-1e42a901c6ac" providerId="ADAL" clId="{A0E9483F-3382-3344-858B-AE9AEDE539C1}" dt="2019-08-09T15:49:45.938" v="64" actId="1036"/>
          <ac:spMkLst>
            <pc:docMk/>
            <pc:sldMk cId="4072485591" sldId="258"/>
            <ac:spMk id="15" creationId="{DFEB82E4-FA25-40F8-8445-D9AA77EFC981}"/>
          </ac:spMkLst>
        </pc:spChg>
        <pc:spChg chg="mod">
          <ac:chgData name="Sean Pietrowicz" userId="9d75db99-c872-4e43-b98e-1e42a901c6ac" providerId="ADAL" clId="{A0E9483F-3382-3344-858B-AE9AEDE539C1}" dt="2019-08-09T15:49:51.447" v="65" actId="1038"/>
          <ac:spMkLst>
            <pc:docMk/>
            <pc:sldMk cId="4072485591" sldId="258"/>
            <ac:spMk id="16" creationId="{5D5AA1BA-7450-4D49-A466-E3D94391CD2C}"/>
          </ac:spMkLst>
        </pc:spChg>
        <pc:spChg chg="mod">
          <ac:chgData name="Sean Pietrowicz" userId="9d75db99-c872-4e43-b98e-1e42a901c6ac" providerId="ADAL" clId="{A0E9483F-3382-3344-858B-AE9AEDE539C1}" dt="2019-08-09T15:49:53.536" v="66" actId="1036"/>
          <ac:spMkLst>
            <pc:docMk/>
            <pc:sldMk cId="4072485591" sldId="258"/>
            <ac:spMk id="17" creationId="{6FD5412C-9453-4DBE-B4FD-0B819119DC98}"/>
          </ac:spMkLst>
        </pc:spChg>
        <pc:spChg chg="mod">
          <ac:chgData name="Sean Pietrowicz" userId="9d75db99-c872-4e43-b98e-1e42a901c6ac" providerId="ADAL" clId="{A0E9483F-3382-3344-858B-AE9AEDE539C1}" dt="2019-08-09T15:46:41.902" v="50" actId="1038"/>
          <ac:spMkLst>
            <pc:docMk/>
            <pc:sldMk cId="4072485591" sldId="258"/>
            <ac:spMk id="18" creationId="{A638EC87-2B83-4C1D-B8D2-3777F5B866D4}"/>
          </ac:spMkLst>
        </pc:spChg>
        <pc:spChg chg="mod">
          <ac:chgData name="Sean Pietrowicz" userId="9d75db99-c872-4e43-b98e-1e42a901c6ac" providerId="ADAL" clId="{A0E9483F-3382-3344-858B-AE9AEDE539C1}" dt="2019-08-09T15:42:48.040" v="11" actId="1036"/>
          <ac:spMkLst>
            <pc:docMk/>
            <pc:sldMk cId="4072485591" sldId="258"/>
            <ac:spMk id="19" creationId="{BBBA7625-6822-4FB0-B9D3-6359E7ED0EBE}"/>
          </ac:spMkLst>
        </pc:spChg>
        <pc:spChg chg="mod">
          <ac:chgData name="Sean Pietrowicz" userId="9d75db99-c872-4e43-b98e-1e42a901c6ac" providerId="ADAL" clId="{A0E9483F-3382-3344-858B-AE9AEDE539C1}" dt="2019-08-09T15:43:05.325" v="15" actId="1038"/>
          <ac:spMkLst>
            <pc:docMk/>
            <pc:sldMk cId="4072485591" sldId="258"/>
            <ac:spMk id="20" creationId="{E0DB7A59-6FD5-49E1-9A62-AEEF5E45D21B}"/>
          </ac:spMkLst>
        </pc:spChg>
        <pc:spChg chg="mod">
          <ac:chgData name="Sean Pietrowicz" userId="9d75db99-c872-4e43-b98e-1e42a901c6ac" providerId="ADAL" clId="{A0E9483F-3382-3344-858B-AE9AEDE539C1}" dt="2019-08-09T15:43:05.325" v="15" actId="1038"/>
          <ac:spMkLst>
            <pc:docMk/>
            <pc:sldMk cId="4072485591" sldId="258"/>
            <ac:spMk id="21" creationId="{5054BEB4-45B4-4D43-9A4F-4DBF094CD3C8}"/>
          </ac:spMkLst>
        </pc:spChg>
        <pc:spChg chg="mod">
          <ac:chgData name="Sean Pietrowicz" userId="9d75db99-c872-4e43-b98e-1e42a901c6ac" providerId="ADAL" clId="{A0E9483F-3382-3344-858B-AE9AEDE539C1}" dt="2019-08-09T15:45:05.283" v="41" actId="1036"/>
          <ac:spMkLst>
            <pc:docMk/>
            <pc:sldMk cId="4072485591" sldId="258"/>
            <ac:spMk id="23" creationId="{D270EFD8-FBBF-4EF5-855A-CDF68FA8BB7B}"/>
          </ac:spMkLst>
        </pc:spChg>
        <pc:graphicFrameChg chg="mod modGraphic">
          <ac:chgData name="Sean Pietrowicz" userId="9d75db99-c872-4e43-b98e-1e42a901c6ac" providerId="ADAL" clId="{A0E9483F-3382-3344-858B-AE9AEDE539C1}" dt="2019-08-09T15:48:15.017" v="62" actId="113"/>
          <ac:graphicFrameMkLst>
            <pc:docMk/>
            <pc:sldMk cId="4072485591" sldId="258"/>
            <ac:graphicFrameMk id="4" creationId="{8B24FD1C-B9D9-4359-A49D-46D376487D92}"/>
          </ac:graphicFrameMkLst>
        </pc:graphicFrameChg>
      </pc:sldChg>
    </pc:docChg>
  </pc:docChgLst>
  <pc:docChgLst>
    <pc:chgData clId="Web-{9FE47205-046E-949F-4D08-432BA345C081}"/>
    <pc:docChg chg="modSld">
      <pc:chgData name="" userId="" providerId="" clId="Web-{9FE47205-046E-949F-4D08-432BA345C081}" dt="2019-08-08T15:18:27.218" v="1"/>
      <pc:docMkLst>
        <pc:docMk/>
      </pc:docMkLst>
      <pc:sldChg chg="delSp">
        <pc:chgData name="" userId="" providerId="" clId="Web-{9FE47205-046E-949F-4D08-432BA345C081}" dt="2019-08-08T15:18:27.218" v="1"/>
        <pc:sldMkLst>
          <pc:docMk/>
          <pc:sldMk cId="109857222" sldId="256"/>
        </pc:sldMkLst>
        <pc:spChg chg="del">
          <ac:chgData name="" userId="" providerId="" clId="Web-{9FE47205-046E-949F-4D08-432BA345C081}" dt="2019-08-08T15:18:27.218" v="1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" userId="" providerId="" clId="Web-{9FE47205-046E-949F-4D08-432BA345C081}" dt="2019-08-08T15:18:24.640" v="0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Pietrowicz, Sean (sp3sd)" userId="S::sp3sd@virginia.edu::9d75db99-c872-4e43-b98e-1e42a901c6ac" providerId="AD" clId="Web-{EE393FD0-62BE-F845-7835-C278846779CC}"/>
    <pc:docChg chg="modSld">
      <pc:chgData name="Pietrowicz, Sean (sp3sd)" userId="S::sp3sd@virginia.edu::9d75db99-c872-4e43-b98e-1e42a901c6ac" providerId="AD" clId="Web-{EE393FD0-62BE-F845-7835-C278846779CC}" dt="2019-09-20T18:45:06.417" v="35" actId="1076"/>
      <pc:docMkLst>
        <pc:docMk/>
      </pc:docMkLst>
      <pc:sldChg chg="modSp">
        <pc:chgData name="Pietrowicz, Sean (sp3sd)" userId="S::sp3sd@virginia.edu::9d75db99-c872-4e43-b98e-1e42a901c6ac" providerId="AD" clId="Web-{EE393FD0-62BE-F845-7835-C278846779CC}" dt="2019-09-20T18:45:06.417" v="35" actId="1076"/>
        <pc:sldMkLst>
          <pc:docMk/>
          <pc:sldMk cId="4072485591" sldId="258"/>
        </pc:sldMkLst>
        <pc:spChg chg="mod">
          <ac:chgData name="Pietrowicz, Sean (sp3sd)" userId="S::sp3sd@virginia.edu::9d75db99-c872-4e43-b98e-1e42a901c6ac" providerId="AD" clId="Web-{EE393FD0-62BE-F845-7835-C278846779CC}" dt="2019-09-20T18:43:02.710" v="0" actId="1076"/>
          <ac:spMkLst>
            <pc:docMk/>
            <pc:sldMk cId="4072485591" sldId="258"/>
            <ac:spMk id="7" creationId="{A24E35BC-5313-4730-B947-FF22F9B74FDB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3:24.398" v="6" actId="1076"/>
          <ac:spMkLst>
            <pc:docMk/>
            <pc:sldMk cId="4072485591" sldId="258"/>
            <ac:spMk id="8" creationId="{69E123D6-E5CD-47D1-964D-EE22CB7F5080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3:56.384" v="15" actId="1076"/>
          <ac:spMkLst>
            <pc:docMk/>
            <pc:sldMk cId="4072485591" sldId="258"/>
            <ac:spMk id="9" creationId="{23629B4B-1D3A-4205-A932-07642E961BBE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3:56.462" v="16" actId="1076"/>
          <ac:spMkLst>
            <pc:docMk/>
            <pc:sldMk cId="4072485591" sldId="258"/>
            <ac:spMk id="10" creationId="{CC739444-28A6-4340-A594-E56040F3F806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3:56.588" v="17" actId="1076"/>
          <ac:spMkLst>
            <pc:docMk/>
            <pc:sldMk cId="4072485591" sldId="258"/>
            <ac:spMk id="12" creationId="{5F879D85-7AB0-4243-A2DC-ED2609C4FE36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3:19.243" v="5" actId="1076"/>
          <ac:spMkLst>
            <pc:docMk/>
            <pc:sldMk cId="4072485591" sldId="258"/>
            <ac:spMk id="13" creationId="{281A7046-8358-483E-B4FF-776A5CD9FC3A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3:56.696" v="18" actId="1076"/>
          <ac:spMkLst>
            <pc:docMk/>
            <pc:sldMk cId="4072485591" sldId="258"/>
            <ac:spMk id="14" creationId="{0893F6C5-D2AA-4AEE-883A-05062BDF6E6E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4:10.072" v="22" actId="1076"/>
          <ac:spMkLst>
            <pc:docMk/>
            <pc:sldMk cId="4072485591" sldId="258"/>
            <ac:spMk id="15" creationId="{DFEB82E4-FA25-40F8-8445-D9AA77EFC981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3:39.211" v="9" actId="1076"/>
          <ac:spMkLst>
            <pc:docMk/>
            <pc:sldMk cId="4072485591" sldId="258"/>
            <ac:spMk id="16" creationId="{5D5AA1BA-7450-4D49-A466-E3D94391CD2C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3:39.274" v="10" actId="1076"/>
          <ac:spMkLst>
            <pc:docMk/>
            <pc:sldMk cId="4072485591" sldId="258"/>
            <ac:spMk id="17" creationId="{6FD5412C-9453-4DBE-B4FD-0B819119DC98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4:01.743" v="19" actId="1076"/>
          <ac:spMkLst>
            <pc:docMk/>
            <pc:sldMk cId="4072485591" sldId="258"/>
            <ac:spMk id="18" creationId="{A638EC87-2B83-4C1D-B8D2-3777F5B866D4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4:01.853" v="20" actId="1076"/>
          <ac:spMkLst>
            <pc:docMk/>
            <pc:sldMk cId="4072485591" sldId="258"/>
            <ac:spMk id="19" creationId="{BBBA7625-6822-4FB0-B9D3-6359E7ED0EBE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4:36.588" v="30" actId="1076"/>
          <ac:spMkLst>
            <pc:docMk/>
            <pc:sldMk cId="4072485591" sldId="258"/>
            <ac:spMk id="20" creationId="{E0DB7A59-6FD5-49E1-9A62-AEEF5E45D21B}"/>
          </ac:spMkLst>
        </pc:spChg>
        <pc:spChg chg="mod">
          <ac:chgData name="Pietrowicz, Sean (sp3sd)" userId="S::sp3sd@virginia.edu::9d75db99-c872-4e43-b98e-1e42a901c6ac" providerId="AD" clId="Web-{EE393FD0-62BE-F845-7835-C278846779CC}" dt="2019-09-20T18:45:06.417" v="35" actId="1076"/>
          <ac:spMkLst>
            <pc:docMk/>
            <pc:sldMk cId="4072485591" sldId="258"/>
            <ac:spMk id="21" creationId="{5054BEB4-45B4-4D43-9A4F-4DBF094CD3C8}"/>
          </ac:spMkLst>
        </pc:spChg>
      </pc:sldChg>
    </pc:docChg>
  </pc:docChgLst>
  <pc:docChgLst>
    <pc:chgData name="Pietrowicz, Sean (sp3sd)" userId="S::sp3sd@virginia.edu::9d75db99-c872-4e43-b98e-1e42a901c6ac" providerId="AD" clId="Web-{9FE47205-046E-949F-4D08-432BA345C081}"/>
    <pc:docChg chg="mod addSld delSld modSld sldOrd modMainMaster setSldSz">
      <pc:chgData name="Pietrowicz, Sean (sp3sd)" userId="S::sp3sd@virginia.edu::9d75db99-c872-4e43-b98e-1e42a901c6ac" providerId="AD" clId="Web-{9FE47205-046E-949F-4D08-432BA345C081}" dt="2019-08-08T20:51:35.989" v="5628"/>
      <pc:docMkLst>
        <pc:docMk/>
      </pc:docMkLst>
      <pc:sldChg chg="del">
        <pc:chgData name="Pietrowicz, Sean (sp3sd)" userId="S::sp3sd@virginia.edu::9d75db99-c872-4e43-b98e-1e42a901c6ac" providerId="AD" clId="Web-{9FE47205-046E-949F-4D08-432BA345C081}" dt="2019-08-08T15:18:32.515" v="1"/>
        <pc:sldMkLst>
          <pc:docMk/>
          <pc:sldMk cId="109857222" sldId="256"/>
        </pc:sldMkLst>
      </pc:sldChg>
      <pc:sldChg chg="addSp delSp modSp add del ord">
        <pc:chgData name="Pietrowicz, Sean (sp3sd)" userId="S::sp3sd@virginia.edu::9d75db99-c872-4e43-b98e-1e42a901c6ac" providerId="AD" clId="Web-{9FE47205-046E-949F-4D08-432BA345C081}" dt="2019-08-08T20:51:35.989" v="5628"/>
        <pc:sldMkLst>
          <pc:docMk/>
          <pc:sldMk cId="1209546605" sldId="257"/>
        </pc:sldMkLst>
        <pc:spChg chg="del">
          <ac:chgData name="Pietrowicz, Sean (sp3sd)" userId="S::sp3sd@virginia.edu::9d75db99-c872-4e43-b98e-1e42a901c6ac" providerId="AD" clId="Web-{9FE47205-046E-949F-4D08-432BA345C081}" dt="2019-08-08T15:18:34.781" v="2"/>
          <ac:spMkLst>
            <pc:docMk/>
            <pc:sldMk cId="1209546605" sldId="257"/>
            <ac:spMk id="2" creationId="{BFB6ADA7-D25A-4C68-9CC0-F35E3B6B730B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k cId="1209546605" sldId="257"/>
            <ac:spMk id="3" creationId="{925E5171-006D-4188-AFFF-B3335D51F0F0}"/>
          </ac:spMkLst>
        </pc:spChg>
        <pc:spChg chg="add del mod">
          <ac:chgData name="Pietrowicz, Sean (sp3sd)" userId="S::sp3sd@virginia.edu::9d75db99-c872-4e43-b98e-1e42a901c6ac" providerId="AD" clId="Web-{9FE47205-046E-949F-4D08-432BA345C081}" dt="2019-08-08T15:18:37.952" v="3"/>
          <ac:spMkLst>
            <pc:docMk/>
            <pc:sldMk cId="1209546605" sldId="257"/>
            <ac:spMk id="6" creationId="{68435FFC-531D-4F77-8146-630C4CB3A714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k cId="1209546605" sldId="257"/>
            <ac:spMk id="7" creationId="{A24E35BC-5313-4730-B947-FF22F9B74FDB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k cId="1209546605" sldId="257"/>
            <ac:spMk id="8" creationId="{69E123D6-E5CD-47D1-964D-EE22CB7F5080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k cId="1209546605" sldId="257"/>
            <ac:spMk id="11" creationId="{4683A30E-2F76-42D3-81E7-0DFC3BB5BF22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k cId="1209546605" sldId="257"/>
            <ac:spMk id="13" creationId="{642F9134-7A2E-4D35-A527-BE69D4D1ABF2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k cId="1209546605" sldId="257"/>
            <ac:spMk id="15" creationId="{ABF7D370-A003-4C87-BAA3-C0C71FC64AAF}"/>
          </ac:spMkLst>
        </pc:spChg>
        <pc:graphicFrameChg chg="mod modGraphic">
          <ac:chgData name="Pietrowicz, Sean (sp3sd)" userId="S::sp3sd@virginia.edu::9d75db99-c872-4e43-b98e-1e42a901c6ac" providerId="AD" clId="Web-{9FE47205-046E-949F-4D08-432BA345C081}" dt="2019-08-08T15:25:31.566" v="231"/>
          <ac:graphicFrameMkLst>
            <pc:docMk/>
            <pc:sldMk cId="1209546605" sldId="257"/>
            <ac:graphicFrameMk id="4" creationId="{8B24FD1C-B9D9-4359-A49D-46D376487D92}"/>
          </ac:graphicFrameMkLst>
        </pc:graphicFrameChg>
      </pc:sldChg>
      <pc:sldChg chg="addSp delSp modSp add replId">
        <pc:chgData name="Pietrowicz, Sean (sp3sd)" userId="S::sp3sd@virginia.edu::9d75db99-c872-4e43-b98e-1e42a901c6ac" providerId="AD" clId="Web-{9FE47205-046E-949F-4D08-432BA345C081}" dt="2019-08-08T20:50:18.660" v="5627"/>
        <pc:sldMkLst>
          <pc:docMk/>
          <pc:sldMk cId="4072485591" sldId="258"/>
        </pc:sldMkLst>
        <pc:spChg chg="del mod">
          <ac:chgData name="Pietrowicz, Sean (sp3sd)" userId="S::sp3sd@virginia.edu::9d75db99-c872-4e43-b98e-1e42a901c6ac" providerId="AD" clId="Web-{9FE47205-046E-949F-4D08-432BA345C081}" dt="2019-08-08T15:58:46.432" v="1107"/>
          <ac:spMkLst>
            <pc:docMk/>
            <pc:sldMk cId="4072485591" sldId="258"/>
            <ac:spMk id="3" creationId="{925E5171-006D-4188-AFFF-B3335D51F0F0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20:05:59.915" v="5482" actId="1076"/>
          <ac:spMkLst>
            <pc:docMk/>
            <pc:sldMk cId="4072485591" sldId="258"/>
            <ac:spMk id="7" creationId="{A24E35BC-5313-4730-B947-FF22F9B74FDB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20:05:59.977" v="5483" actId="1076"/>
          <ac:spMkLst>
            <pc:docMk/>
            <pc:sldMk cId="4072485591" sldId="258"/>
            <ac:spMk id="8" creationId="{69E123D6-E5CD-47D1-964D-EE22CB7F5080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040" v="5484" actId="1076"/>
          <ac:spMkLst>
            <pc:docMk/>
            <pc:sldMk cId="4072485591" sldId="258"/>
            <ac:spMk id="9" creationId="{23629B4B-1D3A-4205-A932-07642E961BBE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102" v="5485" actId="1076"/>
          <ac:spMkLst>
            <pc:docMk/>
            <pc:sldMk cId="4072485591" sldId="258"/>
            <ac:spMk id="10" creationId="{CC739444-28A6-4340-A594-E56040F3F806}"/>
          </ac:spMkLst>
        </pc:spChg>
        <pc:spChg chg="del mod">
          <ac:chgData name="Pietrowicz, Sean (sp3sd)" userId="S::sp3sd@virginia.edu::9d75db99-c872-4e43-b98e-1e42a901c6ac" providerId="AD" clId="Web-{9FE47205-046E-949F-4D08-432BA345C081}" dt="2019-08-08T15:55:26.680" v="1070"/>
          <ac:spMkLst>
            <pc:docMk/>
            <pc:sldMk cId="4072485591" sldId="258"/>
            <ac:spMk id="11" creationId="{4683A30E-2F76-42D3-81E7-0DFC3BB5BF22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165" v="5486" actId="1076"/>
          <ac:spMkLst>
            <pc:docMk/>
            <pc:sldMk cId="4072485591" sldId="258"/>
            <ac:spMk id="12" creationId="{5F879D85-7AB0-4243-A2DC-ED2609C4FE36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712" v="5492" actId="1076"/>
          <ac:spMkLst>
            <pc:docMk/>
            <pc:sldMk cId="4072485591" sldId="258"/>
            <ac:spMk id="13" creationId="{281A7046-8358-483E-B4FF-776A5CD9FC3A}"/>
          </ac:spMkLst>
        </pc:spChg>
        <pc:spChg chg="del mod">
          <ac:chgData name="Pietrowicz, Sean (sp3sd)" userId="S::sp3sd@virginia.edu::9d75db99-c872-4e43-b98e-1e42a901c6ac" providerId="AD" clId="Web-{9FE47205-046E-949F-4D08-432BA345C081}" dt="2019-08-08T15:58:58.386" v="1127"/>
          <ac:spMkLst>
            <pc:docMk/>
            <pc:sldMk cId="4072485591" sldId="258"/>
            <ac:spMk id="13" creationId="{642F9134-7A2E-4D35-A527-BE69D4D1ABF2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243" v="5487" actId="1076"/>
          <ac:spMkLst>
            <pc:docMk/>
            <pc:sldMk cId="4072485591" sldId="258"/>
            <ac:spMk id="14" creationId="{0893F6C5-D2AA-4AEE-883A-05062BDF6E6E}"/>
          </ac:spMkLst>
        </pc:spChg>
        <pc:spChg chg="del mod">
          <ac:chgData name="Pietrowicz, Sean (sp3sd)" userId="S::sp3sd@virginia.edu::9d75db99-c872-4e43-b98e-1e42a901c6ac" providerId="AD" clId="Web-{9FE47205-046E-949F-4D08-432BA345C081}" dt="2019-08-08T15:58:55.979" v="1126"/>
          <ac:spMkLst>
            <pc:docMk/>
            <pc:sldMk cId="4072485591" sldId="258"/>
            <ac:spMk id="15" creationId="{ABF7D370-A003-4C87-BAA3-C0C71FC64AAF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806" v="5493" actId="1076"/>
          <ac:spMkLst>
            <pc:docMk/>
            <pc:sldMk cId="4072485591" sldId="258"/>
            <ac:spMk id="15" creationId="{DFEB82E4-FA25-40F8-8445-D9AA77EFC981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321" v="5488" actId="1076"/>
          <ac:spMkLst>
            <pc:docMk/>
            <pc:sldMk cId="4072485591" sldId="258"/>
            <ac:spMk id="16" creationId="{5D5AA1BA-7450-4D49-A466-E3D94391CD2C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384" v="5489" actId="1076"/>
          <ac:spMkLst>
            <pc:docMk/>
            <pc:sldMk cId="4072485591" sldId="258"/>
            <ac:spMk id="17" creationId="{6FD5412C-9453-4DBE-B4FD-0B819119DC98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493" v="5490" actId="1076"/>
          <ac:spMkLst>
            <pc:docMk/>
            <pc:sldMk cId="4072485591" sldId="258"/>
            <ac:spMk id="18" creationId="{A638EC87-2B83-4C1D-B8D2-3777F5B866D4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634" v="5491" actId="1076"/>
          <ac:spMkLst>
            <pc:docMk/>
            <pc:sldMk cId="4072485591" sldId="258"/>
            <ac:spMk id="19" creationId="{BBBA7625-6822-4FB0-B9D3-6359E7ED0EBE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899" v="5494" actId="1076"/>
          <ac:spMkLst>
            <pc:docMk/>
            <pc:sldMk cId="4072485591" sldId="258"/>
            <ac:spMk id="20" creationId="{E0DB7A59-6FD5-49E1-9A62-AEEF5E45D21B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20:06:00.962" v="5495" actId="1076"/>
          <ac:spMkLst>
            <pc:docMk/>
            <pc:sldMk cId="4072485591" sldId="258"/>
            <ac:spMk id="21" creationId="{5054BEB4-45B4-4D43-9A4F-4DBF094CD3C8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18:57:18.232" v="5458" actId="1076"/>
          <ac:spMkLst>
            <pc:docMk/>
            <pc:sldMk cId="4072485591" sldId="258"/>
            <ac:spMk id="22" creationId="{5B5A63C2-7CD1-4D81-AD7D-272EF4A8E302}"/>
          </ac:spMkLst>
        </pc:spChg>
        <pc:spChg chg="add mod">
          <ac:chgData name="Pietrowicz, Sean (sp3sd)" userId="S::sp3sd@virginia.edu::9d75db99-c872-4e43-b98e-1e42a901c6ac" providerId="AD" clId="Web-{9FE47205-046E-949F-4D08-432BA345C081}" dt="2019-08-08T18:56:46.903" v="5452" actId="20577"/>
          <ac:spMkLst>
            <pc:docMk/>
            <pc:sldMk cId="4072485591" sldId="258"/>
            <ac:spMk id="23" creationId="{D270EFD8-FBBF-4EF5-855A-CDF68FA8BB7B}"/>
          </ac:spMkLst>
        </pc:spChg>
        <pc:graphicFrameChg chg="mod modGraphic">
          <ac:chgData name="Pietrowicz, Sean (sp3sd)" userId="S::sp3sd@virginia.edu::9d75db99-c872-4e43-b98e-1e42a901c6ac" providerId="AD" clId="Web-{9FE47205-046E-949F-4D08-432BA345C081}" dt="2019-08-08T20:50:18.660" v="5627"/>
          <ac:graphicFrameMkLst>
            <pc:docMk/>
            <pc:sldMk cId="4072485591" sldId="258"/>
            <ac:graphicFrameMk id="4" creationId="{8B24FD1C-B9D9-4359-A49D-46D376487D92}"/>
          </ac:graphicFrameMkLst>
        </pc:graphicFrameChg>
      </pc:sldChg>
      <pc:sldChg chg="modSp add del replId">
        <pc:chgData name="Pietrowicz, Sean (sp3sd)" userId="S::sp3sd@virginia.edu::9d75db99-c872-4e43-b98e-1e42a901c6ac" providerId="AD" clId="Web-{9FE47205-046E-949F-4D08-432BA345C081}" dt="2019-08-08T15:43:16.828" v="932"/>
        <pc:sldMkLst>
          <pc:docMk/>
          <pc:sldMk cId="1742446828" sldId="259"/>
        </pc:sldMkLst>
        <pc:graphicFrameChg chg="mod modGraphic">
          <ac:chgData name="Pietrowicz, Sean (sp3sd)" userId="S::sp3sd@virginia.edu::9d75db99-c872-4e43-b98e-1e42a901c6ac" providerId="AD" clId="Web-{9FE47205-046E-949F-4D08-432BA345C081}" dt="2019-08-08T15:34:26.385" v="619"/>
          <ac:graphicFrameMkLst>
            <pc:docMk/>
            <pc:sldMk cId="1742446828" sldId="259"/>
            <ac:graphicFrameMk id="4" creationId="{8B24FD1C-B9D9-4359-A49D-46D376487D92}"/>
          </ac:graphicFrameMkLst>
        </pc:graphicFrameChg>
      </pc:sldChg>
      <pc:sldMasterChg chg="modSp addSldLayout modSldLayout">
        <pc:chgData name="Pietrowicz, Sean (sp3sd)" userId="S::sp3sd@virginia.edu::9d75db99-c872-4e43-b98e-1e42a901c6ac" providerId="AD" clId="Web-{9FE47205-046E-949F-4D08-432BA345C081}" dt="2019-08-08T15:25:31.566" v="231"/>
        <pc:sldMasterMkLst>
          <pc:docMk/>
          <pc:sldMasterMk cId="2460954070" sldId="2147483660"/>
        </pc:sldMasterMkLst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asterMk cId="2460954070" sldId="2147483660"/>
            <ac:spMk id="2" creationId="{00000000-0000-0000-0000-000000000000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asterMk cId="2460954070" sldId="2147483660"/>
            <ac:spMk id="3" creationId="{00000000-0000-0000-0000-000000000000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asterMk cId="2460954070" sldId="2147483660"/>
            <ac:spMk id="4" creationId="{00000000-0000-0000-0000-000000000000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asterMk cId="2460954070" sldId="2147483660"/>
            <ac:spMk id="5" creationId="{00000000-0000-0000-0000-000000000000}"/>
          </ac:spMkLst>
        </pc:spChg>
        <pc:spChg chg="mod">
          <ac:chgData name="Pietrowicz, Sean (sp3sd)" userId="S::sp3sd@virginia.edu::9d75db99-c872-4e43-b98e-1e42a901c6ac" providerId="AD" clId="Web-{9FE47205-046E-949F-4D08-432BA345C081}" dt="2019-08-08T15:25:31.566" v="231"/>
          <ac:spMkLst>
            <pc:docMk/>
            <pc:sldMasterMk cId="2460954070" sldId="2147483660"/>
            <ac:spMk id="6" creationId="{00000000-0000-0000-0000-000000000000}"/>
          </ac:spMkLst>
        </pc:spChg>
        <pc:sldLayoutChg chg="modSp">
          <pc:chgData name="Pietrowicz, Sean (sp3sd)" userId="S::sp3sd@virginia.edu::9d75db99-c872-4e43-b98e-1e42a901c6ac" providerId="AD" clId="Web-{9FE47205-046E-949F-4D08-432BA345C081}" dt="2019-08-08T15:25:31.566" v="231"/>
          <pc:sldLayoutMkLst>
            <pc:docMk/>
            <pc:sldMasterMk cId="2460954070" sldId="2147483660"/>
            <pc:sldLayoutMk cId="2385387890" sldId="2147483661"/>
          </pc:sldLayoutMkLst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2385387890" sldId="2147483661"/>
              <ac:spMk id="2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2385387890" sldId="2147483661"/>
              <ac:spMk id="3" creationId="{00000000-0000-0000-0000-000000000000}"/>
            </ac:spMkLst>
          </pc:spChg>
        </pc:sldLayoutChg>
        <pc:sldLayoutChg chg="modSp">
          <pc:chgData name="Pietrowicz, Sean (sp3sd)" userId="S::sp3sd@virginia.edu::9d75db99-c872-4e43-b98e-1e42a901c6ac" providerId="AD" clId="Web-{9FE47205-046E-949F-4D08-432BA345C081}" dt="2019-08-08T15:25:31.566" v="231"/>
          <pc:sldLayoutMkLst>
            <pc:docMk/>
            <pc:sldMasterMk cId="2460954070" sldId="2147483660"/>
            <pc:sldLayoutMk cId="2591524520" sldId="2147483663"/>
          </pc:sldLayoutMkLst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2591524520" sldId="2147483663"/>
              <ac:spMk id="2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2591524520" sldId="2147483663"/>
              <ac:spMk id="3" creationId="{00000000-0000-0000-0000-000000000000}"/>
            </ac:spMkLst>
          </pc:spChg>
        </pc:sldLayoutChg>
        <pc:sldLayoutChg chg="modSp">
          <pc:chgData name="Pietrowicz, Sean (sp3sd)" userId="S::sp3sd@virginia.edu::9d75db99-c872-4e43-b98e-1e42a901c6ac" providerId="AD" clId="Web-{9FE47205-046E-949F-4D08-432BA345C081}" dt="2019-08-08T15:25:31.566" v="231"/>
          <pc:sldLayoutMkLst>
            <pc:docMk/>
            <pc:sldMasterMk cId="2460954070" sldId="2147483660"/>
            <pc:sldLayoutMk cId="1203092039" sldId="2147483664"/>
          </pc:sldLayoutMkLst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1203092039" sldId="2147483664"/>
              <ac:spMk id="3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1203092039" sldId="2147483664"/>
              <ac:spMk id="4" creationId="{00000000-0000-0000-0000-000000000000}"/>
            </ac:spMkLst>
          </pc:spChg>
        </pc:sldLayoutChg>
        <pc:sldLayoutChg chg="modSp">
          <pc:chgData name="Pietrowicz, Sean (sp3sd)" userId="S::sp3sd@virginia.edu::9d75db99-c872-4e43-b98e-1e42a901c6ac" providerId="AD" clId="Web-{9FE47205-046E-949F-4D08-432BA345C081}" dt="2019-08-08T15:25:31.566" v="231"/>
          <pc:sldLayoutMkLst>
            <pc:docMk/>
            <pc:sldMasterMk cId="2460954070" sldId="2147483660"/>
            <pc:sldLayoutMk cId="3733172339" sldId="2147483665"/>
          </pc:sldLayoutMkLst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3733172339" sldId="2147483665"/>
              <ac:spMk id="2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3733172339" sldId="2147483665"/>
              <ac:spMk id="3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3733172339" sldId="2147483665"/>
              <ac:spMk id="4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3733172339" sldId="2147483665"/>
              <ac:spMk id="5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3733172339" sldId="2147483665"/>
              <ac:spMk id="6" creationId="{00000000-0000-0000-0000-000000000000}"/>
            </ac:spMkLst>
          </pc:spChg>
        </pc:sldLayoutChg>
        <pc:sldLayoutChg chg="modSp">
          <pc:chgData name="Pietrowicz, Sean (sp3sd)" userId="S::sp3sd@virginia.edu::9d75db99-c872-4e43-b98e-1e42a901c6ac" providerId="AD" clId="Web-{9FE47205-046E-949F-4D08-432BA345C081}" dt="2019-08-08T15:25:31.566" v="231"/>
          <pc:sldLayoutMkLst>
            <pc:docMk/>
            <pc:sldMasterMk cId="2460954070" sldId="2147483660"/>
            <pc:sldLayoutMk cId="3171841454" sldId="2147483668"/>
          </pc:sldLayoutMkLst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3171841454" sldId="2147483668"/>
              <ac:spMk id="2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3171841454" sldId="2147483668"/>
              <ac:spMk id="3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3171841454" sldId="2147483668"/>
              <ac:spMk id="4" creationId="{00000000-0000-0000-0000-000000000000}"/>
            </ac:spMkLst>
          </pc:spChg>
        </pc:sldLayoutChg>
        <pc:sldLayoutChg chg="modSp">
          <pc:chgData name="Pietrowicz, Sean (sp3sd)" userId="S::sp3sd@virginia.edu::9d75db99-c872-4e43-b98e-1e42a901c6ac" providerId="AD" clId="Web-{9FE47205-046E-949F-4D08-432BA345C081}" dt="2019-08-08T15:25:31.566" v="231"/>
          <pc:sldLayoutMkLst>
            <pc:docMk/>
            <pc:sldMasterMk cId="2460954070" sldId="2147483660"/>
            <pc:sldLayoutMk cId="1718958274" sldId="2147483669"/>
          </pc:sldLayoutMkLst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1718958274" sldId="2147483669"/>
              <ac:spMk id="2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1718958274" sldId="2147483669"/>
              <ac:spMk id="3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1718958274" sldId="2147483669"/>
              <ac:spMk id="4" creationId="{00000000-0000-0000-0000-000000000000}"/>
            </ac:spMkLst>
          </pc:spChg>
        </pc:sldLayoutChg>
        <pc:sldLayoutChg chg="modSp">
          <pc:chgData name="Pietrowicz, Sean (sp3sd)" userId="S::sp3sd@virginia.edu::9d75db99-c872-4e43-b98e-1e42a901c6ac" providerId="AD" clId="Web-{9FE47205-046E-949F-4D08-432BA345C081}" dt="2019-08-08T15:25:31.566" v="231"/>
          <pc:sldLayoutMkLst>
            <pc:docMk/>
            <pc:sldMasterMk cId="2460954070" sldId="2147483660"/>
            <pc:sldLayoutMk cId="3479445657" sldId="2147483671"/>
          </pc:sldLayoutMkLst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3479445657" sldId="2147483671"/>
              <ac:spMk id="2" creationId="{00000000-0000-0000-0000-000000000000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3479445657" sldId="2147483671"/>
              <ac:spMk id="3" creationId="{00000000-0000-0000-0000-000000000000}"/>
            </ac:spMkLst>
          </pc:spChg>
        </pc:sldLayoutChg>
        <pc:sldLayoutChg chg="modSp add">
          <pc:chgData name="Pietrowicz, Sean (sp3sd)" userId="S::sp3sd@virginia.edu::9d75db99-c872-4e43-b98e-1e42a901c6ac" providerId="AD" clId="Web-{9FE47205-046E-949F-4D08-432BA345C081}" dt="2019-08-08T15:25:31.566" v="231"/>
          <pc:sldLayoutMkLst>
            <pc:docMk/>
            <pc:sldMasterMk cId="2460954070" sldId="2147483660"/>
            <pc:sldLayoutMk cId="518389642" sldId="2147483672"/>
          </pc:sldLayoutMkLst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518389642" sldId="2147483672"/>
              <ac:spMk id="4" creationId="{11523EE7-7D02-7247-AD92-16721E165B04}"/>
            </ac:spMkLst>
          </pc:spChg>
          <pc:spChg chg="mod">
            <ac:chgData name="Pietrowicz, Sean (sp3sd)" userId="S::sp3sd@virginia.edu::9d75db99-c872-4e43-b98e-1e42a901c6ac" providerId="AD" clId="Web-{9FE47205-046E-949F-4D08-432BA345C081}" dt="2019-08-08T15:25:31.566" v="231"/>
            <ac:spMkLst>
              <pc:docMk/>
              <pc:sldMasterMk cId="2460954070" sldId="2147483660"/>
              <pc:sldLayoutMk cId="518389642" sldId="2147483672"/>
              <ac:spMk id="5" creationId="{96B0E472-8F34-3B4E-8478-4BD70BFC7D61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0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00"/>
            </a:lvl3pPr>
            <a:lvl4pPr marL="1165860" indent="0" algn="ctr">
              <a:buNone/>
              <a:defRPr sz="1400"/>
            </a:lvl4pPr>
            <a:lvl5pPr marL="1554480" indent="0" algn="ctr">
              <a:buNone/>
              <a:defRPr sz="1400"/>
            </a:lvl5pPr>
            <a:lvl6pPr marL="1943100" indent="0" algn="ctr">
              <a:buNone/>
              <a:defRPr sz="1400"/>
            </a:lvl6pPr>
            <a:lvl7pPr marL="2331720" indent="0" algn="ctr">
              <a:buNone/>
              <a:defRPr sz="1400"/>
            </a:lvl7pPr>
            <a:lvl8pPr marL="2720340" indent="0" algn="ctr">
              <a:buNone/>
              <a:defRPr sz="1400"/>
            </a:lvl8pPr>
            <a:lvl9pPr marL="3108960" indent="0" algn="ctr">
              <a:buNone/>
              <a:defRPr sz="1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5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0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9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00" b="1"/>
            </a:lvl3pPr>
            <a:lvl4pPr marL="1165860" indent="0">
              <a:buNone/>
              <a:defRPr sz="1400" b="1"/>
            </a:lvl4pPr>
            <a:lvl5pPr marL="1554480" indent="0">
              <a:buNone/>
              <a:defRPr sz="1400" b="1"/>
            </a:lvl5pPr>
            <a:lvl6pPr marL="1943100" indent="0">
              <a:buNone/>
              <a:defRPr sz="1400" b="1"/>
            </a:lvl6pPr>
            <a:lvl7pPr marL="2331720" indent="0">
              <a:buNone/>
              <a:defRPr sz="1400" b="1"/>
            </a:lvl7pPr>
            <a:lvl8pPr marL="2720340" indent="0">
              <a:buNone/>
              <a:defRPr sz="1400" b="1"/>
            </a:lvl8pPr>
            <a:lvl9pPr marL="310896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00" b="1"/>
            </a:lvl3pPr>
            <a:lvl4pPr marL="1165860" indent="0">
              <a:buNone/>
              <a:defRPr sz="1400" b="1"/>
            </a:lvl4pPr>
            <a:lvl5pPr marL="1554480" indent="0">
              <a:buNone/>
              <a:defRPr sz="1400" b="1"/>
            </a:lvl5pPr>
            <a:lvl6pPr marL="1943100" indent="0">
              <a:buNone/>
              <a:defRPr sz="1400" b="1"/>
            </a:lvl6pPr>
            <a:lvl7pPr marL="2331720" indent="0">
              <a:buNone/>
              <a:defRPr sz="1400" b="1"/>
            </a:lvl7pPr>
            <a:lvl8pPr marL="2720340" indent="0">
              <a:buNone/>
              <a:defRPr sz="1400" b="1"/>
            </a:lvl8pPr>
            <a:lvl9pPr marL="310896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5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4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45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400"/>
            </a:lvl1pPr>
            <a:lvl2pPr marL="388620" indent="0">
              <a:buNone/>
              <a:defRPr sz="1200"/>
            </a:lvl2pPr>
            <a:lvl3pPr marL="777240" indent="0">
              <a:buNone/>
              <a:defRPr sz="1000"/>
            </a:lvl3pPr>
            <a:lvl4pPr marL="1165860" indent="0">
              <a:buNone/>
              <a:defRPr sz="900"/>
            </a:lvl4pPr>
            <a:lvl5pPr marL="1554480" indent="0">
              <a:buNone/>
              <a:defRPr sz="900"/>
            </a:lvl5pPr>
            <a:lvl6pPr marL="1943100" indent="0">
              <a:buNone/>
              <a:defRPr sz="900"/>
            </a:lvl6pPr>
            <a:lvl7pPr marL="2331720" indent="0">
              <a:buNone/>
              <a:defRPr sz="900"/>
            </a:lvl7pPr>
            <a:lvl8pPr marL="2720340" indent="0">
              <a:buNone/>
              <a:defRPr sz="900"/>
            </a:lvl8pPr>
            <a:lvl9pPr marL="310896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3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00"/>
            </a:lvl1pPr>
            <a:lvl2pPr marL="388620" indent="0">
              <a:buNone/>
              <a:defRPr sz="2400"/>
            </a:lvl2pPr>
            <a:lvl3pPr marL="777240" indent="0">
              <a:buNone/>
              <a:defRPr sz="200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400"/>
            </a:lvl1pPr>
            <a:lvl2pPr marL="388620" indent="0">
              <a:buNone/>
              <a:defRPr sz="1200"/>
            </a:lvl2pPr>
            <a:lvl3pPr marL="777240" indent="0">
              <a:buNone/>
              <a:defRPr sz="1000"/>
            </a:lvl3pPr>
            <a:lvl4pPr marL="1165860" indent="0">
              <a:buNone/>
              <a:defRPr sz="900"/>
            </a:lvl4pPr>
            <a:lvl5pPr marL="1554480" indent="0">
              <a:buNone/>
              <a:defRPr sz="900"/>
            </a:lvl5pPr>
            <a:lvl6pPr marL="1943100" indent="0">
              <a:buNone/>
              <a:defRPr sz="900"/>
            </a:lvl6pPr>
            <a:lvl7pPr marL="2331720" indent="0">
              <a:buNone/>
              <a:defRPr sz="900"/>
            </a:lvl7pPr>
            <a:lvl8pPr marL="2720340" indent="0">
              <a:buNone/>
              <a:defRPr sz="900"/>
            </a:lvl8pPr>
            <a:lvl9pPr marL="310896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71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7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92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523EE7-7D02-7247-AD92-16721E165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755971"/>
            <a:ext cx="6995160" cy="1676400"/>
          </a:xfrm>
        </p:spPr>
        <p:txBody>
          <a:bodyPr/>
          <a:lstStyle>
            <a:lvl1pPr algn="ctr">
              <a:defRPr sz="2805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B0E472-8F34-3B4E-8478-4BD70BFC7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01" y="2234857"/>
            <a:ext cx="6652043" cy="6486259"/>
          </a:xfrm>
          <a:prstGeom prst="rect">
            <a:avLst/>
          </a:prstGeom>
        </p:spPr>
        <p:txBody>
          <a:bodyPr/>
          <a:lstStyle>
            <a:lvl1pPr>
              <a:defRPr sz="2040">
                <a:latin typeface="ITC Franklin Gothic Std Book" panose="020B0504030503020204" pitchFamily="34" charset="0"/>
              </a:defRPr>
            </a:lvl1pPr>
            <a:lvl2pPr>
              <a:defRPr sz="1785">
                <a:latin typeface="ITC Franklin Gothic Std Book" panose="020B0504030503020204" pitchFamily="34" charset="0"/>
              </a:defRPr>
            </a:lvl2pPr>
            <a:lvl3pPr>
              <a:defRPr sz="1530">
                <a:latin typeface="ITC Franklin Gothic Std Book" panose="020B0504030503020204" pitchFamily="34" charset="0"/>
              </a:defRPr>
            </a:lvl3pPr>
            <a:lvl4pPr>
              <a:defRPr sz="1275">
                <a:latin typeface="ITC Franklin Gothic Std Book" panose="020B0504030503020204" pitchFamily="34" charset="0"/>
              </a:defRPr>
            </a:lvl4pPr>
            <a:lvl5pPr>
              <a:defRPr sz="1275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633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0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al.nifa.usda.gov/enterprise-search/project_details" TargetMode="External"/><Relationship Id="rId3" Type="http://schemas.openxmlformats.org/officeDocument/2006/relationships/hyperlink" Target="https://cdmrp.army.mil/search.aspx" TargetMode="External"/><Relationship Id="rId7" Type="http://schemas.openxmlformats.org/officeDocument/2006/relationships/hyperlink" Target="https://www.ars.usda.gov/research/project/?accnNo=0429067" TargetMode="External"/><Relationship Id="rId2" Type="http://schemas.openxmlformats.org/officeDocument/2006/relationships/hyperlink" Target="https://www.nsf.gov/awardsearch/download.jsp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governmentattic.org/14docs/USDA-REE-ARScurrentResearch_Jan2014.pdf" TargetMode="External"/><Relationship Id="rId5" Type="http://schemas.openxmlformats.org/officeDocument/2006/relationships/hyperlink" Target="https://era.nih.gov/files/Deciphering_NIH_Application.pdf" TargetMode="External"/><Relationship Id="rId4" Type="http://schemas.openxmlformats.org/officeDocument/2006/relationships/hyperlink" Target="https://www.dla.mil/Portals/104/Documents/DLMS/Committees/DoDAAD/DoDAAC_Assignment_Logic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24FD1C-B9D9-4359-A49D-46D376487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611646"/>
              </p:ext>
            </p:extLst>
          </p:nvPr>
        </p:nvGraphicFramePr>
        <p:xfrm>
          <a:off x="521262" y="661246"/>
          <a:ext cx="6714972" cy="710785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662449">
                  <a:extLst>
                    <a:ext uri="{9D8B030D-6E8A-4147-A177-3AD203B41FA5}">
                      <a16:colId xmlns:a16="http://schemas.microsoft.com/office/drawing/2014/main" val="1916775575"/>
                    </a:ext>
                  </a:extLst>
                </a:gridCol>
                <a:gridCol w="1471506">
                  <a:extLst>
                    <a:ext uri="{9D8B030D-6E8A-4147-A177-3AD203B41FA5}">
                      <a16:colId xmlns:a16="http://schemas.microsoft.com/office/drawing/2014/main" val="17106324"/>
                    </a:ext>
                  </a:extLst>
                </a:gridCol>
                <a:gridCol w="1424939">
                  <a:extLst>
                    <a:ext uri="{9D8B030D-6E8A-4147-A177-3AD203B41FA5}">
                      <a16:colId xmlns:a16="http://schemas.microsoft.com/office/drawing/2014/main" val="4037473177"/>
                    </a:ext>
                  </a:extLst>
                </a:gridCol>
                <a:gridCol w="1036128">
                  <a:extLst>
                    <a:ext uri="{9D8B030D-6E8A-4147-A177-3AD203B41FA5}">
                      <a16:colId xmlns:a16="http://schemas.microsoft.com/office/drawing/2014/main" val="1007017409"/>
                    </a:ext>
                  </a:extLst>
                </a:gridCol>
                <a:gridCol w="1119950">
                  <a:extLst>
                    <a:ext uri="{9D8B030D-6E8A-4147-A177-3AD203B41FA5}">
                      <a16:colId xmlns:a16="http://schemas.microsoft.com/office/drawing/2014/main" val="2381095526"/>
                    </a:ext>
                  </a:extLst>
                </a:gridCol>
              </a:tblGrid>
              <a:tr h="579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Times New Roman"/>
                        </a:rPr>
                        <a:t>Sub-Agency</a:t>
                      </a:r>
                    </a:p>
                    <a:p>
                      <a:pPr algn="ctr"/>
                      <a:r>
                        <a:rPr lang="en-US" sz="1200" b="0" i="1" u="none" dirty="0">
                          <a:solidFill>
                            <a:schemeClr val="tx1"/>
                          </a:solidFill>
                          <a:latin typeface="Times New Roman"/>
                        </a:rPr>
                        <a:t>Sample Record</a:t>
                      </a:r>
                      <a:endParaRPr lang="en-US" sz="1200" b="0" i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Notation in USA Spending</a:t>
                      </a:r>
                      <a:endParaRPr lang="en-US" sz="1200" b="0" u="none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Notation in Federal </a:t>
                      </a:r>
                      <a:r>
                        <a:rPr lang="en-US" sz="1200" b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RePORTER</a:t>
                      </a:r>
                      <a:endParaRPr lang="en-US" sz="12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How to Link</a:t>
                      </a:r>
                    </a:p>
                  </a:txBody>
                  <a:tcPr marL="25925" marR="25925" marT="12962" marB="129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Further Resources</a:t>
                      </a:r>
                    </a:p>
                  </a:txBody>
                  <a:tcPr marL="25925" marR="25925" marT="12962" marB="1296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170218"/>
                  </a:ext>
                </a:extLst>
              </a:tr>
              <a:tr h="4931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Times New Roman"/>
                        </a:rPr>
                        <a:t>NSF</a:t>
                      </a:r>
                    </a:p>
                  </a:txBody>
                  <a:tcPr marL="25925" marR="25925" marT="12962" marB="12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7-digit numeric string</a:t>
                      </a: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7-digit numeric string</a:t>
                      </a: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No modifications 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necessary; 1:1 match</a:t>
                      </a:r>
                      <a:endParaRPr lang="en-US" dirty="0">
                        <a:latin typeface="Times New Roman"/>
                      </a:endParaRP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hlinkClick r:id="rId2"/>
                        </a:rPr>
                        <a:t>NSF Award Search</a:t>
                      </a: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provides more information (including abstracts)</a:t>
                      </a:r>
                      <a:endParaRPr lang="en-US" dirty="0">
                        <a:latin typeface="Times New Roman"/>
                      </a:endParaRP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967288"/>
                  </a:ext>
                </a:extLst>
              </a:tr>
              <a:tr h="49313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0" i="1" u="none" strike="noStrike" noProof="0">
                          <a:latin typeface="Times New Roman"/>
                        </a:rPr>
                        <a:t>CAREER: User-Space Protection Domains for Compositional Information Security</a:t>
                      </a:r>
                      <a:endParaRPr lang="en-US" b="0" i="1">
                        <a:latin typeface="Times New Roman"/>
                      </a:endParaRPr>
                    </a:p>
                  </a:txBody>
                  <a:tcPr marL="25925" marR="25925" marT="12962" marB="12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>
                          <a:latin typeface="Times New Roman"/>
                        </a:rPr>
                        <a:t>1624124</a:t>
                      </a:r>
                      <a:endParaRPr lang="en-US" sz="800"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latin typeface="Times New Roman"/>
                        </a:rPr>
                        <a:t>1624124</a:t>
                      </a: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736399"/>
                  </a:ext>
                </a:extLst>
              </a:tr>
              <a:tr h="4931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Times New Roman"/>
                        </a:rPr>
                        <a:t>NASA</a:t>
                      </a:r>
                    </a:p>
                  </a:txBody>
                  <a:tcPr marL="25925" marR="25925" marT="12962" marB="12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10-digit alphanumeric string</a:t>
                      </a:r>
                      <a:endParaRPr lang="en-US"/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10-digit alphanumeric string</a:t>
                      </a:r>
                      <a:endParaRPr lang="en-US" sz="800" b="0" i="0" u="none" strike="noStrike" noProof="0"/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No modifications necessary; 1:1 match</a:t>
                      </a: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N/A</a:t>
                      </a: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650814"/>
                  </a:ext>
                </a:extLst>
              </a:tr>
              <a:tr h="49313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0" i="1" u="none" strike="noStrike" noProof="0">
                          <a:latin typeface="Times New Roman"/>
                        </a:rPr>
                        <a:t>Testing Solid State Lighting Countermeasures to Improve Circadian Adaptation, Sleep, and Performance During High Fidelity Analog and Flight Studies for the International Space Station</a:t>
                      </a:r>
                      <a:endParaRPr lang="en-US" i="1">
                        <a:latin typeface="Times New Roman"/>
                      </a:endParaRPr>
                    </a:p>
                  </a:txBody>
                  <a:tcPr marL="25925" marR="25925" marT="12962" marB="12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latin typeface="Times New Roman"/>
                        </a:rPr>
                        <a:t>NNX15AC14G</a:t>
                      </a:r>
                      <a:endParaRPr lang="en-US" dirty="0"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latin typeface="Times New Roman"/>
                        </a:rPr>
                        <a:t>NNX15AC14G</a:t>
                      </a:r>
                      <a:endParaRPr lang="en-US" sz="800" b="0" i="0" u="none" strike="noStrike" noProof="0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927662"/>
                  </a:ext>
                </a:extLst>
              </a:tr>
              <a:tr h="4931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Times New Roman"/>
                        </a:rPr>
                        <a:t>DOD – CDMRP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6-digit</a:t>
                      </a: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alphanumeric DoDAAC code followed by 7 digit number</a:t>
                      </a: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8-digit alphaneumeric string. If the first two digits are letters: this </a:t>
                      </a:r>
                      <a:r>
                        <a:rPr lang="en-US" sz="800" b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code indicates the specific research program</a:t>
                      </a: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Connect the two entries using the dataset extracted from </a:t>
                      </a: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hlinkClick r:id="rId3"/>
                        </a:rPr>
                        <a:t>this site</a:t>
                      </a: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Detailed explanation of </a:t>
                      </a:r>
                      <a:r>
                        <a:rPr lang="en-US" sz="800" b="0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DoDAAC</a:t>
                      </a: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meaning: </a:t>
                      </a:r>
                      <a:endParaRPr lang="en-US" b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hlinkClick r:id="rId4"/>
                        </a:rPr>
                        <a:t>DoDAAC Assignment Logic</a:t>
                      </a: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635099"/>
                  </a:ext>
                </a:extLst>
              </a:tr>
              <a:tr h="49313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0" i="1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The Role of Desert – Dust Metals in the Pathobiology of Gulf War Illness</a:t>
                      </a:r>
                      <a:endParaRPr lang="en-US" sz="800" b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W81XWH1620050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GW150034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991521"/>
                  </a:ext>
                </a:extLst>
              </a:tr>
              <a:tr h="4931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Times New Roman"/>
                        </a:rPr>
                        <a:t>NIH</a:t>
                      </a:r>
                    </a:p>
                  </a:txBody>
                  <a:tcPr marL="25925" marR="25925" marT="12962" marB="12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11-digit alphanumeric string. The last 6 digits are always numbers.</a:t>
                      </a: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At least 12-digit alphanumeric </a:t>
                      </a:r>
                      <a:r>
                        <a:rPr lang="en-US" sz="800" b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string. Occasionally has hyphen at the end followed by additional characters</a:t>
                      </a: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Digits 2-12 in Federal RePORTER match the entry in </a:t>
                      </a:r>
                      <a:r>
                        <a:rPr lang="en-US" sz="800" b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USAspending</a:t>
                      </a: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Each digit has embedded information: </a:t>
                      </a: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hlinkClick r:id="rId5"/>
                        </a:rPr>
                        <a:t>Deciphering NIH Grant Numbers</a:t>
                      </a: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736615"/>
                  </a:ext>
                </a:extLst>
              </a:tr>
              <a:tr h="49313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0" i="1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VACCINE AND CELL  THERAPY CORE LABORATORY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P30CA016087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4P30CA016087-36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233382"/>
                  </a:ext>
                </a:extLst>
              </a:tr>
              <a:tr h="4931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USDA – ARS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15-character string of numbers &amp; hyphens: XX-XXXX-X-XXX-X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where the "X" are numbers.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The 4-digit string corresponds to a research lab (</a:t>
                      </a: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hlinkClick r:id="rId6"/>
                        </a:rPr>
                        <a:t>preliminary list here</a:t>
                      </a: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)</a:t>
                      </a: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Three letter "ARS" followed by a hyphen and 7-digit USDA accession code</a:t>
                      </a: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No reliable method found yet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Plugging accession code into the URL of </a:t>
                      </a: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hlinkClick r:id="rId7"/>
                        </a:rPr>
                        <a:t>this site</a:t>
                      </a: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gives the project title, which can be matched within USAspending - this is not reliable</a:t>
                      </a: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848411"/>
                  </a:ext>
                </a:extLst>
              </a:tr>
              <a:tr h="49313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0" i="1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Crop and Water Sustainability in Upper Mississippi River Basin Agroecosystems</a:t>
                      </a:r>
                      <a:endParaRPr lang="en-US" sz="800" b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58-5030-5-080-1</a:t>
                      </a:r>
                      <a:endParaRPr lang="en-US" b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ARS-0429067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i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460500"/>
                  </a:ext>
                </a:extLst>
              </a:tr>
              <a:tr h="4931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Times New Roman"/>
                        </a:rPr>
                        <a:t>USDA </a:t>
                      </a: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– </a:t>
                      </a:r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Times New Roman"/>
                        </a:rPr>
                        <a:t> NIFA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16-character string of numbers &amp; a decimal point as the 15th digit</a:t>
                      </a: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XXXX-XXXXX-XXXXX where the "X" are numbers. The first 4 digits display the initial award fiscal year</a:t>
                      </a: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The first 14 digits in USAspending link to the Federal RePORTER string without hyphens</a:t>
                      </a:r>
                    </a:p>
                  </a:txBody>
                  <a:tcPr marL="25925" marR="25925" marT="12962" marB="1296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This </a:t>
                      </a: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hlinkClick r:id="rId8"/>
                        </a:rPr>
                        <a:t>USDA database</a:t>
                      </a:r>
                      <a:r>
                        <a:rPr lang="en-US" sz="800" b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can be used to verify NIFA records</a:t>
                      </a: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5483"/>
                  </a:ext>
                </a:extLst>
              </a:tr>
              <a:tr h="49313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1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BUILDING CAPACITY THROUGH TRADITION CENTERED PROGRAMMING</a:t>
                      </a:r>
                      <a:endParaRPr lang="en-US" b="0" i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>
                          <a:latin typeface="Times New Roman"/>
                        </a:rPr>
                        <a:t>20114700230882.6</a:t>
                      </a:r>
                      <a:endParaRPr lang="en-US" b="0"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 dirty="0">
                          <a:latin typeface="Times New Roman"/>
                        </a:rPr>
                        <a:t>2011-47002-30882</a:t>
                      </a:r>
                      <a:endParaRPr lang="en-US" b="0" dirty="0"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i="0" u="none" strike="noStrike" noProof="0" dirty="0">
                        <a:latin typeface="Times New Roman"/>
                      </a:endParaRPr>
                    </a:p>
                  </a:txBody>
                  <a:tcPr marL="25925" marR="25925" marT="12962" marB="1296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5925" marR="25925" marT="12962" marB="1296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668943"/>
                  </a:ext>
                </a:extLst>
              </a:tr>
            </a:tbl>
          </a:graphicData>
        </a:graphic>
      </p:graphicFrame>
      <p:sp>
        <p:nvSpPr>
          <p:cNvPr id="7" name="Left Brace 6">
            <a:extLst>
              <a:ext uri="{FF2B5EF4-FFF2-40B4-BE49-F238E27FC236}">
                <a16:creationId xmlns:a16="http://schemas.microsoft.com/office/drawing/2014/main" id="{A24E35BC-5313-4730-B947-FF22F9B74FDB}"/>
              </a:ext>
            </a:extLst>
          </p:cNvPr>
          <p:cNvSpPr/>
          <p:nvPr/>
        </p:nvSpPr>
        <p:spPr>
          <a:xfrm rot="16200000">
            <a:off x="2706945" y="3883225"/>
            <a:ext cx="61916" cy="443402"/>
          </a:xfrm>
          <a:prstGeom prst="leftBrace">
            <a:avLst/>
          </a:prstGeom>
          <a:noFill/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5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123D6-E5CD-47D1-964D-EE22CB7F5080}"/>
              </a:ext>
            </a:extLst>
          </p:cNvPr>
          <p:cNvSpPr txBox="1"/>
          <p:nvPr/>
        </p:nvSpPr>
        <p:spPr>
          <a:xfrm>
            <a:off x="2262206" y="4153058"/>
            <a:ext cx="1293817" cy="1819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58293" tIns="29146" rIns="58293" bIns="2914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dirty="0">
                <a:latin typeface="Times New Roman"/>
                <a:cs typeface="Times New Roman"/>
              </a:rPr>
              <a:t>DoD Activity Address Code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3629B4B-1D3A-4205-A932-07642E961BBE}"/>
              </a:ext>
            </a:extLst>
          </p:cNvPr>
          <p:cNvSpPr/>
          <p:nvPr/>
        </p:nvSpPr>
        <p:spPr>
          <a:xfrm rot="16200000">
            <a:off x="2792928" y="5042622"/>
            <a:ext cx="61916" cy="149830"/>
          </a:xfrm>
          <a:prstGeom prst="leftBrace">
            <a:avLst/>
          </a:prstGeom>
          <a:noFill/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5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739444-28A6-4340-A594-E56040F3F806}"/>
              </a:ext>
            </a:extLst>
          </p:cNvPr>
          <p:cNvSpPr txBox="1"/>
          <p:nvPr/>
        </p:nvSpPr>
        <p:spPr>
          <a:xfrm>
            <a:off x="2245370" y="5148278"/>
            <a:ext cx="1293817" cy="1819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58293" tIns="29146" rIns="58293" bIns="2914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dirty="0">
                <a:latin typeface="Times New Roman"/>
                <a:cs typeface="Times New Roman"/>
              </a:rPr>
              <a:t>National Cancer Institute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5F879D85-7AB0-4243-A2DC-ED2609C4FE36}"/>
              </a:ext>
            </a:extLst>
          </p:cNvPr>
          <p:cNvSpPr/>
          <p:nvPr/>
        </p:nvSpPr>
        <p:spPr>
          <a:xfrm rot="16200000">
            <a:off x="2753252" y="6258981"/>
            <a:ext cx="47938" cy="205748"/>
          </a:xfrm>
          <a:prstGeom prst="leftBrace">
            <a:avLst/>
          </a:prstGeom>
          <a:noFill/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5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93F6C5-D2AA-4AEE-883A-05062BDF6E6E}"/>
              </a:ext>
            </a:extLst>
          </p:cNvPr>
          <p:cNvSpPr txBox="1"/>
          <p:nvPr/>
        </p:nvSpPr>
        <p:spPr>
          <a:xfrm>
            <a:off x="2231488" y="6387267"/>
            <a:ext cx="1293817" cy="1819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58293" tIns="29146" rIns="58293" bIns="2914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dirty="0">
                <a:latin typeface="Times New Roman"/>
                <a:cs typeface="Times New Roman"/>
              </a:rPr>
              <a:t>NLAE in Ames, IA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5D5AA1BA-7450-4D49-A466-E3D94391CD2C}"/>
              </a:ext>
            </a:extLst>
          </p:cNvPr>
          <p:cNvSpPr/>
          <p:nvPr/>
        </p:nvSpPr>
        <p:spPr>
          <a:xfrm rot="16200000">
            <a:off x="3956134" y="5064509"/>
            <a:ext cx="54927" cy="72942"/>
          </a:xfrm>
          <a:prstGeom prst="leftBrace">
            <a:avLst/>
          </a:prstGeom>
          <a:noFill/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5"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D5412C-9453-4DBE-B4FD-0B819119DC98}"/>
              </a:ext>
            </a:extLst>
          </p:cNvPr>
          <p:cNvSpPr txBox="1"/>
          <p:nvPr/>
        </p:nvSpPr>
        <p:spPr>
          <a:xfrm>
            <a:off x="3737200" y="5133276"/>
            <a:ext cx="1251880" cy="27430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58293" tIns="29146" rIns="58293" bIns="2914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 dirty="0">
                <a:latin typeface="Times New Roman"/>
                <a:ea typeface="+mn-lt"/>
                <a:cs typeface="Times New Roman"/>
              </a:rPr>
              <a:t>Request for additional years of funding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A638EC87-2B83-4C1D-B8D2-3777F5B866D4}"/>
              </a:ext>
            </a:extLst>
          </p:cNvPr>
          <p:cNvSpPr/>
          <p:nvPr/>
        </p:nvSpPr>
        <p:spPr>
          <a:xfrm rot="16200000">
            <a:off x="4423423" y="6158171"/>
            <a:ext cx="54927" cy="366515"/>
          </a:xfrm>
          <a:prstGeom prst="leftBrace">
            <a:avLst/>
          </a:prstGeom>
          <a:noFill/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5">
              <a:latin typeface="Times New Roman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BA7625-6822-4FB0-B9D3-6359E7ED0EBE}"/>
              </a:ext>
            </a:extLst>
          </p:cNvPr>
          <p:cNvSpPr txBox="1"/>
          <p:nvPr/>
        </p:nvSpPr>
        <p:spPr>
          <a:xfrm>
            <a:off x="3685415" y="6370334"/>
            <a:ext cx="1293817" cy="1819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58293" tIns="29146" rIns="58293" bIns="2914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dirty="0">
                <a:latin typeface="Times New Roman"/>
                <a:cs typeface="Times New Roman"/>
              </a:rPr>
              <a:t>USDA Accession Code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281A7046-8358-483E-B4FF-776A5CD9FC3A}"/>
              </a:ext>
            </a:extLst>
          </p:cNvPr>
          <p:cNvSpPr/>
          <p:nvPr/>
        </p:nvSpPr>
        <p:spPr>
          <a:xfrm rot="16200000">
            <a:off x="4139720" y="4034980"/>
            <a:ext cx="61916" cy="149830"/>
          </a:xfrm>
          <a:prstGeom prst="leftBrace">
            <a:avLst/>
          </a:prstGeom>
          <a:noFill/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5">
              <a:latin typeface="Times New Roman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EB82E4-FA25-40F8-8445-D9AA77EFC981}"/>
              </a:ext>
            </a:extLst>
          </p:cNvPr>
          <p:cNvSpPr txBox="1"/>
          <p:nvPr/>
        </p:nvSpPr>
        <p:spPr>
          <a:xfrm>
            <a:off x="3709241" y="4157569"/>
            <a:ext cx="1293817" cy="27430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58293" tIns="29146" rIns="58293" bIns="2914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latin typeface="Times New Roman"/>
                <a:cs typeface="Times New Roman"/>
              </a:rPr>
              <a:t>Gulf War Illness Research Program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E0DB7A59-6FD5-49E1-9A62-AEEF5E45D21B}"/>
              </a:ext>
            </a:extLst>
          </p:cNvPr>
          <p:cNvSpPr/>
          <p:nvPr/>
        </p:nvSpPr>
        <p:spPr>
          <a:xfrm rot="16200000">
            <a:off x="4017068" y="7230240"/>
            <a:ext cx="47938" cy="205748"/>
          </a:xfrm>
          <a:prstGeom prst="leftBrace">
            <a:avLst/>
          </a:prstGeom>
          <a:noFill/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5">
              <a:latin typeface="Times New Roman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54BEB4-45B4-4D43-9A4F-4DBF094CD3C8}"/>
              </a:ext>
            </a:extLst>
          </p:cNvPr>
          <p:cNvSpPr txBox="1"/>
          <p:nvPr/>
        </p:nvSpPr>
        <p:spPr>
          <a:xfrm>
            <a:off x="3697981" y="7369597"/>
            <a:ext cx="1293817" cy="1819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58293" tIns="29146" rIns="58293" bIns="2914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>
                <a:latin typeface="Times New Roman"/>
                <a:cs typeface="Times New Roman"/>
              </a:rPr>
              <a:t>Initial award fiscal year</a:t>
            </a:r>
            <a:endParaRPr lang="en-US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5B5A63C2-7CD1-4D81-AD7D-272EF4A8E302}"/>
              </a:ext>
            </a:extLst>
          </p:cNvPr>
          <p:cNvSpPr/>
          <p:nvPr/>
        </p:nvSpPr>
        <p:spPr>
          <a:xfrm rot="16200000">
            <a:off x="2871533" y="1710047"/>
            <a:ext cx="75894" cy="394474"/>
          </a:xfrm>
          <a:prstGeom prst="leftBrace">
            <a:avLst/>
          </a:prstGeom>
          <a:noFill/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5">
              <a:latin typeface="Times New Roman"/>
              <a:cs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70EFD8-FBBF-4EF5-855A-CDF68FA8BB7B}"/>
              </a:ext>
            </a:extLst>
          </p:cNvPr>
          <p:cNvSpPr txBox="1"/>
          <p:nvPr/>
        </p:nvSpPr>
        <p:spPr>
          <a:xfrm>
            <a:off x="2262304" y="1945014"/>
            <a:ext cx="1293817" cy="1819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58293" tIns="29146" rIns="58293" bIns="2914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>
                <a:latin typeface="Times New Roman"/>
                <a:cs typeface="Times New Roman"/>
              </a:rPr>
              <a:t>NSF Award Code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85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801332AA-11FB-4988-AAC5-E4A2640C7980}"/>
</file>

<file path=customXml/itemProps2.xml><?xml version="1.0" encoding="utf-8"?>
<ds:datastoreItem xmlns:ds="http://schemas.openxmlformats.org/officeDocument/2006/customXml" ds:itemID="{A6625DD5-3004-47F0-AE04-90DDC949C447}"/>
</file>

<file path=customXml/itemProps3.xml><?xml version="1.0" encoding="utf-8"?>
<ds:datastoreItem xmlns:ds="http://schemas.openxmlformats.org/officeDocument/2006/customXml" ds:itemID="{D3CA28F3-4124-4D45-8A14-7ED15940C79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303</Words>
  <Application>Microsoft Office PowerPoint</Application>
  <PresentationFormat>Custom</PresentationFormat>
  <Paragraphs>67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Sean Pietrowicz</cp:lastModifiedBy>
  <cp:revision>885</cp:revision>
  <cp:lastPrinted>2019-08-09T15:49:03Z</cp:lastPrinted>
  <dcterms:created xsi:type="dcterms:W3CDTF">2013-07-15T20:26:40Z</dcterms:created>
  <dcterms:modified xsi:type="dcterms:W3CDTF">2019-09-20T18:45:10Z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
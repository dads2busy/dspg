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4" r:id="rId1"/>
    <p:sldMasterId id="2147483660" r:id="rId2"/>
    <p:sldMasterId id="2147483680" r:id="rId3"/>
  </p:sldMasterIdLst>
  <p:notesMasterIdLst>
    <p:notesMasterId r:id="rId9"/>
  </p:notesMasterIdLst>
  <p:sldIdLst>
    <p:sldId id="273" r:id="rId4"/>
    <p:sldId id="260" r:id="rId5"/>
    <p:sldId id="1032" r:id="rId6"/>
    <p:sldId id="1043" r:id="rId7"/>
    <p:sldId id="1044" r:id="rId8"/>
  </p:sldIdLst>
  <p:sldSz cx="12192000" cy="6858000"/>
  <p:notesSz cx="6858000" cy="10668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7100"/>
    <a:srgbClr val="002060"/>
    <a:srgbClr val="0D3068"/>
    <a:srgbClr val="1CAC4F"/>
    <a:srgbClr val="222C4B"/>
    <a:srgbClr val="222B4B"/>
    <a:srgbClr val="879C16"/>
    <a:srgbClr val="B253D7"/>
    <a:srgbClr val="E46C0A"/>
    <a:srgbClr val="242C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42"/>
    <p:restoredTop sz="94715"/>
  </p:normalViewPr>
  <p:slideViewPr>
    <p:cSldViewPr snapToGrid="0">
      <p:cViewPr varScale="1">
        <p:scale>
          <a:sx n="95" d="100"/>
          <a:sy n="95" d="100"/>
        </p:scale>
        <p:origin x="896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38E670-59E9-7040-86C6-47E90554D0F7}" type="datetimeFigureOut">
              <a:rPr lang="en-US" smtClean="0"/>
              <a:t>7/24/19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884223-1D8D-DB4E-80E4-3985798CD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29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BC57A99-90A3-1243-99EA-D41565886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026" y="515435"/>
            <a:ext cx="10972800" cy="1143000"/>
          </a:xfrm>
        </p:spPr>
        <p:txBody>
          <a:bodyPr/>
          <a:lstStyle>
            <a:lvl1pPr algn="ctr">
              <a:defRPr sz="4400" b="1">
                <a:solidFill>
                  <a:srgbClr val="E46C0A"/>
                </a:solidFill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5C92517-B505-5E40-A4AB-99934B49F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138" y="1523766"/>
            <a:ext cx="10434577" cy="4422449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ITC Franklin Gothic Std Book" panose="020B0504030503020204" pitchFamily="34" charset="0"/>
              </a:defRPr>
            </a:lvl1pPr>
            <a:lvl2pPr>
              <a:defRPr sz="2800">
                <a:latin typeface="ITC Franklin Gothic Std Book" panose="020B0504030503020204" pitchFamily="34" charset="0"/>
              </a:defRPr>
            </a:lvl2pPr>
            <a:lvl3pPr>
              <a:defRPr sz="2400">
                <a:latin typeface="ITC Franklin Gothic Std Book" panose="020B0504030503020204" pitchFamily="34" charset="0"/>
              </a:defRPr>
            </a:lvl3pPr>
            <a:lvl4pPr>
              <a:defRPr sz="2000">
                <a:latin typeface="ITC Franklin Gothic Std Book" panose="020B0504030503020204" pitchFamily="34" charset="0"/>
              </a:defRPr>
            </a:lvl4pPr>
            <a:lvl5pPr>
              <a:defRPr sz="2000">
                <a:latin typeface="ITC Franklin Gothic Std Book" panose="020B05040305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3932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1523EE7-7D02-7247-AD92-16721E165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026" y="515435"/>
            <a:ext cx="10972800" cy="1143000"/>
          </a:xfrm>
        </p:spPr>
        <p:txBody>
          <a:bodyPr/>
          <a:lstStyle>
            <a:lvl1pPr algn="ctr">
              <a:defRPr sz="4400" b="1">
                <a:solidFill>
                  <a:srgbClr val="E46C0A"/>
                </a:solidFill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6B0E472-8F34-3B4E-8478-4BD70BFC7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138" y="1523766"/>
            <a:ext cx="10434577" cy="4422449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ITC Franklin Gothic Std Book" panose="020B0504030503020204" pitchFamily="34" charset="0"/>
              </a:defRPr>
            </a:lvl1pPr>
            <a:lvl2pPr>
              <a:defRPr sz="2800">
                <a:latin typeface="ITC Franklin Gothic Std Book" panose="020B0504030503020204" pitchFamily="34" charset="0"/>
              </a:defRPr>
            </a:lvl2pPr>
            <a:lvl3pPr>
              <a:defRPr sz="2400">
                <a:latin typeface="ITC Franklin Gothic Std Book" panose="020B0504030503020204" pitchFamily="34" charset="0"/>
              </a:defRPr>
            </a:lvl3pPr>
            <a:lvl4pPr>
              <a:defRPr sz="2000">
                <a:latin typeface="ITC Franklin Gothic Std Book" panose="020B0504030503020204" pitchFamily="34" charset="0"/>
              </a:defRPr>
            </a:lvl4pPr>
            <a:lvl5pPr>
              <a:defRPr sz="2000">
                <a:latin typeface="ITC Franklin Gothic Std Book" panose="020B05040305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6273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1523EE7-7D02-7247-AD92-16721E165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026" y="515435"/>
            <a:ext cx="10972800" cy="1143000"/>
          </a:xfrm>
        </p:spPr>
        <p:txBody>
          <a:bodyPr/>
          <a:lstStyle>
            <a:lvl1pPr algn="ctr">
              <a:defRPr sz="4400" b="1">
                <a:solidFill>
                  <a:srgbClr val="E46C0A"/>
                </a:solidFill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57333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9336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mall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688231A-4169-BC40-8B3A-48A9CAACE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026" y="515435"/>
            <a:ext cx="10972800" cy="1143000"/>
          </a:xfrm>
        </p:spPr>
        <p:txBody>
          <a:bodyPr/>
          <a:lstStyle>
            <a:lvl1pPr algn="ctr">
              <a:defRPr sz="4400" b="1">
                <a:solidFill>
                  <a:srgbClr val="E46C0A"/>
                </a:solidFill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A747ECE-6299-834B-A054-7690B3E1B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138" y="1523766"/>
            <a:ext cx="10434577" cy="4422449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ITC Franklin Gothic Std Book" panose="020B0504030503020204" pitchFamily="34" charset="0"/>
              </a:defRPr>
            </a:lvl1pPr>
            <a:lvl2pPr>
              <a:defRPr sz="2800">
                <a:latin typeface="ITC Franklin Gothic Std Book" panose="020B0504030503020204" pitchFamily="34" charset="0"/>
              </a:defRPr>
            </a:lvl2pPr>
            <a:lvl3pPr>
              <a:defRPr sz="2400">
                <a:latin typeface="ITC Franklin Gothic Std Book" panose="020B0504030503020204" pitchFamily="34" charset="0"/>
              </a:defRPr>
            </a:lvl3pPr>
            <a:lvl4pPr>
              <a:defRPr sz="2000">
                <a:latin typeface="ITC Franklin Gothic Std Book" panose="020B0504030503020204" pitchFamily="34" charset="0"/>
              </a:defRPr>
            </a:lvl4pPr>
            <a:lvl5pPr>
              <a:defRPr sz="2000">
                <a:latin typeface="ITC Franklin Gothic Std Book" panose="020B05040305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9337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9CA33AA-BEF0-1343-9219-A9647903A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026" y="515435"/>
            <a:ext cx="10972800" cy="1143000"/>
          </a:xfrm>
        </p:spPr>
        <p:txBody>
          <a:bodyPr/>
          <a:lstStyle>
            <a:lvl1pPr algn="ctr">
              <a:defRPr sz="4400" b="1">
                <a:solidFill>
                  <a:srgbClr val="E46C0A"/>
                </a:solidFill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50227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0" y="0"/>
            <a:ext cx="380144" cy="6858000"/>
          </a:xfrm>
          <a:prstGeom prst="rect">
            <a:avLst/>
          </a:prstGeom>
          <a:solidFill>
            <a:srgbClr val="222C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7272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787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 rot="5400000">
            <a:off x="5905928" y="-5525784"/>
            <a:ext cx="380144" cy="11431712"/>
          </a:xfrm>
          <a:prstGeom prst="rect">
            <a:avLst/>
          </a:prstGeom>
          <a:solidFill>
            <a:srgbClr val="222C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380144" cy="6858000"/>
          </a:xfrm>
          <a:prstGeom prst="rect">
            <a:avLst/>
          </a:prstGeom>
          <a:solidFill>
            <a:srgbClr val="222C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727200" cy="2057400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11811856" y="0"/>
            <a:ext cx="380144" cy="6858000"/>
          </a:xfrm>
          <a:prstGeom prst="rect">
            <a:avLst/>
          </a:prstGeom>
          <a:solidFill>
            <a:srgbClr val="222C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        </a:t>
            </a:r>
          </a:p>
        </p:txBody>
      </p:sp>
      <p:sp>
        <p:nvSpPr>
          <p:cNvPr id="10" name="Rectangle 9"/>
          <p:cNvSpPr/>
          <p:nvPr userDrawn="1"/>
        </p:nvSpPr>
        <p:spPr>
          <a:xfrm rot="5400000">
            <a:off x="5905928" y="952072"/>
            <a:ext cx="380144" cy="11431712"/>
          </a:xfrm>
          <a:prstGeom prst="rect">
            <a:avLst/>
          </a:prstGeom>
          <a:solidFill>
            <a:srgbClr val="222C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206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9" r:id="rId2"/>
    <p:sldLayoutId id="2147483684" r:id="rId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3419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43362-715A-C541-A1C6-11D90EB2450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77825" y="1546225"/>
            <a:ext cx="11814175" cy="2316163"/>
          </a:xfrm>
          <a:prstGeom prst="rect">
            <a:avLst/>
          </a:prstGeom>
        </p:spPr>
        <p:txBody>
          <a:bodyPr/>
          <a:lstStyle/>
          <a:p>
            <a:pPr marL="0" indent="0" algn="ctr">
              <a:buNone/>
            </a:pPr>
            <a:r>
              <a:rPr lang="en-US" sz="4400" b="0" u="none" dirty="0">
                <a:latin typeface="ITC Franklin Gothic Std Book" panose="020B0504030503020204" pitchFamily="34" charset="0"/>
              </a:rPr>
              <a:t>USDA  NASS  TITLE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FC6922E-5A40-0F48-A334-84C11D76F91C}"/>
              </a:ext>
            </a:extLst>
          </p:cNvPr>
          <p:cNvSpPr txBox="1">
            <a:spLocks/>
          </p:cNvSpPr>
          <p:nvPr/>
        </p:nvSpPr>
        <p:spPr>
          <a:xfrm>
            <a:off x="176847" y="3348319"/>
            <a:ext cx="12192000" cy="41685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80000"/>
              </a:lnSpc>
              <a:buNone/>
            </a:pPr>
            <a:r>
              <a:rPr lang="en-US" sz="2400" dirty="0">
                <a:solidFill>
                  <a:srgbClr val="E47100"/>
                </a:solidFill>
                <a:latin typeface="ITC Franklin Gothic Std Book" panose="020B0504030503020204" pitchFamily="34" charset="0"/>
              </a:rPr>
              <a:t>13 August 2019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ITC Franklin Gothic Std Book" panose="020B0504030503020204" pitchFamily="34" charset="0"/>
              </a:rPr>
              <a:t> </a:t>
            </a:r>
          </a:p>
          <a:p>
            <a:pPr marL="0" indent="0" algn="ctr">
              <a:lnSpc>
                <a:spcPct val="80000"/>
              </a:lnSpc>
              <a:buNone/>
            </a:pPr>
            <a:endParaRPr lang="en-US" dirty="0">
              <a:solidFill>
                <a:schemeClr val="bg1"/>
              </a:solidFill>
              <a:latin typeface="ITC Franklin Gothic Std Book" panose="020B0504030503020204" pitchFamily="34" charset="0"/>
            </a:endParaRPr>
          </a:p>
          <a:p>
            <a:pPr marL="0" indent="0" algn="ctr">
              <a:lnSpc>
                <a:spcPct val="80000"/>
              </a:lnSpc>
              <a:buNone/>
            </a:pPr>
            <a:endParaRPr lang="en-US" dirty="0">
              <a:solidFill>
                <a:schemeClr val="bg1"/>
              </a:solidFill>
              <a:latin typeface="ITC Franklin Gothic Std Book" panose="020B0504030503020204" pitchFamily="34" charset="0"/>
            </a:endParaRPr>
          </a:p>
          <a:p>
            <a:pPr marL="0" indent="0" algn="ctr">
              <a:lnSpc>
                <a:spcPct val="80000"/>
              </a:lnSpc>
              <a:buNone/>
            </a:pPr>
            <a:endParaRPr lang="en-US" dirty="0">
              <a:solidFill>
                <a:schemeClr val="bg1"/>
              </a:solidFill>
              <a:latin typeface="ITC Franklin Gothic Std Book" panose="020B0504030503020204" pitchFamily="34" charset="0"/>
            </a:endParaRPr>
          </a:p>
          <a:p>
            <a:pPr marL="0" indent="0" algn="ctr">
              <a:lnSpc>
                <a:spcPct val="8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ITC Franklin Gothic Std Book" panose="020B0504030503020204" pitchFamily="34" charset="0"/>
              </a:rPr>
              <a:t> 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ITC Franklin Gothic Std Book" panose="020B0504030503020204" pitchFamily="34" charset="0"/>
              </a:rPr>
              <a:t>		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2EEFC2-CB90-0C46-BC75-C5F390054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165" y="4779684"/>
            <a:ext cx="3708400" cy="787400"/>
          </a:xfrm>
          <a:prstGeom prst="rect">
            <a:avLst/>
          </a:prstGeom>
        </p:spPr>
      </p:pic>
      <p:grpSp>
        <p:nvGrpSpPr>
          <p:cNvPr id="8" name="Group 1">
            <a:extLst>
              <a:ext uri="{FF2B5EF4-FFF2-40B4-BE49-F238E27FC236}">
                <a16:creationId xmlns:a16="http://schemas.microsoft.com/office/drawing/2014/main" id="{C2D10C66-9209-A544-B3F7-5D0AA37C79E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688800" y="4779684"/>
            <a:ext cx="5992000" cy="727239"/>
            <a:chOff x="6761686" y="5038441"/>
            <a:chExt cx="5079655" cy="574717"/>
          </a:xfrm>
        </p:grpSpPr>
        <p:pic>
          <p:nvPicPr>
            <p:cNvPr id="10" name="Picture 12" descr="NCSES_logo_oneline_150.eps">
              <a:extLst>
                <a:ext uri="{FF2B5EF4-FFF2-40B4-BE49-F238E27FC236}">
                  <a16:creationId xmlns:a16="http://schemas.microsoft.com/office/drawing/2014/main" id="{F0C9E615-EDBE-504B-B6A0-58C0751421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7314" y="5084518"/>
              <a:ext cx="4534027" cy="4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13">
              <a:extLst>
                <a:ext uri="{FF2B5EF4-FFF2-40B4-BE49-F238E27FC236}">
                  <a16:creationId xmlns:a16="http://schemas.microsoft.com/office/drawing/2014/main" id="{B92BC29D-AC77-5645-A3FF-58D85062A3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61686" y="5038441"/>
              <a:ext cx="600846" cy="5747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83140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E07A10-B8AE-C249-9821-A829050AA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E47100"/>
                </a:solidFill>
                <a:latin typeface="ITC Franklin Gothic Std Book"/>
              </a:rPr>
              <a:t>The NCSES UVA Team</a:t>
            </a:r>
            <a:br>
              <a:rPr lang="en-US" cap="all" dirty="0">
                <a:solidFill>
                  <a:srgbClr val="E47100"/>
                </a:solidFill>
                <a:latin typeface="ITC Franklin Gothic Std Heavy" panose="020B0504030503020204" pitchFamily="34" charset="0"/>
              </a:rPr>
            </a:br>
            <a:endParaRPr lang="en-US" dirty="0">
              <a:solidFill>
                <a:srgbClr val="E4710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867139" y="1523766"/>
            <a:ext cx="4995780" cy="4422449"/>
          </a:xfrm>
          <a:prstGeom prst="rect">
            <a:avLst/>
          </a:prstGeom>
        </p:spPr>
        <p:txBody>
          <a:bodyPr anchor="t"/>
          <a:lstStyle/>
          <a:p>
            <a:pPr algn="l">
              <a:lnSpc>
                <a:spcPct val="100000"/>
              </a:lnSpc>
            </a:pPr>
            <a:r>
              <a:rPr lang="en-US" sz="3200" b="0" cap="none" dirty="0">
                <a:solidFill>
                  <a:srgbClr val="0D3068"/>
                </a:solidFill>
                <a:latin typeface="ITC Franklin Gothic Std Book" panose="020B0504030503020204" pitchFamily="34" charset="0"/>
              </a:rPr>
              <a:t>NCSES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b="0" cap="none" dirty="0">
                <a:solidFill>
                  <a:srgbClr val="0D3068"/>
                </a:solidFill>
                <a:latin typeface="ITC Franklin Gothic Std Book" panose="020B0504030503020204" pitchFamily="34" charset="0"/>
              </a:rPr>
              <a:t>List  everyone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3200" b="0" cap="none" dirty="0">
              <a:solidFill>
                <a:srgbClr val="0D3068"/>
              </a:solidFill>
              <a:latin typeface="ITC Franklin Gothic Std Book" panose="020B0504030503020204" pitchFamily="34" charset="0"/>
            </a:endParaRP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3200" b="0" cap="none" dirty="0">
              <a:solidFill>
                <a:srgbClr val="0D3068"/>
              </a:solidFill>
              <a:latin typeface="ITC Franklin Gothic Std Book" panose="020B0504030503020204" pitchFamily="34" charset="0"/>
            </a:endParaRPr>
          </a:p>
          <a:p>
            <a:pPr algn="l">
              <a:lnSpc>
                <a:spcPct val="100000"/>
              </a:lnSpc>
            </a:pPr>
            <a:endParaRPr lang="en-US" sz="3200" b="0" cap="none" dirty="0">
              <a:solidFill>
                <a:srgbClr val="0D3068"/>
              </a:solidFill>
              <a:latin typeface="ITC Franklin Gothic Std Book" panose="020B0504030503020204" pitchFamily="34" charset="0"/>
            </a:endParaRP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3200" b="0" cap="none" dirty="0">
              <a:solidFill>
                <a:srgbClr val="0D3068"/>
              </a:solidFill>
              <a:latin typeface="ITC Franklin Gothic Std Book"/>
            </a:endParaRPr>
          </a:p>
          <a:p>
            <a:pPr algn="l">
              <a:lnSpc>
                <a:spcPct val="100000"/>
              </a:lnSpc>
            </a:pPr>
            <a:endParaRPr lang="en-US" sz="2000" b="0" cap="none" dirty="0">
              <a:solidFill>
                <a:srgbClr val="0D3068"/>
              </a:solidFill>
              <a:latin typeface="ITC Franklin Gothic Std Book" panose="020B0504030503020204" pitchFamily="34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09A9FBB-500B-6A49-993F-73D2CDD0DAB8}"/>
              </a:ext>
            </a:extLst>
          </p:cNvPr>
          <p:cNvSpPr txBox="1">
            <a:spLocks/>
          </p:cNvSpPr>
          <p:nvPr/>
        </p:nvSpPr>
        <p:spPr>
          <a:xfrm>
            <a:off x="5499128" y="1425389"/>
            <a:ext cx="4868554" cy="4972725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000" b="1" i="0" kern="1200" cap="all" baseline="0">
                <a:solidFill>
                  <a:srgbClr val="222C4B"/>
                </a:solidFill>
                <a:latin typeface="ITC Franklin Gothic Std Heavy" charset="0"/>
                <a:ea typeface="ITC Franklin Gothic Std Heavy" charset="0"/>
                <a:cs typeface="ITC Franklin Gothic Std Heavy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000" b="1" i="0" kern="1200" cap="all" baseline="0">
                <a:solidFill>
                  <a:srgbClr val="222C4B"/>
                </a:solidFill>
                <a:latin typeface="ITC Franklin Gothic Std Heavy" charset="0"/>
                <a:ea typeface="ITC Franklin Gothic Std Heavy" charset="0"/>
                <a:cs typeface="ITC Franklin Gothic Std Heavy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000" b="1" i="0" kern="1200" cap="all" baseline="0">
                <a:solidFill>
                  <a:srgbClr val="222C4B"/>
                </a:solidFill>
                <a:latin typeface="ITC Franklin Gothic Std Heavy" charset="0"/>
                <a:ea typeface="ITC Franklin Gothic Std Heavy" charset="0"/>
                <a:cs typeface="ITC Franklin Gothic Std Heavy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000" b="1" i="0" kern="1200" cap="all" baseline="0">
                <a:solidFill>
                  <a:srgbClr val="222C4B"/>
                </a:solidFill>
                <a:latin typeface="ITC Franklin Gothic Std Heavy" charset="0"/>
                <a:ea typeface="ITC Franklin Gothic Std Heavy" charset="0"/>
                <a:cs typeface="ITC Franklin Gothic Std Heavy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000" b="1" i="0" kern="1200" cap="all" baseline="0">
                <a:solidFill>
                  <a:srgbClr val="222C4B"/>
                </a:solidFill>
                <a:latin typeface="ITC Franklin Gothic Std Heavy" charset="0"/>
                <a:ea typeface="ITC Franklin Gothic Std Heavy" charset="0"/>
                <a:cs typeface="ITC Franklin Gothic Std Heavy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3200" b="0" cap="none" dirty="0">
                <a:solidFill>
                  <a:srgbClr val="0D3068"/>
                </a:solidFill>
                <a:latin typeface="ITC Franklin Gothic Std Book" panose="020B0504030503020204" pitchFamily="34" charset="0"/>
              </a:rPr>
              <a:t>UVA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b="0" cap="none" dirty="0">
                <a:solidFill>
                  <a:srgbClr val="0D3068"/>
                </a:solidFill>
                <a:latin typeface="ITC Franklin Gothic Std Book" panose="020B0504030503020204" pitchFamily="34" charset="0"/>
              </a:rPr>
              <a:t>List  everyone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3200" b="0" cap="none" dirty="0">
              <a:solidFill>
                <a:srgbClr val="0D3068"/>
              </a:solidFill>
              <a:latin typeface="ITC Franklin Gothic Std Book" panose="020B0504030503020204" pitchFamily="34" charset="0"/>
            </a:endParaRP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3200" b="0" cap="none" dirty="0">
              <a:solidFill>
                <a:srgbClr val="0D3068"/>
              </a:solidFill>
              <a:latin typeface="ITC Franklin Gothic Std Book" panose="020B0504030503020204" pitchFamily="34" charset="0"/>
            </a:endParaRPr>
          </a:p>
          <a:p>
            <a:pPr algn="l">
              <a:lnSpc>
                <a:spcPct val="100000"/>
              </a:lnSpc>
            </a:pPr>
            <a:endParaRPr lang="en-US" sz="3200" b="0" cap="none" dirty="0">
              <a:solidFill>
                <a:srgbClr val="0D3068"/>
              </a:solidFill>
              <a:latin typeface="ITC Franklin Gothic Std Book" panose="020B0504030503020204" pitchFamily="34" charset="0"/>
            </a:endParaRP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3200" b="0" cap="none" dirty="0">
              <a:solidFill>
                <a:srgbClr val="0D3068"/>
              </a:solidFill>
              <a:latin typeface="ITC Franklin Gothic Std Book"/>
            </a:endParaRPr>
          </a:p>
          <a:p>
            <a:pPr algn="l">
              <a:lnSpc>
                <a:spcPct val="100000"/>
              </a:lnSpc>
            </a:pPr>
            <a:endParaRPr lang="en-US" sz="2000" b="0" cap="none" dirty="0">
              <a:solidFill>
                <a:srgbClr val="0D3068"/>
              </a:solidFill>
              <a:latin typeface="ITC Franklin Gothic Std Book" panose="020B05040305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4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D7D4BCF-A5A5-7643-B5BF-9B6D45D0D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7358EC54-E3D4-E949-8DF3-7320091A9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98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A22947A-2CB6-B741-BF87-6482CCB70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DB18DA-27DA-2143-95BD-6F08DE77B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707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0F3416-AC6A-B740-9AB7-325670BB2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5BFC4-D0AE-484A-A0A5-9B5E96427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826200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Page 4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Quo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mage Small Placehold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6AB0FDEB-3F88-404A-A700-024697AD9392}"/>
</file>

<file path=customXml/itemProps2.xml><?xml version="1.0" encoding="utf-8"?>
<ds:datastoreItem xmlns:ds="http://schemas.openxmlformats.org/officeDocument/2006/customXml" ds:itemID="{A0E574D6-7606-4A81-98F2-AFB13A8552D5}"/>
</file>

<file path=customXml/itemProps3.xml><?xml version="1.0" encoding="utf-8"?>
<ds:datastoreItem xmlns:ds="http://schemas.openxmlformats.org/officeDocument/2006/customXml" ds:itemID="{C0BC52A3-4CA8-4EAD-A138-B03EBCF90027}"/>
</file>

<file path=docProps/app.xml><?xml version="1.0" encoding="utf-8"?>
<Properties xmlns="http://schemas.openxmlformats.org/officeDocument/2006/extended-properties" xmlns:vt="http://schemas.openxmlformats.org/officeDocument/2006/docPropsVTypes">
  <TotalTime>674</TotalTime>
  <Words>18</Words>
  <Application>Microsoft Macintosh PowerPoint</Application>
  <PresentationFormat>Widescreen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ITC Franklin Gothic Std Book</vt:lpstr>
      <vt:lpstr>ITC Franklin Gothic Std Heavy</vt:lpstr>
      <vt:lpstr>Title Page 4</vt:lpstr>
      <vt:lpstr>Quote</vt:lpstr>
      <vt:lpstr>Image Small Placeholder</vt:lpstr>
      <vt:lpstr>PowerPoint Presentation</vt:lpstr>
      <vt:lpstr>The NCSES UVA Team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Wilbur, Tobias J. (tjw3j)</dc:creator>
  <cp:lastModifiedBy>Keller, Sallie Ann (sak9tr)</cp:lastModifiedBy>
  <cp:revision>647</cp:revision>
  <dcterms:created xsi:type="dcterms:W3CDTF">2017-12-19T19:57:09Z</dcterms:created>
  <dcterms:modified xsi:type="dcterms:W3CDTF">2019-07-24T12:35:14Z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
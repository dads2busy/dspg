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DEB2DF-5F2D-87B5-FA17-9E0DDE825D4C}" v="13" dt="2019-07-30T17:01:45.99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692"/>
    <p:restoredTop sz="94647"/>
  </p:normalViewPr>
  <p:slideViewPr>
    <p:cSldViewPr snapToGrid="0" snapToObjects="1">
      <p:cViewPr varScale="1">
        <p:scale>
          <a:sx n="28" d="100"/>
          <a:sy n="28" d="100"/>
        </p:scale>
        <p:origin x="1576" y="232"/>
      </p:cViewPr>
      <p:guideLst>
        <p:guide orient="horz" pos="10368"/>
        <p:guide pos="6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whney, Raghav (rs7te)" userId="S::rs7te@virginia.edu::5fd2584d-5822-4094-96f9-28484473c3bc" providerId="AD" clId="Web-{2AC9C05F-FF31-9A70-6634-D151EBFC55A9}"/>
    <pc:docChg chg="modSld">
      <pc:chgData name="Sawhney, Raghav (rs7te)" userId="S::rs7te@virginia.edu::5fd2584d-5822-4094-96f9-28484473c3bc" providerId="AD" clId="Web-{2AC9C05F-FF31-9A70-6634-D151EBFC55A9}" dt="2019-08-01T13:15:57.925" v="79" actId="20577"/>
      <pc:docMkLst>
        <pc:docMk/>
      </pc:docMkLst>
      <pc:sldChg chg="modSp">
        <pc:chgData name="Sawhney, Raghav (rs7te)" userId="S::rs7te@virginia.edu::5fd2584d-5822-4094-96f9-28484473c3bc" providerId="AD" clId="Web-{2AC9C05F-FF31-9A70-6634-D151EBFC55A9}" dt="2019-08-01T13:15:44.237" v="77" actId="20577"/>
        <pc:sldMkLst>
          <pc:docMk/>
          <pc:sldMk cId="0" sldId="257"/>
        </pc:sldMkLst>
        <pc:spChg chg="mod">
          <ac:chgData name="Sawhney, Raghav (rs7te)" userId="S::rs7te@virginia.edu::5fd2584d-5822-4094-96f9-28484473c3bc" providerId="AD" clId="Web-{2AC9C05F-FF31-9A70-6634-D151EBFC55A9}" dt="2019-08-01T13:14:55.345" v="43" actId="1076"/>
          <ac:spMkLst>
            <pc:docMk/>
            <pc:sldMk cId="0" sldId="257"/>
            <ac:spMk id="15" creationId="{1BEC1BD8-B3A2-4840-81BF-E7B3E4B920A6}"/>
          </ac:spMkLst>
        </pc:spChg>
        <pc:spChg chg="mod">
          <ac:chgData name="Sawhney, Raghav (rs7te)" userId="S::rs7te@virginia.edu::5fd2584d-5822-4094-96f9-28484473c3bc" providerId="AD" clId="Web-{2AC9C05F-FF31-9A70-6634-D151EBFC55A9}" dt="2019-08-01T13:15:44.237" v="77" actId="20577"/>
          <ac:spMkLst>
            <pc:docMk/>
            <pc:sldMk cId="0" sldId="257"/>
            <ac:spMk id="16" creationId="{C9393C80-D4ED-470F-941B-E2B57DE460E2}"/>
          </ac:spMkLst>
        </pc:spChg>
        <pc:spChg chg="mod">
          <ac:chgData name="Sawhney, Raghav (rs7te)" userId="S::rs7te@virginia.edu::5fd2584d-5822-4094-96f9-28484473c3bc" providerId="AD" clId="Web-{2AC9C05F-FF31-9A70-6634-D151EBFC55A9}" dt="2019-08-01T13:04:47.619" v="0" actId="1076"/>
          <ac:spMkLst>
            <pc:docMk/>
            <pc:sldMk cId="0" sldId="257"/>
            <ac:spMk id="19" creationId="{17972620-A703-41D0-8069-F6FD60A6CACB}"/>
          </ac:spMkLst>
        </pc:spChg>
      </pc:sldChg>
    </pc:docChg>
  </pc:docChgLst>
  <pc:docChgLst>
    <pc:chgData name="Nair, Devika Tara (dtn2ep)" userId="S::dtn2ep@virginia.edu::21538ff3-a838-4d72-9f4d-9fa3aacb6817" providerId="AD" clId="Web-{DADEB2DF-5F2D-87B5-FA17-9E0DDE825D4C}"/>
    <pc:docChg chg="modSld">
      <pc:chgData name="Nair, Devika Tara (dtn2ep)" userId="S::dtn2ep@virginia.edu::21538ff3-a838-4d72-9f4d-9fa3aacb6817" providerId="AD" clId="Web-{DADEB2DF-5F2D-87B5-FA17-9E0DDE825D4C}" dt="2019-07-30T17:04:19.226" v="310"/>
      <pc:docMkLst>
        <pc:docMk/>
      </pc:docMkLst>
      <pc:sldChg chg="addSp delSp modSp">
        <pc:chgData name="Nair, Devika Tara (dtn2ep)" userId="S::dtn2ep@virginia.edu::21538ff3-a838-4d72-9f4d-9fa3aacb6817" providerId="AD" clId="Web-{DADEB2DF-5F2D-87B5-FA17-9E0DDE825D4C}" dt="2019-07-30T17:04:19.226" v="310"/>
        <pc:sldMkLst>
          <pc:docMk/>
          <pc:sldMk cId="0" sldId="257"/>
        </pc:sldMkLst>
        <pc:spChg chg="mod">
          <ac:chgData name="Nair, Devika Tara (dtn2ep)" userId="S::dtn2ep@virginia.edu::21538ff3-a838-4d72-9f4d-9fa3aacb6817" providerId="AD" clId="Web-{DADEB2DF-5F2D-87B5-FA17-9E0DDE825D4C}" dt="2019-07-30T16:46:40.333" v="0" actId="1076"/>
          <ac:spMkLst>
            <pc:docMk/>
            <pc:sldMk cId="0" sldId="257"/>
            <ac:spMk id="14" creationId="{37C92120-BC65-BA47-AA15-A24255F108D9}"/>
          </ac:spMkLst>
        </pc:spChg>
        <pc:spChg chg="add mod">
          <ac:chgData name="Nair, Devika Tara (dtn2ep)" userId="S::dtn2ep@virginia.edu::21538ff3-a838-4d72-9f4d-9fa3aacb6817" providerId="AD" clId="Web-{DADEB2DF-5F2D-87B5-FA17-9E0DDE825D4C}" dt="2019-07-30T16:46:53.864" v="19" actId="14100"/>
          <ac:spMkLst>
            <pc:docMk/>
            <pc:sldMk cId="0" sldId="257"/>
            <ac:spMk id="15" creationId="{1BEC1BD8-B3A2-4840-81BF-E7B3E4B920A6}"/>
          </ac:spMkLst>
        </pc:spChg>
        <pc:spChg chg="add mod">
          <ac:chgData name="Nair, Devika Tara (dtn2ep)" userId="S::dtn2ep@virginia.edu::21538ff3-a838-4d72-9f4d-9fa3aacb6817" providerId="AD" clId="Web-{DADEB2DF-5F2D-87B5-FA17-9E0DDE825D4C}" dt="2019-07-30T16:55:06.193" v="294" actId="20577"/>
          <ac:spMkLst>
            <pc:docMk/>
            <pc:sldMk cId="0" sldId="257"/>
            <ac:spMk id="16" creationId="{C9393C80-D4ED-470F-941B-E2B57DE460E2}"/>
          </ac:spMkLst>
        </pc:spChg>
        <pc:spChg chg="add del mod">
          <ac:chgData name="Nair, Devika Tara (dtn2ep)" userId="S::dtn2ep@virginia.edu::21538ff3-a838-4d72-9f4d-9fa3aacb6817" providerId="AD" clId="Web-{DADEB2DF-5F2D-87B5-FA17-9E0DDE825D4C}" dt="2019-07-30T16:47:47.255" v="90"/>
          <ac:spMkLst>
            <pc:docMk/>
            <pc:sldMk cId="0" sldId="257"/>
            <ac:spMk id="17" creationId="{A4E1541B-BDEA-4ADA-BD77-9066C4E1DE1F}"/>
          </ac:spMkLst>
        </pc:spChg>
        <pc:spChg chg="add del mod">
          <ac:chgData name="Nair, Devika Tara (dtn2ep)" userId="S::dtn2ep@virginia.edu::21538ff3-a838-4d72-9f4d-9fa3aacb6817" providerId="AD" clId="Web-{DADEB2DF-5F2D-87B5-FA17-9E0DDE825D4C}" dt="2019-07-30T16:47:49.723" v="91"/>
          <ac:spMkLst>
            <pc:docMk/>
            <pc:sldMk cId="0" sldId="257"/>
            <ac:spMk id="18" creationId="{9FA36918-5E56-40FE-8F7A-57EC63486F9F}"/>
          </ac:spMkLst>
        </pc:spChg>
        <pc:spChg chg="add mod">
          <ac:chgData name="Nair, Devika Tara (dtn2ep)" userId="S::dtn2ep@virginia.edu::21538ff3-a838-4d72-9f4d-9fa3aacb6817" providerId="AD" clId="Web-{DADEB2DF-5F2D-87B5-FA17-9E0DDE825D4C}" dt="2019-07-30T16:48:30.192" v="111" actId="1076"/>
          <ac:spMkLst>
            <pc:docMk/>
            <pc:sldMk cId="0" sldId="257"/>
            <ac:spMk id="19" creationId="{17972620-A703-41D0-8069-F6FD60A6CACB}"/>
          </ac:spMkLst>
        </pc:spChg>
        <pc:spChg chg="add mod">
          <ac:chgData name="Nair, Devika Tara (dtn2ep)" userId="S::dtn2ep@virginia.edu::21538ff3-a838-4d72-9f4d-9fa3aacb6817" providerId="AD" clId="Web-{DADEB2DF-5F2D-87B5-FA17-9E0DDE825D4C}" dt="2019-07-30T16:48:22.536" v="110" actId="1076"/>
          <ac:spMkLst>
            <pc:docMk/>
            <pc:sldMk cId="0" sldId="257"/>
            <ac:spMk id="20" creationId="{B750FD3C-2689-48D9-940D-8D6505E87D75}"/>
          </ac:spMkLst>
        </pc:spChg>
        <pc:spChg chg="add mod">
          <ac:chgData name="Nair, Devika Tara (dtn2ep)" userId="S::dtn2ep@virginia.edu::21538ff3-a838-4d72-9f4d-9fa3aacb6817" providerId="AD" clId="Web-{DADEB2DF-5F2D-87B5-FA17-9E0DDE825D4C}" dt="2019-07-30T17:04:19.116" v="308"/>
          <ac:spMkLst>
            <pc:docMk/>
            <pc:sldMk cId="0" sldId="257"/>
            <ac:spMk id="21" creationId="{0EC2FE26-C707-4357-BCDE-A5CCE3E3780A}"/>
          </ac:spMkLst>
        </pc:spChg>
        <pc:spChg chg="add mod">
          <ac:chgData name="Nair, Devika Tara (dtn2ep)" userId="S::dtn2ep@virginia.edu::21538ff3-a838-4d72-9f4d-9fa3aacb6817" providerId="AD" clId="Web-{DADEB2DF-5F2D-87B5-FA17-9E0DDE825D4C}" dt="2019-07-30T17:04:19.163" v="309"/>
          <ac:spMkLst>
            <pc:docMk/>
            <pc:sldMk cId="0" sldId="257"/>
            <ac:spMk id="22" creationId="{286920B2-23D6-45BC-A73F-9EC154729275}"/>
          </ac:spMkLst>
        </pc:spChg>
        <pc:spChg chg="add mod">
          <ac:chgData name="Nair, Devika Tara (dtn2ep)" userId="S::dtn2ep@virginia.edu::21538ff3-a838-4d72-9f4d-9fa3aacb6817" providerId="AD" clId="Web-{DADEB2DF-5F2D-87B5-FA17-9E0DDE825D4C}" dt="2019-07-30T17:04:19.226" v="310"/>
          <ac:spMkLst>
            <pc:docMk/>
            <pc:sldMk cId="0" sldId="257"/>
            <ac:spMk id="23" creationId="{742B95C7-75D0-4E4A-BF6D-EB9F8A390409}"/>
          </ac:spMkLst>
        </pc:spChg>
        <pc:spChg chg="add del mod">
          <ac:chgData name="Nair, Devika Tara (dtn2ep)" userId="S::dtn2ep@virginia.edu::21538ff3-a838-4d72-9f4d-9fa3aacb6817" providerId="AD" clId="Web-{DADEB2DF-5F2D-87B5-FA17-9E0DDE825D4C}" dt="2019-07-30T16:49:07.958" v="161"/>
          <ac:spMkLst>
            <pc:docMk/>
            <pc:sldMk cId="0" sldId="257"/>
            <ac:spMk id="24" creationId="{2FA886C4-E538-4D74-AC0E-F681B93CF734}"/>
          </ac:spMkLst>
        </pc:spChg>
        <pc:spChg chg="add mod">
          <ac:chgData name="Nair, Devika Tara (dtn2ep)" userId="S::dtn2ep@virginia.edu::21538ff3-a838-4d72-9f4d-9fa3aacb6817" providerId="AD" clId="Web-{DADEB2DF-5F2D-87B5-FA17-9E0DDE825D4C}" dt="2019-07-30T16:52:40.224" v="264" actId="1076"/>
          <ac:spMkLst>
            <pc:docMk/>
            <pc:sldMk cId="0" sldId="257"/>
            <ac:spMk id="25" creationId="{D94CE54A-3609-48E4-B9AA-7FEF2EC93E8D}"/>
          </ac:spMkLst>
        </pc:spChg>
        <pc:spChg chg="add mod">
          <ac:chgData name="Nair, Devika Tara (dtn2ep)" userId="S::dtn2ep@virginia.edu::21538ff3-a838-4d72-9f4d-9fa3aacb6817" providerId="AD" clId="Web-{DADEB2DF-5F2D-87B5-FA17-9E0DDE825D4C}" dt="2019-07-30T16:50:05.396" v="187" actId="1076"/>
          <ac:spMkLst>
            <pc:docMk/>
            <pc:sldMk cId="0" sldId="257"/>
            <ac:spMk id="26" creationId="{5FDF4946-A970-4DAC-8E77-8C100D680488}"/>
          </ac:spMkLst>
        </pc:spChg>
        <pc:spChg chg="add mod">
          <ac:chgData name="Nair, Devika Tara (dtn2ep)" userId="S::dtn2ep@virginia.edu::21538ff3-a838-4d72-9f4d-9fa3aacb6817" providerId="AD" clId="Web-{DADEB2DF-5F2D-87B5-FA17-9E0DDE825D4C}" dt="2019-07-30T16:49:47.880" v="174" actId="1076"/>
          <ac:spMkLst>
            <pc:docMk/>
            <pc:sldMk cId="0" sldId="257"/>
            <ac:spMk id="27" creationId="{7F54A8C4-3FFA-4289-9E23-5A9465AB168E}"/>
          </ac:spMkLst>
        </pc:spChg>
        <pc:spChg chg="add mod">
          <ac:chgData name="Nair, Devika Tara (dtn2ep)" userId="S::dtn2ep@virginia.edu::21538ff3-a838-4d72-9f4d-9fa3aacb6817" providerId="AD" clId="Web-{DADEB2DF-5F2D-87B5-FA17-9E0DDE825D4C}" dt="2019-07-30T16:49:58.802" v="186" actId="1076"/>
          <ac:spMkLst>
            <pc:docMk/>
            <pc:sldMk cId="0" sldId="257"/>
            <ac:spMk id="28" creationId="{86C0E787-9E33-4400-B749-A74348F7F5DA}"/>
          </ac:spMkLst>
        </pc:spChg>
        <pc:spChg chg="add mod">
          <ac:chgData name="Nair, Devika Tara (dtn2ep)" userId="S::dtn2ep@virginia.edu::21538ff3-a838-4d72-9f4d-9fa3aacb6817" providerId="AD" clId="Web-{DADEB2DF-5F2D-87B5-FA17-9E0DDE825D4C}" dt="2019-07-30T16:54:22.865" v="267" actId="20577"/>
          <ac:spMkLst>
            <pc:docMk/>
            <pc:sldMk cId="0" sldId="257"/>
            <ac:spMk id="29" creationId="{AF91BDA4-B500-4713-B9ED-302F5C5A4995}"/>
          </ac:spMkLst>
        </pc:spChg>
        <pc:spChg chg="add del mod">
          <ac:chgData name="Nair, Devika Tara (dtn2ep)" userId="S::dtn2ep@virginia.edu::21538ff3-a838-4d72-9f4d-9fa3aacb6817" providerId="AD" clId="Web-{DADEB2DF-5F2D-87B5-FA17-9E0DDE825D4C}" dt="2019-07-30T16:52:19.161" v="249"/>
          <ac:spMkLst>
            <pc:docMk/>
            <pc:sldMk cId="0" sldId="257"/>
            <ac:spMk id="30" creationId="{8D86491F-AB94-4D68-A1C9-E2B9EFD73787}"/>
          </ac:spMkLst>
        </pc:spChg>
        <pc:spChg chg="add mod">
          <ac:chgData name="Nair, Devika Tara (dtn2ep)" userId="S::dtn2ep@virginia.edu::21538ff3-a838-4d72-9f4d-9fa3aacb6817" providerId="AD" clId="Web-{DADEB2DF-5F2D-87B5-FA17-9E0DDE825D4C}" dt="2019-07-30T16:51:23.630" v="210" actId="1076"/>
          <ac:spMkLst>
            <pc:docMk/>
            <pc:sldMk cId="0" sldId="257"/>
            <ac:spMk id="31" creationId="{4533B4A1-B551-496B-B963-A6F2B6BD458A}"/>
          </ac:spMkLst>
        </pc:spChg>
        <pc:spChg chg="add mod">
          <ac:chgData name="Nair, Devika Tara (dtn2ep)" userId="S::dtn2ep@virginia.edu::21538ff3-a838-4d72-9f4d-9fa3aacb6817" providerId="AD" clId="Web-{DADEB2DF-5F2D-87B5-FA17-9E0DDE825D4C}" dt="2019-07-30T16:51:15.427" v="208" actId="1076"/>
          <ac:spMkLst>
            <pc:docMk/>
            <pc:sldMk cId="0" sldId="257"/>
            <ac:spMk id="32" creationId="{683F4731-64FD-40CC-9544-834DA877BF11}"/>
          </ac:spMkLst>
        </pc:spChg>
        <pc:spChg chg="add mod">
          <ac:chgData name="Nair, Devika Tara (dtn2ep)" userId="S::dtn2ep@virginia.edu::21538ff3-a838-4d72-9f4d-9fa3aacb6817" providerId="AD" clId="Web-{DADEB2DF-5F2D-87B5-FA17-9E0DDE825D4C}" dt="2019-07-30T16:52:46.427" v="266" actId="1076"/>
          <ac:spMkLst>
            <pc:docMk/>
            <pc:sldMk cId="0" sldId="257"/>
            <ac:spMk id="33" creationId="{3A781628-9AC2-419E-903F-D21F0A3F8838}"/>
          </ac:spMkLst>
        </pc:spChg>
        <pc:spChg chg="mod">
          <ac:chgData name="Nair, Devika Tara (dtn2ep)" userId="S::dtn2ep@virginia.edu::21538ff3-a838-4d72-9f4d-9fa3aacb6817" providerId="AD" clId="Web-{DADEB2DF-5F2D-87B5-FA17-9E0DDE825D4C}" dt="2019-07-30T16:46:59.051" v="20" actId="1076"/>
          <ac:spMkLst>
            <pc:docMk/>
            <pc:sldMk cId="0" sldId="257"/>
            <ac:spMk id="43" creationId="{00000000-0000-0000-0000-000000000000}"/>
          </ac:spMkLst>
        </pc:spChg>
        <pc:spChg chg="mod">
          <ac:chgData name="Nair, Devika Tara (dtn2ep)" userId="S::dtn2ep@virginia.edu::21538ff3-a838-4d72-9f4d-9fa3aacb6817" providerId="AD" clId="Web-{DADEB2DF-5F2D-87B5-FA17-9E0DDE825D4C}" dt="2019-07-30T16:46:59.083" v="21" actId="1076"/>
          <ac:spMkLst>
            <pc:docMk/>
            <pc:sldMk cId="0" sldId="257"/>
            <ac:spMk id="44" creationId="{00000000-0000-0000-0000-000000000000}"/>
          </ac:spMkLst>
        </pc:spChg>
        <pc:spChg chg="mod">
          <ac:chgData name="Nair, Devika Tara (dtn2ep)" userId="S::dtn2ep@virginia.edu::21538ff3-a838-4d72-9f4d-9fa3aacb6817" providerId="AD" clId="Web-{DADEB2DF-5F2D-87B5-FA17-9E0DDE825D4C}" dt="2019-07-30T16:46:59.129" v="22" actId="1076"/>
          <ac:spMkLst>
            <pc:docMk/>
            <pc:sldMk cId="0" sldId="257"/>
            <ac:spMk id="45" creationId="{00000000-0000-0000-0000-000000000000}"/>
          </ac:spMkLst>
        </pc:spChg>
        <pc:spChg chg="mod">
          <ac:chgData name="Nair, Devika Tara (dtn2ep)" userId="S::dtn2ep@virginia.edu::21538ff3-a838-4d72-9f4d-9fa3aacb6817" providerId="AD" clId="Web-{DADEB2DF-5F2D-87B5-FA17-9E0DDE825D4C}" dt="2019-07-30T16:46:59.161" v="23" actId="1076"/>
          <ac:spMkLst>
            <pc:docMk/>
            <pc:sldMk cId="0" sldId="257"/>
            <ac:spMk id="46" creationId="{00000000-0000-0000-0000-000000000000}"/>
          </ac:spMkLst>
        </pc:spChg>
        <pc:spChg chg="mod">
          <ac:chgData name="Nair, Devika Tara (dtn2ep)" userId="S::dtn2ep@virginia.edu::21538ff3-a838-4d72-9f4d-9fa3aacb6817" providerId="AD" clId="Web-{DADEB2DF-5F2D-87B5-FA17-9E0DDE825D4C}" dt="2019-07-30T16:52:35.350" v="262" actId="1076"/>
          <ac:spMkLst>
            <pc:docMk/>
            <pc:sldMk cId="0" sldId="257"/>
            <ac:spMk id="47" creationId="{00000000-0000-0000-0000-000000000000}"/>
          </ac:spMkLst>
        </pc:spChg>
        <pc:spChg chg="mod">
          <ac:chgData name="Nair, Devika Tara (dtn2ep)" userId="S::dtn2ep@virginia.edu::21538ff3-a838-4d72-9f4d-9fa3aacb6817" providerId="AD" clId="Web-{DADEB2DF-5F2D-87B5-FA17-9E0DDE825D4C}" dt="2019-07-30T17:01:23.429" v="298" actId="14100"/>
          <ac:spMkLst>
            <pc:docMk/>
            <pc:sldMk cId="0" sldId="257"/>
            <ac:spMk id="48" creationId="{00000000-0000-0000-0000-000000000000}"/>
          </ac:spMkLst>
        </pc:spChg>
        <pc:spChg chg="mod">
          <ac:chgData name="Nair, Devika Tara (dtn2ep)" userId="S::dtn2ep@virginia.edu::21538ff3-a838-4d72-9f4d-9fa3aacb6817" providerId="AD" clId="Web-{DADEB2DF-5F2D-87B5-FA17-9E0DDE825D4C}" dt="2019-07-30T16:49:20.536" v="163" actId="1076"/>
          <ac:spMkLst>
            <pc:docMk/>
            <pc:sldMk cId="0" sldId="257"/>
            <ac:spMk id="49" creationId="{00000000-0000-0000-0000-000000000000}"/>
          </ac:spMkLst>
        </pc:spChg>
        <pc:spChg chg="mod">
          <ac:chgData name="Nair, Devika Tara (dtn2ep)" userId="S::dtn2ep@virginia.edu::21538ff3-a838-4d72-9f4d-9fa3aacb6817" providerId="AD" clId="Web-{DADEB2DF-5F2D-87B5-FA17-9E0DDE825D4C}" dt="2019-07-30T16:52:35.412" v="263" actId="1076"/>
          <ac:spMkLst>
            <pc:docMk/>
            <pc:sldMk cId="0" sldId="257"/>
            <ac:spMk id="5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OF RESEARCH STUDY in 54 pt"/>
          <p:cNvSpPr txBox="1"/>
          <p:nvPr/>
        </p:nvSpPr>
        <p:spPr>
          <a:xfrm>
            <a:off x="1079106" y="753829"/>
            <a:ext cx="9920254" cy="106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b">
            <a:spAutoFit/>
          </a:bodyPr>
          <a:lstStyle>
            <a:lvl1pPr algn="l">
              <a:defRPr sz="5400" b="0">
                <a:solidFill>
                  <a:srgbClr val="FFFFFF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dirty="0">
                <a:latin typeface="ITC Franklin Gothic Std Dm Cd"/>
                <a:cs typeface="ITC Franklin Gothic Std Dm Cd"/>
              </a:rPr>
              <a:t>TITLE OF RESEARCH STUDY in 54 pt</a:t>
            </a:r>
          </a:p>
        </p:txBody>
      </p:sp>
      <p:sp>
        <p:nvSpPr>
          <p:cNvPr id="43" name="Subhead - Franklin Gothic Demi - 28"/>
          <p:cNvSpPr txBox="1"/>
          <p:nvPr/>
        </p:nvSpPr>
        <p:spPr>
          <a:xfrm>
            <a:off x="-7516181" y="8016127"/>
            <a:ext cx="6011900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Subhead - Franklin Gothic Demi - 28</a:t>
            </a:r>
            <a:endParaRPr dirty="0"/>
          </a:p>
        </p:txBody>
      </p:sp>
      <p:sp>
        <p:nvSpPr>
          <p:cNvPr id="44" name="Body Text - Franklin Gothic Book - 22"/>
          <p:cNvSpPr txBox="1"/>
          <p:nvPr/>
        </p:nvSpPr>
        <p:spPr>
          <a:xfrm>
            <a:off x="-7486150" y="8692943"/>
            <a:ext cx="4756171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dirty="0">
                <a:latin typeface="ITC Franklin Gothic Std Book"/>
                <a:cs typeface="ITC Franklin Gothic Std Book"/>
              </a:rPr>
              <a:t>Body Text - Franklin Gothic Book - 22</a:t>
            </a:r>
          </a:p>
        </p:txBody>
      </p:sp>
      <p:sp>
        <p:nvSpPr>
          <p:cNvPr id="45" name="References - Franklin Gothic Demi - 24"/>
          <p:cNvSpPr txBox="1"/>
          <p:nvPr/>
        </p:nvSpPr>
        <p:spPr>
          <a:xfrm>
            <a:off x="-7516181" y="12227788"/>
            <a:ext cx="5565626" cy="600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4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dirty="0"/>
              <a:t>References - Franklin Gothic Demi - 24</a:t>
            </a:r>
          </a:p>
        </p:txBody>
      </p:sp>
      <p:sp>
        <p:nvSpPr>
          <p:cNvPr id="46" name="Reference Text - Franklin Gothic Book - 18"/>
          <p:cNvSpPr txBox="1"/>
          <p:nvPr/>
        </p:nvSpPr>
        <p:spPr>
          <a:xfrm>
            <a:off x="-7486150" y="12904603"/>
            <a:ext cx="4464294" cy="50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18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dirty="0">
                <a:latin typeface="ITC Franklin Gothic Std Book"/>
                <a:cs typeface="ITC Franklin Gothic Std Book"/>
              </a:rPr>
              <a:t>Reference Text - Franklin Gothic Book - 18</a:t>
            </a:r>
          </a:p>
        </p:txBody>
      </p:sp>
      <p:sp>
        <p:nvSpPr>
          <p:cNvPr id="47" name="Circle"/>
          <p:cNvSpPr/>
          <p:nvPr/>
        </p:nvSpPr>
        <p:spPr>
          <a:xfrm>
            <a:off x="513466" y="23494876"/>
            <a:ext cx="6538022" cy="6538022"/>
          </a:xfrm>
          <a:prstGeom prst="ellipse">
            <a:avLst/>
          </a:prstGeom>
          <a:solidFill>
            <a:srgbClr val="213566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8" name="Square"/>
          <p:cNvSpPr/>
          <p:nvPr/>
        </p:nvSpPr>
        <p:spPr>
          <a:xfrm>
            <a:off x="733948" y="7798791"/>
            <a:ext cx="14698845" cy="7726789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9" name="Figure #1"/>
          <p:cNvSpPr txBox="1"/>
          <p:nvPr/>
        </p:nvSpPr>
        <p:spPr>
          <a:xfrm>
            <a:off x="12488214" y="15223128"/>
            <a:ext cx="10570335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defTabSz="1314450">
              <a:defRPr sz="2800" b="0" i="1">
                <a:solidFill>
                  <a:srgbClr val="213566"/>
                </a:solidFill>
                <a:latin typeface="Bodoni Std Poster"/>
                <a:ea typeface="Bodoni Std Poster"/>
                <a:cs typeface="Bodoni Std Poster"/>
                <a:sym typeface="Bodoni Std Poster"/>
              </a:defRPr>
            </a:lvl1pPr>
          </a:lstStyle>
          <a:p>
            <a:r>
              <a:rPr i="0" dirty="0">
                <a:latin typeface="Bodoni Std Poster Italic"/>
                <a:cs typeface="Bodoni Std Poster Italic"/>
              </a:rPr>
              <a:t>Figure #1</a:t>
            </a:r>
          </a:p>
        </p:txBody>
      </p:sp>
      <p:sp>
        <p:nvSpPr>
          <p:cNvPr id="50" name="Figure #2"/>
          <p:cNvSpPr txBox="1"/>
          <p:nvPr/>
        </p:nvSpPr>
        <p:spPr>
          <a:xfrm>
            <a:off x="-1515955" y="22567456"/>
            <a:ext cx="10570335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defTabSz="1314450">
              <a:defRPr sz="2800" b="0" i="1">
                <a:solidFill>
                  <a:srgbClr val="213566"/>
                </a:solidFill>
                <a:latin typeface="Bodoni Std Poster"/>
                <a:ea typeface="Bodoni Std Poster"/>
                <a:cs typeface="Bodoni Std Poster"/>
                <a:sym typeface="Bodoni Std Poster"/>
              </a:defRPr>
            </a:lvl1pPr>
          </a:lstStyle>
          <a:p>
            <a:r>
              <a:rPr i="0" dirty="0">
                <a:latin typeface="Bodoni Std Poster Italic"/>
                <a:cs typeface="Bodoni Std Poster Italic"/>
              </a:rPr>
              <a:t>Figure #2</a:t>
            </a:r>
          </a:p>
        </p:txBody>
      </p:sp>
      <p:sp>
        <p:nvSpPr>
          <p:cNvPr id="51" name="Your Name, Graduate Student Name, Post Doc Name, Advisor…"/>
          <p:cNvSpPr txBox="1"/>
          <p:nvPr/>
        </p:nvSpPr>
        <p:spPr>
          <a:xfrm>
            <a:off x="1045930" y="2022961"/>
            <a:ext cx="7540526" cy="1173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/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b="0" dirty="0">
                <a:latin typeface="ITC Franklin Gothic Std Book"/>
                <a:cs typeface="ITC Franklin Gothic Std Book"/>
              </a:rPr>
              <a:t>Your Name, Graduate Student Name, Post Doc Name, Advisor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b="0" dirty="0">
                <a:latin typeface="ITC Franklin Gothic Std Book"/>
                <a:cs typeface="ITC Franklin Gothic Std Book"/>
              </a:rPr>
              <a:t>Department Listing with captions if needed</a:t>
            </a:r>
          </a:p>
        </p:txBody>
      </p:sp>
      <p:sp>
        <p:nvSpPr>
          <p:cNvPr id="52" name="TextBox 15"/>
          <p:cNvSpPr txBox="1"/>
          <p:nvPr/>
        </p:nvSpPr>
        <p:spPr>
          <a:xfrm>
            <a:off x="7315882" y="4367498"/>
            <a:ext cx="141889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 defTabSz="2633472">
              <a:defRPr sz="3600" b="0">
                <a:solidFill>
                  <a:srgbClr val="20304B"/>
                </a:solidFill>
                <a:latin typeface="ITC Franklin Gothic Std Medium"/>
                <a:ea typeface="ITC Franklin Gothic Std Medium"/>
                <a:cs typeface="ITC Franklin Gothic Std Medium"/>
                <a:sym typeface="ITC Franklin Gothic Std Medium"/>
              </a:defRPr>
            </a:lvl1pPr>
          </a:lstStyle>
          <a:p>
            <a:r>
              <a:rPr dirty="0">
                <a:latin typeface="Franklin Gothic Medium"/>
                <a:cs typeface="Franklin Gothic Medium"/>
              </a:rPr>
              <a:t>DIVISION NAME HERE</a:t>
            </a:r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514" y="31141639"/>
            <a:ext cx="8550572" cy="1284981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Subhead - Franklin Gothic Demi - 28">
            <a:extLst>
              <a:ext uri="{FF2B5EF4-FFF2-40B4-BE49-F238E27FC236}">
                <a16:creationId xmlns:a16="http://schemas.microsoft.com/office/drawing/2014/main" id="{37C92120-BC65-BA47-AA15-A24255F108D9}"/>
              </a:ext>
            </a:extLst>
          </p:cNvPr>
          <p:cNvSpPr txBox="1"/>
          <p:nvPr/>
        </p:nvSpPr>
        <p:spPr>
          <a:xfrm>
            <a:off x="23102899" y="6512514"/>
            <a:ext cx="12765562" cy="22636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t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Background – Quinton </a:t>
            </a:r>
          </a:p>
          <a:p>
            <a:pPr marL="457200" lvl="1" indent="-457200" algn="l" defTabSz="1314450">
              <a:buFont typeface="Arial" panose="020B0604020202020204" pitchFamily="34" charset="0"/>
              <a:buChar char="•"/>
            </a:pPr>
            <a:r>
              <a:rPr lang="en-US" sz="2800" b="0" dirty="0">
                <a:latin typeface="ITC Franklin Gothic Std Demi"/>
                <a:sym typeface="ITC Franklin Gothic Std Demi"/>
              </a:rPr>
              <a:t>Research Questions</a:t>
            </a:r>
          </a:p>
          <a:p>
            <a:pPr marL="457200" lvl="1" indent="-457200" algn="l" defTabSz="1314450">
              <a:buFont typeface="Arial" panose="020B0604020202020204" pitchFamily="34" charset="0"/>
              <a:buChar char="•"/>
            </a:pPr>
            <a:r>
              <a:rPr lang="en-US" sz="2800" b="0" dirty="0">
                <a:latin typeface="ITC Franklin Gothic Std Demi"/>
                <a:sym typeface="ITC Franklin Gothic Std Demi"/>
              </a:rPr>
              <a:t>OSLO definition of innovation</a:t>
            </a:r>
          </a:p>
          <a:p>
            <a:pPr marL="457200" lvl="1" indent="-457200" algn="l" defTabSz="1314450">
              <a:buFont typeface="Arial" panose="020B0604020202020204" pitchFamily="34" charset="0"/>
              <a:buChar char="•"/>
            </a:pPr>
            <a:r>
              <a:rPr lang="en-US" sz="2800" b="0" dirty="0">
                <a:latin typeface="ITC Franklin Gothic Std Demi"/>
                <a:sym typeface="ITC Franklin Gothic Std Demi"/>
              </a:rPr>
              <a:t>Impact of innovation</a:t>
            </a:r>
          </a:p>
          <a:p>
            <a:pPr marL="457200" lvl="1" indent="-457200" algn="l" defTabSz="1314450">
              <a:buFont typeface="Arial" panose="020B0604020202020204" pitchFamily="34" charset="0"/>
              <a:buChar char="•"/>
            </a:pPr>
            <a:r>
              <a:rPr lang="en-US" sz="2800" b="0" dirty="0">
                <a:latin typeface="ITC Franklin Gothic Std Demi"/>
                <a:sym typeface="ITC Franklin Gothic Std Demi"/>
              </a:rPr>
              <a:t>Stakeholder – NCSES - Innovation</a:t>
            </a:r>
          </a:p>
          <a:p>
            <a:endParaRPr lang="en-US" dirty="0"/>
          </a:p>
          <a:p>
            <a:r>
              <a:rPr lang="en-US" dirty="0"/>
              <a:t>Data - Raghav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Sources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Manipulation/Generation  (doc term matrices)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Sampling  - 50/50 vs. varying proportions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Profile – figures by Raghav</a:t>
            </a:r>
          </a:p>
          <a:p>
            <a:pPr marL="457200" lvl="5" indent="-457200" algn="l">
              <a:buFont typeface="Courier New" panose="02070309020205020404" pitchFamily="49" charset="0"/>
              <a:buChar char="o"/>
            </a:pPr>
            <a:r>
              <a:rPr lang="en-US" sz="2800" b="0" dirty="0"/>
              <a:t>Most mentioned companies/ products</a:t>
            </a:r>
          </a:p>
          <a:p>
            <a:pPr marL="457200" lvl="5" indent="-457200" algn="l">
              <a:buFont typeface="Courier New" panose="02070309020205020404" pitchFamily="49" charset="0"/>
              <a:buChar char="o"/>
            </a:pPr>
            <a:r>
              <a:rPr lang="en-US" sz="2800" b="0" dirty="0"/>
              <a:t>Network map – company mention map</a:t>
            </a:r>
          </a:p>
          <a:p>
            <a:pPr marL="457200" lvl="5" indent="-457200" algn="l">
              <a:buFont typeface="Courier New" panose="02070309020205020404" pitchFamily="49" charset="0"/>
              <a:buChar char="o"/>
            </a:pPr>
            <a:r>
              <a:rPr lang="en-US" sz="2800" b="0" dirty="0"/>
              <a:t>Year distribution of articles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Dictionary method (strict filter, company names)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Labeling – survey </a:t>
            </a:r>
          </a:p>
          <a:p>
            <a:endParaRPr lang="en-US" dirty="0"/>
          </a:p>
          <a:p>
            <a:r>
              <a:rPr lang="en-US" dirty="0"/>
              <a:t>Approach – Quinton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Subject Code – New Product – Labeled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Raw Data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ML Techniques: </a:t>
            </a:r>
            <a:r>
              <a:rPr lang="en-US" b="1" dirty="0"/>
              <a:t>Quinton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Supervised – Bag of Words, </a:t>
            </a:r>
            <a:r>
              <a:rPr lang="en-US" b="1" dirty="0"/>
              <a:t>SVM, Neural Nets, LDA-Predictive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Unsupervised – LDA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------</a:t>
            </a:r>
          </a:p>
          <a:p>
            <a:endParaRPr lang="en-US" dirty="0"/>
          </a:p>
          <a:p>
            <a:r>
              <a:rPr lang="en-US" dirty="0"/>
              <a:t>Figures – get HEX from website – work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ROC plots for multiple methods on same figure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Table of Accuracy &amp; AOC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For final model – distribution of accuracy</a:t>
            </a:r>
          </a:p>
          <a:p>
            <a:endParaRPr lang="en-US" dirty="0"/>
          </a:p>
          <a:p>
            <a:r>
              <a:rPr lang="en-US" dirty="0"/>
              <a:t>Results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ROC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/>
              <a:t>Validation of accuracy - </a:t>
            </a:r>
            <a:r>
              <a:rPr lang="en-US" dirty="0"/>
              <a:t>Boot Strapping – test set - distribution of accuracy, resample, refit multiple times, mimics sampling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/>
              <a:t>Diagnostic tool - 10 fold CV – training set to fit the model - not good with small sets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/>
              <a:t>Question for Josh!  CV vs. </a:t>
            </a:r>
            <a:r>
              <a:rPr lang="en-US" i="1" dirty="0" err="1"/>
              <a:t>Booststrapping</a:t>
            </a:r>
            <a:endParaRPr lang="en-US" i="1" dirty="0"/>
          </a:p>
          <a:p>
            <a:endParaRPr lang="en-US" dirty="0"/>
          </a:p>
          <a:p>
            <a:r>
              <a:rPr lang="en-US" dirty="0"/>
              <a:t>Think about/ explain More: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Tie back to research question! What is the pipeline – DN </a:t>
            </a:r>
          </a:p>
          <a:p>
            <a:endParaRPr lang="en-US" dirty="0"/>
          </a:p>
          <a:p>
            <a:r>
              <a:rPr lang="en-US" dirty="0"/>
              <a:t>What a company does:</a:t>
            </a:r>
          </a:p>
          <a:p>
            <a:r>
              <a:rPr lang="en-US" dirty="0"/>
              <a:t> pharma &gt; clinical studies &gt; FDA &gt;&gt; market launch</a:t>
            </a:r>
          </a:p>
          <a:p>
            <a:r>
              <a:rPr lang="en-US" b="1" dirty="0"/>
              <a:t>What we’re doing</a:t>
            </a:r>
          </a:p>
          <a:p>
            <a:r>
              <a:rPr lang="en-US" dirty="0"/>
              <a:t>-------------- detecting innovation --------------------------</a:t>
            </a:r>
          </a:p>
          <a:p>
            <a:r>
              <a:rPr lang="en-US" dirty="0"/>
              <a:t>                                                             ------BRDIS ---------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 BRDIS – per industry per company innovation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Weighted by company features (size, activity, </a:t>
            </a:r>
            <a:r>
              <a:rPr lang="en-US" dirty="0" err="1"/>
              <a:t>etc</a:t>
            </a:r>
            <a:r>
              <a:rPr lang="en-US" dirty="0"/>
              <a:t>) </a:t>
            </a:r>
          </a:p>
          <a:p>
            <a:endParaRPr lang="en-US" dirty="0"/>
          </a:p>
          <a:p>
            <a:r>
              <a:rPr lang="en-US" dirty="0"/>
              <a:t>Conclusion</a:t>
            </a:r>
          </a:p>
        </p:txBody>
      </p:sp>
      <p:sp>
        <p:nvSpPr>
          <p:cNvPr id="15" name="Subhead - Franklin Gothic Demi - 28">
            <a:extLst>
              <a:ext uri="{FF2B5EF4-FFF2-40B4-BE49-F238E27FC236}">
                <a16:creationId xmlns:a16="http://schemas.microsoft.com/office/drawing/2014/main" id="{1BEC1BD8-B3A2-4840-81BF-E7B3E4B920A6}"/>
              </a:ext>
            </a:extLst>
          </p:cNvPr>
          <p:cNvSpPr txBox="1"/>
          <p:nvPr/>
        </p:nvSpPr>
        <p:spPr>
          <a:xfrm>
            <a:off x="300191" y="4327191"/>
            <a:ext cx="6074801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/>
              <a:t>What is innovation?</a:t>
            </a:r>
            <a:endParaRPr lang="en-US" dirty="0"/>
          </a:p>
        </p:txBody>
      </p:sp>
      <p:sp>
        <p:nvSpPr>
          <p:cNvPr id="16" name="Subhead - Franklin Gothic Demi - 28">
            <a:extLst>
              <a:ext uri="{FF2B5EF4-FFF2-40B4-BE49-F238E27FC236}">
                <a16:creationId xmlns:a16="http://schemas.microsoft.com/office/drawing/2014/main" id="{C9393C80-D4ED-470F-941B-E2B57DE460E2}"/>
              </a:ext>
            </a:extLst>
          </p:cNvPr>
          <p:cNvSpPr txBox="1"/>
          <p:nvPr/>
        </p:nvSpPr>
        <p:spPr>
          <a:xfrm>
            <a:off x="-186305" y="4546502"/>
            <a:ext cx="7958945" cy="2816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pPr algn="ctr"/>
            <a:br>
              <a:rPr lang="en-US" dirty="0">
                <a:latin typeface="Calibri"/>
                <a:cs typeface="Calibri"/>
              </a:rPr>
            </a:br>
            <a:r>
              <a:rPr lang="en-US">
                <a:latin typeface="Calibri"/>
                <a:cs typeface="Calibri"/>
              </a:rPr>
              <a:t>OSLO Manual - "A new product, or an improvement </a:t>
            </a:r>
            <a:endParaRPr lang="en-US">
              <a:cs typeface="Calibri"/>
            </a:endParaRPr>
          </a:p>
          <a:p>
            <a:pPr algn="ctr"/>
            <a:r>
              <a:rPr lang="en-US">
                <a:latin typeface="Calibri"/>
                <a:cs typeface="Calibri"/>
              </a:rPr>
              <a:t>made to an existing product, which produces a significant impact or </a:t>
            </a:r>
            <a:endParaRPr lang="en-US">
              <a:cs typeface="Calibri"/>
            </a:endParaRPr>
          </a:p>
          <a:p>
            <a:pPr algn="ctr"/>
            <a:r>
              <a:rPr lang="en-US">
                <a:latin typeface="Calibri"/>
                <a:cs typeface="Calibri"/>
              </a:rPr>
              <a:t>change to the market/consumers"</a:t>
            </a:r>
            <a:endParaRPr lang="en-US"/>
          </a:p>
          <a:p>
            <a:endParaRPr lang="en-US" dirty="0"/>
          </a:p>
        </p:txBody>
      </p:sp>
      <p:sp>
        <p:nvSpPr>
          <p:cNvPr id="19" name="Subhead - Franklin Gothic Demi - 28">
            <a:extLst>
              <a:ext uri="{FF2B5EF4-FFF2-40B4-BE49-F238E27FC236}">
                <a16:creationId xmlns:a16="http://schemas.microsoft.com/office/drawing/2014/main" id="{17972620-A703-41D0-8069-F6FD60A6CACB}"/>
              </a:ext>
            </a:extLst>
          </p:cNvPr>
          <p:cNvSpPr txBox="1"/>
          <p:nvPr/>
        </p:nvSpPr>
        <p:spPr>
          <a:xfrm>
            <a:off x="7759924" y="4956627"/>
            <a:ext cx="5902257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Background </a:t>
            </a:r>
            <a:r>
              <a:rPr lang="en-US" dirty="0" err="1"/>
              <a:t>background</a:t>
            </a:r>
            <a:r>
              <a:rPr lang="en-US" dirty="0"/>
              <a:t> text  </a:t>
            </a:r>
            <a:r>
              <a:rPr lang="en-US" dirty="0" err="1"/>
              <a:t>text</a:t>
            </a:r>
            <a:r>
              <a:rPr lang="en-US" dirty="0"/>
              <a:t> </a:t>
            </a:r>
            <a:r>
              <a:rPr lang="en-US" dirty="0" err="1"/>
              <a:t>text</a:t>
            </a:r>
            <a:r>
              <a:rPr lang="en-US" dirty="0"/>
              <a:t> </a:t>
            </a:r>
          </a:p>
        </p:txBody>
      </p:sp>
      <p:sp>
        <p:nvSpPr>
          <p:cNvPr id="20" name="Subhead - Franklin Gothic Demi - 28">
            <a:extLst>
              <a:ext uri="{FF2B5EF4-FFF2-40B4-BE49-F238E27FC236}">
                <a16:creationId xmlns:a16="http://schemas.microsoft.com/office/drawing/2014/main" id="{B750FD3C-2689-48D9-940D-8D6505E87D75}"/>
              </a:ext>
            </a:extLst>
          </p:cNvPr>
          <p:cNvSpPr txBox="1"/>
          <p:nvPr/>
        </p:nvSpPr>
        <p:spPr>
          <a:xfrm>
            <a:off x="14873945" y="5957264"/>
            <a:ext cx="5820504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Background </a:t>
            </a:r>
            <a:r>
              <a:rPr lang="en-US" dirty="0" err="1"/>
              <a:t>background</a:t>
            </a:r>
            <a:r>
              <a:rPr lang="en-US" dirty="0"/>
              <a:t> text </a:t>
            </a:r>
            <a:r>
              <a:rPr lang="en-US" dirty="0" err="1"/>
              <a:t>text</a:t>
            </a:r>
            <a:r>
              <a:rPr lang="en-US" dirty="0"/>
              <a:t> </a:t>
            </a:r>
            <a:r>
              <a:rPr lang="en-US" dirty="0" err="1"/>
              <a:t>text</a:t>
            </a:r>
            <a:r>
              <a:rPr lang="en-US" dirty="0"/>
              <a:t> </a:t>
            </a:r>
          </a:p>
        </p:txBody>
      </p:sp>
      <p:sp>
        <p:nvSpPr>
          <p:cNvPr id="21" name="Subhead - Franklin Gothic Demi - 28">
            <a:extLst>
              <a:ext uri="{FF2B5EF4-FFF2-40B4-BE49-F238E27FC236}">
                <a16:creationId xmlns:a16="http://schemas.microsoft.com/office/drawing/2014/main" id="{0EC2FE26-C707-4357-BCDE-A5CCE3E3780A}"/>
              </a:ext>
            </a:extLst>
          </p:cNvPr>
          <p:cNvSpPr txBox="1"/>
          <p:nvPr/>
        </p:nvSpPr>
        <p:spPr>
          <a:xfrm>
            <a:off x="1070211" y="8320275"/>
            <a:ext cx="6074801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DATA</a:t>
            </a:r>
          </a:p>
        </p:txBody>
      </p:sp>
      <p:sp>
        <p:nvSpPr>
          <p:cNvPr id="22" name="Subhead - Franklin Gothic Demi - 28">
            <a:extLst>
              <a:ext uri="{FF2B5EF4-FFF2-40B4-BE49-F238E27FC236}">
                <a16:creationId xmlns:a16="http://schemas.microsoft.com/office/drawing/2014/main" id="{286920B2-23D6-45BC-A73F-9EC154729275}"/>
              </a:ext>
            </a:extLst>
          </p:cNvPr>
          <p:cNvSpPr txBox="1"/>
          <p:nvPr/>
        </p:nvSpPr>
        <p:spPr>
          <a:xfrm>
            <a:off x="1093605" y="9045558"/>
            <a:ext cx="5902257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Background </a:t>
            </a:r>
            <a:r>
              <a:rPr lang="en-US" dirty="0" err="1"/>
              <a:t>background</a:t>
            </a:r>
            <a:r>
              <a:rPr lang="en-US" dirty="0"/>
              <a:t> text  </a:t>
            </a:r>
            <a:r>
              <a:rPr lang="en-US" dirty="0" err="1"/>
              <a:t>text</a:t>
            </a:r>
            <a:r>
              <a:rPr lang="en-US" dirty="0"/>
              <a:t> </a:t>
            </a:r>
            <a:r>
              <a:rPr lang="en-US" dirty="0" err="1"/>
              <a:t>text</a:t>
            </a:r>
            <a:r>
              <a:rPr lang="en-US" dirty="0"/>
              <a:t> </a:t>
            </a:r>
          </a:p>
        </p:txBody>
      </p:sp>
      <p:sp>
        <p:nvSpPr>
          <p:cNvPr id="23" name="Subhead - Franklin Gothic Demi - 28">
            <a:extLst>
              <a:ext uri="{FF2B5EF4-FFF2-40B4-BE49-F238E27FC236}">
                <a16:creationId xmlns:a16="http://schemas.microsoft.com/office/drawing/2014/main" id="{742B95C7-75D0-4E4A-BF6D-EB9F8A390409}"/>
              </a:ext>
            </a:extLst>
          </p:cNvPr>
          <p:cNvSpPr txBox="1"/>
          <p:nvPr/>
        </p:nvSpPr>
        <p:spPr>
          <a:xfrm>
            <a:off x="8089057" y="9045556"/>
            <a:ext cx="5902257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Background </a:t>
            </a:r>
            <a:r>
              <a:rPr lang="en-US" dirty="0" err="1"/>
              <a:t>background</a:t>
            </a:r>
            <a:r>
              <a:rPr lang="en-US" dirty="0"/>
              <a:t> text  </a:t>
            </a:r>
            <a:r>
              <a:rPr lang="en-US" dirty="0" err="1"/>
              <a:t>text</a:t>
            </a:r>
            <a:r>
              <a:rPr lang="en-US" dirty="0"/>
              <a:t> </a:t>
            </a:r>
            <a:r>
              <a:rPr lang="en-US" dirty="0" err="1"/>
              <a:t>text</a:t>
            </a:r>
            <a:r>
              <a:rPr lang="en-US" dirty="0"/>
              <a:t> </a:t>
            </a:r>
          </a:p>
        </p:txBody>
      </p:sp>
      <p:sp>
        <p:nvSpPr>
          <p:cNvPr id="25" name="Subhead - Franklin Gothic Demi - 28">
            <a:extLst>
              <a:ext uri="{FF2B5EF4-FFF2-40B4-BE49-F238E27FC236}">
                <a16:creationId xmlns:a16="http://schemas.microsoft.com/office/drawing/2014/main" id="{D94CE54A-3609-48E4-B9AA-7FEF2EC93E8D}"/>
              </a:ext>
            </a:extLst>
          </p:cNvPr>
          <p:cNvSpPr txBox="1"/>
          <p:nvPr/>
        </p:nvSpPr>
        <p:spPr>
          <a:xfrm>
            <a:off x="1070211" y="16157989"/>
            <a:ext cx="6074801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METHODS &amp; RESULTS</a:t>
            </a:r>
          </a:p>
        </p:txBody>
      </p:sp>
      <p:sp>
        <p:nvSpPr>
          <p:cNvPr id="26" name="Subhead - Franklin Gothic Demi - 28">
            <a:extLst>
              <a:ext uri="{FF2B5EF4-FFF2-40B4-BE49-F238E27FC236}">
                <a16:creationId xmlns:a16="http://schemas.microsoft.com/office/drawing/2014/main" id="{5FDF4946-A970-4DAC-8E77-8C100D680488}"/>
              </a:ext>
            </a:extLst>
          </p:cNvPr>
          <p:cNvSpPr txBox="1"/>
          <p:nvPr/>
        </p:nvSpPr>
        <p:spPr>
          <a:xfrm>
            <a:off x="-9528254" y="20837223"/>
            <a:ext cx="5902257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Background </a:t>
            </a:r>
            <a:r>
              <a:rPr lang="en-US" dirty="0" err="1"/>
              <a:t>background</a:t>
            </a:r>
            <a:r>
              <a:rPr lang="en-US" dirty="0"/>
              <a:t> text  </a:t>
            </a:r>
            <a:r>
              <a:rPr lang="en-US" dirty="0" err="1"/>
              <a:t>text</a:t>
            </a:r>
            <a:r>
              <a:rPr lang="en-US" dirty="0"/>
              <a:t> </a:t>
            </a:r>
            <a:r>
              <a:rPr lang="en-US" dirty="0" err="1"/>
              <a:t>text</a:t>
            </a:r>
            <a:r>
              <a:rPr lang="en-US" dirty="0"/>
              <a:t> </a:t>
            </a:r>
          </a:p>
        </p:txBody>
      </p:sp>
      <p:sp>
        <p:nvSpPr>
          <p:cNvPr id="27" name="Subhead - Franklin Gothic Demi - 28">
            <a:extLst>
              <a:ext uri="{FF2B5EF4-FFF2-40B4-BE49-F238E27FC236}">
                <a16:creationId xmlns:a16="http://schemas.microsoft.com/office/drawing/2014/main" id="{7F54A8C4-3FFA-4289-9E23-5A9465AB168E}"/>
              </a:ext>
            </a:extLst>
          </p:cNvPr>
          <p:cNvSpPr txBox="1"/>
          <p:nvPr/>
        </p:nvSpPr>
        <p:spPr>
          <a:xfrm>
            <a:off x="8276225" y="16813081"/>
            <a:ext cx="5902257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Background </a:t>
            </a:r>
            <a:r>
              <a:rPr lang="en-US" dirty="0" err="1"/>
              <a:t>background</a:t>
            </a:r>
            <a:r>
              <a:rPr lang="en-US" dirty="0"/>
              <a:t> text  </a:t>
            </a:r>
            <a:r>
              <a:rPr lang="en-US" dirty="0" err="1"/>
              <a:t>text</a:t>
            </a:r>
            <a:r>
              <a:rPr lang="en-US" dirty="0"/>
              <a:t> </a:t>
            </a:r>
            <a:r>
              <a:rPr lang="en-US" dirty="0" err="1"/>
              <a:t>text</a:t>
            </a:r>
            <a:r>
              <a:rPr lang="en-US" dirty="0"/>
              <a:t> </a:t>
            </a:r>
          </a:p>
        </p:txBody>
      </p:sp>
      <p:sp>
        <p:nvSpPr>
          <p:cNvPr id="28" name="Subhead - Franklin Gothic Demi - 28">
            <a:extLst>
              <a:ext uri="{FF2B5EF4-FFF2-40B4-BE49-F238E27FC236}">
                <a16:creationId xmlns:a16="http://schemas.microsoft.com/office/drawing/2014/main" id="{86C0E787-9E33-4400-B749-A74348F7F5DA}"/>
              </a:ext>
            </a:extLst>
          </p:cNvPr>
          <p:cNvSpPr txBox="1"/>
          <p:nvPr/>
        </p:nvSpPr>
        <p:spPr>
          <a:xfrm>
            <a:off x="15107904" y="16813080"/>
            <a:ext cx="5902257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Background </a:t>
            </a:r>
            <a:r>
              <a:rPr lang="en-US" dirty="0" err="1"/>
              <a:t>background</a:t>
            </a:r>
            <a:r>
              <a:rPr lang="en-US" dirty="0"/>
              <a:t> text  </a:t>
            </a:r>
            <a:r>
              <a:rPr lang="en-US" dirty="0" err="1"/>
              <a:t>text</a:t>
            </a:r>
            <a:r>
              <a:rPr lang="en-US" dirty="0"/>
              <a:t> </a:t>
            </a:r>
            <a:r>
              <a:rPr lang="en-US" dirty="0" err="1"/>
              <a:t>text</a:t>
            </a:r>
            <a:r>
              <a:rPr lang="en-US" dirty="0"/>
              <a:t> </a:t>
            </a:r>
          </a:p>
        </p:txBody>
      </p:sp>
      <p:sp>
        <p:nvSpPr>
          <p:cNvPr id="29" name="Subhead - Franklin Gothic Demi - 28">
            <a:extLst>
              <a:ext uri="{FF2B5EF4-FFF2-40B4-BE49-F238E27FC236}">
                <a16:creationId xmlns:a16="http://schemas.microsoft.com/office/drawing/2014/main" id="{AF91BDA4-B500-4713-B9ED-302F5C5A4995}"/>
              </a:ext>
            </a:extLst>
          </p:cNvPr>
          <p:cNvSpPr txBox="1"/>
          <p:nvPr/>
        </p:nvSpPr>
        <p:spPr>
          <a:xfrm>
            <a:off x="8065664" y="23457590"/>
            <a:ext cx="942045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CONCLUSIONS </a:t>
            </a:r>
          </a:p>
        </p:txBody>
      </p:sp>
      <p:sp>
        <p:nvSpPr>
          <p:cNvPr id="31" name="Subhead - Franklin Gothic Demi - 28">
            <a:extLst>
              <a:ext uri="{FF2B5EF4-FFF2-40B4-BE49-F238E27FC236}">
                <a16:creationId xmlns:a16="http://schemas.microsoft.com/office/drawing/2014/main" id="{4533B4A1-B551-496B-B963-A6F2B6BD458A}"/>
              </a:ext>
            </a:extLst>
          </p:cNvPr>
          <p:cNvSpPr txBox="1"/>
          <p:nvPr/>
        </p:nvSpPr>
        <p:spPr>
          <a:xfrm>
            <a:off x="8042261" y="24253059"/>
            <a:ext cx="5902257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Background </a:t>
            </a:r>
            <a:r>
              <a:rPr lang="en-US" dirty="0" err="1"/>
              <a:t>background</a:t>
            </a:r>
            <a:r>
              <a:rPr lang="en-US" dirty="0"/>
              <a:t> text  </a:t>
            </a:r>
            <a:r>
              <a:rPr lang="en-US" dirty="0" err="1"/>
              <a:t>text</a:t>
            </a:r>
            <a:r>
              <a:rPr lang="en-US" dirty="0"/>
              <a:t> </a:t>
            </a:r>
            <a:r>
              <a:rPr lang="en-US" dirty="0" err="1"/>
              <a:t>text</a:t>
            </a:r>
            <a:r>
              <a:rPr lang="en-US" dirty="0"/>
              <a:t> </a:t>
            </a:r>
          </a:p>
        </p:txBody>
      </p:sp>
      <p:sp>
        <p:nvSpPr>
          <p:cNvPr id="32" name="Subhead - Franklin Gothic Demi - 28">
            <a:extLst>
              <a:ext uri="{FF2B5EF4-FFF2-40B4-BE49-F238E27FC236}">
                <a16:creationId xmlns:a16="http://schemas.microsoft.com/office/drawing/2014/main" id="{683F4731-64FD-40CC-9544-834DA877BF11}"/>
              </a:ext>
            </a:extLst>
          </p:cNvPr>
          <p:cNvSpPr txBox="1"/>
          <p:nvPr/>
        </p:nvSpPr>
        <p:spPr>
          <a:xfrm>
            <a:off x="14873941" y="24253059"/>
            <a:ext cx="5902257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Background </a:t>
            </a:r>
            <a:r>
              <a:rPr lang="en-US" dirty="0" err="1"/>
              <a:t>background</a:t>
            </a:r>
            <a:r>
              <a:rPr lang="en-US" dirty="0"/>
              <a:t> text  </a:t>
            </a:r>
            <a:r>
              <a:rPr lang="en-US" dirty="0" err="1"/>
              <a:t>text</a:t>
            </a:r>
            <a:r>
              <a:rPr lang="en-US" dirty="0"/>
              <a:t> </a:t>
            </a:r>
            <a:r>
              <a:rPr lang="en-US" dirty="0" err="1"/>
              <a:t>text</a:t>
            </a:r>
            <a:r>
              <a:rPr lang="en-US" dirty="0"/>
              <a:t> </a:t>
            </a:r>
          </a:p>
        </p:txBody>
      </p:sp>
      <p:sp>
        <p:nvSpPr>
          <p:cNvPr id="33" name="Subhead - Franklin Gothic Demi - 28">
            <a:extLst>
              <a:ext uri="{FF2B5EF4-FFF2-40B4-BE49-F238E27FC236}">
                <a16:creationId xmlns:a16="http://schemas.microsoft.com/office/drawing/2014/main" id="{3A781628-9AC2-419E-903F-D21F0A3F8838}"/>
              </a:ext>
            </a:extLst>
          </p:cNvPr>
          <p:cNvSpPr txBox="1"/>
          <p:nvPr/>
        </p:nvSpPr>
        <p:spPr>
          <a:xfrm>
            <a:off x="1046811" y="16813080"/>
            <a:ext cx="5902257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Background </a:t>
            </a:r>
            <a:r>
              <a:rPr lang="en-US" dirty="0" err="1"/>
              <a:t>background</a:t>
            </a:r>
            <a:r>
              <a:rPr lang="en-US" dirty="0"/>
              <a:t> text  </a:t>
            </a:r>
            <a:r>
              <a:rPr lang="en-US" dirty="0" err="1"/>
              <a:t>text</a:t>
            </a:r>
            <a:r>
              <a:rPr lang="en-US" dirty="0"/>
              <a:t> </a:t>
            </a:r>
            <a:r>
              <a:rPr lang="en-US" dirty="0" err="1"/>
              <a:t>text</a:t>
            </a:r>
            <a:r>
              <a:rPr lang="en-US" dirty="0"/>
              <a:t> 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6CF24EA9-97CA-45FE-937B-15A525F132D0}"/>
</file>

<file path=customXml/itemProps2.xml><?xml version="1.0" encoding="utf-8"?>
<ds:datastoreItem xmlns:ds="http://schemas.openxmlformats.org/officeDocument/2006/customXml" ds:itemID="{1B38E521-C229-447E-9317-BF6292802AC5}"/>
</file>

<file path=customXml/itemProps3.xml><?xml version="1.0" encoding="utf-8"?>
<ds:datastoreItem xmlns:ds="http://schemas.openxmlformats.org/officeDocument/2006/customXml" ds:itemID="{204D0F3A-3C09-4169-8540-2F3EEA4EEF4B}"/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308</Words>
  <Application>Microsoft Office PowerPoint</Application>
  <PresentationFormat>Custom</PresentationFormat>
  <Paragraphs>61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White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Nair, Devika Tara (dtn2ep)</cp:lastModifiedBy>
  <cp:revision>122</cp:revision>
  <dcterms:created xsi:type="dcterms:W3CDTF">2019-07-16T21:17:53Z</dcterms:created>
  <dcterms:modified xsi:type="dcterms:W3CDTF">2019-08-01T13:15:58Z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
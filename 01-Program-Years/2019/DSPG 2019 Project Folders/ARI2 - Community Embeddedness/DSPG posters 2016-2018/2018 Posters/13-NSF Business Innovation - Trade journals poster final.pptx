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4"/>
  </p:notesMasterIdLst>
  <p:sldIdLst>
    <p:sldId id="256" r:id="rId3"/>
  </p:sldIdLst>
  <p:sldSz cx="36576000" cy="41148000"/>
  <p:notesSz cx="6858000" cy="9144000"/>
  <p:embeddedFontLst>
    <p:embeddedFont>
      <p:font typeface="Barlow Condensed" panose="020B0604020202020204" charset="0"/>
      <p:regular r:id="rId5"/>
      <p:bold r:id="rId6"/>
      <p:italic r:id="rId7"/>
      <p:boldItalic r:id="rId8"/>
    </p:embeddedFont>
    <p:embeddedFont>
      <p:font typeface="Barlow Condensed Medium" panose="020B0604020202020204" charset="0"/>
      <p:regular r:id="rId9"/>
      <p:bold r:id="rId10"/>
      <p:italic r:id="rId11"/>
      <p:boldItalic r:id="rId12"/>
    </p:embeddedFont>
    <p:embeddedFont>
      <p:font typeface="Trebuchet MS" panose="020B0603020202020204" pitchFamily="34"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9CA552D-9A61-42C8-8DE3-F74A847ED15B}">
  <a:tblStyle styleId="{E9CA552D-9A61-42C8-8DE3-F74A847ED15B}"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4.fntdata"/><Relationship Id="rId13" Type="http://schemas.openxmlformats.org/officeDocument/2006/relationships/font" Target="fonts/font9.fntdata"/><Relationship Id="rId18" Type="http://schemas.openxmlformats.org/officeDocument/2006/relationships/viewProps" Target="viewProps.xml"/><Relationship Id="rId3" Type="http://schemas.openxmlformats.org/officeDocument/2006/relationships/slide" Target="slides/slide1.xml"/><Relationship Id="rId21" Type="http://schemas.microsoft.com/office/2016/11/relationships/changesInfo" Target="changesInfos/changesInfo1.xml"/><Relationship Id="rId7" Type="http://schemas.openxmlformats.org/officeDocument/2006/relationships/font" Target="fonts/font3.fntdata"/><Relationship Id="rId12" Type="http://schemas.openxmlformats.org/officeDocument/2006/relationships/font" Target="fonts/font8.fntdata"/><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1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2.fntdata"/><Relationship Id="rId11" Type="http://schemas.openxmlformats.org/officeDocument/2006/relationships/font" Target="fonts/font7.fntdata"/><Relationship Id="rId24" Type="http://schemas.openxmlformats.org/officeDocument/2006/relationships/customXml" Target="../customXml/item3.xml"/><Relationship Id="rId5" Type="http://schemas.openxmlformats.org/officeDocument/2006/relationships/font" Target="fonts/font1.fntdata"/><Relationship Id="rId15" Type="http://schemas.openxmlformats.org/officeDocument/2006/relationships/font" Target="fonts/font11.fntdata"/><Relationship Id="rId23" Type="http://schemas.openxmlformats.org/officeDocument/2006/relationships/customXml" Target="../customXml/item2.xml"/><Relationship Id="rId10" Type="http://schemas.openxmlformats.org/officeDocument/2006/relationships/font" Target="fonts/font6.fntdata"/><Relationship Id="rId19" Type="http://schemas.openxmlformats.org/officeDocument/2006/relationships/theme" Target="theme/theme1.xml"/><Relationship Id="rId4" Type="http://schemas.openxmlformats.org/officeDocument/2006/relationships/notesMaster" Target="notesMasters/notesMaster1.xml"/><Relationship Id="rId9" Type="http://schemas.openxmlformats.org/officeDocument/2006/relationships/font" Target="fonts/font5.fntdata"/><Relationship Id="rId14" Type="http://schemas.openxmlformats.org/officeDocument/2006/relationships/font" Target="fonts/font10.fntdata"/><Relationship Id="rId22"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pp, Stephanie S. (sss5sc)" userId="S::sss5sc@virginia.edu::32ad11e2-6e98-46b4-87f4-a31b3ad2ebba" providerId="AD" clId="Web-{4022ADDA-7C8D-E348-6804-8071550F1F58}"/>
    <pc:docChg chg="modSld">
      <pc:chgData name="Shipp, Stephanie S. (sss5sc)" userId="S::sss5sc@virginia.edu::32ad11e2-6e98-46b4-87f4-a31b3ad2ebba" providerId="AD" clId="Web-{4022ADDA-7C8D-E348-6804-8071550F1F58}" dt="2019-02-12T19:35:20.113" v="1" actId="14100"/>
      <pc:docMkLst>
        <pc:docMk/>
      </pc:docMkLst>
      <pc:sldChg chg="modSp">
        <pc:chgData name="Shipp, Stephanie S. (sss5sc)" userId="S::sss5sc@virginia.edu::32ad11e2-6e98-46b4-87f4-a31b3ad2ebba" providerId="AD" clId="Web-{4022ADDA-7C8D-E348-6804-8071550F1F58}" dt="2019-02-12T19:35:20.113" v="1" actId="14100"/>
        <pc:sldMkLst>
          <pc:docMk/>
          <pc:sldMk cId="0" sldId="256"/>
        </pc:sldMkLst>
        <pc:spChg chg="mod">
          <ac:chgData name="Shipp, Stephanie S. (sss5sc)" userId="S::sss5sc@virginia.edu::32ad11e2-6e98-46b4-87f4-a31b3ad2ebba" providerId="AD" clId="Web-{4022ADDA-7C8D-E348-6804-8071550F1F58}" dt="2019-02-12T19:35:20.113" v="1" actId="14100"/>
          <ac:spMkLst>
            <pc:docMk/>
            <pc:sldMk cId="0" sldId="256"/>
            <ac:spMk id="9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905341" y="685800"/>
            <a:ext cx="3048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df2dadc87_0_58:notes"/>
          <p:cNvSpPr>
            <a:spLocks noGrp="1" noRot="1" noChangeAspect="1"/>
          </p:cNvSpPr>
          <p:nvPr>
            <p:ph type="sldImg" idx="2"/>
          </p:nvPr>
        </p:nvSpPr>
        <p:spPr>
          <a:xfrm>
            <a:off x="1905000" y="685800"/>
            <a:ext cx="3048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df2dadc87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b="1"/>
              <a:t>GENERAL RULES TO FOLLOW:</a:t>
            </a:r>
            <a:endParaRPr b="1"/>
          </a:p>
          <a:p>
            <a:pPr marL="457200" lvl="0" indent="-298450" rtl="0">
              <a:spcBef>
                <a:spcPts val="0"/>
              </a:spcBef>
              <a:spcAft>
                <a:spcPts val="0"/>
              </a:spcAft>
              <a:buSzPts val="1100"/>
              <a:buAutoNum type="arabicParenR"/>
            </a:pPr>
            <a:r>
              <a:rPr lang="en" b="1"/>
              <a:t>Stay in Google Slides</a:t>
            </a:r>
            <a:r>
              <a:rPr lang="en"/>
              <a:t> to work on your poster because it: </a:t>
            </a:r>
            <a:endParaRPr/>
          </a:p>
          <a:p>
            <a:pPr marL="914400" lvl="1" indent="-298450" rtl="0">
              <a:spcBef>
                <a:spcPts val="0"/>
              </a:spcBef>
              <a:spcAft>
                <a:spcPts val="0"/>
              </a:spcAft>
              <a:buSzPts val="1100"/>
              <a:buAutoNum type="alphaLcParenR"/>
            </a:pPr>
            <a:r>
              <a:rPr lang="en">
                <a:solidFill>
                  <a:schemeClr val="dk1"/>
                </a:solidFill>
              </a:rPr>
              <a:t>provides a template with all the </a:t>
            </a:r>
            <a:r>
              <a:rPr lang="en" b="1">
                <a:solidFill>
                  <a:schemeClr val="dk1"/>
                </a:solidFill>
              </a:rPr>
              <a:t>approved</a:t>
            </a:r>
            <a:r>
              <a:rPr lang="en">
                <a:solidFill>
                  <a:schemeClr val="dk1"/>
                </a:solidFill>
              </a:rPr>
              <a:t> branding including colors, fonts, and logo placement/usage;</a:t>
            </a:r>
            <a:endParaRPr/>
          </a:p>
          <a:p>
            <a:pPr marL="914400" lvl="1" indent="-298450" rtl="0">
              <a:spcBef>
                <a:spcPts val="0"/>
              </a:spcBef>
              <a:spcAft>
                <a:spcPts val="0"/>
              </a:spcAft>
              <a:buSzPts val="1100"/>
              <a:buAutoNum type="alphaLcParenR"/>
            </a:pPr>
            <a:r>
              <a:rPr lang="en"/>
              <a:t>allows you to </a:t>
            </a:r>
            <a:r>
              <a:rPr lang="en" b="1"/>
              <a:t>collaborate</a:t>
            </a:r>
            <a:r>
              <a:rPr lang="en"/>
              <a:t> with others;</a:t>
            </a:r>
            <a:endParaRPr/>
          </a:p>
          <a:p>
            <a:pPr marL="914400" lvl="1" indent="-298450" rtl="0">
              <a:spcBef>
                <a:spcPts val="0"/>
              </a:spcBef>
              <a:spcAft>
                <a:spcPts val="0"/>
              </a:spcAft>
              <a:buSzPts val="1100"/>
              <a:buAutoNum type="alphaLcParenR"/>
            </a:pPr>
            <a:r>
              <a:rPr lang="en"/>
              <a:t>helps you to </a:t>
            </a:r>
            <a:r>
              <a:rPr lang="en" b="1"/>
              <a:t>communicate</a:t>
            </a:r>
            <a:r>
              <a:rPr lang="en"/>
              <a:t> with your fellow researchers, lab./dept., and creative services;</a:t>
            </a:r>
            <a:endParaRPr/>
          </a:p>
          <a:p>
            <a:pPr marL="457200" lvl="0" indent="-298450" rtl="0">
              <a:spcBef>
                <a:spcPts val="0"/>
              </a:spcBef>
              <a:spcAft>
                <a:spcPts val="0"/>
              </a:spcAft>
              <a:buSzPts val="1100"/>
              <a:buAutoNum type="arabicParenR"/>
            </a:pPr>
            <a:r>
              <a:rPr lang="en" b="1"/>
              <a:t>Editing</a:t>
            </a:r>
            <a:r>
              <a:rPr lang="en"/>
              <a:t> this file:</a:t>
            </a:r>
            <a:endParaRPr/>
          </a:p>
          <a:p>
            <a:pPr marL="914400" lvl="1" indent="-298450" rtl="0">
              <a:spcBef>
                <a:spcPts val="0"/>
              </a:spcBef>
              <a:spcAft>
                <a:spcPts val="0"/>
              </a:spcAft>
              <a:buSzPts val="1100"/>
              <a:buAutoNum type="alphaLcParenR"/>
            </a:pPr>
            <a:endParaRPr/>
          </a:p>
          <a:p>
            <a:pPr marL="457200" lvl="0" indent="-298450" rtl="0">
              <a:spcBef>
                <a:spcPts val="0"/>
              </a:spcBef>
              <a:spcAft>
                <a:spcPts val="0"/>
              </a:spcAft>
              <a:buSzPts val="1100"/>
              <a:buAutoNum type="arabicParenR"/>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246833" y="5956600"/>
            <a:ext cx="34082700" cy="16420500"/>
          </a:xfrm>
          <a:prstGeom prst="rect">
            <a:avLst/>
          </a:prstGeom>
        </p:spPr>
        <p:txBody>
          <a:bodyPr spcFirstLastPara="1" wrap="square" lIns="526575" tIns="526575" rIns="526575" bIns="526575" anchor="b" anchorCtr="0"/>
          <a:lstStyle>
            <a:lvl1pPr lvl="0" algn="ctr">
              <a:spcBef>
                <a:spcPts val="0"/>
              </a:spcBef>
              <a:spcAft>
                <a:spcPts val="0"/>
              </a:spcAft>
              <a:buSzPts val="29900"/>
              <a:buNone/>
              <a:defRPr sz="29900"/>
            </a:lvl1pPr>
            <a:lvl2pPr lvl="1" algn="ctr">
              <a:spcBef>
                <a:spcPts val="0"/>
              </a:spcBef>
              <a:spcAft>
                <a:spcPts val="0"/>
              </a:spcAft>
              <a:buSzPts val="29900"/>
              <a:buNone/>
              <a:defRPr sz="29900"/>
            </a:lvl2pPr>
            <a:lvl3pPr lvl="2" algn="ctr">
              <a:spcBef>
                <a:spcPts val="0"/>
              </a:spcBef>
              <a:spcAft>
                <a:spcPts val="0"/>
              </a:spcAft>
              <a:buSzPts val="29900"/>
              <a:buNone/>
              <a:defRPr sz="29900"/>
            </a:lvl3pPr>
            <a:lvl4pPr lvl="3" algn="ctr">
              <a:spcBef>
                <a:spcPts val="0"/>
              </a:spcBef>
              <a:spcAft>
                <a:spcPts val="0"/>
              </a:spcAft>
              <a:buSzPts val="29900"/>
              <a:buNone/>
              <a:defRPr sz="29900"/>
            </a:lvl4pPr>
            <a:lvl5pPr lvl="4" algn="ctr">
              <a:spcBef>
                <a:spcPts val="0"/>
              </a:spcBef>
              <a:spcAft>
                <a:spcPts val="0"/>
              </a:spcAft>
              <a:buSzPts val="29900"/>
              <a:buNone/>
              <a:defRPr sz="29900"/>
            </a:lvl5pPr>
            <a:lvl6pPr lvl="5" algn="ctr">
              <a:spcBef>
                <a:spcPts val="0"/>
              </a:spcBef>
              <a:spcAft>
                <a:spcPts val="0"/>
              </a:spcAft>
              <a:buSzPts val="29900"/>
              <a:buNone/>
              <a:defRPr sz="29900"/>
            </a:lvl6pPr>
            <a:lvl7pPr lvl="6" algn="ctr">
              <a:spcBef>
                <a:spcPts val="0"/>
              </a:spcBef>
              <a:spcAft>
                <a:spcPts val="0"/>
              </a:spcAft>
              <a:buSzPts val="29900"/>
              <a:buNone/>
              <a:defRPr sz="29900"/>
            </a:lvl7pPr>
            <a:lvl8pPr lvl="7" algn="ctr">
              <a:spcBef>
                <a:spcPts val="0"/>
              </a:spcBef>
              <a:spcAft>
                <a:spcPts val="0"/>
              </a:spcAft>
              <a:buSzPts val="29900"/>
              <a:buNone/>
              <a:defRPr sz="29900"/>
            </a:lvl8pPr>
            <a:lvl9pPr lvl="8" algn="ctr">
              <a:spcBef>
                <a:spcPts val="0"/>
              </a:spcBef>
              <a:spcAft>
                <a:spcPts val="0"/>
              </a:spcAft>
              <a:buSzPts val="29900"/>
              <a:buNone/>
              <a:defRPr sz="29900"/>
            </a:lvl9pPr>
          </a:lstStyle>
          <a:p>
            <a:endParaRPr/>
          </a:p>
        </p:txBody>
      </p:sp>
      <p:sp>
        <p:nvSpPr>
          <p:cNvPr id="11" name="Google Shape;11;p2"/>
          <p:cNvSpPr txBox="1">
            <a:spLocks noGrp="1"/>
          </p:cNvSpPr>
          <p:nvPr>
            <p:ph type="subTitle" idx="1"/>
          </p:nvPr>
        </p:nvSpPr>
        <p:spPr>
          <a:xfrm>
            <a:off x="1246800" y="22673000"/>
            <a:ext cx="34082700" cy="6340800"/>
          </a:xfrm>
          <a:prstGeom prst="rect">
            <a:avLst/>
          </a:prstGeom>
        </p:spPr>
        <p:txBody>
          <a:bodyPr spcFirstLastPara="1" wrap="square" lIns="526575" tIns="526575" rIns="526575" bIns="526575" anchor="t" anchorCtr="0"/>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endParaRPr/>
          </a:p>
        </p:txBody>
      </p:sp>
      <p:sp>
        <p:nvSpPr>
          <p:cNvPr id="12" name="Google Shape;12;p2"/>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246800" y="17206800"/>
            <a:ext cx="34082700" cy="6734700"/>
          </a:xfrm>
          <a:prstGeom prst="rect">
            <a:avLst/>
          </a:prstGeom>
        </p:spPr>
        <p:txBody>
          <a:bodyPr spcFirstLastPara="1" wrap="square" lIns="526575" tIns="526575" rIns="526575" bIns="526575" anchor="ctr" anchorCtr="0"/>
          <a:lstStyle>
            <a:lvl1pPr lvl="0" algn="ctr">
              <a:spcBef>
                <a:spcPts val="0"/>
              </a:spcBef>
              <a:spcAft>
                <a:spcPts val="0"/>
              </a:spcAft>
              <a:buSzPts val="20600"/>
              <a:buNone/>
              <a:defRPr sz="20600"/>
            </a:lvl1pPr>
            <a:lvl2pPr lvl="1" algn="ctr">
              <a:spcBef>
                <a:spcPts val="0"/>
              </a:spcBef>
              <a:spcAft>
                <a:spcPts val="0"/>
              </a:spcAft>
              <a:buSzPts val="20600"/>
              <a:buNone/>
              <a:defRPr sz="20600"/>
            </a:lvl2pPr>
            <a:lvl3pPr lvl="2" algn="ctr">
              <a:spcBef>
                <a:spcPts val="0"/>
              </a:spcBef>
              <a:spcAft>
                <a:spcPts val="0"/>
              </a:spcAft>
              <a:buSzPts val="20600"/>
              <a:buNone/>
              <a:defRPr sz="20600"/>
            </a:lvl3pPr>
            <a:lvl4pPr lvl="3" algn="ctr">
              <a:spcBef>
                <a:spcPts val="0"/>
              </a:spcBef>
              <a:spcAft>
                <a:spcPts val="0"/>
              </a:spcAft>
              <a:buSzPts val="20600"/>
              <a:buNone/>
              <a:defRPr sz="20600"/>
            </a:lvl4pPr>
            <a:lvl5pPr lvl="4" algn="ctr">
              <a:spcBef>
                <a:spcPts val="0"/>
              </a:spcBef>
              <a:spcAft>
                <a:spcPts val="0"/>
              </a:spcAft>
              <a:buSzPts val="20600"/>
              <a:buNone/>
              <a:defRPr sz="20600"/>
            </a:lvl5pPr>
            <a:lvl6pPr lvl="5" algn="ctr">
              <a:spcBef>
                <a:spcPts val="0"/>
              </a:spcBef>
              <a:spcAft>
                <a:spcPts val="0"/>
              </a:spcAft>
              <a:buSzPts val="20600"/>
              <a:buNone/>
              <a:defRPr sz="20600"/>
            </a:lvl6pPr>
            <a:lvl7pPr lvl="6" algn="ctr">
              <a:spcBef>
                <a:spcPts val="0"/>
              </a:spcBef>
              <a:spcAft>
                <a:spcPts val="0"/>
              </a:spcAft>
              <a:buSzPts val="20600"/>
              <a:buNone/>
              <a:defRPr sz="20600"/>
            </a:lvl7pPr>
            <a:lvl8pPr lvl="7" algn="ctr">
              <a:spcBef>
                <a:spcPts val="0"/>
              </a:spcBef>
              <a:spcAft>
                <a:spcPts val="0"/>
              </a:spcAft>
              <a:buSzPts val="20600"/>
              <a:buNone/>
              <a:defRPr sz="20600"/>
            </a:lvl8pPr>
            <a:lvl9pPr lvl="8" algn="ctr">
              <a:spcBef>
                <a:spcPts val="0"/>
              </a:spcBef>
              <a:spcAft>
                <a:spcPts val="0"/>
              </a:spcAft>
              <a:buSzPts val="20600"/>
              <a:buNone/>
              <a:defRPr sz="20600"/>
            </a:lvl9pPr>
          </a:lstStyle>
          <a:p>
            <a:endParaRPr/>
          </a:p>
        </p:txBody>
      </p:sp>
      <p:sp>
        <p:nvSpPr>
          <p:cNvPr id="15" name="Google Shape;15;p3"/>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246800" y="3560200"/>
            <a:ext cx="34082700" cy="4581600"/>
          </a:xfrm>
          <a:prstGeom prst="rect">
            <a:avLst/>
          </a:prstGeom>
        </p:spPr>
        <p:txBody>
          <a:bodyPr spcFirstLastPara="1" wrap="square" lIns="526575" tIns="526575" rIns="526575" bIns="526575" anchor="t" anchorCtr="0"/>
          <a:lstStyle>
            <a:lvl1pPr lvl="0">
              <a:spcBef>
                <a:spcPts val="0"/>
              </a:spcBef>
              <a:spcAft>
                <a:spcPts val="0"/>
              </a:spcAft>
              <a:buSzPts val="16000"/>
              <a:buNone/>
              <a:defRPr/>
            </a:lvl1pPr>
            <a:lvl2pPr lvl="1">
              <a:spcBef>
                <a:spcPts val="0"/>
              </a:spcBef>
              <a:spcAft>
                <a:spcPts val="0"/>
              </a:spcAft>
              <a:buSzPts val="16000"/>
              <a:buNone/>
              <a:defRPr/>
            </a:lvl2pPr>
            <a:lvl3pPr lvl="2">
              <a:spcBef>
                <a:spcPts val="0"/>
              </a:spcBef>
              <a:spcAft>
                <a:spcPts val="0"/>
              </a:spcAft>
              <a:buSzPts val="16000"/>
              <a:buNone/>
              <a:defRPr/>
            </a:lvl3pPr>
            <a:lvl4pPr lvl="3">
              <a:spcBef>
                <a:spcPts val="0"/>
              </a:spcBef>
              <a:spcAft>
                <a:spcPts val="0"/>
              </a:spcAft>
              <a:buSzPts val="16000"/>
              <a:buNone/>
              <a:defRPr/>
            </a:lvl4pPr>
            <a:lvl5pPr lvl="4">
              <a:spcBef>
                <a:spcPts val="0"/>
              </a:spcBef>
              <a:spcAft>
                <a:spcPts val="0"/>
              </a:spcAft>
              <a:buSzPts val="16000"/>
              <a:buNone/>
              <a:defRPr/>
            </a:lvl5pPr>
            <a:lvl6pPr lvl="5">
              <a:spcBef>
                <a:spcPts val="0"/>
              </a:spcBef>
              <a:spcAft>
                <a:spcPts val="0"/>
              </a:spcAft>
              <a:buSzPts val="16000"/>
              <a:buNone/>
              <a:defRPr/>
            </a:lvl6pPr>
            <a:lvl7pPr lvl="6">
              <a:spcBef>
                <a:spcPts val="0"/>
              </a:spcBef>
              <a:spcAft>
                <a:spcPts val="0"/>
              </a:spcAft>
              <a:buSzPts val="16000"/>
              <a:buNone/>
              <a:defRPr/>
            </a:lvl7pPr>
            <a:lvl8pPr lvl="7">
              <a:spcBef>
                <a:spcPts val="0"/>
              </a:spcBef>
              <a:spcAft>
                <a:spcPts val="0"/>
              </a:spcAft>
              <a:buSzPts val="16000"/>
              <a:buNone/>
              <a:defRPr/>
            </a:lvl8pPr>
            <a:lvl9pPr lvl="8">
              <a:spcBef>
                <a:spcPts val="0"/>
              </a:spcBef>
              <a:spcAft>
                <a:spcPts val="0"/>
              </a:spcAft>
              <a:buSzPts val="16000"/>
              <a:buNone/>
              <a:defRPr/>
            </a:lvl9pPr>
          </a:lstStyle>
          <a:p>
            <a:endParaRPr/>
          </a:p>
        </p:txBody>
      </p:sp>
      <p:sp>
        <p:nvSpPr>
          <p:cNvPr id="18" name="Google Shape;18;p4"/>
          <p:cNvSpPr txBox="1">
            <a:spLocks noGrp="1"/>
          </p:cNvSpPr>
          <p:nvPr>
            <p:ph type="body" idx="1"/>
          </p:nvPr>
        </p:nvSpPr>
        <p:spPr>
          <a:xfrm>
            <a:off x="1246800" y="9219800"/>
            <a:ext cx="34082700" cy="27331200"/>
          </a:xfrm>
          <a:prstGeom prst="rect">
            <a:avLst/>
          </a:prstGeom>
        </p:spPr>
        <p:txBody>
          <a:bodyPr spcFirstLastPara="1" wrap="square" lIns="526575" tIns="526575" rIns="526575" bIns="526575" anchor="t" anchorCtr="0"/>
          <a:lstStyle>
            <a:lvl1pPr marL="457200" lvl="0" indent="-882650">
              <a:spcBef>
                <a:spcPts val="0"/>
              </a:spcBef>
              <a:spcAft>
                <a:spcPts val="0"/>
              </a:spcAft>
              <a:buSzPts val="10300"/>
              <a:buChar char="●"/>
              <a:defRPr/>
            </a:lvl1pPr>
            <a:lvl2pPr marL="914400" lvl="1" indent="-742950">
              <a:spcBef>
                <a:spcPts val="9200"/>
              </a:spcBef>
              <a:spcAft>
                <a:spcPts val="0"/>
              </a:spcAft>
              <a:buSzPts val="8100"/>
              <a:buChar char="○"/>
              <a:defRPr/>
            </a:lvl2pPr>
            <a:lvl3pPr marL="1371600" lvl="2" indent="-742950">
              <a:spcBef>
                <a:spcPts val="9200"/>
              </a:spcBef>
              <a:spcAft>
                <a:spcPts val="0"/>
              </a:spcAft>
              <a:buSzPts val="8100"/>
              <a:buChar char="■"/>
              <a:defRPr/>
            </a:lvl3pPr>
            <a:lvl4pPr marL="1828800" lvl="3" indent="-742950">
              <a:spcBef>
                <a:spcPts val="9200"/>
              </a:spcBef>
              <a:spcAft>
                <a:spcPts val="0"/>
              </a:spcAft>
              <a:buSzPts val="8100"/>
              <a:buChar char="●"/>
              <a:defRPr/>
            </a:lvl4pPr>
            <a:lvl5pPr marL="2286000" lvl="4" indent="-742950">
              <a:spcBef>
                <a:spcPts val="9200"/>
              </a:spcBef>
              <a:spcAft>
                <a:spcPts val="0"/>
              </a:spcAft>
              <a:buSzPts val="8100"/>
              <a:buChar char="○"/>
              <a:defRPr/>
            </a:lvl5pPr>
            <a:lvl6pPr marL="2743200" lvl="5" indent="-742950">
              <a:spcBef>
                <a:spcPts val="9200"/>
              </a:spcBef>
              <a:spcAft>
                <a:spcPts val="0"/>
              </a:spcAft>
              <a:buSzPts val="8100"/>
              <a:buChar char="■"/>
              <a:defRPr/>
            </a:lvl6pPr>
            <a:lvl7pPr marL="3200400" lvl="6" indent="-742950">
              <a:spcBef>
                <a:spcPts val="9200"/>
              </a:spcBef>
              <a:spcAft>
                <a:spcPts val="0"/>
              </a:spcAft>
              <a:buSzPts val="8100"/>
              <a:buChar char="●"/>
              <a:defRPr/>
            </a:lvl7pPr>
            <a:lvl8pPr marL="3657600" lvl="7" indent="-742950">
              <a:spcBef>
                <a:spcPts val="9200"/>
              </a:spcBef>
              <a:spcAft>
                <a:spcPts val="0"/>
              </a:spcAft>
              <a:buSzPts val="8100"/>
              <a:buChar char="○"/>
              <a:defRPr/>
            </a:lvl8pPr>
            <a:lvl9pPr marL="4114800" lvl="8" indent="-742950">
              <a:spcBef>
                <a:spcPts val="9200"/>
              </a:spcBef>
              <a:spcAft>
                <a:spcPts val="9200"/>
              </a:spcAft>
              <a:buSzPts val="8100"/>
              <a:buChar char="■"/>
              <a:defRPr/>
            </a:lvl9pPr>
          </a:lstStyle>
          <a:p>
            <a:endParaRPr/>
          </a:p>
        </p:txBody>
      </p:sp>
      <p:sp>
        <p:nvSpPr>
          <p:cNvPr id="19" name="Google Shape;19;p4"/>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246800" y="3560200"/>
            <a:ext cx="34082700" cy="4581600"/>
          </a:xfrm>
          <a:prstGeom prst="rect">
            <a:avLst/>
          </a:prstGeom>
        </p:spPr>
        <p:txBody>
          <a:bodyPr spcFirstLastPara="1" wrap="square" lIns="526575" tIns="526575" rIns="526575" bIns="526575" anchor="t" anchorCtr="0"/>
          <a:lstStyle>
            <a:lvl1pPr lvl="0">
              <a:spcBef>
                <a:spcPts val="0"/>
              </a:spcBef>
              <a:spcAft>
                <a:spcPts val="0"/>
              </a:spcAft>
              <a:buSzPts val="16000"/>
              <a:buNone/>
              <a:defRPr/>
            </a:lvl1pPr>
            <a:lvl2pPr lvl="1">
              <a:spcBef>
                <a:spcPts val="0"/>
              </a:spcBef>
              <a:spcAft>
                <a:spcPts val="0"/>
              </a:spcAft>
              <a:buSzPts val="16000"/>
              <a:buNone/>
              <a:defRPr/>
            </a:lvl2pPr>
            <a:lvl3pPr lvl="2">
              <a:spcBef>
                <a:spcPts val="0"/>
              </a:spcBef>
              <a:spcAft>
                <a:spcPts val="0"/>
              </a:spcAft>
              <a:buSzPts val="16000"/>
              <a:buNone/>
              <a:defRPr/>
            </a:lvl3pPr>
            <a:lvl4pPr lvl="3">
              <a:spcBef>
                <a:spcPts val="0"/>
              </a:spcBef>
              <a:spcAft>
                <a:spcPts val="0"/>
              </a:spcAft>
              <a:buSzPts val="16000"/>
              <a:buNone/>
              <a:defRPr/>
            </a:lvl4pPr>
            <a:lvl5pPr lvl="4">
              <a:spcBef>
                <a:spcPts val="0"/>
              </a:spcBef>
              <a:spcAft>
                <a:spcPts val="0"/>
              </a:spcAft>
              <a:buSzPts val="16000"/>
              <a:buNone/>
              <a:defRPr/>
            </a:lvl5pPr>
            <a:lvl6pPr lvl="5">
              <a:spcBef>
                <a:spcPts val="0"/>
              </a:spcBef>
              <a:spcAft>
                <a:spcPts val="0"/>
              </a:spcAft>
              <a:buSzPts val="16000"/>
              <a:buNone/>
              <a:defRPr/>
            </a:lvl6pPr>
            <a:lvl7pPr lvl="6">
              <a:spcBef>
                <a:spcPts val="0"/>
              </a:spcBef>
              <a:spcAft>
                <a:spcPts val="0"/>
              </a:spcAft>
              <a:buSzPts val="16000"/>
              <a:buNone/>
              <a:defRPr/>
            </a:lvl7pPr>
            <a:lvl8pPr lvl="7">
              <a:spcBef>
                <a:spcPts val="0"/>
              </a:spcBef>
              <a:spcAft>
                <a:spcPts val="0"/>
              </a:spcAft>
              <a:buSzPts val="16000"/>
              <a:buNone/>
              <a:defRPr/>
            </a:lvl8pPr>
            <a:lvl9pPr lvl="8">
              <a:spcBef>
                <a:spcPts val="0"/>
              </a:spcBef>
              <a:spcAft>
                <a:spcPts val="0"/>
              </a:spcAft>
              <a:buSzPts val="16000"/>
              <a:buNone/>
              <a:defRPr/>
            </a:lvl9pPr>
          </a:lstStyle>
          <a:p>
            <a:endParaRPr/>
          </a:p>
        </p:txBody>
      </p:sp>
      <p:sp>
        <p:nvSpPr>
          <p:cNvPr id="22" name="Google Shape;22;p5"/>
          <p:cNvSpPr txBox="1">
            <a:spLocks noGrp="1"/>
          </p:cNvSpPr>
          <p:nvPr>
            <p:ph type="body" idx="1"/>
          </p:nvPr>
        </p:nvSpPr>
        <p:spPr>
          <a:xfrm>
            <a:off x="1246800" y="9219800"/>
            <a:ext cx="15999600" cy="27331200"/>
          </a:xfrm>
          <a:prstGeom prst="rect">
            <a:avLst/>
          </a:prstGeom>
        </p:spPr>
        <p:txBody>
          <a:bodyPr spcFirstLastPara="1" wrap="square" lIns="526575" tIns="526575" rIns="526575" bIns="526575" anchor="t" anchorCtr="0"/>
          <a:lstStyle>
            <a:lvl1pPr marL="457200" lvl="0" indent="-742950">
              <a:spcBef>
                <a:spcPts val="0"/>
              </a:spcBef>
              <a:spcAft>
                <a:spcPts val="0"/>
              </a:spcAft>
              <a:buSzPts val="8100"/>
              <a:buChar char="●"/>
              <a:defRPr sz="8100"/>
            </a:lvl1pPr>
            <a:lvl2pPr marL="914400" lvl="1" indent="-660400">
              <a:spcBef>
                <a:spcPts val="9200"/>
              </a:spcBef>
              <a:spcAft>
                <a:spcPts val="0"/>
              </a:spcAft>
              <a:buSzPts val="6800"/>
              <a:buChar char="○"/>
              <a:defRPr sz="6800"/>
            </a:lvl2pPr>
            <a:lvl3pPr marL="1371600" lvl="2" indent="-660400">
              <a:spcBef>
                <a:spcPts val="9200"/>
              </a:spcBef>
              <a:spcAft>
                <a:spcPts val="0"/>
              </a:spcAft>
              <a:buSzPts val="6800"/>
              <a:buChar char="■"/>
              <a:defRPr sz="6800"/>
            </a:lvl3pPr>
            <a:lvl4pPr marL="1828800" lvl="3" indent="-660400">
              <a:spcBef>
                <a:spcPts val="9200"/>
              </a:spcBef>
              <a:spcAft>
                <a:spcPts val="0"/>
              </a:spcAft>
              <a:buSzPts val="6800"/>
              <a:buChar char="●"/>
              <a:defRPr sz="6800"/>
            </a:lvl4pPr>
            <a:lvl5pPr marL="2286000" lvl="4" indent="-660400">
              <a:spcBef>
                <a:spcPts val="9200"/>
              </a:spcBef>
              <a:spcAft>
                <a:spcPts val="0"/>
              </a:spcAft>
              <a:buSzPts val="6800"/>
              <a:buChar char="○"/>
              <a:defRPr sz="6800"/>
            </a:lvl5pPr>
            <a:lvl6pPr marL="2743200" lvl="5" indent="-660400">
              <a:spcBef>
                <a:spcPts val="9200"/>
              </a:spcBef>
              <a:spcAft>
                <a:spcPts val="0"/>
              </a:spcAft>
              <a:buSzPts val="6800"/>
              <a:buChar char="■"/>
              <a:defRPr sz="6800"/>
            </a:lvl6pPr>
            <a:lvl7pPr marL="3200400" lvl="6" indent="-660400">
              <a:spcBef>
                <a:spcPts val="9200"/>
              </a:spcBef>
              <a:spcAft>
                <a:spcPts val="0"/>
              </a:spcAft>
              <a:buSzPts val="6800"/>
              <a:buChar char="●"/>
              <a:defRPr sz="6800"/>
            </a:lvl7pPr>
            <a:lvl8pPr marL="3657600" lvl="7" indent="-660400">
              <a:spcBef>
                <a:spcPts val="9200"/>
              </a:spcBef>
              <a:spcAft>
                <a:spcPts val="0"/>
              </a:spcAft>
              <a:buSzPts val="6800"/>
              <a:buChar char="○"/>
              <a:defRPr sz="6800"/>
            </a:lvl8pPr>
            <a:lvl9pPr marL="4114800" lvl="8" indent="-660400">
              <a:spcBef>
                <a:spcPts val="9200"/>
              </a:spcBef>
              <a:spcAft>
                <a:spcPts val="9200"/>
              </a:spcAft>
              <a:buSzPts val="6800"/>
              <a:buChar char="■"/>
              <a:defRPr sz="6800"/>
            </a:lvl9pPr>
          </a:lstStyle>
          <a:p>
            <a:endParaRPr/>
          </a:p>
        </p:txBody>
      </p:sp>
      <p:sp>
        <p:nvSpPr>
          <p:cNvPr id="23" name="Google Shape;23;p5"/>
          <p:cNvSpPr txBox="1">
            <a:spLocks noGrp="1"/>
          </p:cNvSpPr>
          <p:nvPr>
            <p:ph type="body" idx="2"/>
          </p:nvPr>
        </p:nvSpPr>
        <p:spPr>
          <a:xfrm>
            <a:off x="19329600" y="9219800"/>
            <a:ext cx="15999600" cy="27331200"/>
          </a:xfrm>
          <a:prstGeom prst="rect">
            <a:avLst/>
          </a:prstGeom>
        </p:spPr>
        <p:txBody>
          <a:bodyPr spcFirstLastPara="1" wrap="square" lIns="526575" tIns="526575" rIns="526575" bIns="526575" anchor="t" anchorCtr="0"/>
          <a:lstStyle>
            <a:lvl1pPr marL="457200" lvl="0" indent="-742950">
              <a:spcBef>
                <a:spcPts val="0"/>
              </a:spcBef>
              <a:spcAft>
                <a:spcPts val="0"/>
              </a:spcAft>
              <a:buSzPts val="8100"/>
              <a:buChar char="●"/>
              <a:defRPr sz="8100"/>
            </a:lvl1pPr>
            <a:lvl2pPr marL="914400" lvl="1" indent="-660400">
              <a:spcBef>
                <a:spcPts val="9200"/>
              </a:spcBef>
              <a:spcAft>
                <a:spcPts val="0"/>
              </a:spcAft>
              <a:buSzPts val="6800"/>
              <a:buChar char="○"/>
              <a:defRPr sz="6800"/>
            </a:lvl2pPr>
            <a:lvl3pPr marL="1371600" lvl="2" indent="-660400">
              <a:spcBef>
                <a:spcPts val="9200"/>
              </a:spcBef>
              <a:spcAft>
                <a:spcPts val="0"/>
              </a:spcAft>
              <a:buSzPts val="6800"/>
              <a:buChar char="■"/>
              <a:defRPr sz="6800"/>
            </a:lvl3pPr>
            <a:lvl4pPr marL="1828800" lvl="3" indent="-660400">
              <a:spcBef>
                <a:spcPts val="9200"/>
              </a:spcBef>
              <a:spcAft>
                <a:spcPts val="0"/>
              </a:spcAft>
              <a:buSzPts val="6800"/>
              <a:buChar char="●"/>
              <a:defRPr sz="6800"/>
            </a:lvl4pPr>
            <a:lvl5pPr marL="2286000" lvl="4" indent="-660400">
              <a:spcBef>
                <a:spcPts val="9200"/>
              </a:spcBef>
              <a:spcAft>
                <a:spcPts val="0"/>
              </a:spcAft>
              <a:buSzPts val="6800"/>
              <a:buChar char="○"/>
              <a:defRPr sz="6800"/>
            </a:lvl5pPr>
            <a:lvl6pPr marL="2743200" lvl="5" indent="-660400">
              <a:spcBef>
                <a:spcPts val="9200"/>
              </a:spcBef>
              <a:spcAft>
                <a:spcPts val="0"/>
              </a:spcAft>
              <a:buSzPts val="6800"/>
              <a:buChar char="■"/>
              <a:defRPr sz="6800"/>
            </a:lvl6pPr>
            <a:lvl7pPr marL="3200400" lvl="6" indent="-660400">
              <a:spcBef>
                <a:spcPts val="9200"/>
              </a:spcBef>
              <a:spcAft>
                <a:spcPts val="0"/>
              </a:spcAft>
              <a:buSzPts val="6800"/>
              <a:buChar char="●"/>
              <a:defRPr sz="6800"/>
            </a:lvl7pPr>
            <a:lvl8pPr marL="3657600" lvl="7" indent="-660400">
              <a:spcBef>
                <a:spcPts val="9200"/>
              </a:spcBef>
              <a:spcAft>
                <a:spcPts val="0"/>
              </a:spcAft>
              <a:buSzPts val="6800"/>
              <a:buChar char="○"/>
              <a:defRPr sz="6800"/>
            </a:lvl8pPr>
            <a:lvl9pPr marL="4114800" lvl="8" indent="-660400">
              <a:spcBef>
                <a:spcPts val="9200"/>
              </a:spcBef>
              <a:spcAft>
                <a:spcPts val="9200"/>
              </a:spcAft>
              <a:buSzPts val="6800"/>
              <a:buChar char="■"/>
              <a:defRPr sz="6800"/>
            </a:lvl9pPr>
          </a:lstStyle>
          <a:p>
            <a:endParaRPr/>
          </a:p>
        </p:txBody>
      </p:sp>
      <p:sp>
        <p:nvSpPr>
          <p:cNvPr id="24" name="Google Shape;24;p5"/>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246800" y="3560200"/>
            <a:ext cx="34082700" cy="4581600"/>
          </a:xfrm>
          <a:prstGeom prst="rect">
            <a:avLst/>
          </a:prstGeom>
        </p:spPr>
        <p:txBody>
          <a:bodyPr spcFirstLastPara="1" wrap="square" lIns="526575" tIns="526575" rIns="526575" bIns="526575" anchor="t" anchorCtr="0"/>
          <a:lstStyle>
            <a:lvl1pPr lvl="0">
              <a:spcBef>
                <a:spcPts val="0"/>
              </a:spcBef>
              <a:spcAft>
                <a:spcPts val="0"/>
              </a:spcAft>
              <a:buSzPts val="16000"/>
              <a:buNone/>
              <a:defRPr/>
            </a:lvl1pPr>
            <a:lvl2pPr lvl="1">
              <a:spcBef>
                <a:spcPts val="0"/>
              </a:spcBef>
              <a:spcAft>
                <a:spcPts val="0"/>
              </a:spcAft>
              <a:buSzPts val="16000"/>
              <a:buNone/>
              <a:defRPr/>
            </a:lvl2pPr>
            <a:lvl3pPr lvl="2">
              <a:spcBef>
                <a:spcPts val="0"/>
              </a:spcBef>
              <a:spcAft>
                <a:spcPts val="0"/>
              </a:spcAft>
              <a:buSzPts val="16000"/>
              <a:buNone/>
              <a:defRPr/>
            </a:lvl3pPr>
            <a:lvl4pPr lvl="3">
              <a:spcBef>
                <a:spcPts val="0"/>
              </a:spcBef>
              <a:spcAft>
                <a:spcPts val="0"/>
              </a:spcAft>
              <a:buSzPts val="16000"/>
              <a:buNone/>
              <a:defRPr/>
            </a:lvl4pPr>
            <a:lvl5pPr lvl="4">
              <a:spcBef>
                <a:spcPts val="0"/>
              </a:spcBef>
              <a:spcAft>
                <a:spcPts val="0"/>
              </a:spcAft>
              <a:buSzPts val="16000"/>
              <a:buNone/>
              <a:defRPr/>
            </a:lvl5pPr>
            <a:lvl6pPr lvl="5">
              <a:spcBef>
                <a:spcPts val="0"/>
              </a:spcBef>
              <a:spcAft>
                <a:spcPts val="0"/>
              </a:spcAft>
              <a:buSzPts val="16000"/>
              <a:buNone/>
              <a:defRPr/>
            </a:lvl6pPr>
            <a:lvl7pPr lvl="6">
              <a:spcBef>
                <a:spcPts val="0"/>
              </a:spcBef>
              <a:spcAft>
                <a:spcPts val="0"/>
              </a:spcAft>
              <a:buSzPts val="16000"/>
              <a:buNone/>
              <a:defRPr/>
            </a:lvl7pPr>
            <a:lvl8pPr lvl="7">
              <a:spcBef>
                <a:spcPts val="0"/>
              </a:spcBef>
              <a:spcAft>
                <a:spcPts val="0"/>
              </a:spcAft>
              <a:buSzPts val="16000"/>
              <a:buNone/>
              <a:defRPr/>
            </a:lvl8pPr>
            <a:lvl9pPr lvl="8">
              <a:spcBef>
                <a:spcPts val="0"/>
              </a:spcBef>
              <a:spcAft>
                <a:spcPts val="0"/>
              </a:spcAft>
              <a:buSzPts val="16000"/>
              <a:buNone/>
              <a:defRPr/>
            </a:lvl9pPr>
          </a:lstStyle>
          <a:p>
            <a:endParaRPr/>
          </a:p>
        </p:txBody>
      </p:sp>
      <p:sp>
        <p:nvSpPr>
          <p:cNvPr id="27" name="Google Shape;27;p6"/>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246800" y="4444800"/>
            <a:ext cx="11232000" cy="6045600"/>
          </a:xfrm>
          <a:prstGeom prst="rect">
            <a:avLst/>
          </a:prstGeom>
        </p:spPr>
        <p:txBody>
          <a:bodyPr spcFirstLastPara="1" wrap="square" lIns="526575" tIns="526575" rIns="526575" bIns="526575" anchor="b" anchorCtr="0"/>
          <a:lstStyle>
            <a:lvl1pPr lvl="0">
              <a:spcBef>
                <a:spcPts val="0"/>
              </a:spcBef>
              <a:spcAft>
                <a:spcPts val="0"/>
              </a:spcAft>
              <a:buSzPts val="13800"/>
              <a:buNone/>
              <a:defRPr sz="13800"/>
            </a:lvl1pPr>
            <a:lvl2pPr lvl="1">
              <a:spcBef>
                <a:spcPts val="0"/>
              </a:spcBef>
              <a:spcAft>
                <a:spcPts val="0"/>
              </a:spcAft>
              <a:buSzPts val="13800"/>
              <a:buNone/>
              <a:defRPr sz="13800"/>
            </a:lvl2pPr>
            <a:lvl3pPr lvl="2">
              <a:spcBef>
                <a:spcPts val="0"/>
              </a:spcBef>
              <a:spcAft>
                <a:spcPts val="0"/>
              </a:spcAft>
              <a:buSzPts val="13800"/>
              <a:buNone/>
              <a:defRPr sz="13800"/>
            </a:lvl3pPr>
            <a:lvl4pPr lvl="3">
              <a:spcBef>
                <a:spcPts val="0"/>
              </a:spcBef>
              <a:spcAft>
                <a:spcPts val="0"/>
              </a:spcAft>
              <a:buSzPts val="13800"/>
              <a:buNone/>
              <a:defRPr sz="13800"/>
            </a:lvl4pPr>
            <a:lvl5pPr lvl="4">
              <a:spcBef>
                <a:spcPts val="0"/>
              </a:spcBef>
              <a:spcAft>
                <a:spcPts val="0"/>
              </a:spcAft>
              <a:buSzPts val="13800"/>
              <a:buNone/>
              <a:defRPr sz="13800"/>
            </a:lvl5pPr>
            <a:lvl6pPr lvl="5">
              <a:spcBef>
                <a:spcPts val="0"/>
              </a:spcBef>
              <a:spcAft>
                <a:spcPts val="0"/>
              </a:spcAft>
              <a:buSzPts val="13800"/>
              <a:buNone/>
              <a:defRPr sz="13800"/>
            </a:lvl6pPr>
            <a:lvl7pPr lvl="6">
              <a:spcBef>
                <a:spcPts val="0"/>
              </a:spcBef>
              <a:spcAft>
                <a:spcPts val="0"/>
              </a:spcAft>
              <a:buSzPts val="13800"/>
              <a:buNone/>
              <a:defRPr sz="13800"/>
            </a:lvl7pPr>
            <a:lvl8pPr lvl="7">
              <a:spcBef>
                <a:spcPts val="0"/>
              </a:spcBef>
              <a:spcAft>
                <a:spcPts val="0"/>
              </a:spcAft>
              <a:buSzPts val="13800"/>
              <a:buNone/>
              <a:defRPr sz="13800"/>
            </a:lvl8pPr>
            <a:lvl9pPr lvl="8">
              <a:spcBef>
                <a:spcPts val="0"/>
              </a:spcBef>
              <a:spcAft>
                <a:spcPts val="0"/>
              </a:spcAft>
              <a:buSzPts val="13800"/>
              <a:buNone/>
              <a:defRPr sz="13800"/>
            </a:lvl9pPr>
          </a:lstStyle>
          <a:p>
            <a:endParaRPr/>
          </a:p>
        </p:txBody>
      </p:sp>
      <p:sp>
        <p:nvSpPr>
          <p:cNvPr id="30" name="Google Shape;30;p7"/>
          <p:cNvSpPr txBox="1">
            <a:spLocks noGrp="1"/>
          </p:cNvSpPr>
          <p:nvPr>
            <p:ph type="body" idx="1"/>
          </p:nvPr>
        </p:nvSpPr>
        <p:spPr>
          <a:xfrm>
            <a:off x="1246800" y="11116800"/>
            <a:ext cx="11232000" cy="25435200"/>
          </a:xfrm>
          <a:prstGeom prst="rect">
            <a:avLst/>
          </a:prstGeom>
        </p:spPr>
        <p:txBody>
          <a:bodyPr spcFirstLastPara="1" wrap="square" lIns="526575" tIns="526575" rIns="526575" bIns="526575" anchor="t" anchorCtr="0"/>
          <a:lstStyle>
            <a:lvl1pPr marL="457200" lvl="0" indent="-660400">
              <a:spcBef>
                <a:spcPts val="0"/>
              </a:spcBef>
              <a:spcAft>
                <a:spcPts val="0"/>
              </a:spcAft>
              <a:buSzPts val="6800"/>
              <a:buChar char="●"/>
              <a:defRPr sz="6800"/>
            </a:lvl1pPr>
            <a:lvl2pPr marL="914400" lvl="1" indent="-660400">
              <a:spcBef>
                <a:spcPts val="9200"/>
              </a:spcBef>
              <a:spcAft>
                <a:spcPts val="0"/>
              </a:spcAft>
              <a:buSzPts val="6800"/>
              <a:buChar char="○"/>
              <a:defRPr sz="6800"/>
            </a:lvl2pPr>
            <a:lvl3pPr marL="1371600" lvl="2" indent="-660400">
              <a:spcBef>
                <a:spcPts val="9200"/>
              </a:spcBef>
              <a:spcAft>
                <a:spcPts val="0"/>
              </a:spcAft>
              <a:buSzPts val="6800"/>
              <a:buChar char="■"/>
              <a:defRPr sz="6800"/>
            </a:lvl3pPr>
            <a:lvl4pPr marL="1828800" lvl="3" indent="-660400">
              <a:spcBef>
                <a:spcPts val="9200"/>
              </a:spcBef>
              <a:spcAft>
                <a:spcPts val="0"/>
              </a:spcAft>
              <a:buSzPts val="6800"/>
              <a:buChar char="●"/>
              <a:defRPr sz="6800"/>
            </a:lvl4pPr>
            <a:lvl5pPr marL="2286000" lvl="4" indent="-660400">
              <a:spcBef>
                <a:spcPts val="9200"/>
              </a:spcBef>
              <a:spcAft>
                <a:spcPts val="0"/>
              </a:spcAft>
              <a:buSzPts val="6800"/>
              <a:buChar char="○"/>
              <a:defRPr sz="6800"/>
            </a:lvl5pPr>
            <a:lvl6pPr marL="2743200" lvl="5" indent="-660400">
              <a:spcBef>
                <a:spcPts val="9200"/>
              </a:spcBef>
              <a:spcAft>
                <a:spcPts val="0"/>
              </a:spcAft>
              <a:buSzPts val="6800"/>
              <a:buChar char="■"/>
              <a:defRPr sz="6800"/>
            </a:lvl6pPr>
            <a:lvl7pPr marL="3200400" lvl="6" indent="-660400">
              <a:spcBef>
                <a:spcPts val="9200"/>
              </a:spcBef>
              <a:spcAft>
                <a:spcPts val="0"/>
              </a:spcAft>
              <a:buSzPts val="6800"/>
              <a:buChar char="●"/>
              <a:defRPr sz="6800"/>
            </a:lvl7pPr>
            <a:lvl8pPr marL="3657600" lvl="7" indent="-660400">
              <a:spcBef>
                <a:spcPts val="9200"/>
              </a:spcBef>
              <a:spcAft>
                <a:spcPts val="0"/>
              </a:spcAft>
              <a:buSzPts val="6800"/>
              <a:buChar char="○"/>
              <a:defRPr sz="6800"/>
            </a:lvl8pPr>
            <a:lvl9pPr marL="4114800" lvl="8" indent="-660400">
              <a:spcBef>
                <a:spcPts val="9200"/>
              </a:spcBef>
              <a:spcAft>
                <a:spcPts val="9200"/>
              </a:spcAft>
              <a:buSzPts val="6800"/>
              <a:buChar char="■"/>
              <a:defRPr sz="6800"/>
            </a:lvl9pPr>
          </a:lstStyle>
          <a:p>
            <a:endParaRPr/>
          </a:p>
        </p:txBody>
      </p:sp>
      <p:sp>
        <p:nvSpPr>
          <p:cNvPr id="31" name="Google Shape;31;p7"/>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1961000" y="3601200"/>
            <a:ext cx="25471200" cy="32726400"/>
          </a:xfrm>
          <a:prstGeom prst="rect">
            <a:avLst/>
          </a:prstGeom>
        </p:spPr>
        <p:txBody>
          <a:bodyPr spcFirstLastPara="1" wrap="square" lIns="526575" tIns="526575" rIns="526575" bIns="526575" anchor="ctr" anchorCtr="0"/>
          <a:lstStyle>
            <a:lvl1pPr lvl="0">
              <a:spcBef>
                <a:spcPts val="0"/>
              </a:spcBef>
              <a:spcAft>
                <a:spcPts val="0"/>
              </a:spcAft>
              <a:buSzPts val="27500"/>
              <a:buNone/>
              <a:defRPr sz="27500"/>
            </a:lvl1pPr>
            <a:lvl2pPr lvl="1">
              <a:spcBef>
                <a:spcPts val="0"/>
              </a:spcBef>
              <a:spcAft>
                <a:spcPts val="0"/>
              </a:spcAft>
              <a:buSzPts val="27500"/>
              <a:buNone/>
              <a:defRPr sz="27500"/>
            </a:lvl2pPr>
            <a:lvl3pPr lvl="2">
              <a:spcBef>
                <a:spcPts val="0"/>
              </a:spcBef>
              <a:spcAft>
                <a:spcPts val="0"/>
              </a:spcAft>
              <a:buSzPts val="27500"/>
              <a:buNone/>
              <a:defRPr sz="27500"/>
            </a:lvl3pPr>
            <a:lvl4pPr lvl="3">
              <a:spcBef>
                <a:spcPts val="0"/>
              </a:spcBef>
              <a:spcAft>
                <a:spcPts val="0"/>
              </a:spcAft>
              <a:buSzPts val="27500"/>
              <a:buNone/>
              <a:defRPr sz="27500"/>
            </a:lvl4pPr>
            <a:lvl5pPr lvl="4">
              <a:spcBef>
                <a:spcPts val="0"/>
              </a:spcBef>
              <a:spcAft>
                <a:spcPts val="0"/>
              </a:spcAft>
              <a:buSzPts val="27500"/>
              <a:buNone/>
              <a:defRPr sz="27500"/>
            </a:lvl5pPr>
            <a:lvl6pPr lvl="5">
              <a:spcBef>
                <a:spcPts val="0"/>
              </a:spcBef>
              <a:spcAft>
                <a:spcPts val="0"/>
              </a:spcAft>
              <a:buSzPts val="27500"/>
              <a:buNone/>
              <a:defRPr sz="27500"/>
            </a:lvl6pPr>
            <a:lvl7pPr lvl="6">
              <a:spcBef>
                <a:spcPts val="0"/>
              </a:spcBef>
              <a:spcAft>
                <a:spcPts val="0"/>
              </a:spcAft>
              <a:buSzPts val="27500"/>
              <a:buNone/>
              <a:defRPr sz="27500"/>
            </a:lvl7pPr>
            <a:lvl8pPr lvl="7">
              <a:spcBef>
                <a:spcPts val="0"/>
              </a:spcBef>
              <a:spcAft>
                <a:spcPts val="0"/>
              </a:spcAft>
              <a:buSzPts val="27500"/>
              <a:buNone/>
              <a:defRPr sz="27500"/>
            </a:lvl8pPr>
            <a:lvl9pPr lvl="8">
              <a:spcBef>
                <a:spcPts val="0"/>
              </a:spcBef>
              <a:spcAft>
                <a:spcPts val="0"/>
              </a:spcAft>
              <a:buSzPts val="27500"/>
              <a:buNone/>
              <a:defRPr sz="27500"/>
            </a:lvl9pPr>
          </a:lstStyle>
          <a:p>
            <a:endParaRPr/>
          </a:p>
        </p:txBody>
      </p:sp>
      <p:sp>
        <p:nvSpPr>
          <p:cNvPr id="34" name="Google Shape;34;p8"/>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18288000" y="-1000"/>
            <a:ext cx="18288000" cy="41148000"/>
          </a:xfrm>
          <a:prstGeom prst="rect">
            <a:avLst/>
          </a:prstGeom>
          <a:solidFill>
            <a:schemeClr val="lt2"/>
          </a:solidFill>
          <a:ln>
            <a:noFill/>
          </a:ln>
        </p:spPr>
        <p:txBody>
          <a:bodyPr spcFirstLastPara="1" wrap="square" lIns="526575" tIns="526575" rIns="526575" bIns="526575" anchor="ctr" anchorCtr="0">
            <a:noAutofit/>
          </a:bodyPr>
          <a:lstStyle/>
          <a:p>
            <a:pPr marL="0" lvl="0" indent="0">
              <a:spcBef>
                <a:spcPts val="0"/>
              </a:spcBef>
              <a:spcAft>
                <a:spcPts val="0"/>
              </a:spcAft>
              <a:buNone/>
            </a:pPr>
            <a:endParaRPr/>
          </a:p>
        </p:txBody>
      </p:sp>
      <p:sp>
        <p:nvSpPr>
          <p:cNvPr id="37" name="Google Shape;37;p9"/>
          <p:cNvSpPr txBox="1">
            <a:spLocks noGrp="1"/>
          </p:cNvSpPr>
          <p:nvPr>
            <p:ph type="title"/>
          </p:nvPr>
        </p:nvSpPr>
        <p:spPr>
          <a:xfrm>
            <a:off x="1062000" y="9865400"/>
            <a:ext cx="16180800" cy="11858400"/>
          </a:xfrm>
          <a:prstGeom prst="rect">
            <a:avLst/>
          </a:prstGeom>
        </p:spPr>
        <p:txBody>
          <a:bodyPr spcFirstLastPara="1" wrap="square" lIns="526575" tIns="526575" rIns="526575" bIns="526575" anchor="b" anchorCtr="0"/>
          <a:lstStyle>
            <a:lvl1pPr lvl="0" algn="ctr">
              <a:spcBef>
                <a:spcPts val="0"/>
              </a:spcBef>
              <a:spcAft>
                <a:spcPts val="0"/>
              </a:spcAft>
              <a:buSzPts val="24100"/>
              <a:buNone/>
              <a:defRPr sz="24100"/>
            </a:lvl1pPr>
            <a:lvl2pPr lvl="1" algn="ctr">
              <a:spcBef>
                <a:spcPts val="0"/>
              </a:spcBef>
              <a:spcAft>
                <a:spcPts val="0"/>
              </a:spcAft>
              <a:buSzPts val="24100"/>
              <a:buNone/>
              <a:defRPr sz="24100"/>
            </a:lvl2pPr>
            <a:lvl3pPr lvl="2" algn="ctr">
              <a:spcBef>
                <a:spcPts val="0"/>
              </a:spcBef>
              <a:spcAft>
                <a:spcPts val="0"/>
              </a:spcAft>
              <a:buSzPts val="24100"/>
              <a:buNone/>
              <a:defRPr sz="24100"/>
            </a:lvl3pPr>
            <a:lvl4pPr lvl="3" algn="ctr">
              <a:spcBef>
                <a:spcPts val="0"/>
              </a:spcBef>
              <a:spcAft>
                <a:spcPts val="0"/>
              </a:spcAft>
              <a:buSzPts val="24100"/>
              <a:buNone/>
              <a:defRPr sz="24100"/>
            </a:lvl4pPr>
            <a:lvl5pPr lvl="4" algn="ctr">
              <a:spcBef>
                <a:spcPts val="0"/>
              </a:spcBef>
              <a:spcAft>
                <a:spcPts val="0"/>
              </a:spcAft>
              <a:buSzPts val="24100"/>
              <a:buNone/>
              <a:defRPr sz="24100"/>
            </a:lvl5pPr>
            <a:lvl6pPr lvl="5" algn="ctr">
              <a:spcBef>
                <a:spcPts val="0"/>
              </a:spcBef>
              <a:spcAft>
                <a:spcPts val="0"/>
              </a:spcAft>
              <a:buSzPts val="24100"/>
              <a:buNone/>
              <a:defRPr sz="24100"/>
            </a:lvl6pPr>
            <a:lvl7pPr lvl="6" algn="ctr">
              <a:spcBef>
                <a:spcPts val="0"/>
              </a:spcBef>
              <a:spcAft>
                <a:spcPts val="0"/>
              </a:spcAft>
              <a:buSzPts val="24100"/>
              <a:buNone/>
              <a:defRPr sz="24100"/>
            </a:lvl7pPr>
            <a:lvl8pPr lvl="7" algn="ctr">
              <a:spcBef>
                <a:spcPts val="0"/>
              </a:spcBef>
              <a:spcAft>
                <a:spcPts val="0"/>
              </a:spcAft>
              <a:buSzPts val="24100"/>
              <a:buNone/>
              <a:defRPr sz="24100"/>
            </a:lvl8pPr>
            <a:lvl9pPr lvl="8" algn="ctr">
              <a:spcBef>
                <a:spcPts val="0"/>
              </a:spcBef>
              <a:spcAft>
                <a:spcPts val="0"/>
              </a:spcAft>
              <a:buSzPts val="24100"/>
              <a:buNone/>
              <a:defRPr sz="24100"/>
            </a:lvl9pPr>
          </a:lstStyle>
          <a:p>
            <a:endParaRPr/>
          </a:p>
        </p:txBody>
      </p:sp>
      <p:sp>
        <p:nvSpPr>
          <p:cNvPr id="38" name="Google Shape;38;p9"/>
          <p:cNvSpPr txBox="1">
            <a:spLocks noGrp="1"/>
          </p:cNvSpPr>
          <p:nvPr>
            <p:ph type="subTitle" idx="1"/>
          </p:nvPr>
        </p:nvSpPr>
        <p:spPr>
          <a:xfrm>
            <a:off x="1062000" y="22424600"/>
            <a:ext cx="16180800" cy="9880800"/>
          </a:xfrm>
          <a:prstGeom prst="rect">
            <a:avLst/>
          </a:prstGeom>
        </p:spPr>
        <p:txBody>
          <a:bodyPr spcFirstLastPara="1" wrap="square" lIns="526575" tIns="526575" rIns="526575" bIns="526575" anchor="t" anchorCtr="0"/>
          <a:lstStyle>
            <a:lvl1pPr lvl="0" algn="ctr">
              <a:lnSpc>
                <a:spcPct val="100000"/>
              </a:lnSpc>
              <a:spcBef>
                <a:spcPts val="0"/>
              </a:spcBef>
              <a:spcAft>
                <a:spcPts val="0"/>
              </a:spcAft>
              <a:buSzPts val="12100"/>
              <a:buNone/>
              <a:defRPr sz="12100"/>
            </a:lvl1pPr>
            <a:lvl2pPr lvl="1" algn="ctr">
              <a:lnSpc>
                <a:spcPct val="100000"/>
              </a:lnSpc>
              <a:spcBef>
                <a:spcPts val="0"/>
              </a:spcBef>
              <a:spcAft>
                <a:spcPts val="0"/>
              </a:spcAft>
              <a:buSzPts val="12100"/>
              <a:buNone/>
              <a:defRPr sz="12100"/>
            </a:lvl2pPr>
            <a:lvl3pPr lvl="2" algn="ctr">
              <a:lnSpc>
                <a:spcPct val="100000"/>
              </a:lnSpc>
              <a:spcBef>
                <a:spcPts val="0"/>
              </a:spcBef>
              <a:spcAft>
                <a:spcPts val="0"/>
              </a:spcAft>
              <a:buSzPts val="12100"/>
              <a:buNone/>
              <a:defRPr sz="12100"/>
            </a:lvl3pPr>
            <a:lvl4pPr lvl="3" algn="ctr">
              <a:lnSpc>
                <a:spcPct val="100000"/>
              </a:lnSpc>
              <a:spcBef>
                <a:spcPts val="0"/>
              </a:spcBef>
              <a:spcAft>
                <a:spcPts val="0"/>
              </a:spcAft>
              <a:buSzPts val="12100"/>
              <a:buNone/>
              <a:defRPr sz="12100"/>
            </a:lvl4pPr>
            <a:lvl5pPr lvl="4" algn="ctr">
              <a:lnSpc>
                <a:spcPct val="100000"/>
              </a:lnSpc>
              <a:spcBef>
                <a:spcPts val="0"/>
              </a:spcBef>
              <a:spcAft>
                <a:spcPts val="0"/>
              </a:spcAft>
              <a:buSzPts val="12100"/>
              <a:buNone/>
              <a:defRPr sz="12100"/>
            </a:lvl5pPr>
            <a:lvl6pPr lvl="5" algn="ctr">
              <a:lnSpc>
                <a:spcPct val="100000"/>
              </a:lnSpc>
              <a:spcBef>
                <a:spcPts val="0"/>
              </a:spcBef>
              <a:spcAft>
                <a:spcPts val="0"/>
              </a:spcAft>
              <a:buSzPts val="12100"/>
              <a:buNone/>
              <a:defRPr sz="12100"/>
            </a:lvl6pPr>
            <a:lvl7pPr lvl="6" algn="ctr">
              <a:lnSpc>
                <a:spcPct val="100000"/>
              </a:lnSpc>
              <a:spcBef>
                <a:spcPts val="0"/>
              </a:spcBef>
              <a:spcAft>
                <a:spcPts val="0"/>
              </a:spcAft>
              <a:buSzPts val="12100"/>
              <a:buNone/>
              <a:defRPr sz="12100"/>
            </a:lvl7pPr>
            <a:lvl8pPr lvl="7" algn="ctr">
              <a:lnSpc>
                <a:spcPct val="100000"/>
              </a:lnSpc>
              <a:spcBef>
                <a:spcPts val="0"/>
              </a:spcBef>
              <a:spcAft>
                <a:spcPts val="0"/>
              </a:spcAft>
              <a:buSzPts val="12100"/>
              <a:buNone/>
              <a:defRPr sz="12100"/>
            </a:lvl8pPr>
            <a:lvl9pPr lvl="8" algn="ctr">
              <a:lnSpc>
                <a:spcPct val="100000"/>
              </a:lnSpc>
              <a:spcBef>
                <a:spcPts val="0"/>
              </a:spcBef>
              <a:spcAft>
                <a:spcPts val="0"/>
              </a:spcAft>
              <a:buSzPts val="12100"/>
              <a:buNone/>
              <a:defRPr sz="12100"/>
            </a:lvl9pPr>
          </a:lstStyle>
          <a:p>
            <a:endParaRPr/>
          </a:p>
        </p:txBody>
      </p:sp>
      <p:sp>
        <p:nvSpPr>
          <p:cNvPr id="39" name="Google Shape;39;p9"/>
          <p:cNvSpPr txBox="1">
            <a:spLocks noGrp="1"/>
          </p:cNvSpPr>
          <p:nvPr>
            <p:ph type="body" idx="2"/>
          </p:nvPr>
        </p:nvSpPr>
        <p:spPr>
          <a:xfrm>
            <a:off x="19758000" y="5792600"/>
            <a:ext cx="15348000" cy="29560800"/>
          </a:xfrm>
          <a:prstGeom prst="rect">
            <a:avLst/>
          </a:prstGeom>
        </p:spPr>
        <p:txBody>
          <a:bodyPr spcFirstLastPara="1" wrap="square" lIns="526575" tIns="526575" rIns="526575" bIns="526575" anchor="ctr" anchorCtr="0"/>
          <a:lstStyle>
            <a:lvl1pPr marL="457200" lvl="0" indent="-882650">
              <a:spcBef>
                <a:spcPts val="0"/>
              </a:spcBef>
              <a:spcAft>
                <a:spcPts val="0"/>
              </a:spcAft>
              <a:buSzPts val="10300"/>
              <a:buChar char="●"/>
              <a:defRPr/>
            </a:lvl1pPr>
            <a:lvl2pPr marL="914400" lvl="1" indent="-742950">
              <a:spcBef>
                <a:spcPts val="9200"/>
              </a:spcBef>
              <a:spcAft>
                <a:spcPts val="0"/>
              </a:spcAft>
              <a:buSzPts val="8100"/>
              <a:buChar char="○"/>
              <a:defRPr/>
            </a:lvl2pPr>
            <a:lvl3pPr marL="1371600" lvl="2" indent="-742950">
              <a:spcBef>
                <a:spcPts val="9200"/>
              </a:spcBef>
              <a:spcAft>
                <a:spcPts val="0"/>
              </a:spcAft>
              <a:buSzPts val="8100"/>
              <a:buChar char="■"/>
              <a:defRPr/>
            </a:lvl3pPr>
            <a:lvl4pPr marL="1828800" lvl="3" indent="-742950">
              <a:spcBef>
                <a:spcPts val="9200"/>
              </a:spcBef>
              <a:spcAft>
                <a:spcPts val="0"/>
              </a:spcAft>
              <a:buSzPts val="8100"/>
              <a:buChar char="●"/>
              <a:defRPr/>
            </a:lvl4pPr>
            <a:lvl5pPr marL="2286000" lvl="4" indent="-742950">
              <a:spcBef>
                <a:spcPts val="9200"/>
              </a:spcBef>
              <a:spcAft>
                <a:spcPts val="0"/>
              </a:spcAft>
              <a:buSzPts val="8100"/>
              <a:buChar char="○"/>
              <a:defRPr/>
            </a:lvl5pPr>
            <a:lvl6pPr marL="2743200" lvl="5" indent="-742950">
              <a:spcBef>
                <a:spcPts val="9200"/>
              </a:spcBef>
              <a:spcAft>
                <a:spcPts val="0"/>
              </a:spcAft>
              <a:buSzPts val="8100"/>
              <a:buChar char="■"/>
              <a:defRPr/>
            </a:lvl6pPr>
            <a:lvl7pPr marL="3200400" lvl="6" indent="-742950">
              <a:spcBef>
                <a:spcPts val="9200"/>
              </a:spcBef>
              <a:spcAft>
                <a:spcPts val="0"/>
              </a:spcAft>
              <a:buSzPts val="8100"/>
              <a:buChar char="●"/>
              <a:defRPr/>
            </a:lvl7pPr>
            <a:lvl8pPr marL="3657600" lvl="7" indent="-742950">
              <a:spcBef>
                <a:spcPts val="9200"/>
              </a:spcBef>
              <a:spcAft>
                <a:spcPts val="0"/>
              </a:spcAft>
              <a:buSzPts val="8100"/>
              <a:buChar char="○"/>
              <a:defRPr/>
            </a:lvl8pPr>
            <a:lvl9pPr marL="4114800" lvl="8" indent="-742950">
              <a:spcBef>
                <a:spcPts val="9200"/>
              </a:spcBef>
              <a:spcAft>
                <a:spcPts val="9200"/>
              </a:spcAft>
              <a:buSzPts val="8100"/>
              <a:buChar char="■"/>
              <a:defRPr/>
            </a:lvl9pPr>
          </a:lstStyle>
          <a:p>
            <a:endParaRPr/>
          </a:p>
        </p:txBody>
      </p:sp>
      <p:sp>
        <p:nvSpPr>
          <p:cNvPr id="40" name="Google Shape;40;p9"/>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246800" y="33844600"/>
            <a:ext cx="23995200" cy="4840800"/>
          </a:xfrm>
          <a:prstGeom prst="rect">
            <a:avLst/>
          </a:prstGeom>
        </p:spPr>
        <p:txBody>
          <a:bodyPr spcFirstLastPara="1" wrap="square" lIns="526575" tIns="526575" rIns="526575" bIns="526575" anchor="ctr" anchorCtr="0"/>
          <a:lstStyle>
            <a:lvl1pPr marL="457200" lvl="0" indent="-228600">
              <a:lnSpc>
                <a:spcPct val="100000"/>
              </a:lnSpc>
              <a:spcBef>
                <a:spcPts val="0"/>
              </a:spcBef>
              <a:spcAft>
                <a:spcPts val="0"/>
              </a:spcAft>
              <a:buSzPts val="10300"/>
              <a:buNone/>
              <a:defRPr/>
            </a:lvl1pPr>
          </a:lstStyle>
          <a:p>
            <a:endParaRPr/>
          </a:p>
        </p:txBody>
      </p:sp>
      <p:sp>
        <p:nvSpPr>
          <p:cNvPr id="43" name="Google Shape;43;p10"/>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246800" y="8849000"/>
            <a:ext cx="34082700" cy="15707700"/>
          </a:xfrm>
          <a:prstGeom prst="rect">
            <a:avLst/>
          </a:prstGeom>
        </p:spPr>
        <p:txBody>
          <a:bodyPr spcFirstLastPara="1" wrap="square" lIns="526575" tIns="526575" rIns="526575" bIns="526575" anchor="b" anchorCtr="0"/>
          <a:lstStyle>
            <a:lvl1pPr lvl="0" algn="ctr">
              <a:spcBef>
                <a:spcPts val="0"/>
              </a:spcBef>
              <a:spcAft>
                <a:spcPts val="0"/>
              </a:spcAft>
              <a:buSzPts val="69200"/>
              <a:buNone/>
              <a:defRPr sz="69200"/>
            </a:lvl1pPr>
            <a:lvl2pPr lvl="1" algn="ctr">
              <a:spcBef>
                <a:spcPts val="0"/>
              </a:spcBef>
              <a:spcAft>
                <a:spcPts val="0"/>
              </a:spcAft>
              <a:buSzPts val="69200"/>
              <a:buNone/>
              <a:defRPr sz="69200"/>
            </a:lvl2pPr>
            <a:lvl3pPr lvl="2" algn="ctr">
              <a:spcBef>
                <a:spcPts val="0"/>
              </a:spcBef>
              <a:spcAft>
                <a:spcPts val="0"/>
              </a:spcAft>
              <a:buSzPts val="69200"/>
              <a:buNone/>
              <a:defRPr sz="69200"/>
            </a:lvl3pPr>
            <a:lvl4pPr lvl="3" algn="ctr">
              <a:spcBef>
                <a:spcPts val="0"/>
              </a:spcBef>
              <a:spcAft>
                <a:spcPts val="0"/>
              </a:spcAft>
              <a:buSzPts val="69200"/>
              <a:buNone/>
              <a:defRPr sz="69200"/>
            </a:lvl4pPr>
            <a:lvl5pPr lvl="4" algn="ctr">
              <a:spcBef>
                <a:spcPts val="0"/>
              </a:spcBef>
              <a:spcAft>
                <a:spcPts val="0"/>
              </a:spcAft>
              <a:buSzPts val="69200"/>
              <a:buNone/>
              <a:defRPr sz="69200"/>
            </a:lvl5pPr>
            <a:lvl6pPr lvl="5" algn="ctr">
              <a:spcBef>
                <a:spcPts val="0"/>
              </a:spcBef>
              <a:spcAft>
                <a:spcPts val="0"/>
              </a:spcAft>
              <a:buSzPts val="69200"/>
              <a:buNone/>
              <a:defRPr sz="69200"/>
            </a:lvl6pPr>
            <a:lvl7pPr lvl="6" algn="ctr">
              <a:spcBef>
                <a:spcPts val="0"/>
              </a:spcBef>
              <a:spcAft>
                <a:spcPts val="0"/>
              </a:spcAft>
              <a:buSzPts val="69200"/>
              <a:buNone/>
              <a:defRPr sz="69200"/>
            </a:lvl7pPr>
            <a:lvl8pPr lvl="7" algn="ctr">
              <a:spcBef>
                <a:spcPts val="0"/>
              </a:spcBef>
              <a:spcAft>
                <a:spcPts val="0"/>
              </a:spcAft>
              <a:buSzPts val="69200"/>
              <a:buNone/>
              <a:defRPr sz="69200"/>
            </a:lvl8pPr>
            <a:lvl9pPr lvl="8" algn="ctr">
              <a:spcBef>
                <a:spcPts val="0"/>
              </a:spcBef>
              <a:spcAft>
                <a:spcPts val="0"/>
              </a:spcAft>
              <a:buSzPts val="69200"/>
              <a:buNone/>
              <a:defRPr sz="69200"/>
            </a:lvl9pPr>
          </a:lstStyle>
          <a:p>
            <a:r>
              <a:t>xx%</a:t>
            </a:r>
          </a:p>
        </p:txBody>
      </p:sp>
      <p:sp>
        <p:nvSpPr>
          <p:cNvPr id="46" name="Google Shape;46;p11"/>
          <p:cNvSpPr txBox="1">
            <a:spLocks noGrp="1"/>
          </p:cNvSpPr>
          <p:nvPr>
            <p:ph type="body" idx="1"/>
          </p:nvPr>
        </p:nvSpPr>
        <p:spPr>
          <a:xfrm>
            <a:off x="1246800" y="25217800"/>
            <a:ext cx="34082700" cy="10406700"/>
          </a:xfrm>
          <a:prstGeom prst="rect">
            <a:avLst/>
          </a:prstGeom>
        </p:spPr>
        <p:txBody>
          <a:bodyPr spcFirstLastPara="1" wrap="square" lIns="526575" tIns="526575" rIns="526575" bIns="526575" anchor="t" anchorCtr="0"/>
          <a:lstStyle>
            <a:lvl1pPr marL="457200" lvl="0" indent="-882650" algn="ctr">
              <a:spcBef>
                <a:spcPts val="0"/>
              </a:spcBef>
              <a:spcAft>
                <a:spcPts val="0"/>
              </a:spcAft>
              <a:buSzPts val="10300"/>
              <a:buChar char="●"/>
              <a:defRPr/>
            </a:lvl1pPr>
            <a:lvl2pPr marL="914400" lvl="1" indent="-742950" algn="ctr">
              <a:spcBef>
                <a:spcPts val="9200"/>
              </a:spcBef>
              <a:spcAft>
                <a:spcPts val="0"/>
              </a:spcAft>
              <a:buSzPts val="8100"/>
              <a:buChar char="○"/>
              <a:defRPr/>
            </a:lvl2pPr>
            <a:lvl3pPr marL="1371600" lvl="2" indent="-742950" algn="ctr">
              <a:spcBef>
                <a:spcPts val="9200"/>
              </a:spcBef>
              <a:spcAft>
                <a:spcPts val="0"/>
              </a:spcAft>
              <a:buSzPts val="8100"/>
              <a:buChar char="■"/>
              <a:defRPr/>
            </a:lvl3pPr>
            <a:lvl4pPr marL="1828800" lvl="3" indent="-742950" algn="ctr">
              <a:spcBef>
                <a:spcPts val="9200"/>
              </a:spcBef>
              <a:spcAft>
                <a:spcPts val="0"/>
              </a:spcAft>
              <a:buSzPts val="8100"/>
              <a:buChar char="●"/>
              <a:defRPr/>
            </a:lvl4pPr>
            <a:lvl5pPr marL="2286000" lvl="4" indent="-742950" algn="ctr">
              <a:spcBef>
                <a:spcPts val="9200"/>
              </a:spcBef>
              <a:spcAft>
                <a:spcPts val="0"/>
              </a:spcAft>
              <a:buSzPts val="8100"/>
              <a:buChar char="○"/>
              <a:defRPr/>
            </a:lvl5pPr>
            <a:lvl6pPr marL="2743200" lvl="5" indent="-742950" algn="ctr">
              <a:spcBef>
                <a:spcPts val="9200"/>
              </a:spcBef>
              <a:spcAft>
                <a:spcPts val="0"/>
              </a:spcAft>
              <a:buSzPts val="8100"/>
              <a:buChar char="■"/>
              <a:defRPr/>
            </a:lvl6pPr>
            <a:lvl7pPr marL="3200400" lvl="6" indent="-742950" algn="ctr">
              <a:spcBef>
                <a:spcPts val="9200"/>
              </a:spcBef>
              <a:spcAft>
                <a:spcPts val="0"/>
              </a:spcAft>
              <a:buSzPts val="8100"/>
              <a:buChar char="●"/>
              <a:defRPr/>
            </a:lvl7pPr>
            <a:lvl8pPr marL="3657600" lvl="7" indent="-742950" algn="ctr">
              <a:spcBef>
                <a:spcPts val="9200"/>
              </a:spcBef>
              <a:spcAft>
                <a:spcPts val="0"/>
              </a:spcAft>
              <a:buSzPts val="8100"/>
              <a:buChar char="○"/>
              <a:defRPr/>
            </a:lvl8pPr>
            <a:lvl9pPr marL="4114800" lvl="8" indent="-742950" algn="ctr">
              <a:spcBef>
                <a:spcPts val="9200"/>
              </a:spcBef>
              <a:spcAft>
                <a:spcPts val="9200"/>
              </a:spcAft>
              <a:buSzPts val="8100"/>
              <a:buChar char="■"/>
              <a:defRPr/>
            </a:lvl9pPr>
          </a:lstStyle>
          <a:p>
            <a:endParaRPr/>
          </a:p>
        </p:txBody>
      </p:sp>
      <p:sp>
        <p:nvSpPr>
          <p:cNvPr id="47" name="Google Shape;47;p11"/>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3889831" y="37305734"/>
            <a:ext cx="2195100" cy="3149100"/>
          </a:xfrm>
          <a:prstGeom prst="rect">
            <a:avLst/>
          </a:prstGeom>
        </p:spPr>
        <p:txBody>
          <a:bodyPr spcFirstLastPara="1" wrap="square" lIns="526575" tIns="526575" rIns="526575" bIns="5265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1"/>
        <p:cNvGrpSpPr/>
        <p:nvPr/>
      </p:nvGrpSpPr>
      <p:grpSpPr>
        <a:xfrm>
          <a:off x="0" y="0"/>
          <a:ext cx="0" cy="0"/>
          <a:chOff x="0" y="0"/>
          <a:chExt cx="0" cy="0"/>
        </a:xfrm>
      </p:grpSpPr>
      <p:sp>
        <p:nvSpPr>
          <p:cNvPr id="52" name="Google Shape;52;p14"/>
          <p:cNvSpPr txBox="1">
            <a:spLocks noGrp="1"/>
          </p:cNvSpPr>
          <p:nvPr>
            <p:ph type="ctrTitle"/>
          </p:nvPr>
        </p:nvSpPr>
        <p:spPr>
          <a:xfrm>
            <a:off x="1246833" y="5956600"/>
            <a:ext cx="34082700" cy="16420200"/>
          </a:xfrm>
          <a:prstGeom prst="rect">
            <a:avLst/>
          </a:prstGeom>
          <a:noFill/>
          <a:ln>
            <a:noFill/>
          </a:ln>
        </p:spPr>
        <p:txBody>
          <a:bodyPr spcFirstLastPara="1" wrap="square" lIns="530600" tIns="530600" rIns="530600" bIns="530600" anchor="b" anchorCtr="0"/>
          <a:lstStyle>
            <a:lvl1pPr lvl="0" algn="ctr" rtl="0">
              <a:spcBef>
                <a:spcPts val="0"/>
              </a:spcBef>
              <a:spcAft>
                <a:spcPts val="0"/>
              </a:spcAft>
              <a:buSzPts val="30200"/>
              <a:buChar char="●"/>
              <a:defRPr sz="30200"/>
            </a:lvl1pPr>
            <a:lvl2pPr lvl="1" algn="ctr" rtl="0">
              <a:spcBef>
                <a:spcPts val="0"/>
              </a:spcBef>
              <a:spcAft>
                <a:spcPts val="0"/>
              </a:spcAft>
              <a:buSzPts val="30200"/>
              <a:buChar char="○"/>
              <a:defRPr sz="30200"/>
            </a:lvl2pPr>
            <a:lvl3pPr lvl="2" algn="ctr" rtl="0">
              <a:spcBef>
                <a:spcPts val="0"/>
              </a:spcBef>
              <a:spcAft>
                <a:spcPts val="0"/>
              </a:spcAft>
              <a:buSzPts val="30200"/>
              <a:buChar char="■"/>
              <a:defRPr sz="30200"/>
            </a:lvl3pPr>
            <a:lvl4pPr lvl="3" algn="ctr" rtl="0">
              <a:spcBef>
                <a:spcPts val="0"/>
              </a:spcBef>
              <a:spcAft>
                <a:spcPts val="0"/>
              </a:spcAft>
              <a:buSzPts val="30200"/>
              <a:buChar char="●"/>
              <a:defRPr sz="30200"/>
            </a:lvl4pPr>
            <a:lvl5pPr lvl="4" algn="ctr" rtl="0">
              <a:spcBef>
                <a:spcPts val="0"/>
              </a:spcBef>
              <a:spcAft>
                <a:spcPts val="0"/>
              </a:spcAft>
              <a:buSzPts val="30200"/>
              <a:buChar char="○"/>
              <a:defRPr sz="30200"/>
            </a:lvl5pPr>
            <a:lvl6pPr lvl="5" algn="ctr" rtl="0">
              <a:spcBef>
                <a:spcPts val="0"/>
              </a:spcBef>
              <a:spcAft>
                <a:spcPts val="0"/>
              </a:spcAft>
              <a:buSzPts val="30200"/>
              <a:buChar char="■"/>
              <a:defRPr sz="30200"/>
            </a:lvl6pPr>
            <a:lvl7pPr lvl="6" algn="ctr" rtl="0">
              <a:spcBef>
                <a:spcPts val="0"/>
              </a:spcBef>
              <a:spcAft>
                <a:spcPts val="0"/>
              </a:spcAft>
              <a:buSzPts val="30200"/>
              <a:buChar char="●"/>
              <a:defRPr sz="30200"/>
            </a:lvl7pPr>
            <a:lvl8pPr lvl="7" algn="ctr" rtl="0">
              <a:spcBef>
                <a:spcPts val="0"/>
              </a:spcBef>
              <a:spcAft>
                <a:spcPts val="0"/>
              </a:spcAft>
              <a:buSzPts val="30200"/>
              <a:buChar char="○"/>
              <a:defRPr sz="30200"/>
            </a:lvl8pPr>
            <a:lvl9pPr lvl="8" algn="ctr" rtl="0">
              <a:spcBef>
                <a:spcPts val="0"/>
              </a:spcBef>
              <a:spcAft>
                <a:spcPts val="0"/>
              </a:spcAft>
              <a:buSzPts val="30200"/>
              <a:buChar char="■"/>
              <a:defRPr sz="30200"/>
            </a:lvl9pPr>
          </a:lstStyle>
          <a:p>
            <a:endParaRPr/>
          </a:p>
        </p:txBody>
      </p:sp>
      <p:sp>
        <p:nvSpPr>
          <p:cNvPr id="53" name="Google Shape;53;p14"/>
          <p:cNvSpPr txBox="1">
            <a:spLocks noGrp="1"/>
          </p:cNvSpPr>
          <p:nvPr>
            <p:ph type="subTitle" idx="1"/>
          </p:nvPr>
        </p:nvSpPr>
        <p:spPr>
          <a:xfrm>
            <a:off x="1246800" y="22673000"/>
            <a:ext cx="34082700" cy="6342000"/>
          </a:xfrm>
          <a:prstGeom prst="rect">
            <a:avLst/>
          </a:prstGeom>
          <a:noFill/>
          <a:ln>
            <a:noFill/>
          </a:ln>
        </p:spPr>
        <p:txBody>
          <a:bodyPr spcFirstLastPara="1" wrap="square" lIns="530600" tIns="530600" rIns="530600" bIns="530600" anchor="ctr" anchorCtr="0"/>
          <a:lstStyle>
            <a:lvl1pPr lvl="0" algn="ctr" rtl="0">
              <a:lnSpc>
                <a:spcPct val="100000"/>
              </a:lnSpc>
              <a:spcBef>
                <a:spcPts val="0"/>
              </a:spcBef>
              <a:spcAft>
                <a:spcPts val="0"/>
              </a:spcAft>
              <a:buSzPts val="16200"/>
              <a:buNone/>
              <a:defRPr sz="16200"/>
            </a:lvl1pPr>
            <a:lvl2pPr lvl="1" algn="ctr" rtl="0">
              <a:lnSpc>
                <a:spcPct val="100000"/>
              </a:lnSpc>
              <a:spcBef>
                <a:spcPts val="0"/>
              </a:spcBef>
              <a:spcAft>
                <a:spcPts val="0"/>
              </a:spcAft>
              <a:buSzPts val="16200"/>
              <a:buNone/>
              <a:defRPr sz="16200"/>
            </a:lvl2pPr>
            <a:lvl3pPr lvl="2" algn="ctr" rtl="0">
              <a:lnSpc>
                <a:spcPct val="100000"/>
              </a:lnSpc>
              <a:spcBef>
                <a:spcPts val="0"/>
              </a:spcBef>
              <a:spcAft>
                <a:spcPts val="0"/>
              </a:spcAft>
              <a:buSzPts val="16200"/>
              <a:buNone/>
              <a:defRPr sz="16200"/>
            </a:lvl3pPr>
            <a:lvl4pPr lvl="3" algn="ctr" rtl="0">
              <a:lnSpc>
                <a:spcPct val="100000"/>
              </a:lnSpc>
              <a:spcBef>
                <a:spcPts val="0"/>
              </a:spcBef>
              <a:spcAft>
                <a:spcPts val="0"/>
              </a:spcAft>
              <a:buSzPts val="16200"/>
              <a:buNone/>
              <a:defRPr sz="16200"/>
            </a:lvl4pPr>
            <a:lvl5pPr lvl="4" algn="ctr" rtl="0">
              <a:lnSpc>
                <a:spcPct val="100000"/>
              </a:lnSpc>
              <a:spcBef>
                <a:spcPts val="0"/>
              </a:spcBef>
              <a:spcAft>
                <a:spcPts val="0"/>
              </a:spcAft>
              <a:buSzPts val="16200"/>
              <a:buNone/>
              <a:defRPr sz="16200"/>
            </a:lvl5pPr>
            <a:lvl6pPr lvl="5" algn="ctr" rtl="0">
              <a:lnSpc>
                <a:spcPct val="100000"/>
              </a:lnSpc>
              <a:spcBef>
                <a:spcPts val="0"/>
              </a:spcBef>
              <a:spcAft>
                <a:spcPts val="0"/>
              </a:spcAft>
              <a:buSzPts val="16200"/>
              <a:buNone/>
              <a:defRPr sz="16200"/>
            </a:lvl6pPr>
            <a:lvl7pPr lvl="6" algn="ctr" rtl="0">
              <a:lnSpc>
                <a:spcPct val="100000"/>
              </a:lnSpc>
              <a:spcBef>
                <a:spcPts val="0"/>
              </a:spcBef>
              <a:spcAft>
                <a:spcPts val="0"/>
              </a:spcAft>
              <a:buSzPts val="16200"/>
              <a:buNone/>
              <a:defRPr sz="16200"/>
            </a:lvl7pPr>
            <a:lvl8pPr lvl="7" algn="ctr" rtl="0">
              <a:lnSpc>
                <a:spcPct val="100000"/>
              </a:lnSpc>
              <a:spcBef>
                <a:spcPts val="0"/>
              </a:spcBef>
              <a:spcAft>
                <a:spcPts val="0"/>
              </a:spcAft>
              <a:buSzPts val="16200"/>
              <a:buNone/>
              <a:defRPr sz="16200"/>
            </a:lvl8pPr>
            <a:lvl9pPr lvl="8" algn="ctr" rtl="0">
              <a:lnSpc>
                <a:spcPct val="100000"/>
              </a:lnSpc>
              <a:spcBef>
                <a:spcPts val="0"/>
              </a:spcBef>
              <a:spcAft>
                <a:spcPts val="0"/>
              </a:spcAft>
              <a:buSzPts val="16200"/>
              <a:buNone/>
              <a:defRPr sz="16200"/>
            </a:lvl9pPr>
          </a:lstStyle>
          <a:p>
            <a:endParaRPr/>
          </a:p>
        </p:txBody>
      </p:sp>
      <p:sp>
        <p:nvSpPr>
          <p:cNvPr id="54" name="Google Shape;54;p14"/>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5"/>
        <p:cNvGrpSpPr/>
        <p:nvPr/>
      </p:nvGrpSpPr>
      <p:grpSpPr>
        <a:xfrm>
          <a:off x="0" y="0"/>
          <a:ext cx="0" cy="0"/>
          <a:chOff x="0" y="0"/>
          <a:chExt cx="0" cy="0"/>
        </a:xfrm>
      </p:grpSpPr>
      <p:sp>
        <p:nvSpPr>
          <p:cNvPr id="56" name="Google Shape;56;p15"/>
          <p:cNvSpPr txBox="1">
            <a:spLocks noGrp="1"/>
          </p:cNvSpPr>
          <p:nvPr>
            <p:ph type="title"/>
          </p:nvPr>
        </p:nvSpPr>
        <p:spPr>
          <a:xfrm>
            <a:off x="1246800" y="17206800"/>
            <a:ext cx="34082700" cy="6734700"/>
          </a:xfrm>
          <a:prstGeom prst="rect">
            <a:avLst/>
          </a:prstGeom>
          <a:noFill/>
          <a:ln>
            <a:noFill/>
          </a:ln>
        </p:spPr>
        <p:txBody>
          <a:bodyPr spcFirstLastPara="1" wrap="square" lIns="530600" tIns="530600" rIns="530600" bIns="530600" anchor="ctr" anchorCtr="0"/>
          <a:lstStyle>
            <a:lvl1pPr lvl="0" algn="ctr" rtl="0">
              <a:spcBef>
                <a:spcPts val="0"/>
              </a:spcBef>
              <a:spcAft>
                <a:spcPts val="0"/>
              </a:spcAft>
              <a:buSzPts val="21000"/>
              <a:buChar char="●"/>
              <a:defRPr sz="21000"/>
            </a:lvl1pPr>
            <a:lvl2pPr lvl="1" algn="ctr" rtl="0">
              <a:spcBef>
                <a:spcPts val="0"/>
              </a:spcBef>
              <a:spcAft>
                <a:spcPts val="0"/>
              </a:spcAft>
              <a:buSzPts val="21000"/>
              <a:buChar char="○"/>
              <a:defRPr sz="21000"/>
            </a:lvl2pPr>
            <a:lvl3pPr lvl="2" algn="ctr" rtl="0">
              <a:spcBef>
                <a:spcPts val="0"/>
              </a:spcBef>
              <a:spcAft>
                <a:spcPts val="0"/>
              </a:spcAft>
              <a:buSzPts val="21000"/>
              <a:buChar char="■"/>
              <a:defRPr sz="21000"/>
            </a:lvl3pPr>
            <a:lvl4pPr lvl="3" algn="ctr" rtl="0">
              <a:spcBef>
                <a:spcPts val="0"/>
              </a:spcBef>
              <a:spcAft>
                <a:spcPts val="0"/>
              </a:spcAft>
              <a:buSzPts val="21000"/>
              <a:buChar char="●"/>
              <a:defRPr sz="21000"/>
            </a:lvl4pPr>
            <a:lvl5pPr lvl="4" algn="ctr" rtl="0">
              <a:spcBef>
                <a:spcPts val="0"/>
              </a:spcBef>
              <a:spcAft>
                <a:spcPts val="0"/>
              </a:spcAft>
              <a:buSzPts val="21000"/>
              <a:buChar char="○"/>
              <a:defRPr sz="21000"/>
            </a:lvl5pPr>
            <a:lvl6pPr lvl="5" algn="ctr" rtl="0">
              <a:spcBef>
                <a:spcPts val="0"/>
              </a:spcBef>
              <a:spcAft>
                <a:spcPts val="0"/>
              </a:spcAft>
              <a:buSzPts val="21000"/>
              <a:buChar char="■"/>
              <a:defRPr sz="21000"/>
            </a:lvl6pPr>
            <a:lvl7pPr lvl="6" algn="ctr" rtl="0">
              <a:spcBef>
                <a:spcPts val="0"/>
              </a:spcBef>
              <a:spcAft>
                <a:spcPts val="0"/>
              </a:spcAft>
              <a:buSzPts val="21000"/>
              <a:buChar char="●"/>
              <a:defRPr sz="21000"/>
            </a:lvl7pPr>
            <a:lvl8pPr lvl="7" algn="ctr" rtl="0">
              <a:spcBef>
                <a:spcPts val="0"/>
              </a:spcBef>
              <a:spcAft>
                <a:spcPts val="0"/>
              </a:spcAft>
              <a:buSzPts val="21000"/>
              <a:buChar char="○"/>
              <a:defRPr sz="21000"/>
            </a:lvl8pPr>
            <a:lvl9pPr lvl="8" algn="ctr" rtl="0">
              <a:spcBef>
                <a:spcPts val="0"/>
              </a:spcBef>
              <a:spcAft>
                <a:spcPts val="0"/>
              </a:spcAft>
              <a:buSzPts val="21000"/>
              <a:buChar char="■"/>
              <a:defRPr sz="21000"/>
            </a:lvl9pPr>
          </a:lstStyle>
          <a:p>
            <a:endParaRPr/>
          </a:p>
        </p:txBody>
      </p:sp>
      <p:sp>
        <p:nvSpPr>
          <p:cNvPr id="57" name="Google Shape;57;p15"/>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8"/>
        <p:cNvGrpSpPr/>
        <p:nvPr/>
      </p:nvGrpSpPr>
      <p:grpSpPr>
        <a:xfrm>
          <a:off x="0" y="0"/>
          <a:ext cx="0" cy="0"/>
          <a:chOff x="0" y="0"/>
          <a:chExt cx="0" cy="0"/>
        </a:xfrm>
      </p:grpSpPr>
      <p:sp>
        <p:nvSpPr>
          <p:cNvPr id="59" name="Google Shape;59;p16"/>
          <p:cNvSpPr txBox="1">
            <a:spLocks noGrp="1"/>
          </p:cNvSpPr>
          <p:nvPr>
            <p:ph type="title"/>
          </p:nvPr>
        </p:nvSpPr>
        <p:spPr>
          <a:xfrm>
            <a:off x="1246800" y="3560200"/>
            <a:ext cx="34082700" cy="4581000"/>
          </a:xfrm>
          <a:prstGeom prst="rect">
            <a:avLst/>
          </a:prstGeom>
          <a:noFill/>
          <a:ln>
            <a:noFill/>
          </a:ln>
        </p:spPr>
        <p:txBody>
          <a:bodyPr spcFirstLastPara="1" wrap="square" lIns="530600" tIns="530600" rIns="530600" bIns="530600" anchor="ctr" anchorCtr="0"/>
          <a:lstStyle>
            <a:lvl1pPr lvl="0" rtl="0">
              <a:spcBef>
                <a:spcPts val="0"/>
              </a:spcBef>
              <a:spcAft>
                <a:spcPts val="0"/>
              </a:spcAft>
              <a:buSzPts val="8300"/>
              <a:buChar char="●"/>
              <a:defRPr sz="8300"/>
            </a:lvl1pPr>
            <a:lvl2pPr lvl="1" rtl="0">
              <a:spcBef>
                <a:spcPts val="0"/>
              </a:spcBef>
              <a:spcAft>
                <a:spcPts val="0"/>
              </a:spcAft>
              <a:buSzPts val="8300"/>
              <a:buChar char="○"/>
              <a:defRPr sz="8300"/>
            </a:lvl2pPr>
            <a:lvl3pPr lvl="2" rtl="0">
              <a:spcBef>
                <a:spcPts val="0"/>
              </a:spcBef>
              <a:spcAft>
                <a:spcPts val="0"/>
              </a:spcAft>
              <a:buSzPts val="8300"/>
              <a:buChar char="■"/>
              <a:defRPr sz="8300"/>
            </a:lvl3pPr>
            <a:lvl4pPr lvl="3" rtl="0">
              <a:spcBef>
                <a:spcPts val="0"/>
              </a:spcBef>
              <a:spcAft>
                <a:spcPts val="0"/>
              </a:spcAft>
              <a:buSzPts val="8300"/>
              <a:buChar char="●"/>
              <a:defRPr sz="8300"/>
            </a:lvl4pPr>
            <a:lvl5pPr lvl="4" rtl="0">
              <a:spcBef>
                <a:spcPts val="0"/>
              </a:spcBef>
              <a:spcAft>
                <a:spcPts val="0"/>
              </a:spcAft>
              <a:buSzPts val="8300"/>
              <a:buChar char="○"/>
              <a:defRPr sz="8300"/>
            </a:lvl5pPr>
            <a:lvl6pPr lvl="5" rtl="0">
              <a:spcBef>
                <a:spcPts val="0"/>
              </a:spcBef>
              <a:spcAft>
                <a:spcPts val="0"/>
              </a:spcAft>
              <a:buSzPts val="8300"/>
              <a:buChar char="■"/>
              <a:defRPr sz="8300"/>
            </a:lvl6pPr>
            <a:lvl7pPr lvl="6" rtl="0">
              <a:spcBef>
                <a:spcPts val="0"/>
              </a:spcBef>
              <a:spcAft>
                <a:spcPts val="0"/>
              </a:spcAft>
              <a:buSzPts val="8300"/>
              <a:buChar char="●"/>
              <a:defRPr sz="8300"/>
            </a:lvl7pPr>
            <a:lvl8pPr lvl="7" rtl="0">
              <a:spcBef>
                <a:spcPts val="0"/>
              </a:spcBef>
              <a:spcAft>
                <a:spcPts val="0"/>
              </a:spcAft>
              <a:buSzPts val="8300"/>
              <a:buChar char="○"/>
              <a:defRPr sz="8300"/>
            </a:lvl8pPr>
            <a:lvl9pPr lvl="8" rtl="0">
              <a:spcBef>
                <a:spcPts val="0"/>
              </a:spcBef>
              <a:spcAft>
                <a:spcPts val="0"/>
              </a:spcAft>
              <a:buSzPts val="8300"/>
              <a:buChar char="■"/>
              <a:defRPr sz="8300"/>
            </a:lvl9pPr>
          </a:lstStyle>
          <a:p>
            <a:endParaRPr/>
          </a:p>
        </p:txBody>
      </p:sp>
      <p:sp>
        <p:nvSpPr>
          <p:cNvPr id="60" name="Google Shape;60;p16"/>
          <p:cNvSpPr txBox="1">
            <a:spLocks noGrp="1"/>
          </p:cNvSpPr>
          <p:nvPr>
            <p:ph type="body" idx="1"/>
          </p:nvPr>
        </p:nvSpPr>
        <p:spPr>
          <a:xfrm>
            <a:off x="1246800" y="9219800"/>
            <a:ext cx="34082700" cy="27330600"/>
          </a:xfrm>
          <a:prstGeom prst="rect">
            <a:avLst/>
          </a:prstGeom>
          <a:noFill/>
          <a:ln>
            <a:noFill/>
          </a:ln>
        </p:spPr>
        <p:txBody>
          <a:bodyPr spcFirstLastPara="1" wrap="square" lIns="530600" tIns="530600" rIns="530600" bIns="530600" anchor="ctr" anchorCtr="0"/>
          <a:lstStyle>
            <a:lvl1pPr marL="457200" lvl="0" indent="-755650" rtl="0">
              <a:spcBef>
                <a:spcPts val="0"/>
              </a:spcBef>
              <a:spcAft>
                <a:spcPts val="0"/>
              </a:spcAft>
              <a:buSzPts val="8300"/>
              <a:buChar char="●"/>
              <a:defRPr sz="8300"/>
            </a:lvl1pPr>
            <a:lvl2pPr marL="914400" lvl="1" indent="-755650" rtl="0">
              <a:spcBef>
                <a:spcPts val="0"/>
              </a:spcBef>
              <a:spcAft>
                <a:spcPts val="0"/>
              </a:spcAft>
              <a:buSzPts val="8300"/>
              <a:buChar char="○"/>
              <a:defRPr sz="8300"/>
            </a:lvl2pPr>
            <a:lvl3pPr marL="1371600" lvl="2" indent="-755650" rtl="0">
              <a:spcBef>
                <a:spcPts val="0"/>
              </a:spcBef>
              <a:spcAft>
                <a:spcPts val="0"/>
              </a:spcAft>
              <a:buSzPts val="8300"/>
              <a:buChar char="■"/>
              <a:defRPr sz="8300"/>
            </a:lvl3pPr>
            <a:lvl4pPr marL="1828800" lvl="3" indent="-755650" rtl="0">
              <a:spcBef>
                <a:spcPts val="0"/>
              </a:spcBef>
              <a:spcAft>
                <a:spcPts val="0"/>
              </a:spcAft>
              <a:buSzPts val="8300"/>
              <a:buChar char="●"/>
              <a:defRPr sz="8300"/>
            </a:lvl4pPr>
            <a:lvl5pPr marL="2286000" lvl="4" indent="-755650" rtl="0">
              <a:spcBef>
                <a:spcPts val="0"/>
              </a:spcBef>
              <a:spcAft>
                <a:spcPts val="0"/>
              </a:spcAft>
              <a:buSzPts val="8300"/>
              <a:buChar char="○"/>
              <a:defRPr sz="8300"/>
            </a:lvl5pPr>
            <a:lvl6pPr marL="2743200" lvl="5" indent="-755650" rtl="0">
              <a:spcBef>
                <a:spcPts val="0"/>
              </a:spcBef>
              <a:spcAft>
                <a:spcPts val="0"/>
              </a:spcAft>
              <a:buSzPts val="8300"/>
              <a:buChar char="■"/>
              <a:defRPr sz="8300"/>
            </a:lvl6pPr>
            <a:lvl7pPr marL="3200400" lvl="6" indent="-755650" rtl="0">
              <a:spcBef>
                <a:spcPts val="0"/>
              </a:spcBef>
              <a:spcAft>
                <a:spcPts val="0"/>
              </a:spcAft>
              <a:buSzPts val="8300"/>
              <a:buChar char="●"/>
              <a:defRPr sz="8300"/>
            </a:lvl7pPr>
            <a:lvl8pPr marL="3657600" lvl="7" indent="-755650" rtl="0">
              <a:spcBef>
                <a:spcPts val="0"/>
              </a:spcBef>
              <a:spcAft>
                <a:spcPts val="0"/>
              </a:spcAft>
              <a:buSzPts val="8300"/>
              <a:buChar char="○"/>
              <a:defRPr sz="8300"/>
            </a:lvl8pPr>
            <a:lvl9pPr marL="4114800" lvl="8" indent="-755650" rtl="0">
              <a:spcBef>
                <a:spcPts val="0"/>
              </a:spcBef>
              <a:spcAft>
                <a:spcPts val="0"/>
              </a:spcAft>
              <a:buSzPts val="8300"/>
              <a:buChar char="■"/>
              <a:defRPr sz="8300"/>
            </a:lvl9pPr>
          </a:lstStyle>
          <a:p>
            <a:endParaRPr/>
          </a:p>
        </p:txBody>
      </p:sp>
      <p:sp>
        <p:nvSpPr>
          <p:cNvPr id="61" name="Google Shape;61;p16"/>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2"/>
        <p:cNvGrpSpPr/>
        <p:nvPr/>
      </p:nvGrpSpPr>
      <p:grpSpPr>
        <a:xfrm>
          <a:off x="0" y="0"/>
          <a:ext cx="0" cy="0"/>
          <a:chOff x="0" y="0"/>
          <a:chExt cx="0" cy="0"/>
        </a:xfrm>
      </p:grpSpPr>
      <p:sp>
        <p:nvSpPr>
          <p:cNvPr id="63" name="Google Shape;63;p17"/>
          <p:cNvSpPr txBox="1">
            <a:spLocks noGrp="1"/>
          </p:cNvSpPr>
          <p:nvPr>
            <p:ph type="title"/>
          </p:nvPr>
        </p:nvSpPr>
        <p:spPr>
          <a:xfrm>
            <a:off x="1246800" y="3560200"/>
            <a:ext cx="34082700" cy="4581000"/>
          </a:xfrm>
          <a:prstGeom prst="rect">
            <a:avLst/>
          </a:prstGeom>
          <a:noFill/>
          <a:ln>
            <a:noFill/>
          </a:ln>
        </p:spPr>
        <p:txBody>
          <a:bodyPr spcFirstLastPara="1" wrap="square" lIns="530600" tIns="530600" rIns="530600" bIns="530600" anchor="ctr" anchorCtr="0"/>
          <a:lstStyle>
            <a:lvl1pPr lvl="0" rtl="0">
              <a:spcBef>
                <a:spcPts val="0"/>
              </a:spcBef>
              <a:spcAft>
                <a:spcPts val="0"/>
              </a:spcAft>
              <a:buSzPts val="8300"/>
              <a:buChar char="●"/>
              <a:defRPr sz="8300"/>
            </a:lvl1pPr>
            <a:lvl2pPr lvl="1" rtl="0">
              <a:spcBef>
                <a:spcPts val="0"/>
              </a:spcBef>
              <a:spcAft>
                <a:spcPts val="0"/>
              </a:spcAft>
              <a:buSzPts val="8300"/>
              <a:buChar char="○"/>
              <a:defRPr sz="8300"/>
            </a:lvl2pPr>
            <a:lvl3pPr lvl="2" rtl="0">
              <a:spcBef>
                <a:spcPts val="0"/>
              </a:spcBef>
              <a:spcAft>
                <a:spcPts val="0"/>
              </a:spcAft>
              <a:buSzPts val="8300"/>
              <a:buChar char="■"/>
              <a:defRPr sz="8300"/>
            </a:lvl3pPr>
            <a:lvl4pPr lvl="3" rtl="0">
              <a:spcBef>
                <a:spcPts val="0"/>
              </a:spcBef>
              <a:spcAft>
                <a:spcPts val="0"/>
              </a:spcAft>
              <a:buSzPts val="8300"/>
              <a:buChar char="●"/>
              <a:defRPr sz="8300"/>
            </a:lvl4pPr>
            <a:lvl5pPr lvl="4" rtl="0">
              <a:spcBef>
                <a:spcPts val="0"/>
              </a:spcBef>
              <a:spcAft>
                <a:spcPts val="0"/>
              </a:spcAft>
              <a:buSzPts val="8300"/>
              <a:buChar char="○"/>
              <a:defRPr sz="8300"/>
            </a:lvl5pPr>
            <a:lvl6pPr lvl="5" rtl="0">
              <a:spcBef>
                <a:spcPts val="0"/>
              </a:spcBef>
              <a:spcAft>
                <a:spcPts val="0"/>
              </a:spcAft>
              <a:buSzPts val="8300"/>
              <a:buChar char="■"/>
              <a:defRPr sz="8300"/>
            </a:lvl6pPr>
            <a:lvl7pPr lvl="6" rtl="0">
              <a:spcBef>
                <a:spcPts val="0"/>
              </a:spcBef>
              <a:spcAft>
                <a:spcPts val="0"/>
              </a:spcAft>
              <a:buSzPts val="8300"/>
              <a:buChar char="●"/>
              <a:defRPr sz="8300"/>
            </a:lvl7pPr>
            <a:lvl8pPr lvl="7" rtl="0">
              <a:spcBef>
                <a:spcPts val="0"/>
              </a:spcBef>
              <a:spcAft>
                <a:spcPts val="0"/>
              </a:spcAft>
              <a:buSzPts val="8300"/>
              <a:buChar char="○"/>
              <a:defRPr sz="8300"/>
            </a:lvl8pPr>
            <a:lvl9pPr lvl="8" rtl="0">
              <a:spcBef>
                <a:spcPts val="0"/>
              </a:spcBef>
              <a:spcAft>
                <a:spcPts val="0"/>
              </a:spcAft>
              <a:buSzPts val="8300"/>
              <a:buChar char="■"/>
              <a:defRPr sz="8300"/>
            </a:lvl9pPr>
          </a:lstStyle>
          <a:p>
            <a:endParaRPr/>
          </a:p>
        </p:txBody>
      </p:sp>
      <p:sp>
        <p:nvSpPr>
          <p:cNvPr id="64" name="Google Shape;64;p17"/>
          <p:cNvSpPr txBox="1">
            <a:spLocks noGrp="1"/>
          </p:cNvSpPr>
          <p:nvPr>
            <p:ph type="body" idx="1"/>
          </p:nvPr>
        </p:nvSpPr>
        <p:spPr>
          <a:xfrm>
            <a:off x="1246800" y="9219800"/>
            <a:ext cx="15999600" cy="27330600"/>
          </a:xfrm>
          <a:prstGeom prst="rect">
            <a:avLst/>
          </a:prstGeom>
          <a:noFill/>
          <a:ln>
            <a:noFill/>
          </a:ln>
        </p:spPr>
        <p:txBody>
          <a:bodyPr spcFirstLastPara="1" wrap="square" lIns="530600" tIns="530600" rIns="530600" bIns="530600" anchor="ctr" anchorCtr="0"/>
          <a:lstStyle>
            <a:lvl1pPr marL="457200" lvl="0" indent="-755650" rtl="0">
              <a:spcBef>
                <a:spcPts val="0"/>
              </a:spcBef>
              <a:spcAft>
                <a:spcPts val="0"/>
              </a:spcAft>
              <a:buSzPts val="8300"/>
              <a:buChar char="●"/>
              <a:defRPr sz="8300"/>
            </a:lvl1pPr>
            <a:lvl2pPr marL="914400" lvl="1" indent="-673100" rtl="0">
              <a:spcBef>
                <a:spcPts val="0"/>
              </a:spcBef>
              <a:spcAft>
                <a:spcPts val="0"/>
              </a:spcAft>
              <a:buSzPts val="7000"/>
              <a:buChar char="○"/>
              <a:defRPr sz="7000"/>
            </a:lvl2pPr>
            <a:lvl3pPr marL="1371600" lvl="2" indent="-673100" rtl="0">
              <a:spcBef>
                <a:spcPts val="0"/>
              </a:spcBef>
              <a:spcAft>
                <a:spcPts val="0"/>
              </a:spcAft>
              <a:buSzPts val="7000"/>
              <a:buChar char="■"/>
              <a:defRPr sz="7000"/>
            </a:lvl3pPr>
            <a:lvl4pPr marL="1828800" lvl="3" indent="-673100" rtl="0">
              <a:spcBef>
                <a:spcPts val="0"/>
              </a:spcBef>
              <a:spcAft>
                <a:spcPts val="0"/>
              </a:spcAft>
              <a:buSzPts val="7000"/>
              <a:buChar char="●"/>
              <a:defRPr sz="7000"/>
            </a:lvl4pPr>
            <a:lvl5pPr marL="2286000" lvl="4" indent="-673100" rtl="0">
              <a:spcBef>
                <a:spcPts val="0"/>
              </a:spcBef>
              <a:spcAft>
                <a:spcPts val="0"/>
              </a:spcAft>
              <a:buSzPts val="7000"/>
              <a:buChar char="○"/>
              <a:defRPr sz="7000"/>
            </a:lvl5pPr>
            <a:lvl6pPr marL="2743200" lvl="5" indent="-673100" rtl="0">
              <a:spcBef>
                <a:spcPts val="0"/>
              </a:spcBef>
              <a:spcAft>
                <a:spcPts val="0"/>
              </a:spcAft>
              <a:buSzPts val="7000"/>
              <a:buChar char="■"/>
              <a:defRPr sz="7000"/>
            </a:lvl6pPr>
            <a:lvl7pPr marL="3200400" lvl="6" indent="-673100" rtl="0">
              <a:spcBef>
                <a:spcPts val="0"/>
              </a:spcBef>
              <a:spcAft>
                <a:spcPts val="0"/>
              </a:spcAft>
              <a:buSzPts val="7000"/>
              <a:buChar char="●"/>
              <a:defRPr sz="7000"/>
            </a:lvl7pPr>
            <a:lvl8pPr marL="3657600" lvl="7" indent="-673100" rtl="0">
              <a:spcBef>
                <a:spcPts val="0"/>
              </a:spcBef>
              <a:spcAft>
                <a:spcPts val="0"/>
              </a:spcAft>
              <a:buSzPts val="7000"/>
              <a:buChar char="○"/>
              <a:defRPr sz="7000"/>
            </a:lvl8pPr>
            <a:lvl9pPr marL="4114800" lvl="8" indent="-673100" rtl="0">
              <a:spcBef>
                <a:spcPts val="0"/>
              </a:spcBef>
              <a:spcAft>
                <a:spcPts val="0"/>
              </a:spcAft>
              <a:buSzPts val="7000"/>
              <a:buChar char="■"/>
              <a:defRPr sz="7000"/>
            </a:lvl9pPr>
          </a:lstStyle>
          <a:p>
            <a:endParaRPr/>
          </a:p>
        </p:txBody>
      </p:sp>
      <p:sp>
        <p:nvSpPr>
          <p:cNvPr id="65" name="Google Shape;65;p17"/>
          <p:cNvSpPr txBox="1">
            <a:spLocks noGrp="1"/>
          </p:cNvSpPr>
          <p:nvPr>
            <p:ph type="body" idx="2"/>
          </p:nvPr>
        </p:nvSpPr>
        <p:spPr>
          <a:xfrm>
            <a:off x="19329600" y="9219800"/>
            <a:ext cx="15999600" cy="27330600"/>
          </a:xfrm>
          <a:prstGeom prst="rect">
            <a:avLst/>
          </a:prstGeom>
          <a:noFill/>
          <a:ln>
            <a:noFill/>
          </a:ln>
        </p:spPr>
        <p:txBody>
          <a:bodyPr spcFirstLastPara="1" wrap="square" lIns="530600" tIns="530600" rIns="530600" bIns="530600" anchor="ctr" anchorCtr="0"/>
          <a:lstStyle>
            <a:lvl1pPr marL="457200" lvl="0" indent="-755650" rtl="0">
              <a:spcBef>
                <a:spcPts val="0"/>
              </a:spcBef>
              <a:spcAft>
                <a:spcPts val="0"/>
              </a:spcAft>
              <a:buSzPts val="8300"/>
              <a:buChar char="●"/>
              <a:defRPr sz="8300"/>
            </a:lvl1pPr>
            <a:lvl2pPr marL="914400" lvl="1" indent="-673100" rtl="0">
              <a:spcBef>
                <a:spcPts val="0"/>
              </a:spcBef>
              <a:spcAft>
                <a:spcPts val="0"/>
              </a:spcAft>
              <a:buSzPts val="7000"/>
              <a:buChar char="○"/>
              <a:defRPr sz="7000"/>
            </a:lvl2pPr>
            <a:lvl3pPr marL="1371600" lvl="2" indent="-673100" rtl="0">
              <a:spcBef>
                <a:spcPts val="0"/>
              </a:spcBef>
              <a:spcAft>
                <a:spcPts val="0"/>
              </a:spcAft>
              <a:buSzPts val="7000"/>
              <a:buChar char="■"/>
              <a:defRPr sz="7000"/>
            </a:lvl3pPr>
            <a:lvl4pPr marL="1828800" lvl="3" indent="-673100" rtl="0">
              <a:spcBef>
                <a:spcPts val="0"/>
              </a:spcBef>
              <a:spcAft>
                <a:spcPts val="0"/>
              </a:spcAft>
              <a:buSzPts val="7000"/>
              <a:buChar char="●"/>
              <a:defRPr sz="7000"/>
            </a:lvl4pPr>
            <a:lvl5pPr marL="2286000" lvl="4" indent="-673100" rtl="0">
              <a:spcBef>
                <a:spcPts val="0"/>
              </a:spcBef>
              <a:spcAft>
                <a:spcPts val="0"/>
              </a:spcAft>
              <a:buSzPts val="7000"/>
              <a:buChar char="○"/>
              <a:defRPr sz="7000"/>
            </a:lvl5pPr>
            <a:lvl6pPr marL="2743200" lvl="5" indent="-673100" rtl="0">
              <a:spcBef>
                <a:spcPts val="0"/>
              </a:spcBef>
              <a:spcAft>
                <a:spcPts val="0"/>
              </a:spcAft>
              <a:buSzPts val="7000"/>
              <a:buChar char="■"/>
              <a:defRPr sz="7000"/>
            </a:lvl6pPr>
            <a:lvl7pPr marL="3200400" lvl="6" indent="-673100" rtl="0">
              <a:spcBef>
                <a:spcPts val="0"/>
              </a:spcBef>
              <a:spcAft>
                <a:spcPts val="0"/>
              </a:spcAft>
              <a:buSzPts val="7000"/>
              <a:buChar char="●"/>
              <a:defRPr sz="7000"/>
            </a:lvl7pPr>
            <a:lvl8pPr marL="3657600" lvl="7" indent="-673100" rtl="0">
              <a:spcBef>
                <a:spcPts val="0"/>
              </a:spcBef>
              <a:spcAft>
                <a:spcPts val="0"/>
              </a:spcAft>
              <a:buSzPts val="7000"/>
              <a:buChar char="○"/>
              <a:defRPr sz="7000"/>
            </a:lvl8pPr>
            <a:lvl9pPr marL="4114800" lvl="8" indent="-673100" rtl="0">
              <a:spcBef>
                <a:spcPts val="0"/>
              </a:spcBef>
              <a:spcAft>
                <a:spcPts val="0"/>
              </a:spcAft>
              <a:buSzPts val="7000"/>
              <a:buChar char="■"/>
              <a:defRPr sz="7000"/>
            </a:lvl9pPr>
          </a:lstStyle>
          <a:p>
            <a:endParaRPr/>
          </a:p>
        </p:txBody>
      </p:sp>
      <p:sp>
        <p:nvSpPr>
          <p:cNvPr id="66" name="Google Shape;66;p17"/>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7"/>
        <p:cNvGrpSpPr/>
        <p:nvPr/>
      </p:nvGrpSpPr>
      <p:grpSpPr>
        <a:xfrm>
          <a:off x="0" y="0"/>
          <a:ext cx="0" cy="0"/>
          <a:chOff x="0" y="0"/>
          <a:chExt cx="0" cy="0"/>
        </a:xfrm>
      </p:grpSpPr>
      <p:sp>
        <p:nvSpPr>
          <p:cNvPr id="68" name="Google Shape;68;p18"/>
          <p:cNvSpPr txBox="1">
            <a:spLocks noGrp="1"/>
          </p:cNvSpPr>
          <p:nvPr>
            <p:ph type="title"/>
          </p:nvPr>
        </p:nvSpPr>
        <p:spPr>
          <a:xfrm>
            <a:off x="1246800" y="3560200"/>
            <a:ext cx="34082700" cy="4581000"/>
          </a:xfrm>
          <a:prstGeom prst="rect">
            <a:avLst/>
          </a:prstGeom>
          <a:noFill/>
          <a:ln>
            <a:noFill/>
          </a:ln>
        </p:spPr>
        <p:txBody>
          <a:bodyPr spcFirstLastPara="1" wrap="square" lIns="530600" tIns="530600" rIns="530600" bIns="530600" anchor="ctr" anchorCtr="0"/>
          <a:lstStyle>
            <a:lvl1pPr lvl="0" rtl="0">
              <a:spcBef>
                <a:spcPts val="0"/>
              </a:spcBef>
              <a:spcAft>
                <a:spcPts val="0"/>
              </a:spcAft>
              <a:buSzPts val="8300"/>
              <a:buChar char="●"/>
              <a:defRPr sz="8300"/>
            </a:lvl1pPr>
            <a:lvl2pPr lvl="1" rtl="0">
              <a:spcBef>
                <a:spcPts val="0"/>
              </a:spcBef>
              <a:spcAft>
                <a:spcPts val="0"/>
              </a:spcAft>
              <a:buSzPts val="8300"/>
              <a:buChar char="○"/>
              <a:defRPr sz="8300"/>
            </a:lvl2pPr>
            <a:lvl3pPr lvl="2" rtl="0">
              <a:spcBef>
                <a:spcPts val="0"/>
              </a:spcBef>
              <a:spcAft>
                <a:spcPts val="0"/>
              </a:spcAft>
              <a:buSzPts val="8300"/>
              <a:buChar char="■"/>
              <a:defRPr sz="8300"/>
            </a:lvl3pPr>
            <a:lvl4pPr lvl="3" rtl="0">
              <a:spcBef>
                <a:spcPts val="0"/>
              </a:spcBef>
              <a:spcAft>
                <a:spcPts val="0"/>
              </a:spcAft>
              <a:buSzPts val="8300"/>
              <a:buChar char="●"/>
              <a:defRPr sz="8300"/>
            </a:lvl4pPr>
            <a:lvl5pPr lvl="4" rtl="0">
              <a:spcBef>
                <a:spcPts val="0"/>
              </a:spcBef>
              <a:spcAft>
                <a:spcPts val="0"/>
              </a:spcAft>
              <a:buSzPts val="8300"/>
              <a:buChar char="○"/>
              <a:defRPr sz="8300"/>
            </a:lvl5pPr>
            <a:lvl6pPr lvl="5" rtl="0">
              <a:spcBef>
                <a:spcPts val="0"/>
              </a:spcBef>
              <a:spcAft>
                <a:spcPts val="0"/>
              </a:spcAft>
              <a:buSzPts val="8300"/>
              <a:buChar char="■"/>
              <a:defRPr sz="8300"/>
            </a:lvl6pPr>
            <a:lvl7pPr lvl="6" rtl="0">
              <a:spcBef>
                <a:spcPts val="0"/>
              </a:spcBef>
              <a:spcAft>
                <a:spcPts val="0"/>
              </a:spcAft>
              <a:buSzPts val="8300"/>
              <a:buChar char="●"/>
              <a:defRPr sz="8300"/>
            </a:lvl7pPr>
            <a:lvl8pPr lvl="7" rtl="0">
              <a:spcBef>
                <a:spcPts val="0"/>
              </a:spcBef>
              <a:spcAft>
                <a:spcPts val="0"/>
              </a:spcAft>
              <a:buSzPts val="8300"/>
              <a:buChar char="○"/>
              <a:defRPr sz="8300"/>
            </a:lvl8pPr>
            <a:lvl9pPr lvl="8" rtl="0">
              <a:spcBef>
                <a:spcPts val="0"/>
              </a:spcBef>
              <a:spcAft>
                <a:spcPts val="0"/>
              </a:spcAft>
              <a:buSzPts val="8300"/>
              <a:buChar char="■"/>
              <a:defRPr sz="8300"/>
            </a:lvl9pPr>
          </a:lstStyle>
          <a:p>
            <a:endParaRPr/>
          </a:p>
        </p:txBody>
      </p:sp>
      <p:sp>
        <p:nvSpPr>
          <p:cNvPr id="69" name="Google Shape;69;p18"/>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19"/>
          <p:cNvSpPr txBox="1">
            <a:spLocks noGrp="1"/>
          </p:cNvSpPr>
          <p:nvPr>
            <p:ph type="title"/>
          </p:nvPr>
        </p:nvSpPr>
        <p:spPr>
          <a:xfrm>
            <a:off x="1246800" y="4444800"/>
            <a:ext cx="11232000" cy="6046200"/>
          </a:xfrm>
          <a:prstGeom prst="rect">
            <a:avLst/>
          </a:prstGeom>
          <a:noFill/>
          <a:ln>
            <a:noFill/>
          </a:ln>
        </p:spPr>
        <p:txBody>
          <a:bodyPr spcFirstLastPara="1" wrap="square" lIns="530600" tIns="530600" rIns="530600" bIns="530600" anchor="b" anchorCtr="0"/>
          <a:lstStyle>
            <a:lvl1pPr lvl="0" rtl="0">
              <a:spcBef>
                <a:spcPts val="0"/>
              </a:spcBef>
              <a:spcAft>
                <a:spcPts val="0"/>
              </a:spcAft>
              <a:buSzPts val="13800"/>
              <a:buChar char="●"/>
              <a:defRPr sz="13800"/>
            </a:lvl1pPr>
            <a:lvl2pPr lvl="1" rtl="0">
              <a:spcBef>
                <a:spcPts val="0"/>
              </a:spcBef>
              <a:spcAft>
                <a:spcPts val="0"/>
              </a:spcAft>
              <a:buSzPts val="13800"/>
              <a:buChar char="○"/>
              <a:defRPr sz="13800"/>
            </a:lvl2pPr>
            <a:lvl3pPr lvl="2" rtl="0">
              <a:spcBef>
                <a:spcPts val="0"/>
              </a:spcBef>
              <a:spcAft>
                <a:spcPts val="0"/>
              </a:spcAft>
              <a:buSzPts val="13800"/>
              <a:buChar char="■"/>
              <a:defRPr sz="13800"/>
            </a:lvl3pPr>
            <a:lvl4pPr lvl="3" rtl="0">
              <a:spcBef>
                <a:spcPts val="0"/>
              </a:spcBef>
              <a:spcAft>
                <a:spcPts val="0"/>
              </a:spcAft>
              <a:buSzPts val="13800"/>
              <a:buChar char="●"/>
              <a:defRPr sz="13800"/>
            </a:lvl4pPr>
            <a:lvl5pPr lvl="4" rtl="0">
              <a:spcBef>
                <a:spcPts val="0"/>
              </a:spcBef>
              <a:spcAft>
                <a:spcPts val="0"/>
              </a:spcAft>
              <a:buSzPts val="13800"/>
              <a:buChar char="○"/>
              <a:defRPr sz="13800"/>
            </a:lvl5pPr>
            <a:lvl6pPr lvl="5" rtl="0">
              <a:spcBef>
                <a:spcPts val="0"/>
              </a:spcBef>
              <a:spcAft>
                <a:spcPts val="0"/>
              </a:spcAft>
              <a:buSzPts val="13800"/>
              <a:buChar char="■"/>
              <a:defRPr sz="13800"/>
            </a:lvl6pPr>
            <a:lvl7pPr lvl="6" rtl="0">
              <a:spcBef>
                <a:spcPts val="0"/>
              </a:spcBef>
              <a:spcAft>
                <a:spcPts val="0"/>
              </a:spcAft>
              <a:buSzPts val="13800"/>
              <a:buChar char="●"/>
              <a:defRPr sz="13800"/>
            </a:lvl7pPr>
            <a:lvl8pPr lvl="7" rtl="0">
              <a:spcBef>
                <a:spcPts val="0"/>
              </a:spcBef>
              <a:spcAft>
                <a:spcPts val="0"/>
              </a:spcAft>
              <a:buSzPts val="13800"/>
              <a:buChar char="○"/>
              <a:defRPr sz="13800"/>
            </a:lvl8pPr>
            <a:lvl9pPr lvl="8" rtl="0">
              <a:spcBef>
                <a:spcPts val="0"/>
              </a:spcBef>
              <a:spcAft>
                <a:spcPts val="0"/>
              </a:spcAft>
              <a:buSzPts val="13800"/>
              <a:buChar char="■"/>
              <a:defRPr sz="13800"/>
            </a:lvl9pPr>
          </a:lstStyle>
          <a:p>
            <a:endParaRPr/>
          </a:p>
        </p:txBody>
      </p:sp>
      <p:sp>
        <p:nvSpPr>
          <p:cNvPr id="72" name="Google Shape;72;p19"/>
          <p:cNvSpPr txBox="1">
            <a:spLocks noGrp="1"/>
          </p:cNvSpPr>
          <p:nvPr>
            <p:ph type="body" idx="1"/>
          </p:nvPr>
        </p:nvSpPr>
        <p:spPr>
          <a:xfrm>
            <a:off x="1246800" y="11116800"/>
            <a:ext cx="11232000" cy="25435800"/>
          </a:xfrm>
          <a:prstGeom prst="rect">
            <a:avLst/>
          </a:prstGeom>
          <a:noFill/>
          <a:ln>
            <a:noFill/>
          </a:ln>
        </p:spPr>
        <p:txBody>
          <a:bodyPr spcFirstLastPara="1" wrap="square" lIns="530600" tIns="530600" rIns="530600" bIns="530600" anchor="ctr" anchorCtr="0"/>
          <a:lstStyle>
            <a:lvl1pPr marL="457200" lvl="0" indent="-673100" rtl="0">
              <a:spcBef>
                <a:spcPts val="0"/>
              </a:spcBef>
              <a:spcAft>
                <a:spcPts val="0"/>
              </a:spcAft>
              <a:buSzPts val="7000"/>
              <a:buChar char="●"/>
              <a:defRPr sz="7000"/>
            </a:lvl1pPr>
            <a:lvl2pPr marL="914400" lvl="1" indent="-673100" rtl="0">
              <a:spcBef>
                <a:spcPts val="0"/>
              </a:spcBef>
              <a:spcAft>
                <a:spcPts val="0"/>
              </a:spcAft>
              <a:buSzPts val="7000"/>
              <a:buChar char="○"/>
              <a:defRPr sz="7000"/>
            </a:lvl2pPr>
            <a:lvl3pPr marL="1371600" lvl="2" indent="-673100" rtl="0">
              <a:spcBef>
                <a:spcPts val="0"/>
              </a:spcBef>
              <a:spcAft>
                <a:spcPts val="0"/>
              </a:spcAft>
              <a:buSzPts val="7000"/>
              <a:buChar char="■"/>
              <a:defRPr sz="7000"/>
            </a:lvl3pPr>
            <a:lvl4pPr marL="1828800" lvl="3" indent="-673100" rtl="0">
              <a:spcBef>
                <a:spcPts val="0"/>
              </a:spcBef>
              <a:spcAft>
                <a:spcPts val="0"/>
              </a:spcAft>
              <a:buSzPts val="7000"/>
              <a:buChar char="●"/>
              <a:defRPr sz="7000"/>
            </a:lvl4pPr>
            <a:lvl5pPr marL="2286000" lvl="4" indent="-673100" rtl="0">
              <a:spcBef>
                <a:spcPts val="0"/>
              </a:spcBef>
              <a:spcAft>
                <a:spcPts val="0"/>
              </a:spcAft>
              <a:buSzPts val="7000"/>
              <a:buChar char="○"/>
              <a:defRPr sz="7000"/>
            </a:lvl5pPr>
            <a:lvl6pPr marL="2743200" lvl="5" indent="-673100" rtl="0">
              <a:spcBef>
                <a:spcPts val="0"/>
              </a:spcBef>
              <a:spcAft>
                <a:spcPts val="0"/>
              </a:spcAft>
              <a:buSzPts val="7000"/>
              <a:buChar char="■"/>
              <a:defRPr sz="7000"/>
            </a:lvl6pPr>
            <a:lvl7pPr marL="3200400" lvl="6" indent="-673100" rtl="0">
              <a:spcBef>
                <a:spcPts val="0"/>
              </a:spcBef>
              <a:spcAft>
                <a:spcPts val="0"/>
              </a:spcAft>
              <a:buSzPts val="7000"/>
              <a:buChar char="●"/>
              <a:defRPr sz="7000"/>
            </a:lvl7pPr>
            <a:lvl8pPr marL="3657600" lvl="7" indent="-673100" rtl="0">
              <a:spcBef>
                <a:spcPts val="0"/>
              </a:spcBef>
              <a:spcAft>
                <a:spcPts val="0"/>
              </a:spcAft>
              <a:buSzPts val="7000"/>
              <a:buChar char="○"/>
              <a:defRPr sz="7000"/>
            </a:lvl8pPr>
            <a:lvl9pPr marL="4114800" lvl="8" indent="-673100" rtl="0">
              <a:spcBef>
                <a:spcPts val="0"/>
              </a:spcBef>
              <a:spcAft>
                <a:spcPts val="0"/>
              </a:spcAft>
              <a:buSzPts val="7000"/>
              <a:buChar char="■"/>
              <a:defRPr sz="7000"/>
            </a:lvl9pPr>
          </a:lstStyle>
          <a:p>
            <a:endParaRPr/>
          </a:p>
        </p:txBody>
      </p:sp>
      <p:sp>
        <p:nvSpPr>
          <p:cNvPr id="73" name="Google Shape;73;p19"/>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a:off x="1961000" y="3601200"/>
            <a:ext cx="25471200" cy="32725800"/>
          </a:xfrm>
          <a:prstGeom prst="rect">
            <a:avLst/>
          </a:prstGeom>
          <a:noFill/>
          <a:ln>
            <a:noFill/>
          </a:ln>
        </p:spPr>
        <p:txBody>
          <a:bodyPr spcFirstLastPara="1" wrap="square" lIns="530600" tIns="530600" rIns="530600" bIns="530600" anchor="ctr" anchorCtr="0"/>
          <a:lstStyle>
            <a:lvl1pPr lvl="0" rtl="0">
              <a:spcBef>
                <a:spcPts val="0"/>
              </a:spcBef>
              <a:spcAft>
                <a:spcPts val="0"/>
              </a:spcAft>
              <a:buSzPts val="27800"/>
              <a:buChar char="●"/>
              <a:defRPr sz="27800"/>
            </a:lvl1pPr>
            <a:lvl2pPr lvl="1" rtl="0">
              <a:spcBef>
                <a:spcPts val="0"/>
              </a:spcBef>
              <a:spcAft>
                <a:spcPts val="0"/>
              </a:spcAft>
              <a:buSzPts val="27800"/>
              <a:buChar char="○"/>
              <a:defRPr sz="27800"/>
            </a:lvl2pPr>
            <a:lvl3pPr lvl="2" rtl="0">
              <a:spcBef>
                <a:spcPts val="0"/>
              </a:spcBef>
              <a:spcAft>
                <a:spcPts val="0"/>
              </a:spcAft>
              <a:buSzPts val="27800"/>
              <a:buChar char="■"/>
              <a:defRPr sz="27800"/>
            </a:lvl3pPr>
            <a:lvl4pPr lvl="3" rtl="0">
              <a:spcBef>
                <a:spcPts val="0"/>
              </a:spcBef>
              <a:spcAft>
                <a:spcPts val="0"/>
              </a:spcAft>
              <a:buSzPts val="27800"/>
              <a:buChar char="●"/>
              <a:defRPr sz="27800"/>
            </a:lvl4pPr>
            <a:lvl5pPr lvl="4" rtl="0">
              <a:spcBef>
                <a:spcPts val="0"/>
              </a:spcBef>
              <a:spcAft>
                <a:spcPts val="0"/>
              </a:spcAft>
              <a:buSzPts val="27800"/>
              <a:buChar char="○"/>
              <a:defRPr sz="27800"/>
            </a:lvl5pPr>
            <a:lvl6pPr lvl="5" rtl="0">
              <a:spcBef>
                <a:spcPts val="0"/>
              </a:spcBef>
              <a:spcAft>
                <a:spcPts val="0"/>
              </a:spcAft>
              <a:buSzPts val="27800"/>
              <a:buChar char="■"/>
              <a:defRPr sz="27800"/>
            </a:lvl6pPr>
            <a:lvl7pPr lvl="6" rtl="0">
              <a:spcBef>
                <a:spcPts val="0"/>
              </a:spcBef>
              <a:spcAft>
                <a:spcPts val="0"/>
              </a:spcAft>
              <a:buSzPts val="27800"/>
              <a:buChar char="●"/>
              <a:defRPr sz="27800"/>
            </a:lvl7pPr>
            <a:lvl8pPr lvl="7" rtl="0">
              <a:spcBef>
                <a:spcPts val="0"/>
              </a:spcBef>
              <a:spcAft>
                <a:spcPts val="0"/>
              </a:spcAft>
              <a:buSzPts val="27800"/>
              <a:buChar char="○"/>
              <a:defRPr sz="27800"/>
            </a:lvl8pPr>
            <a:lvl9pPr lvl="8" rtl="0">
              <a:spcBef>
                <a:spcPts val="0"/>
              </a:spcBef>
              <a:spcAft>
                <a:spcPts val="0"/>
              </a:spcAft>
              <a:buSzPts val="27800"/>
              <a:buChar char="■"/>
              <a:defRPr sz="27800"/>
            </a:lvl9pPr>
          </a:lstStyle>
          <a:p>
            <a:endParaRPr/>
          </a:p>
        </p:txBody>
      </p:sp>
      <p:sp>
        <p:nvSpPr>
          <p:cNvPr id="76" name="Google Shape;76;p20"/>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7"/>
        <p:cNvGrpSpPr/>
        <p:nvPr/>
      </p:nvGrpSpPr>
      <p:grpSpPr>
        <a:xfrm>
          <a:off x="0" y="0"/>
          <a:ext cx="0" cy="0"/>
          <a:chOff x="0" y="0"/>
          <a:chExt cx="0" cy="0"/>
        </a:xfrm>
      </p:grpSpPr>
      <p:sp>
        <p:nvSpPr>
          <p:cNvPr id="78" name="Google Shape;78;p21"/>
          <p:cNvSpPr/>
          <p:nvPr/>
        </p:nvSpPr>
        <p:spPr>
          <a:xfrm>
            <a:off x="18288000" y="-1000"/>
            <a:ext cx="18288000" cy="41148000"/>
          </a:xfrm>
          <a:prstGeom prst="rect">
            <a:avLst/>
          </a:prstGeom>
          <a:solidFill>
            <a:schemeClr val="lt2"/>
          </a:solidFill>
          <a:ln>
            <a:noFill/>
          </a:ln>
        </p:spPr>
        <p:txBody>
          <a:bodyPr spcFirstLastPara="1" wrap="square" lIns="530600" tIns="530600" rIns="530600" bIns="530600" anchor="ctr" anchorCtr="0">
            <a:noAutofit/>
          </a:bodyPr>
          <a:lstStyle/>
          <a:p>
            <a:pPr marL="0" lvl="0" indent="0">
              <a:spcBef>
                <a:spcPts val="0"/>
              </a:spcBef>
              <a:spcAft>
                <a:spcPts val="0"/>
              </a:spcAft>
              <a:buNone/>
            </a:pPr>
            <a:endParaRPr/>
          </a:p>
        </p:txBody>
      </p:sp>
      <p:sp>
        <p:nvSpPr>
          <p:cNvPr id="79" name="Google Shape;79;p21"/>
          <p:cNvSpPr txBox="1">
            <a:spLocks noGrp="1"/>
          </p:cNvSpPr>
          <p:nvPr>
            <p:ph type="title"/>
          </p:nvPr>
        </p:nvSpPr>
        <p:spPr>
          <a:xfrm>
            <a:off x="1062000" y="9865400"/>
            <a:ext cx="16180800" cy="11858400"/>
          </a:xfrm>
          <a:prstGeom prst="rect">
            <a:avLst/>
          </a:prstGeom>
          <a:noFill/>
          <a:ln>
            <a:noFill/>
          </a:ln>
        </p:spPr>
        <p:txBody>
          <a:bodyPr spcFirstLastPara="1" wrap="square" lIns="530600" tIns="530600" rIns="530600" bIns="530600" anchor="b" anchorCtr="0"/>
          <a:lstStyle>
            <a:lvl1pPr lvl="0" algn="ctr" rtl="0">
              <a:spcBef>
                <a:spcPts val="0"/>
              </a:spcBef>
              <a:spcAft>
                <a:spcPts val="0"/>
              </a:spcAft>
              <a:buSzPts val="24500"/>
              <a:buChar char="●"/>
              <a:defRPr sz="24500"/>
            </a:lvl1pPr>
            <a:lvl2pPr lvl="1" algn="ctr" rtl="0">
              <a:spcBef>
                <a:spcPts val="0"/>
              </a:spcBef>
              <a:spcAft>
                <a:spcPts val="0"/>
              </a:spcAft>
              <a:buSzPts val="24500"/>
              <a:buChar char="○"/>
              <a:defRPr sz="24500"/>
            </a:lvl2pPr>
            <a:lvl3pPr lvl="2" algn="ctr" rtl="0">
              <a:spcBef>
                <a:spcPts val="0"/>
              </a:spcBef>
              <a:spcAft>
                <a:spcPts val="0"/>
              </a:spcAft>
              <a:buSzPts val="24500"/>
              <a:buChar char="■"/>
              <a:defRPr sz="24500"/>
            </a:lvl3pPr>
            <a:lvl4pPr lvl="3" algn="ctr" rtl="0">
              <a:spcBef>
                <a:spcPts val="0"/>
              </a:spcBef>
              <a:spcAft>
                <a:spcPts val="0"/>
              </a:spcAft>
              <a:buSzPts val="24500"/>
              <a:buChar char="●"/>
              <a:defRPr sz="24500"/>
            </a:lvl4pPr>
            <a:lvl5pPr lvl="4" algn="ctr" rtl="0">
              <a:spcBef>
                <a:spcPts val="0"/>
              </a:spcBef>
              <a:spcAft>
                <a:spcPts val="0"/>
              </a:spcAft>
              <a:buSzPts val="24500"/>
              <a:buChar char="○"/>
              <a:defRPr sz="24500"/>
            </a:lvl5pPr>
            <a:lvl6pPr lvl="5" algn="ctr" rtl="0">
              <a:spcBef>
                <a:spcPts val="0"/>
              </a:spcBef>
              <a:spcAft>
                <a:spcPts val="0"/>
              </a:spcAft>
              <a:buSzPts val="24500"/>
              <a:buChar char="■"/>
              <a:defRPr sz="24500"/>
            </a:lvl6pPr>
            <a:lvl7pPr lvl="6" algn="ctr" rtl="0">
              <a:spcBef>
                <a:spcPts val="0"/>
              </a:spcBef>
              <a:spcAft>
                <a:spcPts val="0"/>
              </a:spcAft>
              <a:buSzPts val="24500"/>
              <a:buChar char="●"/>
              <a:defRPr sz="24500"/>
            </a:lvl7pPr>
            <a:lvl8pPr lvl="7" algn="ctr" rtl="0">
              <a:spcBef>
                <a:spcPts val="0"/>
              </a:spcBef>
              <a:spcAft>
                <a:spcPts val="0"/>
              </a:spcAft>
              <a:buSzPts val="24500"/>
              <a:buChar char="○"/>
              <a:defRPr sz="24500"/>
            </a:lvl8pPr>
            <a:lvl9pPr lvl="8" algn="ctr" rtl="0">
              <a:spcBef>
                <a:spcPts val="0"/>
              </a:spcBef>
              <a:spcAft>
                <a:spcPts val="0"/>
              </a:spcAft>
              <a:buSzPts val="24500"/>
              <a:buChar char="■"/>
              <a:defRPr sz="24500"/>
            </a:lvl9pPr>
          </a:lstStyle>
          <a:p>
            <a:endParaRPr/>
          </a:p>
        </p:txBody>
      </p:sp>
      <p:sp>
        <p:nvSpPr>
          <p:cNvPr id="80" name="Google Shape;80;p21"/>
          <p:cNvSpPr txBox="1">
            <a:spLocks noGrp="1"/>
          </p:cNvSpPr>
          <p:nvPr>
            <p:ph type="subTitle" idx="1"/>
          </p:nvPr>
        </p:nvSpPr>
        <p:spPr>
          <a:xfrm>
            <a:off x="1062000" y="22424600"/>
            <a:ext cx="16180800" cy="9880200"/>
          </a:xfrm>
          <a:prstGeom prst="rect">
            <a:avLst/>
          </a:prstGeom>
          <a:noFill/>
          <a:ln>
            <a:noFill/>
          </a:ln>
        </p:spPr>
        <p:txBody>
          <a:bodyPr spcFirstLastPara="1" wrap="square" lIns="530600" tIns="530600" rIns="530600" bIns="530600" anchor="ctr" anchorCtr="0"/>
          <a:lstStyle>
            <a:lvl1pPr lvl="0" algn="ctr" rtl="0">
              <a:lnSpc>
                <a:spcPct val="100000"/>
              </a:lnSpc>
              <a:spcBef>
                <a:spcPts val="0"/>
              </a:spcBef>
              <a:spcAft>
                <a:spcPts val="0"/>
              </a:spcAft>
              <a:buSzPts val="12100"/>
              <a:buNone/>
              <a:defRPr sz="12100"/>
            </a:lvl1pPr>
            <a:lvl2pPr lvl="1" algn="ctr" rtl="0">
              <a:lnSpc>
                <a:spcPct val="100000"/>
              </a:lnSpc>
              <a:spcBef>
                <a:spcPts val="0"/>
              </a:spcBef>
              <a:spcAft>
                <a:spcPts val="0"/>
              </a:spcAft>
              <a:buSzPts val="12100"/>
              <a:buNone/>
              <a:defRPr sz="12100"/>
            </a:lvl2pPr>
            <a:lvl3pPr lvl="2" algn="ctr" rtl="0">
              <a:lnSpc>
                <a:spcPct val="100000"/>
              </a:lnSpc>
              <a:spcBef>
                <a:spcPts val="0"/>
              </a:spcBef>
              <a:spcAft>
                <a:spcPts val="0"/>
              </a:spcAft>
              <a:buSzPts val="12100"/>
              <a:buNone/>
              <a:defRPr sz="12100"/>
            </a:lvl3pPr>
            <a:lvl4pPr lvl="3" algn="ctr" rtl="0">
              <a:lnSpc>
                <a:spcPct val="100000"/>
              </a:lnSpc>
              <a:spcBef>
                <a:spcPts val="0"/>
              </a:spcBef>
              <a:spcAft>
                <a:spcPts val="0"/>
              </a:spcAft>
              <a:buSzPts val="12100"/>
              <a:buNone/>
              <a:defRPr sz="12100"/>
            </a:lvl4pPr>
            <a:lvl5pPr lvl="4" algn="ctr" rtl="0">
              <a:lnSpc>
                <a:spcPct val="100000"/>
              </a:lnSpc>
              <a:spcBef>
                <a:spcPts val="0"/>
              </a:spcBef>
              <a:spcAft>
                <a:spcPts val="0"/>
              </a:spcAft>
              <a:buSzPts val="12100"/>
              <a:buNone/>
              <a:defRPr sz="12100"/>
            </a:lvl5pPr>
            <a:lvl6pPr lvl="5" algn="ctr" rtl="0">
              <a:lnSpc>
                <a:spcPct val="100000"/>
              </a:lnSpc>
              <a:spcBef>
                <a:spcPts val="0"/>
              </a:spcBef>
              <a:spcAft>
                <a:spcPts val="0"/>
              </a:spcAft>
              <a:buSzPts val="12100"/>
              <a:buNone/>
              <a:defRPr sz="12100"/>
            </a:lvl6pPr>
            <a:lvl7pPr lvl="6" algn="ctr" rtl="0">
              <a:lnSpc>
                <a:spcPct val="100000"/>
              </a:lnSpc>
              <a:spcBef>
                <a:spcPts val="0"/>
              </a:spcBef>
              <a:spcAft>
                <a:spcPts val="0"/>
              </a:spcAft>
              <a:buSzPts val="12100"/>
              <a:buNone/>
              <a:defRPr sz="12100"/>
            </a:lvl7pPr>
            <a:lvl8pPr lvl="7" algn="ctr" rtl="0">
              <a:lnSpc>
                <a:spcPct val="100000"/>
              </a:lnSpc>
              <a:spcBef>
                <a:spcPts val="0"/>
              </a:spcBef>
              <a:spcAft>
                <a:spcPts val="0"/>
              </a:spcAft>
              <a:buSzPts val="12100"/>
              <a:buNone/>
              <a:defRPr sz="12100"/>
            </a:lvl8pPr>
            <a:lvl9pPr lvl="8" algn="ctr" rtl="0">
              <a:lnSpc>
                <a:spcPct val="100000"/>
              </a:lnSpc>
              <a:spcBef>
                <a:spcPts val="0"/>
              </a:spcBef>
              <a:spcAft>
                <a:spcPts val="0"/>
              </a:spcAft>
              <a:buSzPts val="12100"/>
              <a:buNone/>
              <a:defRPr sz="12100"/>
            </a:lvl9pPr>
          </a:lstStyle>
          <a:p>
            <a:endParaRPr/>
          </a:p>
        </p:txBody>
      </p:sp>
      <p:sp>
        <p:nvSpPr>
          <p:cNvPr id="81" name="Google Shape;81;p21"/>
          <p:cNvSpPr txBox="1">
            <a:spLocks noGrp="1"/>
          </p:cNvSpPr>
          <p:nvPr>
            <p:ph type="body" idx="2"/>
          </p:nvPr>
        </p:nvSpPr>
        <p:spPr>
          <a:xfrm>
            <a:off x="19758000" y="5792600"/>
            <a:ext cx="15347400" cy="29561400"/>
          </a:xfrm>
          <a:prstGeom prst="rect">
            <a:avLst/>
          </a:prstGeom>
          <a:noFill/>
          <a:ln>
            <a:noFill/>
          </a:ln>
        </p:spPr>
        <p:txBody>
          <a:bodyPr spcFirstLastPara="1" wrap="square" lIns="530600" tIns="530600" rIns="530600" bIns="530600" anchor="ctr" anchorCtr="0"/>
          <a:lstStyle>
            <a:lvl1pPr marL="457200" lvl="0" indent="-755650" rtl="0">
              <a:spcBef>
                <a:spcPts val="0"/>
              </a:spcBef>
              <a:spcAft>
                <a:spcPts val="0"/>
              </a:spcAft>
              <a:buSzPts val="8300"/>
              <a:buChar char="●"/>
              <a:defRPr sz="8300"/>
            </a:lvl1pPr>
            <a:lvl2pPr marL="914400" lvl="1" indent="-755650" rtl="0">
              <a:spcBef>
                <a:spcPts val="0"/>
              </a:spcBef>
              <a:spcAft>
                <a:spcPts val="0"/>
              </a:spcAft>
              <a:buSzPts val="8300"/>
              <a:buChar char="○"/>
              <a:defRPr sz="8300"/>
            </a:lvl2pPr>
            <a:lvl3pPr marL="1371600" lvl="2" indent="-755650" rtl="0">
              <a:spcBef>
                <a:spcPts val="0"/>
              </a:spcBef>
              <a:spcAft>
                <a:spcPts val="0"/>
              </a:spcAft>
              <a:buSzPts val="8300"/>
              <a:buChar char="■"/>
              <a:defRPr sz="8300"/>
            </a:lvl3pPr>
            <a:lvl4pPr marL="1828800" lvl="3" indent="-755650" rtl="0">
              <a:spcBef>
                <a:spcPts val="0"/>
              </a:spcBef>
              <a:spcAft>
                <a:spcPts val="0"/>
              </a:spcAft>
              <a:buSzPts val="8300"/>
              <a:buChar char="●"/>
              <a:defRPr sz="8300"/>
            </a:lvl4pPr>
            <a:lvl5pPr marL="2286000" lvl="4" indent="-755650" rtl="0">
              <a:spcBef>
                <a:spcPts val="0"/>
              </a:spcBef>
              <a:spcAft>
                <a:spcPts val="0"/>
              </a:spcAft>
              <a:buSzPts val="8300"/>
              <a:buChar char="○"/>
              <a:defRPr sz="8300"/>
            </a:lvl5pPr>
            <a:lvl6pPr marL="2743200" lvl="5" indent="-755650" rtl="0">
              <a:spcBef>
                <a:spcPts val="0"/>
              </a:spcBef>
              <a:spcAft>
                <a:spcPts val="0"/>
              </a:spcAft>
              <a:buSzPts val="8300"/>
              <a:buChar char="■"/>
              <a:defRPr sz="8300"/>
            </a:lvl6pPr>
            <a:lvl7pPr marL="3200400" lvl="6" indent="-755650" rtl="0">
              <a:spcBef>
                <a:spcPts val="0"/>
              </a:spcBef>
              <a:spcAft>
                <a:spcPts val="0"/>
              </a:spcAft>
              <a:buSzPts val="8300"/>
              <a:buChar char="●"/>
              <a:defRPr sz="8300"/>
            </a:lvl7pPr>
            <a:lvl8pPr marL="3657600" lvl="7" indent="-755650" rtl="0">
              <a:spcBef>
                <a:spcPts val="0"/>
              </a:spcBef>
              <a:spcAft>
                <a:spcPts val="0"/>
              </a:spcAft>
              <a:buSzPts val="8300"/>
              <a:buChar char="○"/>
              <a:defRPr sz="8300"/>
            </a:lvl8pPr>
            <a:lvl9pPr marL="4114800" lvl="8" indent="-755650" rtl="0">
              <a:spcBef>
                <a:spcPts val="0"/>
              </a:spcBef>
              <a:spcAft>
                <a:spcPts val="0"/>
              </a:spcAft>
              <a:buSzPts val="8300"/>
              <a:buChar char="■"/>
              <a:defRPr sz="8300"/>
            </a:lvl9pPr>
          </a:lstStyle>
          <a:p>
            <a:endParaRPr/>
          </a:p>
        </p:txBody>
      </p:sp>
      <p:sp>
        <p:nvSpPr>
          <p:cNvPr id="82" name="Google Shape;82;p21"/>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3"/>
        <p:cNvGrpSpPr/>
        <p:nvPr/>
      </p:nvGrpSpPr>
      <p:grpSpPr>
        <a:xfrm>
          <a:off x="0" y="0"/>
          <a:ext cx="0" cy="0"/>
          <a:chOff x="0" y="0"/>
          <a:chExt cx="0" cy="0"/>
        </a:xfrm>
      </p:grpSpPr>
      <p:sp>
        <p:nvSpPr>
          <p:cNvPr id="84" name="Google Shape;84;p22"/>
          <p:cNvSpPr txBox="1">
            <a:spLocks noGrp="1"/>
          </p:cNvSpPr>
          <p:nvPr>
            <p:ph type="body" idx="1"/>
          </p:nvPr>
        </p:nvSpPr>
        <p:spPr>
          <a:xfrm>
            <a:off x="1246800" y="33844600"/>
            <a:ext cx="23995200" cy="4840200"/>
          </a:xfrm>
          <a:prstGeom prst="rect">
            <a:avLst/>
          </a:prstGeom>
          <a:noFill/>
          <a:ln>
            <a:noFill/>
          </a:ln>
        </p:spPr>
        <p:txBody>
          <a:bodyPr spcFirstLastPara="1" wrap="square" lIns="530600" tIns="530600" rIns="530600" bIns="530600" anchor="ctr" anchorCtr="0"/>
          <a:lstStyle>
            <a:lvl1pPr marL="457200" lvl="0" indent="-228600" rtl="0">
              <a:lnSpc>
                <a:spcPct val="100000"/>
              </a:lnSpc>
              <a:spcBef>
                <a:spcPts val="0"/>
              </a:spcBef>
              <a:spcAft>
                <a:spcPts val="0"/>
              </a:spcAft>
              <a:buSzPts val="8300"/>
              <a:buNone/>
              <a:defRPr sz="8300"/>
            </a:lvl1pPr>
          </a:lstStyle>
          <a:p>
            <a:endParaRPr/>
          </a:p>
        </p:txBody>
      </p:sp>
      <p:sp>
        <p:nvSpPr>
          <p:cNvPr id="85" name="Google Shape;85;p22"/>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6"/>
        <p:cNvGrpSpPr/>
        <p:nvPr/>
      </p:nvGrpSpPr>
      <p:grpSpPr>
        <a:xfrm>
          <a:off x="0" y="0"/>
          <a:ext cx="0" cy="0"/>
          <a:chOff x="0" y="0"/>
          <a:chExt cx="0" cy="0"/>
        </a:xfrm>
      </p:grpSpPr>
      <p:sp>
        <p:nvSpPr>
          <p:cNvPr id="87" name="Google Shape;87;p23"/>
          <p:cNvSpPr txBox="1">
            <a:spLocks noGrp="1"/>
          </p:cNvSpPr>
          <p:nvPr>
            <p:ph type="title" hasCustomPrompt="1"/>
          </p:nvPr>
        </p:nvSpPr>
        <p:spPr>
          <a:xfrm>
            <a:off x="1246800" y="8849000"/>
            <a:ext cx="34082700" cy="15707400"/>
          </a:xfrm>
          <a:prstGeom prst="rect">
            <a:avLst/>
          </a:prstGeom>
          <a:noFill/>
          <a:ln>
            <a:noFill/>
          </a:ln>
        </p:spPr>
        <p:txBody>
          <a:bodyPr spcFirstLastPara="1" wrap="square" lIns="530600" tIns="530600" rIns="530600" bIns="530600" anchor="b" anchorCtr="0"/>
          <a:lstStyle>
            <a:lvl1pPr lvl="0" algn="ctr" rtl="0">
              <a:spcBef>
                <a:spcPts val="0"/>
              </a:spcBef>
              <a:spcAft>
                <a:spcPts val="0"/>
              </a:spcAft>
              <a:buSzPts val="69600"/>
              <a:buChar char="●"/>
              <a:defRPr sz="69600"/>
            </a:lvl1pPr>
            <a:lvl2pPr lvl="1" algn="ctr" rtl="0">
              <a:spcBef>
                <a:spcPts val="0"/>
              </a:spcBef>
              <a:spcAft>
                <a:spcPts val="0"/>
              </a:spcAft>
              <a:buSzPts val="69600"/>
              <a:buChar char="○"/>
              <a:defRPr sz="69600"/>
            </a:lvl2pPr>
            <a:lvl3pPr lvl="2" algn="ctr" rtl="0">
              <a:spcBef>
                <a:spcPts val="0"/>
              </a:spcBef>
              <a:spcAft>
                <a:spcPts val="0"/>
              </a:spcAft>
              <a:buSzPts val="69600"/>
              <a:buChar char="■"/>
              <a:defRPr sz="69600"/>
            </a:lvl3pPr>
            <a:lvl4pPr lvl="3" algn="ctr" rtl="0">
              <a:spcBef>
                <a:spcPts val="0"/>
              </a:spcBef>
              <a:spcAft>
                <a:spcPts val="0"/>
              </a:spcAft>
              <a:buSzPts val="69600"/>
              <a:buChar char="●"/>
              <a:defRPr sz="69600"/>
            </a:lvl4pPr>
            <a:lvl5pPr lvl="4" algn="ctr" rtl="0">
              <a:spcBef>
                <a:spcPts val="0"/>
              </a:spcBef>
              <a:spcAft>
                <a:spcPts val="0"/>
              </a:spcAft>
              <a:buSzPts val="69600"/>
              <a:buChar char="○"/>
              <a:defRPr sz="69600"/>
            </a:lvl5pPr>
            <a:lvl6pPr lvl="5" algn="ctr" rtl="0">
              <a:spcBef>
                <a:spcPts val="0"/>
              </a:spcBef>
              <a:spcAft>
                <a:spcPts val="0"/>
              </a:spcAft>
              <a:buSzPts val="69600"/>
              <a:buChar char="■"/>
              <a:defRPr sz="69600"/>
            </a:lvl6pPr>
            <a:lvl7pPr lvl="6" algn="ctr" rtl="0">
              <a:spcBef>
                <a:spcPts val="0"/>
              </a:spcBef>
              <a:spcAft>
                <a:spcPts val="0"/>
              </a:spcAft>
              <a:buSzPts val="69600"/>
              <a:buChar char="●"/>
              <a:defRPr sz="69600"/>
            </a:lvl7pPr>
            <a:lvl8pPr lvl="7" algn="ctr" rtl="0">
              <a:spcBef>
                <a:spcPts val="0"/>
              </a:spcBef>
              <a:spcAft>
                <a:spcPts val="0"/>
              </a:spcAft>
              <a:buSzPts val="69600"/>
              <a:buChar char="○"/>
              <a:defRPr sz="69600"/>
            </a:lvl8pPr>
            <a:lvl9pPr lvl="8" algn="ctr" rtl="0">
              <a:spcBef>
                <a:spcPts val="0"/>
              </a:spcBef>
              <a:spcAft>
                <a:spcPts val="0"/>
              </a:spcAft>
              <a:buSzPts val="69600"/>
              <a:buChar char="■"/>
              <a:defRPr sz="69600"/>
            </a:lvl9pPr>
          </a:lstStyle>
          <a:p>
            <a:r>
              <a:t>xx%</a:t>
            </a:r>
          </a:p>
        </p:txBody>
      </p:sp>
      <p:sp>
        <p:nvSpPr>
          <p:cNvPr id="88" name="Google Shape;88;p23"/>
          <p:cNvSpPr txBox="1">
            <a:spLocks noGrp="1"/>
          </p:cNvSpPr>
          <p:nvPr>
            <p:ph type="body" idx="1"/>
          </p:nvPr>
        </p:nvSpPr>
        <p:spPr>
          <a:xfrm>
            <a:off x="1246800" y="25217800"/>
            <a:ext cx="34082700" cy="10407000"/>
          </a:xfrm>
          <a:prstGeom prst="rect">
            <a:avLst/>
          </a:prstGeom>
          <a:noFill/>
          <a:ln>
            <a:noFill/>
          </a:ln>
        </p:spPr>
        <p:txBody>
          <a:bodyPr spcFirstLastPara="1" wrap="square" lIns="530600" tIns="530600" rIns="530600" bIns="530600" anchor="ctr" anchorCtr="0"/>
          <a:lstStyle>
            <a:lvl1pPr marL="457200" lvl="0" indent="-755650" algn="ctr" rtl="0">
              <a:spcBef>
                <a:spcPts val="0"/>
              </a:spcBef>
              <a:spcAft>
                <a:spcPts val="0"/>
              </a:spcAft>
              <a:buSzPts val="8300"/>
              <a:buChar char="●"/>
              <a:defRPr sz="8300"/>
            </a:lvl1pPr>
            <a:lvl2pPr marL="914400" lvl="1" indent="-755650" algn="ctr" rtl="0">
              <a:spcBef>
                <a:spcPts val="0"/>
              </a:spcBef>
              <a:spcAft>
                <a:spcPts val="0"/>
              </a:spcAft>
              <a:buSzPts val="8300"/>
              <a:buChar char="○"/>
              <a:defRPr sz="8300"/>
            </a:lvl2pPr>
            <a:lvl3pPr marL="1371600" lvl="2" indent="-755650" algn="ctr" rtl="0">
              <a:spcBef>
                <a:spcPts val="0"/>
              </a:spcBef>
              <a:spcAft>
                <a:spcPts val="0"/>
              </a:spcAft>
              <a:buSzPts val="8300"/>
              <a:buChar char="■"/>
              <a:defRPr sz="8300"/>
            </a:lvl3pPr>
            <a:lvl4pPr marL="1828800" lvl="3" indent="-755650" algn="ctr" rtl="0">
              <a:spcBef>
                <a:spcPts val="0"/>
              </a:spcBef>
              <a:spcAft>
                <a:spcPts val="0"/>
              </a:spcAft>
              <a:buSzPts val="8300"/>
              <a:buChar char="●"/>
              <a:defRPr sz="8300"/>
            </a:lvl4pPr>
            <a:lvl5pPr marL="2286000" lvl="4" indent="-755650" algn="ctr" rtl="0">
              <a:spcBef>
                <a:spcPts val="0"/>
              </a:spcBef>
              <a:spcAft>
                <a:spcPts val="0"/>
              </a:spcAft>
              <a:buSzPts val="8300"/>
              <a:buChar char="○"/>
              <a:defRPr sz="8300"/>
            </a:lvl5pPr>
            <a:lvl6pPr marL="2743200" lvl="5" indent="-755650" algn="ctr" rtl="0">
              <a:spcBef>
                <a:spcPts val="0"/>
              </a:spcBef>
              <a:spcAft>
                <a:spcPts val="0"/>
              </a:spcAft>
              <a:buSzPts val="8300"/>
              <a:buChar char="■"/>
              <a:defRPr sz="8300"/>
            </a:lvl6pPr>
            <a:lvl7pPr marL="3200400" lvl="6" indent="-755650" algn="ctr" rtl="0">
              <a:spcBef>
                <a:spcPts val="0"/>
              </a:spcBef>
              <a:spcAft>
                <a:spcPts val="0"/>
              </a:spcAft>
              <a:buSzPts val="8300"/>
              <a:buChar char="●"/>
              <a:defRPr sz="8300"/>
            </a:lvl7pPr>
            <a:lvl8pPr marL="3657600" lvl="7" indent="-755650" algn="ctr" rtl="0">
              <a:spcBef>
                <a:spcPts val="0"/>
              </a:spcBef>
              <a:spcAft>
                <a:spcPts val="0"/>
              </a:spcAft>
              <a:buSzPts val="8300"/>
              <a:buChar char="○"/>
              <a:defRPr sz="8300"/>
            </a:lvl8pPr>
            <a:lvl9pPr marL="4114800" lvl="8" indent="-755650" algn="ctr" rtl="0">
              <a:spcBef>
                <a:spcPts val="0"/>
              </a:spcBef>
              <a:spcAft>
                <a:spcPts val="0"/>
              </a:spcAft>
              <a:buSzPts val="8300"/>
              <a:buChar char="■"/>
              <a:defRPr sz="8300"/>
            </a:lvl9pPr>
          </a:lstStyle>
          <a:p>
            <a:endParaRPr/>
          </a:p>
        </p:txBody>
      </p:sp>
      <p:sp>
        <p:nvSpPr>
          <p:cNvPr id="89" name="Google Shape;89;p23"/>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24"/>
          <p:cNvSpPr txBox="1">
            <a:spLocks noGrp="1"/>
          </p:cNvSpPr>
          <p:nvPr>
            <p:ph type="sldNum" idx="12"/>
          </p:nvPr>
        </p:nvSpPr>
        <p:spPr>
          <a:xfrm>
            <a:off x="33889831" y="37305734"/>
            <a:ext cx="2195100" cy="3149400"/>
          </a:xfrm>
          <a:prstGeom prst="rect">
            <a:avLst/>
          </a:prstGeom>
          <a:noFill/>
          <a:ln>
            <a:noFill/>
          </a:ln>
        </p:spPr>
        <p:txBody>
          <a:bodyPr spcFirstLastPara="1" wrap="square" lIns="148075" tIns="148075" rIns="148075" bIns="148075" anchor="ctr" anchorCtr="0">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marL="0" lvl="0" indent="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246800" y="3560200"/>
            <a:ext cx="34082700" cy="4581600"/>
          </a:xfrm>
          <a:prstGeom prst="rect">
            <a:avLst/>
          </a:prstGeom>
          <a:noFill/>
          <a:ln>
            <a:noFill/>
          </a:ln>
        </p:spPr>
        <p:txBody>
          <a:bodyPr spcFirstLastPara="1" wrap="square" lIns="526575" tIns="526575" rIns="526575" bIns="526575" anchor="t" anchorCtr="0"/>
          <a:lstStyle>
            <a:lvl1pPr lvl="0">
              <a:spcBef>
                <a:spcPts val="0"/>
              </a:spcBef>
              <a:spcAft>
                <a:spcPts val="0"/>
              </a:spcAft>
              <a:buClr>
                <a:schemeClr val="dk1"/>
              </a:buClr>
              <a:buSzPts val="16000"/>
              <a:buNone/>
              <a:defRPr sz="16000">
                <a:solidFill>
                  <a:schemeClr val="dk1"/>
                </a:solidFill>
              </a:defRPr>
            </a:lvl1pPr>
            <a:lvl2pPr lvl="1">
              <a:spcBef>
                <a:spcPts val="0"/>
              </a:spcBef>
              <a:spcAft>
                <a:spcPts val="0"/>
              </a:spcAft>
              <a:buClr>
                <a:schemeClr val="dk1"/>
              </a:buClr>
              <a:buSzPts val="16000"/>
              <a:buNone/>
              <a:defRPr sz="16000">
                <a:solidFill>
                  <a:schemeClr val="dk1"/>
                </a:solidFill>
              </a:defRPr>
            </a:lvl2pPr>
            <a:lvl3pPr lvl="2">
              <a:spcBef>
                <a:spcPts val="0"/>
              </a:spcBef>
              <a:spcAft>
                <a:spcPts val="0"/>
              </a:spcAft>
              <a:buClr>
                <a:schemeClr val="dk1"/>
              </a:buClr>
              <a:buSzPts val="16000"/>
              <a:buNone/>
              <a:defRPr sz="16000">
                <a:solidFill>
                  <a:schemeClr val="dk1"/>
                </a:solidFill>
              </a:defRPr>
            </a:lvl3pPr>
            <a:lvl4pPr lvl="3">
              <a:spcBef>
                <a:spcPts val="0"/>
              </a:spcBef>
              <a:spcAft>
                <a:spcPts val="0"/>
              </a:spcAft>
              <a:buClr>
                <a:schemeClr val="dk1"/>
              </a:buClr>
              <a:buSzPts val="16000"/>
              <a:buNone/>
              <a:defRPr sz="16000">
                <a:solidFill>
                  <a:schemeClr val="dk1"/>
                </a:solidFill>
              </a:defRPr>
            </a:lvl4pPr>
            <a:lvl5pPr lvl="4">
              <a:spcBef>
                <a:spcPts val="0"/>
              </a:spcBef>
              <a:spcAft>
                <a:spcPts val="0"/>
              </a:spcAft>
              <a:buClr>
                <a:schemeClr val="dk1"/>
              </a:buClr>
              <a:buSzPts val="16000"/>
              <a:buNone/>
              <a:defRPr sz="16000">
                <a:solidFill>
                  <a:schemeClr val="dk1"/>
                </a:solidFill>
              </a:defRPr>
            </a:lvl5pPr>
            <a:lvl6pPr lvl="5">
              <a:spcBef>
                <a:spcPts val="0"/>
              </a:spcBef>
              <a:spcAft>
                <a:spcPts val="0"/>
              </a:spcAft>
              <a:buClr>
                <a:schemeClr val="dk1"/>
              </a:buClr>
              <a:buSzPts val="16000"/>
              <a:buNone/>
              <a:defRPr sz="16000">
                <a:solidFill>
                  <a:schemeClr val="dk1"/>
                </a:solidFill>
              </a:defRPr>
            </a:lvl6pPr>
            <a:lvl7pPr lvl="6">
              <a:spcBef>
                <a:spcPts val="0"/>
              </a:spcBef>
              <a:spcAft>
                <a:spcPts val="0"/>
              </a:spcAft>
              <a:buClr>
                <a:schemeClr val="dk1"/>
              </a:buClr>
              <a:buSzPts val="16000"/>
              <a:buNone/>
              <a:defRPr sz="16000">
                <a:solidFill>
                  <a:schemeClr val="dk1"/>
                </a:solidFill>
              </a:defRPr>
            </a:lvl7pPr>
            <a:lvl8pPr lvl="7">
              <a:spcBef>
                <a:spcPts val="0"/>
              </a:spcBef>
              <a:spcAft>
                <a:spcPts val="0"/>
              </a:spcAft>
              <a:buClr>
                <a:schemeClr val="dk1"/>
              </a:buClr>
              <a:buSzPts val="16000"/>
              <a:buNone/>
              <a:defRPr sz="16000">
                <a:solidFill>
                  <a:schemeClr val="dk1"/>
                </a:solidFill>
              </a:defRPr>
            </a:lvl8pPr>
            <a:lvl9pPr lvl="8">
              <a:spcBef>
                <a:spcPts val="0"/>
              </a:spcBef>
              <a:spcAft>
                <a:spcPts val="0"/>
              </a:spcAft>
              <a:buClr>
                <a:schemeClr val="dk1"/>
              </a:buClr>
              <a:buSzPts val="16000"/>
              <a:buNone/>
              <a:defRPr sz="16000">
                <a:solidFill>
                  <a:schemeClr val="dk1"/>
                </a:solidFill>
              </a:defRPr>
            </a:lvl9pPr>
          </a:lstStyle>
          <a:p>
            <a:endParaRPr/>
          </a:p>
        </p:txBody>
      </p:sp>
      <p:sp>
        <p:nvSpPr>
          <p:cNvPr id="7" name="Google Shape;7;p1"/>
          <p:cNvSpPr txBox="1">
            <a:spLocks noGrp="1"/>
          </p:cNvSpPr>
          <p:nvPr>
            <p:ph type="body" idx="1"/>
          </p:nvPr>
        </p:nvSpPr>
        <p:spPr>
          <a:xfrm>
            <a:off x="1246800" y="9219800"/>
            <a:ext cx="34082700" cy="27331200"/>
          </a:xfrm>
          <a:prstGeom prst="rect">
            <a:avLst/>
          </a:prstGeom>
          <a:noFill/>
          <a:ln>
            <a:noFill/>
          </a:ln>
        </p:spPr>
        <p:txBody>
          <a:bodyPr spcFirstLastPara="1" wrap="square" lIns="526575" tIns="526575" rIns="526575" bIns="526575" anchor="t" anchorCtr="0"/>
          <a:lstStyle>
            <a:lvl1pPr marL="457200" lvl="0" indent="-882650">
              <a:lnSpc>
                <a:spcPct val="115000"/>
              </a:lnSpc>
              <a:spcBef>
                <a:spcPts val="0"/>
              </a:spcBef>
              <a:spcAft>
                <a:spcPts val="0"/>
              </a:spcAft>
              <a:buClr>
                <a:schemeClr val="dk2"/>
              </a:buClr>
              <a:buSzPts val="10300"/>
              <a:buChar char="●"/>
              <a:defRPr sz="10300">
                <a:solidFill>
                  <a:schemeClr val="dk2"/>
                </a:solidFill>
              </a:defRPr>
            </a:lvl1pPr>
            <a:lvl2pPr marL="914400" lvl="1" indent="-742950">
              <a:lnSpc>
                <a:spcPct val="115000"/>
              </a:lnSpc>
              <a:spcBef>
                <a:spcPts val="9200"/>
              </a:spcBef>
              <a:spcAft>
                <a:spcPts val="0"/>
              </a:spcAft>
              <a:buClr>
                <a:schemeClr val="dk2"/>
              </a:buClr>
              <a:buSzPts val="8100"/>
              <a:buChar char="○"/>
              <a:defRPr sz="8100">
                <a:solidFill>
                  <a:schemeClr val="dk2"/>
                </a:solidFill>
              </a:defRPr>
            </a:lvl2pPr>
            <a:lvl3pPr marL="1371600" lvl="2" indent="-742950">
              <a:lnSpc>
                <a:spcPct val="115000"/>
              </a:lnSpc>
              <a:spcBef>
                <a:spcPts val="9200"/>
              </a:spcBef>
              <a:spcAft>
                <a:spcPts val="0"/>
              </a:spcAft>
              <a:buClr>
                <a:schemeClr val="dk2"/>
              </a:buClr>
              <a:buSzPts val="8100"/>
              <a:buChar char="■"/>
              <a:defRPr sz="8100">
                <a:solidFill>
                  <a:schemeClr val="dk2"/>
                </a:solidFill>
              </a:defRPr>
            </a:lvl3pPr>
            <a:lvl4pPr marL="1828800" lvl="3" indent="-742950">
              <a:lnSpc>
                <a:spcPct val="115000"/>
              </a:lnSpc>
              <a:spcBef>
                <a:spcPts val="9200"/>
              </a:spcBef>
              <a:spcAft>
                <a:spcPts val="0"/>
              </a:spcAft>
              <a:buClr>
                <a:schemeClr val="dk2"/>
              </a:buClr>
              <a:buSzPts val="8100"/>
              <a:buChar char="●"/>
              <a:defRPr sz="8100">
                <a:solidFill>
                  <a:schemeClr val="dk2"/>
                </a:solidFill>
              </a:defRPr>
            </a:lvl4pPr>
            <a:lvl5pPr marL="2286000" lvl="4" indent="-742950">
              <a:lnSpc>
                <a:spcPct val="115000"/>
              </a:lnSpc>
              <a:spcBef>
                <a:spcPts val="9200"/>
              </a:spcBef>
              <a:spcAft>
                <a:spcPts val="0"/>
              </a:spcAft>
              <a:buClr>
                <a:schemeClr val="dk2"/>
              </a:buClr>
              <a:buSzPts val="8100"/>
              <a:buChar char="○"/>
              <a:defRPr sz="8100">
                <a:solidFill>
                  <a:schemeClr val="dk2"/>
                </a:solidFill>
              </a:defRPr>
            </a:lvl5pPr>
            <a:lvl6pPr marL="2743200" lvl="5" indent="-742950">
              <a:lnSpc>
                <a:spcPct val="115000"/>
              </a:lnSpc>
              <a:spcBef>
                <a:spcPts val="9200"/>
              </a:spcBef>
              <a:spcAft>
                <a:spcPts val="0"/>
              </a:spcAft>
              <a:buClr>
                <a:schemeClr val="dk2"/>
              </a:buClr>
              <a:buSzPts val="8100"/>
              <a:buChar char="■"/>
              <a:defRPr sz="8100">
                <a:solidFill>
                  <a:schemeClr val="dk2"/>
                </a:solidFill>
              </a:defRPr>
            </a:lvl6pPr>
            <a:lvl7pPr marL="3200400" lvl="6" indent="-742950">
              <a:lnSpc>
                <a:spcPct val="115000"/>
              </a:lnSpc>
              <a:spcBef>
                <a:spcPts val="9200"/>
              </a:spcBef>
              <a:spcAft>
                <a:spcPts val="0"/>
              </a:spcAft>
              <a:buClr>
                <a:schemeClr val="dk2"/>
              </a:buClr>
              <a:buSzPts val="8100"/>
              <a:buChar char="●"/>
              <a:defRPr sz="8100">
                <a:solidFill>
                  <a:schemeClr val="dk2"/>
                </a:solidFill>
              </a:defRPr>
            </a:lvl7pPr>
            <a:lvl8pPr marL="3657600" lvl="7" indent="-742950">
              <a:lnSpc>
                <a:spcPct val="115000"/>
              </a:lnSpc>
              <a:spcBef>
                <a:spcPts val="9200"/>
              </a:spcBef>
              <a:spcAft>
                <a:spcPts val="0"/>
              </a:spcAft>
              <a:buClr>
                <a:schemeClr val="dk2"/>
              </a:buClr>
              <a:buSzPts val="8100"/>
              <a:buChar char="○"/>
              <a:defRPr sz="8100">
                <a:solidFill>
                  <a:schemeClr val="dk2"/>
                </a:solidFill>
              </a:defRPr>
            </a:lvl8pPr>
            <a:lvl9pPr marL="4114800" lvl="8" indent="-742950">
              <a:lnSpc>
                <a:spcPct val="115000"/>
              </a:lnSpc>
              <a:spcBef>
                <a:spcPts val="9200"/>
              </a:spcBef>
              <a:spcAft>
                <a:spcPts val="9200"/>
              </a:spcAft>
              <a:buClr>
                <a:schemeClr val="dk2"/>
              </a:buClr>
              <a:buSzPts val="8100"/>
              <a:buChar char="■"/>
              <a:defRPr sz="8100">
                <a:solidFill>
                  <a:schemeClr val="dk2"/>
                </a:solidFill>
              </a:defRPr>
            </a:lvl9pPr>
          </a:lstStyle>
          <a:p>
            <a:endParaRPr/>
          </a:p>
        </p:txBody>
      </p:sp>
      <p:sp>
        <p:nvSpPr>
          <p:cNvPr id="8" name="Google Shape;8;p1"/>
          <p:cNvSpPr txBox="1">
            <a:spLocks noGrp="1"/>
          </p:cNvSpPr>
          <p:nvPr>
            <p:ph type="sldNum" idx="12"/>
          </p:nvPr>
        </p:nvSpPr>
        <p:spPr>
          <a:xfrm>
            <a:off x="33889831" y="37305734"/>
            <a:ext cx="2195100" cy="3149100"/>
          </a:xfrm>
          <a:prstGeom prst="rect">
            <a:avLst/>
          </a:prstGeom>
          <a:noFill/>
          <a:ln>
            <a:noFill/>
          </a:ln>
        </p:spPr>
        <p:txBody>
          <a:bodyPr spcFirstLastPara="1" wrap="square" lIns="526575" tIns="526575" rIns="526575" bIns="526575" anchor="ctr" anchorCtr="0">
            <a:noAutofit/>
          </a:bodyPr>
          <a:lstStyle>
            <a:lvl1pPr lvl="0" algn="r">
              <a:buNone/>
              <a:defRPr sz="5700">
                <a:solidFill>
                  <a:schemeClr val="dk2"/>
                </a:solidFill>
              </a:defRPr>
            </a:lvl1pPr>
            <a:lvl2pPr lvl="1" algn="r">
              <a:buNone/>
              <a:defRPr sz="5700">
                <a:solidFill>
                  <a:schemeClr val="dk2"/>
                </a:solidFill>
              </a:defRPr>
            </a:lvl2pPr>
            <a:lvl3pPr lvl="2" algn="r">
              <a:buNone/>
              <a:defRPr sz="5700">
                <a:solidFill>
                  <a:schemeClr val="dk2"/>
                </a:solidFill>
              </a:defRPr>
            </a:lvl3pPr>
            <a:lvl4pPr lvl="3" algn="r">
              <a:buNone/>
              <a:defRPr sz="5700">
                <a:solidFill>
                  <a:schemeClr val="dk2"/>
                </a:solidFill>
              </a:defRPr>
            </a:lvl4pPr>
            <a:lvl5pPr lvl="4" algn="r">
              <a:buNone/>
              <a:defRPr sz="5700">
                <a:solidFill>
                  <a:schemeClr val="dk2"/>
                </a:solidFill>
              </a:defRPr>
            </a:lvl5pPr>
            <a:lvl6pPr lvl="5" algn="r">
              <a:buNone/>
              <a:defRPr sz="5700">
                <a:solidFill>
                  <a:schemeClr val="dk2"/>
                </a:solidFill>
              </a:defRPr>
            </a:lvl6pPr>
            <a:lvl7pPr lvl="6" algn="r">
              <a:buNone/>
              <a:defRPr sz="5700">
                <a:solidFill>
                  <a:schemeClr val="dk2"/>
                </a:solidFill>
              </a:defRPr>
            </a:lvl7pPr>
            <a:lvl8pPr lvl="7" algn="r">
              <a:buNone/>
              <a:defRPr sz="5700">
                <a:solidFill>
                  <a:schemeClr val="dk2"/>
                </a:solidFill>
              </a:defRPr>
            </a:lvl8pPr>
            <a:lvl9pPr lvl="8" algn="r">
              <a:buNone/>
              <a:defRPr sz="5700">
                <a:solidFill>
                  <a:schemeClr val="dk2"/>
                </a:solidFill>
              </a:defRPr>
            </a:lvl9pPr>
          </a:lstStyle>
          <a:p>
            <a:pPr marL="0" lvl="0" indent="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www.census.gov/cgi-bin/sssd/naics/naicsrch?code=3254&amp;search=2017%20NAICS%20Search" TargetMode="External"/><Relationship Id="rId7" Type="http://schemas.openxmlformats.org/officeDocument/2006/relationships/image" Target="../media/image4.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hyperlink" Target="https://www.census.gov/cgi-bin/sssd/naics/naicsrch?code=3391&amp;search=2017%20NAICS%20Search" TargetMode="External"/><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5"/>
          <p:cNvSpPr txBox="1"/>
          <p:nvPr/>
        </p:nvSpPr>
        <p:spPr>
          <a:xfrm>
            <a:off x="8270725" y="20125"/>
            <a:ext cx="28305300" cy="1347846"/>
          </a:xfrm>
          <a:prstGeom prst="rect">
            <a:avLst/>
          </a:prstGeom>
          <a:noFill/>
          <a:ln>
            <a:noFill/>
          </a:ln>
        </p:spPr>
        <p:txBody>
          <a:bodyPr spcFirstLastPara="1" wrap="square" lIns="318875" tIns="159350" rIns="318875" bIns="159350" anchor="t" anchorCtr="0">
            <a:noAutofit/>
          </a:bodyPr>
          <a:lstStyle/>
          <a:p>
            <a:pPr marL="0" marR="0" lvl="0" indent="0" rtl="0">
              <a:spcBef>
                <a:spcPts val="0"/>
              </a:spcBef>
              <a:spcAft>
                <a:spcPts val="0"/>
              </a:spcAft>
              <a:buNone/>
            </a:pPr>
            <a:r>
              <a:rPr lang="en" sz="9800" b="1">
                <a:solidFill>
                  <a:srgbClr val="141F22"/>
                </a:solidFill>
                <a:latin typeface="Barlow Condensed"/>
                <a:ea typeface="Barlow Condensed"/>
                <a:cs typeface="Barlow Condensed"/>
                <a:sym typeface="Barlow Condensed"/>
              </a:rPr>
              <a:t>Measuring Product Innovation in the Pharma Industry </a:t>
            </a:r>
            <a:endParaRPr sz="9800" b="1">
              <a:solidFill>
                <a:srgbClr val="141F22"/>
              </a:solidFill>
              <a:latin typeface="Barlow Condensed"/>
              <a:ea typeface="Barlow Condensed"/>
              <a:cs typeface="Barlow Condensed"/>
              <a:sym typeface="Barlow Condensed"/>
            </a:endParaRPr>
          </a:p>
        </p:txBody>
      </p:sp>
      <p:sp>
        <p:nvSpPr>
          <p:cNvPr id="97" name="Google Shape;97;p25"/>
          <p:cNvSpPr txBox="1"/>
          <p:nvPr/>
        </p:nvSpPr>
        <p:spPr>
          <a:xfrm>
            <a:off x="8270713" y="1432312"/>
            <a:ext cx="26601900" cy="979200"/>
          </a:xfrm>
          <a:prstGeom prst="rect">
            <a:avLst/>
          </a:prstGeom>
          <a:noFill/>
          <a:ln>
            <a:noFill/>
          </a:ln>
        </p:spPr>
        <p:txBody>
          <a:bodyPr spcFirstLastPara="1" wrap="square" lIns="318875" tIns="159350" rIns="318875" bIns="159350" anchor="t" anchorCtr="0">
            <a:noAutofit/>
          </a:bodyPr>
          <a:lstStyle/>
          <a:p>
            <a:pPr marL="0" lvl="0" indent="0" rtl="0">
              <a:spcBef>
                <a:spcPts val="0"/>
              </a:spcBef>
              <a:spcAft>
                <a:spcPts val="0"/>
              </a:spcAft>
              <a:buClr>
                <a:schemeClr val="dk1"/>
              </a:buClr>
              <a:buFont typeface="Arial"/>
              <a:buNone/>
            </a:pPr>
            <a:r>
              <a:rPr lang="en" sz="9800" b="1">
                <a:solidFill>
                  <a:srgbClr val="141F22"/>
                </a:solidFill>
                <a:latin typeface="Barlow Condensed"/>
                <a:ea typeface="Barlow Condensed"/>
                <a:cs typeface="Barlow Condensed"/>
                <a:sym typeface="Barlow Condensed"/>
              </a:rPr>
              <a:t>Using Nontraditional Data Sources</a:t>
            </a:r>
            <a:endParaRPr sz="9800" b="1">
              <a:solidFill>
                <a:srgbClr val="141F22"/>
              </a:solidFill>
              <a:latin typeface="Barlow Condensed"/>
              <a:ea typeface="Barlow Condensed"/>
              <a:cs typeface="Barlow Condensed"/>
              <a:sym typeface="Barlow Condensed"/>
            </a:endParaRPr>
          </a:p>
          <a:p>
            <a:pPr marL="0" marR="0" lvl="0" indent="0" rtl="0">
              <a:spcBef>
                <a:spcPts val="0"/>
              </a:spcBef>
              <a:spcAft>
                <a:spcPts val="0"/>
              </a:spcAft>
              <a:buNone/>
            </a:pPr>
            <a:endParaRPr sz="9800" b="1">
              <a:solidFill>
                <a:srgbClr val="141F22"/>
              </a:solidFill>
              <a:latin typeface="Barlow Condensed"/>
              <a:ea typeface="Barlow Condensed"/>
              <a:cs typeface="Barlow Condensed"/>
              <a:sym typeface="Barlow Condensed"/>
            </a:endParaRPr>
          </a:p>
        </p:txBody>
      </p:sp>
      <p:sp>
        <p:nvSpPr>
          <p:cNvPr id="98" name="Google Shape;98;p25"/>
          <p:cNvSpPr txBox="1"/>
          <p:nvPr/>
        </p:nvSpPr>
        <p:spPr>
          <a:xfrm>
            <a:off x="8270714" y="3039425"/>
            <a:ext cx="25925100" cy="697800"/>
          </a:xfrm>
          <a:prstGeom prst="rect">
            <a:avLst/>
          </a:prstGeom>
          <a:noFill/>
          <a:ln>
            <a:noFill/>
          </a:ln>
        </p:spPr>
        <p:txBody>
          <a:bodyPr spcFirstLastPara="1" wrap="square" lIns="318875" tIns="159350" rIns="318875" bIns="159350" anchor="t" anchorCtr="0">
            <a:noAutofit/>
          </a:bodyPr>
          <a:lstStyle/>
          <a:p>
            <a:pPr marL="0" lvl="0" indent="0" rtl="0">
              <a:spcBef>
                <a:spcPts val="0"/>
              </a:spcBef>
              <a:spcAft>
                <a:spcPts val="0"/>
              </a:spcAft>
              <a:buClr>
                <a:schemeClr val="dk1"/>
              </a:buClr>
              <a:buFont typeface="Arial"/>
              <a:buNone/>
            </a:pPr>
            <a:r>
              <a:rPr lang="en" sz="4800" i="1">
                <a:solidFill>
                  <a:srgbClr val="141F22"/>
                </a:solidFill>
                <a:latin typeface="Barlow Condensed"/>
                <a:ea typeface="Barlow Condensed"/>
                <a:cs typeface="Barlow Condensed"/>
                <a:sym typeface="Barlow Condensed"/>
              </a:rPr>
              <a:t>Eirik Iversen (VT), Luke Kim (VT), Raghav Sawhney (VT), Fangfang Lee (NYU) and Bayoán Santiago Calderón (CGU)</a:t>
            </a:r>
            <a:endParaRPr sz="4800" i="1">
              <a:solidFill>
                <a:srgbClr val="141F22"/>
              </a:solidFill>
              <a:latin typeface="Barlow Condensed"/>
              <a:ea typeface="Barlow Condensed"/>
              <a:cs typeface="Barlow Condensed"/>
              <a:sym typeface="Barlow Condensed"/>
            </a:endParaRPr>
          </a:p>
          <a:p>
            <a:pPr marL="0" marR="0" lvl="0" indent="0" rtl="0">
              <a:spcBef>
                <a:spcPts val="0"/>
              </a:spcBef>
              <a:spcAft>
                <a:spcPts val="0"/>
              </a:spcAft>
              <a:buNone/>
            </a:pPr>
            <a:endParaRPr sz="4900" i="1">
              <a:solidFill>
                <a:srgbClr val="141F22"/>
              </a:solidFill>
              <a:latin typeface="Barlow Condensed"/>
              <a:ea typeface="Barlow Condensed"/>
              <a:cs typeface="Barlow Condensed"/>
              <a:sym typeface="Barlow Condensed"/>
            </a:endParaRPr>
          </a:p>
        </p:txBody>
      </p:sp>
      <p:sp>
        <p:nvSpPr>
          <p:cNvPr id="99" name="Google Shape;99;p25"/>
          <p:cNvSpPr txBox="1"/>
          <p:nvPr/>
        </p:nvSpPr>
        <p:spPr>
          <a:xfrm>
            <a:off x="1149075" y="21533325"/>
            <a:ext cx="33537600" cy="1105800"/>
          </a:xfrm>
          <a:prstGeom prst="rect">
            <a:avLst/>
          </a:prstGeom>
          <a:solidFill>
            <a:srgbClr val="861F41"/>
          </a:solidFill>
          <a:ln>
            <a:noFill/>
          </a:ln>
        </p:spPr>
        <p:txBody>
          <a:bodyPr spcFirstLastPara="1" wrap="square" lIns="318875" tIns="159350" rIns="318875" bIns="159350" anchor="t" anchorCtr="0">
            <a:noAutofit/>
          </a:bodyPr>
          <a:lstStyle/>
          <a:p>
            <a:pPr marL="0" lvl="0" indent="0" rtl="0">
              <a:spcBef>
                <a:spcPts val="0"/>
              </a:spcBef>
              <a:spcAft>
                <a:spcPts val="0"/>
              </a:spcAft>
              <a:buClr>
                <a:srgbClr val="000000"/>
              </a:buClr>
              <a:buFont typeface="Arial"/>
              <a:buNone/>
            </a:pPr>
            <a:r>
              <a:rPr lang="en" sz="4900" b="1">
                <a:solidFill>
                  <a:srgbClr val="FFFFFF"/>
                </a:solidFill>
                <a:latin typeface="Barlow Condensed"/>
                <a:ea typeface="Barlow Condensed"/>
                <a:cs typeface="Barlow Condensed"/>
                <a:sym typeface="Barlow Condensed"/>
              </a:rPr>
              <a:t>Findings </a:t>
            </a:r>
            <a:endParaRPr sz="4900" b="1">
              <a:solidFill>
                <a:srgbClr val="FFFFFF"/>
              </a:solidFill>
              <a:latin typeface="Barlow Condensed"/>
              <a:ea typeface="Barlow Condensed"/>
              <a:cs typeface="Barlow Condensed"/>
              <a:sym typeface="Barlow Condensed"/>
            </a:endParaRPr>
          </a:p>
          <a:p>
            <a:pPr marL="0" marR="0" lvl="0" indent="0" rtl="0">
              <a:spcBef>
                <a:spcPts val="0"/>
              </a:spcBef>
              <a:spcAft>
                <a:spcPts val="0"/>
              </a:spcAft>
              <a:buNone/>
            </a:pPr>
            <a:endParaRPr sz="4400" b="1">
              <a:solidFill>
                <a:srgbClr val="FFFFFF"/>
              </a:solidFill>
              <a:latin typeface="Barlow Condensed"/>
              <a:ea typeface="Barlow Condensed"/>
              <a:cs typeface="Barlow Condensed"/>
              <a:sym typeface="Barlow Condensed"/>
            </a:endParaRPr>
          </a:p>
        </p:txBody>
      </p:sp>
      <p:sp>
        <p:nvSpPr>
          <p:cNvPr id="100" name="Google Shape;100;p25"/>
          <p:cNvSpPr txBox="1"/>
          <p:nvPr/>
        </p:nvSpPr>
        <p:spPr>
          <a:xfrm>
            <a:off x="21984900" y="34443625"/>
            <a:ext cx="12702000" cy="650100"/>
          </a:xfrm>
          <a:prstGeom prst="rect">
            <a:avLst/>
          </a:prstGeom>
          <a:solidFill>
            <a:srgbClr val="861F41"/>
          </a:solidFill>
          <a:ln>
            <a:noFill/>
          </a:ln>
        </p:spPr>
        <p:txBody>
          <a:bodyPr spcFirstLastPara="1" wrap="square" lIns="318875" tIns="159350" rIns="318875" bIns="159350" anchor="ctr" anchorCtr="0">
            <a:noAutofit/>
          </a:bodyPr>
          <a:lstStyle/>
          <a:p>
            <a:pPr marL="0" marR="0" lvl="0" indent="0" rtl="0">
              <a:spcBef>
                <a:spcPts val="0"/>
              </a:spcBef>
              <a:spcAft>
                <a:spcPts val="0"/>
              </a:spcAft>
              <a:buNone/>
            </a:pPr>
            <a:r>
              <a:rPr lang="en" sz="3000" b="1">
                <a:solidFill>
                  <a:srgbClr val="FFFFFF"/>
                </a:solidFill>
                <a:latin typeface="Barlow Condensed"/>
                <a:ea typeface="Barlow Condensed"/>
                <a:cs typeface="Barlow Condensed"/>
                <a:sym typeface="Barlow Condensed"/>
              </a:rPr>
              <a:t>References</a:t>
            </a:r>
            <a:endParaRPr sz="3000" b="1" i="0">
              <a:solidFill>
                <a:srgbClr val="FFFFFF"/>
              </a:solidFill>
              <a:latin typeface="Barlow Condensed"/>
              <a:ea typeface="Barlow Condensed"/>
              <a:cs typeface="Barlow Condensed"/>
              <a:sym typeface="Barlow Condensed"/>
            </a:endParaRPr>
          </a:p>
        </p:txBody>
      </p:sp>
      <p:sp>
        <p:nvSpPr>
          <p:cNvPr id="101" name="Google Shape;101;p25"/>
          <p:cNvSpPr txBox="1"/>
          <p:nvPr/>
        </p:nvSpPr>
        <p:spPr>
          <a:xfrm>
            <a:off x="1048775" y="6290275"/>
            <a:ext cx="33266400" cy="3674700"/>
          </a:xfrm>
          <a:prstGeom prst="rect">
            <a:avLst/>
          </a:prstGeom>
          <a:noFill/>
          <a:ln>
            <a:noFill/>
          </a:ln>
        </p:spPr>
        <p:txBody>
          <a:bodyPr spcFirstLastPara="1" wrap="square" lIns="318875" tIns="159350" rIns="318875" bIns="159350" anchor="t" anchorCtr="0">
            <a:noAutofit/>
          </a:bodyPr>
          <a:lstStyle/>
          <a:p>
            <a:pPr marL="0" lvl="0" indent="0" rtl="0">
              <a:lnSpc>
                <a:spcPct val="100000"/>
              </a:lnSpc>
              <a:spcBef>
                <a:spcPts val="800"/>
              </a:spcBef>
              <a:spcAft>
                <a:spcPts val="0"/>
              </a:spcAft>
              <a:buClr>
                <a:schemeClr val="dk1"/>
              </a:buClr>
              <a:buSzPts val="1700"/>
              <a:buFont typeface="Arial"/>
              <a:buNone/>
            </a:pPr>
            <a:r>
              <a:rPr lang="en" sz="2800">
                <a:latin typeface="Barlow Condensed"/>
                <a:ea typeface="Barlow Condensed"/>
                <a:cs typeface="Barlow Condensed"/>
                <a:sym typeface="Barlow Condensed"/>
              </a:rPr>
              <a:t>• Innovation is traditionally measured through surveys of selected companies  (e.g., </a:t>
            </a:r>
            <a:r>
              <a:rPr lang="en" sz="2800">
                <a:solidFill>
                  <a:srgbClr val="0B5394"/>
                </a:solidFill>
                <a:latin typeface="Barlow Condensed"/>
                <a:ea typeface="Barlow Condensed"/>
                <a:cs typeface="Barlow Condensed"/>
                <a:sym typeface="Barlow Condensed"/>
              </a:rPr>
              <a:t>Business R&amp;D and Innovation Survey (BRDIS)</a:t>
            </a:r>
            <a:r>
              <a:rPr lang="en" sz="2800">
                <a:latin typeface="Barlow Condensed"/>
                <a:ea typeface="Barlow Condensed"/>
                <a:cs typeface="Barlow Condensed"/>
                <a:sym typeface="Barlow Condensed"/>
              </a:rPr>
              <a:t>). While BRDIS measures innovation incidence, i.e., the number of innovating firms, NCSES is interested in exploring the possibility of using </a:t>
            </a:r>
            <a:r>
              <a:rPr lang="en" sz="2800" i="1">
                <a:solidFill>
                  <a:srgbClr val="990000"/>
                </a:solidFill>
                <a:latin typeface="Barlow Condensed"/>
                <a:ea typeface="Barlow Condensed"/>
                <a:cs typeface="Barlow Condensed"/>
                <a:sym typeface="Barlow Condensed"/>
              </a:rPr>
              <a:t>non-traditional data</a:t>
            </a:r>
            <a:r>
              <a:rPr lang="en" sz="2800">
                <a:latin typeface="Barlow Condensed"/>
                <a:ea typeface="Barlow Condensed"/>
                <a:cs typeface="Barlow Condensed"/>
                <a:sym typeface="Barlow Condensed"/>
              </a:rPr>
              <a:t> to enrich and complement innovation measures. This project aims to test the feasibility of developing methods to measure business innovation using non-traditional data sources focusing on </a:t>
            </a:r>
            <a:r>
              <a:rPr lang="en" sz="2800" i="1">
                <a:solidFill>
                  <a:srgbClr val="990000"/>
                </a:solidFill>
                <a:latin typeface="Barlow Condensed"/>
                <a:ea typeface="Barlow Condensed"/>
                <a:cs typeface="Barlow Condensed"/>
                <a:sym typeface="Barlow Condensed"/>
              </a:rPr>
              <a:t>opportunity and administrative data</a:t>
            </a:r>
            <a:r>
              <a:rPr lang="en" sz="2800">
                <a:latin typeface="Barlow Condensed"/>
                <a:ea typeface="Barlow Condensed"/>
                <a:cs typeface="Barlow Condensed"/>
                <a:sym typeface="Barlow Condensed"/>
              </a:rPr>
              <a:t> (e.g., product announcements, press releases, websites and other information obtained through web scraping or queries of selected companies).</a:t>
            </a:r>
            <a:endParaRPr sz="2800">
              <a:latin typeface="Barlow Condensed"/>
              <a:ea typeface="Barlow Condensed"/>
              <a:cs typeface="Barlow Condensed"/>
              <a:sym typeface="Barlow Condensed"/>
            </a:endParaRPr>
          </a:p>
          <a:p>
            <a:pPr marL="0" lvl="0" indent="0" rtl="0">
              <a:lnSpc>
                <a:spcPct val="100000"/>
              </a:lnSpc>
              <a:spcBef>
                <a:spcPts val="800"/>
              </a:spcBef>
              <a:spcAft>
                <a:spcPts val="0"/>
              </a:spcAft>
              <a:buClr>
                <a:schemeClr val="dk1"/>
              </a:buClr>
              <a:buSzPts val="1700"/>
              <a:buFont typeface="Arial"/>
              <a:buNone/>
            </a:pPr>
            <a:r>
              <a:rPr lang="en" sz="2800">
                <a:latin typeface="Barlow Condensed"/>
                <a:ea typeface="Barlow Condensed"/>
                <a:cs typeface="Barlow Condensed"/>
                <a:sym typeface="Barlow Condensed"/>
              </a:rPr>
              <a:t>• Our current focus is on </a:t>
            </a:r>
            <a:r>
              <a:rPr lang="en" sz="2800" i="1">
                <a:solidFill>
                  <a:srgbClr val="990000"/>
                </a:solidFill>
                <a:latin typeface="Barlow Condensed"/>
                <a:ea typeface="Barlow Condensed"/>
                <a:cs typeface="Barlow Condensed"/>
                <a:sym typeface="Barlow Condensed"/>
              </a:rPr>
              <a:t>Pharmaceutical Drugs and Medical Devices</a:t>
            </a:r>
            <a:r>
              <a:rPr lang="en" sz="2800">
                <a:latin typeface="Barlow Condensed"/>
                <a:ea typeface="Barlow Condensed"/>
                <a:cs typeface="Barlow Condensed"/>
                <a:sym typeface="Barlow Condensed"/>
              </a:rPr>
              <a:t> that are heavily regulated by the </a:t>
            </a:r>
            <a:r>
              <a:rPr lang="en" sz="2800">
                <a:solidFill>
                  <a:srgbClr val="0B5394"/>
                </a:solidFill>
                <a:latin typeface="Barlow Condensed"/>
                <a:ea typeface="Barlow Condensed"/>
                <a:cs typeface="Barlow Condensed"/>
                <a:sym typeface="Barlow Condensed"/>
              </a:rPr>
              <a:t>Food and Drug Administration (FDA)</a:t>
            </a:r>
            <a:r>
              <a:rPr lang="en" sz="2800">
                <a:latin typeface="Barlow Condensed"/>
                <a:ea typeface="Barlow Condensed"/>
                <a:cs typeface="Barlow Condensed"/>
                <a:sym typeface="Barlow Condensed"/>
              </a:rPr>
              <a:t>. This is appealing because there is a lot of public information about these products on FDA sources. We identify the industries by</a:t>
            </a:r>
            <a:br>
              <a:rPr lang="en" sz="2800">
                <a:latin typeface="Barlow Condensed"/>
                <a:ea typeface="Barlow Condensed"/>
                <a:cs typeface="Barlow Condensed"/>
                <a:sym typeface="Barlow Condensed"/>
              </a:rPr>
            </a:br>
            <a:r>
              <a:rPr lang="en" sz="2800">
                <a:latin typeface="Barlow Condensed"/>
                <a:ea typeface="Barlow Condensed"/>
                <a:cs typeface="Barlow Condensed"/>
                <a:sym typeface="Barlow Condensed"/>
              </a:rPr>
              <a:t>their 4-digit NAICS (North American Industry Classification System) codes: </a:t>
            </a:r>
            <a:endParaRPr sz="2800">
              <a:latin typeface="Barlow Condensed"/>
              <a:ea typeface="Barlow Condensed"/>
              <a:cs typeface="Barlow Condensed"/>
              <a:sym typeface="Barlow Condensed"/>
            </a:endParaRPr>
          </a:p>
          <a:p>
            <a:pPr marL="914400" lvl="0" indent="-406400" rtl="0">
              <a:lnSpc>
                <a:spcPct val="100000"/>
              </a:lnSpc>
              <a:spcBef>
                <a:spcPts val="800"/>
              </a:spcBef>
              <a:spcAft>
                <a:spcPts val="0"/>
              </a:spcAft>
              <a:buSzPts val="2800"/>
              <a:buFont typeface="Barlow Condensed"/>
              <a:buChar char="❏"/>
            </a:pPr>
            <a:r>
              <a:rPr lang="en" sz="2800" i="1">
                <a:solidFill>
                  <a:srgbClr val="990000"/>
                </a:solidFill>
                <a:uFill>
                  <a:noFill/>
                </a:uFill>
                <a:latin typeface="Barlow Condensed"/>
                <a:ea typeface="Barlow Condensed"/>
                <a:cs typeface="Barlow Condensed"/>
                <a:sym typeface="Barlow Condensed"/>
                <a:hlinkClick r:id="rId3"/>
              </a:rPr>
              <a:t>3254</a:t>
            </a:r>
            <a:r>
              <a:rPr lang="en" sz="2800">
                <a:solidFill>
                  <a:srgbClr val="141F22"/>
                </a:solidFill>
                <a:latin typeface="Barlow Condensed"/>
                <a:ea typeface="Barlow Condensed"/>
                <a:cs typeface="Barlow Condensed"/>
                <a:sym typeface="Barlow Condensed"/>
              </a:rPr>
              <a:t>-Pharmaceutical and Medicine Manufacturing &amp; </a:t>
            </a:r>
            <a:r>
              <a:rPr lang="en" sz="2800" i="1">
                <a:solidFill>
                  <a:srgbClr val="990000"/>
                </a:solidFill>
                <a:uFill>
                  <a:noFill/>
                </a:uFill>
                <a:latin typeface="Barlow Condensed"/>
                <a:ea typeface="Barlow Condensed"/>
                <a:cs typeface="Barlow Condensed"/>
                <a:sym typeface="Barlow Condensed"/>
                <a:hlinkClick r:id="rId4"/>
              </a:rPr>
              <a:t>3391</a:t>
            </a:r>
            <a:r>
              <a:rPr lang="en" sz="2800">
                <a:solidFill>
                  <a:srgbClr val="141F22"/>
                </a:solidFill>
                <a:latin typeface="Barlow Condensed"/>
                <a:ea typeface="Barlow Condensed"/>
                <a:cs typeface="Barlow Condensed"/>
                <a:sym typeface="Barlow Condensed"/>
              </a:rPr>
              <a:t>-Medical Equipment and Supplies Manufacturing</a:t>
            </a:r>
            <a:endParaRPr sz="2800">
              <a:solidFill>
                <a:srgbClr val="141F22"/>
              </a:solidFill>
              <a:latin typeface="Barlow Condensed"/>
              <a:ea typeface="Barlow Condensed"/>
              <a:cs typeface="Barlow Condensed"/>
              <a:sym typeface="Barlow Condensed"/>
            </a:endParaRPr>
          </a:p>
          <a:p>
            <a:pPr marL="0" lvl="0" indent="0" rtl="0">
              <a:lnSpc>
                <a:spcPct val="100000"/>
              </a:lnSpc>
              <a:spcBef>
                <a:spcPts val="800"/>
              </a:spcBef>
              <a:spcAft>
                <a:spcPts val="0"/>
              </a:spcAft>
              <a:buNone/>
            </a:pPr>
            <a:r>
              <a:rPr lang="en" sz="2800">
                <a:solidFill>
                  <a:srgbClr val="44546A"/>
                </a:solidFill>
                <a:latin typeface="Barlow Condensed"/>
                <a:ea typeface="Barlow Condensed"/>
                <a:cs typeface="Barlow Condensed"/>
                <a:sym typeface="Barlow Condensed"/>
              </a:rPr>
              <a:t>• </a:t>
            </a:r>
            <a:r>
              <a:rPr lang="en" sz="2800">
                <a:solidFill>
                  <a:srgbClr val="141F22"/>
                </a:solidFill>
                <a:latin typeface="Barlow Condensed"/>
                <a:ea typeface="Barlow Condensed"/>
                <a:cs typeface="Barlow Condensed"/>
                <a:sym typeface="Barlow Condensed"/>
              </a:rPr>
              <a:t>The goal is to match the product approvals documented in FDA databases to new product announcements in all data sources to compare to the new products covered in trade journals.</a:t>
            </a:r>
            <a:endParaRPr sz="2800">
              <a:solidFill>
                <a:srgbClr val="141F22"/>
              </a:solidFill>
              <a:latin typeface="Barlow Condensed"/>
              <a:ea typeface="Barlow Condensed"/>
              <a:cs typeface="Barlow Condensed"/>
              <a:sym typeface="Barlow Condensed"/>
            </a:endParaRPr>
          </a:p>
          <a:p>
            <a:pPr marL="0" lvl="0" indent="0" rtl="0">
              <a:lnSpc>
                <a:spcPct val="100000"/>
              </a:lnSpc>
              <a:spcBef>
                <a:spcPts val="0"/>
              </a:spcBef>
              <a:spcAft>
                <a:spcPts val="0"/>
              </a:spcAft>
              <a:buClr>
                <a:schemeClr val="dk1"/>
              </a:buClr>
              <a:buFont typeface="Arial"/>
              <a:buNone/>
            </a:pPr>
            <a:endParaRPr sz="2800">
              <a:solidFill>
                <a:srgbClr val="141F22"/>
              </a:solidFill>
              <a:latin typeface="Barlow Condensed"/>
              <a:ea typeface="Barlow Condensed"/>
              <a:cs typeface="Barlow Condensed"/>
              <a:sym typeface="Barlow Condensed"/>
            </a:endParaRPr>
          </a:p>
        </p:txBody>
      </p:sp>
      <p:sp>
        <p:nvSpPr>
          <p:cNvPr id="102" name="Google Shape;102;p25"/>
          <p:cNvSpPr txBox="1"/>
          <p:nvPr/>
        </p:nvSpPr>
        <p:spPr>
          <a:xfrm>
            <a:off x="21984900" y="35091150"/>
            <a:ext cx="12990900" cy="2586900"/>
          </a:xfrm>
          <a:prstGeom prst="rect">
            <a:avLst/>
          </a:prstGeom>
          <a:noFill/>
          <a:ln>
            <a:noFill/>
          </a:ln>
        </p:spPr>
        <p:txBody>
          <a:bodyPr spcFirstLastPara="1" wrap="square" lIns="318875" tIns="159350" rIns="318875" bIns="159350" anchor="t" anchorCtr="0">
            <a:noAutofit/>
          </a:bodyPr>
          <a:lstStyle/>
          <a:p>
            <a:pPr marL="0" lvl="0" indent="0" rtl="0">
              <a:lnSpc>
                <a:spcPct val="100000"/>
              </a:lnSpc>
              <a:spcBef>
                <a:spcPts val="0"/>
              </a:spcBef>
              <a:spcAft>
                <a:spcPts val="0"/>
              </a:spcAft>
              <a:buNone/>
            </a:pPr>
            <a:r>
              <a:rPr lang="en" sz="2400">
                <a:solidFill>
                  <a:schemeClr val="dk1"/>
                </a:solidFill>
                <a:latin typeface="Barlow Condensed"/>
                <a:ea typeface="Barlow Condensed"/>
                <a:cs typeface="Barlow Condensed"/>
                <a:sym typeface="Barlow Condensed"/>
              </a:rPr>
              <a:t>[1] Edwards, K. L., &amp; Gordon, T. J. (1984). Characterization of innovations introduced on the US market in 1982.</a:t>
            </a:r>
            <a:r>
              <a:rPr lang="en" sz="2400" i="1">
                <a:solidFill>
                  <a:schemeClr val="dk1"/>
                </a:solidFill>
                <a:latin typeface="Barlow Condensed"/>
                <a:ea typeface="Barlow Condensed"/>
                <a:cs typeface="Barlow Condensed"/>
                <a:sym typeface="Barlow Condensed"/>
              </a:rPr>
              <a:t> Futures Group; Reproduced by NTIS.</a:t>
            </a:r>
            <a:endParaRPr sz="2400" i="1">
              <a:solidFill>
                <a:schemeClr val="dk1"/>
              </a:solidFill>
              <a:latin typeface="Barlow Condensed"/>
              <a:ea typeface="Barlow Condensed"/>
              <a:cs typeface="Barlow Condensed"/>
              <a:sym typeface="Barlow Condensed"/>
            </a:endParaRPr>
          </a:p>
          <a:p>
            <a:pPr marL="0" lvl="0" indent="0" rtl="0">
              <a:lnSpc>
                <a:spcPct val="100000"/>
              </a:lnSpc>
              <a:spcBef>
                <a:spcPts val="800"/>
              </a:spcBef>
              <a:spcAft>
                <a:spcPts val="0"/>
              </a:spcAft>
              <a:buNone/>
            </a:pPr>
            <a:r>
              <a:rPr lang="en" sz="2400">
                <a:solidFill>
                  <a:srgbClr val="141F22"/>
                </a:solidFill>
                <a:latin typeface="Barlow Condensed"/>
                <a:ea typeface="Barlow Condensed"/>
                <a:cs typeface="Barlow Condensed"/>
                <a:sym typeface="Barlow Condensed"/>
              </a:rPr>
              <a:t>[2] </a:t>
            </a:r>
            <a:r>
              <a:rPr lang="en" sz="2400">
                <a:solidFill>
                  <a:schemeClr val="dk1"/>
                </a:solidFill>
                <a:latin typeface="Barlow Condensed"/>
                <a:ea typeface="Barlow Condensed"/>
                <a:cs typeface="Barlow Condensed"/>
                <a:sym typeface="Barlow Condensed"/>
              </a:rPr>
              <a:t>Acs, Z. J., &amp; Audretsch, D. B. (1988). Innovation in large and small firms: An empirical analysis.</a:t>
            </a:r>
            <a:r>
              <a:rPr lang="en" sz="2400" i="1">
                <a:solidFill>
                  <a:schemeClr val="dk1"/>
                </a:solidFill>
                <a:latin typeface="Barlow Condensed"/>
                <a:ea typeface="Barlow Condensed"/>
                <a:cs typeface="Barlow Condensed"/>
                <a:sym typeface="Barlow Condensed"/>
              </a:rPr>
              <a:t> The American Economic Review, 678-690.</a:t>
            </a:r>
            <a:endParaRPr sz="2400" i="1">
              <a:solidFill>
                <a:schemeClr val="dk1"/>
              </a:solidFill>
              <a:latin typeface="Barlow Condensed"/>
              <a:ea typeface="Barlow Condensed"/>
              <a:cs typeface="Barlow Condensed"/>
              <a:sym typeface="Barlow Condensed"/>
            </a:endParaRPr>
          </a:p>
          <a:p>
            <a:pPr marL="0" lvl="0" indent="0" rtl="0">
              <a:lnSpc>
                <a:spcPct val="100000"/>
              </a:lnSpc>
              <a:spcBef>
                <a:spcPts val="800"/>
              </a:spcBef>
              <a:spcAft>
                <a:spcPts val="0"/>
              </a:spcAft>
              <a:buNone/>
            </a:pPr>
            <a:r>
              <a:rPr lang="en" sz="2400">
                <a:solidFill>
                  <a:schemeClr val="dk1"/>
                </a:solidFill>
                <a:latin typeface="Barlow Condensed"/>
                <a:ea typeface="Barlow Condensed"/>
                <a:cs typeface="Barlow Condensed"/>
                <a:sym typeface="Barlow Condensed"/>
              </a:rPr>
              <a:t>[3]</a:t>
            </a:r>
            <a:r>
              <a:rPr lang="en" sz="2400">
                <a:solidFill>
                  <a:srgbClr val="141F22"/>
                </a:solidFill>
                <a:latin typeface="Barlow Condensed"/>
                <a:ea typeface="Barlow Condensed"/>
                <a:cs typeface="Barlow Condensed"/>
                <a:sym typeface="Barlow Condensed"/>
              </a:rPr>
              <a:t> Levenshtein, Vladimir I. (1966). Binary codes capable of correcting deletions, insertions, and reversals. </a:t>
            </a:r>
            <a:r>
              <a:rPr lang="en" sz="2400" i="1">
                <a:solidFill>
                  <a:srgbClr val="141F22"/>
                </a:solidFill>
                <a:latin typeface="Barlow Condensed"/>
                <a:ea typeface="Barlow Condensed"/>
                <a:cs typeface="Barlow Condensed"/>
                <a:sym typeface="Barlow Condensed"/>
              </a:rPr>
              <a:t>Soviet Physics Doklady</a:t>
            </a:r>
            <a:r>
              <a:rPr lang="en" sz="2400">
                <a:solidFill>
                  <a:srgbClr val="141F22"/>
                </a:solidFill>
                <a:latin typeface="Barlow Condensed"/>
                <a:ea typeface="Barlow Condensed"/>
                <a:cs typeface="Barlow Condensed"/>
                <a:sym typeface="Barlow Condensed"/>
              </a:rPr>
              <a:t>. 10 (8): 707–710. </a:t>
            </a:r>
            <a:endParaRPr sz="2400">
              <a:solidFill>
                <a:srgbClr val="141F22"/>
              </a:solidFill>
              <a:latin typeface="Barlow Condensed"/>
              <a:ea typeface="Barlow Condensed"/>
              <a:cs typeface="Barlow Condensed"/>
              <a:sym typeface="Barlow Condensed"/>
            </a:endParaRPr>
          </a:p>
        </p:txBody>
      </p:sp>
      <p:sp>
        <p:nvSpPr>
          <p:cNvPr id="103" name="Google Shape;103;p25"/>
          <p:cNvSpPr txBox="1"/>
          <p:nvPr/>
        </p:nvSpPr>
        <p:spPr>
          <a:xfrm>
            <a:off x="4052879" y="39256750"/>
            <a:ext cx="2801100" cy="412800"/>
          </a:xfrm>
          <a:prstGeom prst="rect">
            <a:avLst/>
          </a:prstGeom>
          <a:noFill/>
          <a:ln>
            <a:noFill/>
          </a:ln>
        </p:spPr>
        <p:txBody>
          <a:bodyPr spcFirstLastPara="1" wrap="square" lIns="318875" tIns="159350" rIns="318875" bIns="159350" anchor="b" anchorCtr="0">
            <a:noAutofit/>
          </a:bodyPr>
          <a:lstStyle/>
          <a:p>
            <a:pPr marL="0" marR="0" lvl="0" indent="0" rtl="0">
              <a:spcBef>
                <a:spcPts val="0"/>
              </a:spcBef>
              <a:spcAft>
                <a:spcPts val="0"/>
              </a:spcAft>
              <a:buNone/>
            </a:pPr>
            <a:r>
              <a:rPr lang="en" sz="2400" b="1" i="1">
                <a:solidFill>
                  <a:srgbClr val="5D89B4"/>
                </a:solidFill>
                <a:latin typeface="Barlow Condensed"/>
                <a:ea typeface="Barlow Condensed"/>
                <a:cs typeface="Barlow Condensed"/>
                <a:sym typeface="Barlow Condensed"/>
              </a:rPr>
              <a:t>Stay Connected:</a:t>
            </a:r>
            <a:endParaRPr sz="2400" b="1" i="1">
              <a:solidFill>
                <a:srgbClr val="5D89B4"/>
              </a:solidFill>
              <a:latin typeface="Barlow Condensed"/>
              <a:ea typeface="Barlow Condensed"/>
              <a:cs typeface="Barlow Condensed"/>
              <a:sym typeface="Barlow Condensed"/>
            </a:endParaRPr>
          </a:p>
        </p:txBody>
      </p:sp>
      <p:sp>
        <p:nvSpPr>
          <p:cNvPr id="104" name="Google Shape;104;p25"/>
          <p:cNvSpPr txBox="1"/>
          <p:nvPr/>
        </p:nvSpPr>
        <p:spPr>
          <a:xfrm>
            <a:off x="5914225" y="39089750"/>
            <a:ext cx="3199200" cy="1499400"/>
          </a:xfrm>
          <a:prstGeom prst="rect">
            <a:avLst/>
          </a:prstGeom>
          <a:noFill/>
          <a:ln>
            <a:noFill/>
          </a:ln>
        </p:spPr>
        <p:txBody>
          <a:bodyPr spcFirstLastPara="1" wrap="square" lIns="318875" tIns="159350" rIns="318875" bIns="159350" anchor="t" anchorCtr="0">
            <a:noAutofit/>
          </a:bodyPr>
          <a:lstStyle/>
          <a:p>
            <a:pPr marL="0" lvl="0" indent="0" rtl="0">
              <a:lnSpc>
                <a:spcPct val="100000"/>
              </a:lnSpc>
              <a:spcBef>
                <a:spcPts val="0"/>
              </a:spcBef>
              <a:spcAft>
                <a:spcPts val="0"/>
              </a:spcAft>
              <a:buClr>
                <a:srgbClr val="000000"/>
              </a:buClr>
              <a:buSzPts val="1100"/>
              <a:buFont typeface="Arial"/>
              <a:buNone/>
            </a:pPr>
            <a:r>
              <a:rPr lang="en" sz="1900" i="1">
                <a:solidFill>
                  <a:srgbClr val="5D89B4"/>
                </a:solidFill>
                <a:latin typeface="Barlow Condensed"/>
                <a:ea typeface="Barlow Condensed"/>
                <a:cs typeface="Barlow Condensed"/>
                <a:sym typeface="Barlow Condensed"/>
              </a:rPr>
              <a:t>facebook.com/biocomplexity</a:t>
            </a:r>
            <a:endParaRPr sz="1900" i="1">
              <a:solidFill>
                <a:srgbClr val="5D89B4"/>
              </a:solidFill>
              <a:latin typeface="Barlow Condensed"/>
              <a:ea typeface="Barlow Condensed"/>
              <a:cs typeface="Barlow Condensed"/>
              <a:sym typeface="Barlow Condensed"/>
            </a:endParaRPr>
          </a:p>
          <a:p>
            <a:pPr marL="0" lvl="0" indent="0" rtl="0">
              <a:lnSpc>
                <a:spcPct val="100000"/>
              </a:lnSpc>
              <a:spcBef>
                <a:spcPts val="0"/>
              </a:spcBef>
              <a:spcAft>
                <a:spcPts val="0"/>
              </a:spcAft>
              <a:buClr>
                <a:srgbClr val="000000"/>
              </a:buClr>
              <a:buSzPts val="1100"/>
              <a:buFont typeface="Arial"/>
              <a:buNone/>
            </a:pPr>
            <a:r>
              <a:rPr lang="en" sz="1900" i="1">
                <a:solidFill>
                  <a:srgbClr val="5D89B4"/>
                </a:solidFill>
                <a:latin typeface="Barlow Condensed"/>
                <a:ea typeface="Barlow Condensed"/>
                <a:cs typeface="Barlow Condensed"/>
                <a:sym typeface="Barlow Condensed"/>
              </a:rPr>
              <a:t>twitter.com/biocomplexityvt</a:t>
            </a:r>
            <a:endParaRPr sz="1900" i="1">
              <a:solidFill>
                <a:srgbClr val="5D89B4"/>
              </a:solidFill>
              <a:latin typeface="Barlow Condensed"/>
              <a:ea typeface="Barlow Condensed"/>
              <a:cs typeface="Barlow Condensed"/>
              <a:sym typeface="Barlow Condensed"/>
            </a:endParaRPr>
          </a:p>
          <a:p>
            <a:pPr marL="0" lvl="0" indent="0" rtl="0">
              <a:lnSpc>
                <a:spcPct val="100000"/>
              </a:lnSpc>
              <a:spcBef>
                <a:spcPts val="0"/>
              </a:spcBef>
              <a:spcAft>
                <a:spcPts val="0"/>
              </a:spcAft>
              <a:buClr>
                <a:srgbClr val="000000"/>
              </a:buClr>
              <a:buSzPts val="1100"/>
              <a:buFont typeface="Arial"/>
              <a:buNone/>
            </a:pPr>
            <a:r>
              <a:rPr lang="en" sz="1900" i="1">
                <a:solidFill>
                  <a:srgbClr val="5D89B4"/>
                </a:solidFill>
                <a:latin typeface="Barlow Condensed"/>
                <a:ea typeface="Barlow Condensed"/>
                <a:cs typeface="Barlow Condensed"/>
                <a:sym typeface="Barlow Condensed"/>
              </a:rPr>
              <a:t>youtube.com/c/biocomplexity</a:t>
            </a:r>
            <a:endParaRPr sz="1900" i="1">
              <a:solidFill>
                <a:srgbClr val="5D89B4"/>
              </a:solidFill>
              <a:latin typeface="Barlow Condensed"/>
              <a:ea typeface="Barlow Condensed"/>
              <a:cs typeface="Barlow Condensed"/>
              <a:sym typeface="Barlow Condensed"/>
            </a:endParaRPr>
          </a:p>
          <a:p>
            <a:pPr marL="0" lvl="0" indent="0" rtl="0">
              <a:lnSpc>
                <a:spcPct val="100000"/>
              </a:lnSpc>
              <a:spcBef>
                <a:spcPts val="0"/>
              </a:spcBef>
              <a:spcAft>
                <a:spcPts val="0"/>
              </a:spcAft>
              <a:buClr>
                <a:srgbClr val="000000"/>
              </a:buClr>
              <a:buSzPts val="1100"/>
              <a:buFont typeface="Arial"/>
              <a:buNone/>
            </a:pPr>
            <a:r>
              <a:rPr lang="en" sz="1900" i="1">
                <a:solidFill>
                  <a:srgbClr val="5D89B4"/>
                </a:solidFill>
                <a:latin typeface="Barlow Condensed"/>
                <a:ea typeface="Barlow Condensed"/>
                <a:cs typeface="Barlow Condensed"/>
                <a:sym typeface="Barlow Condensed"/>
              </a:rPr>
              <a:t>google.com/+biocomplexity</a:t>
            </a:r>
            <a:endParaRPr sz="1900" b="1" i="1">
              <a:solidFill>
                <a:srgbClr val="5D89B4"/>
              </a:solidFill>
              <a:latin typeface="Barlow Condensed"/>
              <a:ea typeface="Barlow Condensed"/>
              <a:cs typeface="Barlow Condensed"/>
              <a:sym typeface="Barlow Condensed"/>
            </a:endParaRPr>
          </a:p>
        </p:txBody>
      </p:sp>
      <p:sp>
        <p:nvSpPr>
          <p:cNvPr id="105" name="Google Shape;105;p25"/>
          <p:cNvSpPr txBox="1"/>
          <p:nvPr/>
        </p:nvSpPr>
        <p:spPr>
          <a:xfrm>
            <a:off x="936050" y="18155925"/>
            <a:ext cx="11448600" cy="3851100"/>
          </a:xfrm>
          <a:prstGeom prst="rect">
            <a:avLst/>
          </a:prstGeom>
          <a:noFill/>
          <a:ln>
            <a:noFill/>
          </a:ln>
        </p:spPr>
        <p:txBody>
          <a:bodyPr spcFirstLastPara="1" wrap="square" lIns="318875" tIns="159350" rIns="318875" bIns="159350" anchor="t" anchorCtr="0">
            <a:noAutofit/>
          </a:bodyPr>
          <a:lstStyle/>
          <a:p>
            <a:pPr marL="457200" lvl="0"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As a part of our trade journal discovery, we studied similar research, e.g., [1] and [2], to obtain a list of trade journals, to understand their methods and criteria for selecting the relevant journals. </a:t>
            </a:r>
            <a:endParaRPr sz="2800">
              <a:solidFill>
                <a:srgbClr val="141F22"/>
              </a:solidFill>
              <a:latin typeface="Barlow Condensed"/>
              <a:ea typeface="Barlow Condensed"/>
              <a:cs typeface="Barlow Condensed"/>
              <a:sym typeface="Barlow Condensed"/>
            </a:endParaRPr>
          </a:p>
          <a:p>
            <a:pPr marL="457200" lvl="0"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We selected  4 trade journals from a larger compiled list to be web-scraped for product innovations based on the criterions given on the right.</a:t>
            </a:r>
            <a:endParaRPr sz="2800">
              <a:solidFill>
                <a:srgbClr val="141F22"/>
              </a:solidFill>
              <a:latin typeface="Barlow Condensed"/>
              <a:ea typeface="Barlow Condensed"/>
              <a:cs typeface="Barlow Condensed"/>
              <a:sym typeface="Barlow Condensed"/>
            </a:endParaRPr>
          </a:p>
          <a:p>
            <a:pPr marL="914400" lvl="1"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Drugs: Pharmacy Times and Pharmacy Today</a:t>
            </a:r>
            <a:endParaRPr sz="2800">
              <a:solidFill>
                <a:srgbClr val="141F22"/>
              </a:solidFill>
              <a:latin typeface="Barlow Condensed"/>
              <a:ea typeface="Barlow Condensed"/>
              <a:cs typeface="Barlow Condensed"/>
              <a:sym typeface="Barlow Condensed"/>
            </a:endParaRPr>
          </a:p>
          <a:p>
            <a:pPr marL="914400" lvl="1"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Medical Devices: Medical Design Briefs and Surgical Products Magazine</a:t>
            </a:r>
            <a:endParaRPr sz="2800">
              <a:solidFill>
                <a:srgbClr val="141F22"/>
              </a:solidFill>
              <a:latin typeface="Barlow Condensed"/>
              <a:ea typeface="Barlow Condensed"/>
              <a:cs typeface="Barlow Condensed"/>
              <a:sym typeface="Barlow Condensed"/>
            </a:endParaRPr>
          </a:p>
        </p:txBody>
      </p:sp>
      <p:sp>
        <p:nvSpPr>
          <p:cNvPr id="106" name="Google Shape;106;p25"/>
          <p:cNvSpPr txBox="1"/>
          <p:nvPr/>
        </p:nvSpPr>
        <p:spPr>
          <a:xfrm>
            <a:off x="23399875" y="18168550"/>
            <a:ext cx="10915200" cy="3102000"/>
          </a:xfrm>
          <a:prstGeom prst="rect">
            <a:avLst/>
          </a:prstGeom>
          <a:noFill/>
          <a:ln>
            <a:noFill/>
          </a:ln>
        </p:spPr>
        <p:txBody>
          <a:bodyPr spcFirstLastPara="1" wrap="square" lIns="318875" tIns="159350" rIns="318875" bIns="159350" anchor="t" anchorCtr="0">
            <a:noAutofit/>
          </a:bodyPr>
          <a:lstStyle/>
          <a:p>
            <a:pPr marL="457200" lvl="0"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We used the Levenshtein Distance method [3] to identify name standardization issues and created a set of rules and applied them to all data sources.</a:t>
            </a:r>
            <a:endParaRPr sz="2800" u="sng">
              <a:solidFill>
                <a:srgbClr val="141F22"/>
              </a:solidFill>
              <a:latin typeface="Barlow Condensed"/>
              <a:ea typeface="Barlow Condensed"/>
              <a:cs typeface="Barlow Condensed"/>
              <a:sym typeface="Barlow Condensed"/>
            </a:endParaRPr>
          </a:p>
          <a:p>
            <a:pPr marL="457200" lvl="0" indent="-406400" rtl="0">
              <a:spcBef>
                <a:spcPts val="0"/>
              </a:spcBef>
              <a:spcAft>
                <a:spcPts val="0"/>
              </a:spcAft>
              <a:buClr>
                <a:srgbClr val="141F22"/>
              </a:buClr>
              <a:buSzPts val="2800"/>
              <a:buFont typeface="Barlow Condensed"/>
              <a:buChar char="●"/>
            </a:pPr>
            <a:r>
              <a:rPr lang="en" sz="2800" u="sng">
                <a:solidFill>
                  <a:srgbClr val="141F22"/>
                </a:solidFill>
                <a:latin typeface="Barlow Condensed"/>
                <a:ea typeface="Barlow Condensed"/>
                <a:cs typeface="Barlow Condensed"/>
                <a:sym typeface="Barlow Condensed"/>
              </a:rPr>
              <a:t>Challenges</a:t>
            </a:r>
            <a:endParaRPr sz="2800" u="sng">
              <a:solidFill>
                <a:srgbClr val="141F22"/>
              </a:solidFill>
              <a:latin typeface="Barlow Condensed"/>
              <a:ea typeface="Barlow Condensed"/>
              <a:cs typeface="Barlow Condensed"/>
              <a:sym typeface="Barlow Condensed"/>
            </a:endParaRPr>
          </a:p>
          <a:p>
            <a:pPr marL="914400" lvl="1"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Company names can vary across data source</a:t>
            </a:r>
            <a:endParaRPr sz="2800">
              <a:solidFill>
                <a:srgbClr val="141F22"/>
              </a:solidFill>
              <a:latin typeface="Barlow Condensed"/>
              <a:ea typeface="Barlow Condensed"/>
              <a:cs typeface="Barlow Condensed"/>
              <a:sym typeface="Barlow Condensed"/>
            </a:endParaRPr>
          </a:p>
          <a:p>
            <a:pPr marL="1371600" lvl="0" indent="0" rtl="0">
              <a:spcBef>
                <a:spcPts val="0"/>
              </a:spcBef>
              <a:spcAft>
                <a:spcPts val="0"/>
              </a:spcAft>
              <a:buClr>
                <a:schemeClr val="dk1"/>
              </a:buClr>
              <a:buSzPts val="1100"/>
              <a:buFont typeface="Arial"/>
              <a:buNone/>
            </a:pPr>
            <a:r>
              <a:rPr lang="en" sz="2800">
                <a:solidFill>
                  <a:srgbClr val="141F22"/>
                </a:solidFill>
                <a:latin typeface="Barlow Condensed"/>
                <a:ea typeface="Barlow Condensed"/>
                <a:cs typeface="Barlow Condensed"/>
                <a:sym typeface="Barlow Condensed"/>
              </a:rPr>
              <a:t>Further complicated by  parent-subsidiary relationships, mergers, company divisions and cooperative projects.</a:t>
            </a:r>
            <a:endParaRPr sz="2800">
              <a:solidFill>
                <a:srgbClr val="141F22"/>
              </a:solidFill>
              <a:latin typeface="Barlow Condensed"/>
              <a:ea typeface="Barlow Condensed"/>
              <a:cs typeface="Barlow Condensed"/>
              <a:sym typeface="Barlow Condensed"/>
            </a:endParaRPr>
          </a:p>
          <a:p>
            <a:pPr marL="1371600" lvl="0" indent="0" rtl="0">
              <a:spcBef>
                <a:spcPts val="0"/>
              </a:spcBef>
              <a:spcAft>
                <a:spcPts val="0"/>
              </a:spcAft>
              <a:buClr>
                <a:schemeClr val="dk1"/>
              </a:buClr>
              <a:buSzPts val="1100"/>
              <a:buFont typeface="Arial"/>
              <a:buNone/>
            </a:pPr>
            <a:endParaRPr sz="2800">
              <a:solidFill>
                <a:srgbClr val="141F22"/>
              </a:solidFill>
              <a:latin typeface="Barlow Condensed"/>
              <a:ea typeface="Barlow Condensed"/>
              <a:cs typeface="Barlow Condensed"/>
              <a:sym typeface="Barlow Condensed"/>
            </a:endParaRPr>
          </a:p>
          <a:p>
            <a:pPr marL="0" lvl="0" indent="0" rtl="0">
              <a:spcBef>
                <a:spcPts val="0"/>
              </a:spcBef>
              <a:spcAft>
                <a:spcPts val="0"/>
              </a:spcAft>
              <a:buNone/>
            </a:pPr>
            <a:endParaRPr sz="2800">
              <a:solidFill>
                <a:srgbClr val="141F22"/>
              </a:solidFill>
              <a:latin typeface="Barlow Condensed"/>
              <a:ea typeface="Barlow Condensed"/>
              <a:cs typeface="Barlow Condensed"/>
              <a:sym typeface="Barlow Condensed"/>
            </a:endParaRPr>
          </a:p>
        </p:txBody>
      </p:sp>
      <p:sp>
        <p:nvSpPr>
          <p:cNvPr id="107" name="Google Shape;107;p25"/>
          <p:cNvSpPr txBox="1"/>
          <p:nvPr/>
        </p:nvSpPr>
        <p:spPr>
          <a:xfrm>
            <a:off x="1022150" y="17275800"/>
            <a:ext cx="33537600" cy="837000"/>
          </a:xfrm>
          <a:prstGeom prst="rect">
            <a:avLst/>
          </a:prstGeom>
          <a:solidFill>
            <a:srgbClr val="C64600"/>
          </a:solidFill>
          <a:ln>
            <a:noFill/>
          </a:ln>
        </p:spPr>
        <p:txBody>
          <a:bodyPr spcFirstLastPara="1" wrap="square" lIns="318875" tIns="159350" rIns="318875" bIns="159350" anchor="ctr" anchorCtr="0">
            <a:noAutofit/>
          </a:bodyPr>
          <a:lstStyle/>
          <a:p>
            <a:pPr marL="0" lvl="0" indent="0" rtl="0">
              <a:spcBef>
                <a:spcPts val="0"/>
              </a:spcBef>
              <a:spcAft>
                <a:spcPts val="0"/>
              </a:spcAft>
              <a:buClr>
                <a:srgbClr val="000000"/>
              </a:buClr>
              <a:buFont typeface="Arial"/>
              <a:buNone/>
            </a:pPr>
            <a:r>
              <a:rPr lang="en" sz="4900" b="1">
                <a:solidFill>
                  <a:srgbClr val="FFFFFF"/>
                </a:solidFill>
                <a:latin typeface="Barlow Condensed"/>
                <a:ea typeface="Barlow Condensed"/>
                <a:cs typeface="Barlow Condensed"/>
                <a:sym typeface="Barlow Condensed"/>
              </a:rPr>
              <a:t> Trade Journals</a:t>
            </a:r>
            <a:endParaRPr sz="4900" b="1">
              <a:solidFill>
                <a:srgbClr val="FFFFFF"/>
              </a:solidFill>
              <a:latin typeface="Barlow Condensed"/>
              <a:ea typeface="Barlow Condensed"/>
              <a:cs typeface="Barlow Condensed"/>
              <a:sym typeface="Barlow Condensed"/>
            </a:endParaRPr>
          </a:p>
        </p:txBody>
      </p:sp>
      <p:grpSp>
        <p:nvGrpSpPr>
          <p:cNvPr id="108" name="Google Shape;108;p25"/>
          <p:cNvGrpSpPr/>
          <p:nvPr/>
        </p:nvGrpSpPr>
        <p:grpSpPr>
          <a:xfrm>
            <a:off x="10748250" y="38305675"/>
            <a:ext cx="12150050" cy="1896441"/>
            <a:chOff x="14336159" y="38365918"/>
            <a:chExt cx="5454078" cy="1499400"/>
          </a:xfrm>
        </p:grpSpPr>
        <p:sp>
          <p:nvSpPr>
            <p:cNvPr id="109" name="Google Shape;109;p25"/>
            <p:cNvSpPr txBox="1"/>
            <p:nvPr/>
          </p:nvSpPr>
          <p:spPr>
            <a:xfrm>
              <a:off x="14336159" y="38442116"/>
              <a:ext cx="1909500" cy="1336500"/>
            </a:xfrm>
            <a:prstGeom prst="rect">
              <a:avLst/>
            </a:prstGeom>
            <a:noFill/>
            <a:ln>
              <a:noFill/>
            </a:ln>
          </p:spPr>
          <p:txBody>
            <a:bodyPr spcFirstLastPara="1" wrap="square" lIns="318875" tIns="159350" rIns="318875" bIns="159350" anchor="ctr" anchorCtr="0">
              <a:noAutofit/>
            </a:bodyPr>
            <a:lstStyle/>
            <a:p>
              <a:pPr marL="0" lvl="0" indent="0" algn="ctr" rtl="0">
                <a:spcBef>
                  <a:spcPts val="0"/>
                </a:spcBef>
                <a:spcAft>
                  <a:spcPts val="0"/>
                </a:spcAft>
                <a:buNone/>
              </a:pPr>
              <a:r>
                <a:rPr lang="en" sz="3000" b="1" i="1">
                  <a:solidFill>
                    <a:srgbClr val="FFFFFF"/>
                  </a:solidFill>
                  <a:latin typeface="Barlow Condensed"/>
                  <a:ea typeface="Barlow Condensed"/>
                  <a:cs typeface="Barlow Condensed"/>
                  <a:sym typeface="Barlow Condensed"/>
                </a:rPr>
                <a:t>DELETE THIS BLUE BOX</a:t>
              </a:r>
              <a:br>
                <a:rPr lang="en" sz="3700" b="1" i="1">
                  <a:solidFill>
                    <a:srgbClr val="FFFFFF"/>
                  </a:solidFill>
                  <a:latin typeface="Barlow Condensed"/>
                  <a:ea typeface="Barlow Condensed"/>
                  <a:cs typeface="Barlow Condensed"/>
                  <a:sym typeface="Barlow Condensed"/>
                </a:rPr>
              </a:br>
              <a:r>
                <a:rPr lang="en" sz="1900" i="1">
                  <a:solidFill>
                    <a:srgbClr val="FFFFFF"/>
                  </a:solidFill>
                  <a:latin typeface="Barlow Condensed"/>
                  <a:ea typeface="Barlow Condensed"/>
                  <a:cs typeface="Barlow Condensed"/>
                  <a:sym typeface="Barlow Condensed"/>
                </a:rPr>
                <a:t>{PLACEHOLDER ONLY}</a:t>
              </a:r>
              <a:endParaRPr sz="1900" i="1">
                <a:solidFill>
                  <a:srgbClr val="FFFFFF"/>
                </a:solidFill>
                <a:latin typeface="Barlow Condensed"/>
                <a:ea typeface="Barlow Condensed"/>
                <a:cs typeface="Barlow Condensed"/>
                <a:sym typeface="Barlow Condensed"/>
              </a:endParaRPr>
            </a:p>
          </p:txBody>
        </p:sp>
        <p:sp>
          <p:nvSpPr>
            <p:cNvPr id="110" name="Google Shape;110;p25"/>
            <p:cNvSpPr txBox="1"/>
            <p:nvPr/>
          </p:nvSpPr>
          <p:spPr>
            <a:xfrm>
              <a:off x="16195207" y="38365918"/>
              <a:ext cx="1823700" cy="1499400"/>
            </a:xfrm>
            <a:prstGeom prst="rect">
              <a:avLst/>
            </a:prstGeom>
            <a:noFill/>
            <a:ln>
              <a:noFill/>
            </a:ln>
          </p:spPr>
          <p:txBody>
            <a:bodyPr spcFirstLastPara="1" wrap="square" lIns="318875" tIns="159350" rIns="318875" bIns="159350" anchor="ctr" anchorCtr="0">
              <a:noAutofit/>
            </a:bodyPr>
            <a:lstStyle/>
            <a:p>
              <a:pPr marL="0" lvl="0" indent="0" algn="ctr" rtl="0">
                <a:spcBef>
                  <a:spcPts val="0"/>
                </a:spcBef>
                <a:spcAft>
                  <a:spcPts val="0"/>
                </a:spcAft>
                <a:buNone/>
              </a:pPr>
              <a:r>
                <a:rPr lang="en" sz="1900" i="1">
                  <a:solidFill>
                    <a:srgbClr val="FFFFFF"/>
                  </a:solidFill>
                  <a:latin typeface="Barlow Condensed Medium"/>
                  <a:ea typeface="Barlow Condensed Medium"/>
                  <a:cs typeface="Barlow Condensed Medium"/>
                  <a:sym typeface="Barlow Condensed Medium"/>
                </a:rPr>
                <a:t>This is an allowable area for your </a:t>
              </a:r>
              <a:br>
                <a:rPr lang="en" sz="1900" i="1">
                  <a:solidFill>
                    <a:srgbClr val="FFFFFF"/>
                  </a:solidFill>
                  <a:latin typeface="Barlow Condensed Medium"/>
                  <a:ea typeface="Barlow Condensed Medium"/>
                  <a:cs typeface="Barlow Condensed Medium"/>
                  <a:sym typeface="Barlow Condensed Medium"/>
                </a:rPr>
              </a:br>
              <a:r>
                <a:rPr lang="en" sz="1900" i="1">
                  <a:solidFill>
                    <a:srgbClr val="FFFFFF"/>
                  </a:solidFill>
                  <a:latin typeface="Barlow Condensed Medium"/>
                  <a:ea typeface="Barlow Condensed Medium"/>
                  <a:cs typeface="Barlow Condensed Medium"/>
                  <a:sym typeface="Barlow Condensed Medium"/>
                </a:rPr>
                <a:t>sponsor logos or school affiliation logos</a:t>
              </a:r>
              <a:endParaRPr sz="1900" i="1">
                <a:solidFill>
                  <a:srgbClr val="FFFFFF"/>
                </a:solidFill>
                <a:latin typeface="Barlow Condensed Medium"/>
                <a:ea typeface="Barlow Condensed Medium"/>
                <a:cs typeface="Barlow Condensed Medium"/>
                <a:sym typeface="Barlow Condensed Medium"/>
              </a:endParaRPr>
            </a:p>
          </p:txBody>
        </p:sp>
        <p:sp>
          <p:nvSpPr>
            <p:cNvPr id="111" name="Google Shape;111;p25"/>
            <p:cNvSpPr txBox="1"/>
            <p:nvPr/>
          </p:nvSpPr>
          <p:spPr>
            <a:xfrm>
              <a:off x="17966538" y="38442113"/>
              <a:ext cx="1823700" cy="1336500"/>
            </a:xfrm>
            <a:prstGeom prst="rect">
              <a:avLst/>
            </a:prstGeom>
            <a:noFill/>
            <a:ln>
              <a:noFill/>
            </a:ln>
          </p:spPr>
          <p:txBody>
            <a:bodyPr spcFirstLastPara="1" wrap="square" lIns="318875" tIns="159350" rIns="318875" bIns="159350" anchor="ctr" anchorCtr="0">
              <a:noAutofit/>
            </a:bodyPr>
            <a:lstStyle/>
            <a:p>
              <a:pPr marL="0" lvl="0" indent="0" algn="ctr" rtl="0">
                <a:spcBef>
                  <a:spcPts val="0"/>
                </a:spcBef>
                <a:spcAft>
                  <a:spcPts val="0"/>
                </a:spcAft>
                <a:buNone/>
              </a:pPr>
              <a:r>
                <a:rPr lang="en" sz="2100" b="1" i="1">
                  <a:solidFill>
                    <a:srgbClr val="FFFFFF"/>
                  </a:solidFill>
                  <a:latin typeface="Barlow Condensed"/>
                  <a:ea typeface="Barlow Condensed"/>
                  <a:cs typeface="Barlow Condensed"/>
                  <a:sym typeface="Barlow Condensed"/>
                </a:rPr>
                <a:t>DO NOT PLACE LOGOS IN TITLE AREA</a:t>
              </a:r>
              <a:endParaRPr sz="2100" i="1">
                <a:solidFill>
                  <a:srgbClr val="FFFFFF"/>
                </a:solidFill>
                <a:latin typeface="Barlow Condensed"/>
                <a:ea typeface="Barlow Condensed"/>
                <a:cs typeface="Barlow Condensed"/>
                <a:sym typeface="Barlow Condensed"/>
              </a:endParaRPr>
            </a:p>
          </p:txBody>
        </p:sp>
      </p:grpSp>
      <p:sp>
        <p:nvSpPr>
          <p:cNvPr id="112" name="Google Shape;112;p25"/>
          <p:cNvSpPr txBox="1"/>
          <p:nvPr/>
        </p:nvSpPr>
        <p:spPr>
          <a:xfrm>
            <a:off x="1048775" y="5305100"/>
            <a:ext cx="33537600" cy="979200"/>
          </a:xfrm>
          <a:prstGeom prst="rect">
            <a:avLst/>
          </a:prstGeom>
          <a:solidFill>
            <a:srgbClr val="5D89B4"/>
          </a:solidFill>
          <a:ln>
            <a:noFill/>
          </a:ln>
        </p:spPr>
        <p:txBody>
          <a:bodyPr spcFirstLastPara="1" wrap="square" lIns="318875" tIns="159350" rIns="318875" bIns="159350" anchor="ctr" anchorCtr="0">
            <a:noAutofit/>
          </a:bodyPr>
          <a:lstStyle/>
          <a:p>
            <a:pPr marL="0" lvl="0" indent="0" rtl="0">
              <a:spcBef>
                <a:spcPts val="0"/>
              </a:spcBef>
              <a:spcAft>
                <a:spcPts val="0"/>
              </a:spcAft>
              <a:buClr>
                <a:srgbClr val="000000"/>
              </a:buClr>
              <a:buFont typeface="Arial"/>
              <a:buNone/>
            </a:pPr>
            <a:r>
              <a:rPr lang="en" sz="4900" b="1">
                <a:solidFill>
                  <a:srgbClr val="FFFFFF"/>
                </a:solidFill>
                <a:latin typeface="Barlow Condensed"/>
                <a:ea typeface="Barlow Condensed"/>
                <a:cs typeface="Barlow Condensed"/>
                <a:sym typeface="Barlow Condensed"/>
              </a:rPr>
              <a:t>Introduction</a:t>
            </a:r>
            <a:endParaRPr sz="4900" b="1">
              <a:solidFill>
                <a:srgbClr val="FFFFFF"/>
              </a:solidFill>
              <a:latin typeface="Barlow Condensed"/>
              <a:ea typeface="Barlow Condensed"/>
              <a:cs typeface="Barlow Condensed"/>
              <a:sym typeface="Barlow Condensed"/>
            </a:endParaRPr>
          </a:p>
        </p:txBody>
      </p:sp>
      <p:pic>
        <p:nvPicPr>
          <p:cNvPr id="113" name="Google Shape;113;p25"/>
          <p:cNvPicPr preferRelativeResize="0"/>
          <p:nvPr/>
        </p:nvPicPr>
        <p:blipFill>
          <a:blip r:embed="rId5">
            <a:alphaModFix/>
          </a:blip>
          <a:stretch>
            <a:fillRect/>
          </a:stretch>
        </p:blipFill>
        <p:spPr>
          <a:xfrm>
            <a:off x="12631812" y="18198700"/>
            <a:ext cx="10520925" cy="3102025"/>
          </a:xfrm>
          <a:prstGeom prst="rect">
            <a:avLst/>
          </a:prstGeom>
          <a:noFill/>
          <a:ln>
            <a:noFill/>
          </a:ln>
        </p:spPr>
      </p:pic>
      <p:pic>
        <p:nvPicPr>
          <p:cNvPr id="114" name="Google Shape;114;p25"/>
          <p:cNvPicPr preferRelativeResize="0"/>
          <p:nvPr/>
        </p:nvPicPr>
        <p:blipFill>
          <a:blip r:embed="rId6">
            <a:alphaModFix/>
          </a:blip>
          <a:stretch>
            <a:fillRect/>
          </a:stretch>
        </p:blipFill>
        <p:spPr>
          <a:xfrm>
            <a:off x="12137326" y="32105925"/>
            <a:ext cx="8133534" cy="5648325"/>
          </a:xfrm>
          <a:prstGeom prst="rect">
            <a:avLst/>
          </a:prstGeom>
          <a:noFill/>
          <a:ln>
            <a:noFill/>
          </a:ln>
        </p:spPr>
      </p:pic>
      <p:sp>
        <p:nvSpPr>
          <p:cNvPr id="115" name="Google Shape;115;p25"/>
          <p:cNvSpPr txBox="1"/>
          <p:nvPr/>
        </p:nvSpPr>
        <p:spPr>
          <a:xfrm>
            <a:off x="1048775" y="12052050"/>
            <a:ext cx="11848200" cy="5648400"/>
          </a:xfrm>
          <a:prstGeom prst="rect">
            <a:avLst/>
          </a:prstGeom>
          <a:noFill/>
          <a:ln>
            <a:noFill/>
          </a:ln>
        </p:spPr>
        <p:txBody>
          <a:bodyPr spcFirstLastPara="1" wrap="square" lIns="91425" tIns="91425" rIns="91425" bIns="91425" anchor="t" anchorCtr="0">
            <a:noAutofit/>
          </a:bodyPr>
          <a:lstStyle/>
          <a:p>
            <a:pPr marL="457200" lvl="0" indent="-406400" rtl="0">
              <a:lnSpc>
                <a:spcPct val="90000"/>
              </a:lnSpc>
              <a:spcBef>
                <a:spcPts val="800"/>
              </a:spcBef>
              <a:spcAft>
                <a:spcPts val="0"/>
              </a:spcAft>
              <a:buClr>
                <a:srgbClr val="44546A"/>
              </a:buClr>
              <a:buSzPts val="2800"/>
              <a:buFont typeface="Barlow Condensed"/>
              <a:buChar char="❏"/>
            </a:pPr>
            <a:r>
              <a:rPr lang="en" sz="2800" u="sng">
                <a:latin typeface="Barlow Condensed"/>
                <a:ea typeface="Barlow Condensed"/>
                <a:cs typeface="Barlow Condensed"/>
                <a:sym typeface="Barlow Condensed"/>
              </a:rPr>
              <a:t>Drugs @ FDA</a:t>
            </a:r>
            <a:r>
              <a:rPr lang="en" sz="2800">
                <a:latin typeface="Barlow Condensed"/>
                <a:ea typeface="Barlow Condensed"/>
                <a:cs typeface="Barlow Condensed"/>
                <a:sym typeface="Barlow Condensed"/>
              </a:rPr>
              <a:t> website provides a comprehensive list of all drug approvals up-to-date.</a:t>
            </a:r>
            <a:endParaRPr sz="2800">
              <a:solidFill>
                <a:srgbClr val="44546A"/>
              </a:solidFill>
              <a:latin typeface="Barlow Condensed"/>
              <a:ea typeface="Barlow Condensed"/>
              <a:cs typeface="Barlow Condensed"/>
              <a:sym typeface="Barlow Condensed"/>
            </a:endParaRPr>
          </a:p>
          <a:p>
            <a:pPr marL="457200" lvl="0" indent="-406400" rtl="0">
              <a:lnSpc>
                <a:spcPct val="90000"/>
              </a:lnSpc>
              <a:spcBef>
                <a:spcPts val="0"/>
              </a:spcBef>
              <a:spcAft>
                <a:spcPts val="0"/>
              </a:spcAft>
              <a:buClr>
                <a:srgbClr val="44546A"/>
              </a:buClr>
              <a:buSzPts val="2800"/>
              <a:buFont typeface="Barlow Condensed"/>
              <a:buChar char="❏"/>
            </a:pPr>
            <a:r>
              <a:rPr lang="en" sz="2800">
                <a:latin typeface="Barlow Condensed"/>
                <a:ea typeface="Barlow Condensed"/>
                <a:cs typeface="Barlow Condensed"/>
                <a:sym typeface="Barlow Condensed"/>
              </a:rPr>
              <a:t>Medical Devices are classified by the level of risk on the user/patient by the FDA:</a:t>
            </a:r>
            <a:endParaRPr sz="2800">
              <a:latin typeface="Barlow Condensed"/>
              <a:ea typeface="Barlow Condensed"/>
              <a:cs typeface="Barlow Condensed"/>
              <a:sym typeface="Barlow Condensed"/>
            </a:endParaRPr>
          </a:p>
          <a:p>
            <a:pPr marL="914400" lvl="0" indent="-406400" rtl="0">
              <a:spcBef>
                <a:spcPts val="0"/>
              </a:spcBef>
              <a:spcAft>
                <a:spcPts val="0"/>
              </a:spcAft>
              <a:buSzPts val="2800"/>
              <a:buFont typeface="Barlow Condensed"/>
              <a:buChar char="●"/>
            </a:pPr>
            <a:r>
              <a:rPr lang="en" sz="2800" u="sng">
                <a:latin typeface="Barlow Condensed"/>
                <a:ea typeface="Barlow Condensed"/>
                <a:cs typeface="Barlow Condensed"/>
                <a:sym typeface="Barlow Condensed"/>
              </a:rPr>
              <a:t>PMA (Pre-Market Approval)</a:t>
            </a:r>
            <a:r>
              <a:rPr lang="en" sz="2800">
                <a:latin typeface="Barlow Condensed"/>
                <a:ea typeface="Barlow Condensed"/>
                <a:cs typeface="Barlow Condensed"/>
                <a:sym typeface="Barlow Condensed"/>
              </a:rPr>
              <a:t>: Includes Class III devices which have the highest risks and need the most examination. It takes a long time to process a PMA and is usually the most expensive approval process. </a:t>
            </a:r>
            <a:endParaRPr sz="2800">
              <a:latin typeface="Barlow Condensed"/>
              <a:ea typeface="Barlow Condensed"/>
              <a:cs typeface="Barlow Condensed"/>
              <a:sym typeface="Barlow Condensed"/>
            </a:endParaRPr>
          </a:p>
          <a:p>
            <a:pPr marL="914400" lvl="0" indent="-406400" rtl="0">
              <a:spcBef>
                <a:spcPts val="0"/>
              </a:spcBef>
              <a:spcAft>
                <a:spcPts val="0"/>
              </a:spcAft>
              <a:buSzPts val="2800"/>
              <a:buFont typeface="Barlow Condensed"/>
              <a:buChar char="●"/>
            </a:pPr>
            <a:r>
              <a:rPr lang="en" sz="2800" u="sng">
                <a:latin typeface="Barlow Condensed"/>
                <a:ea typeface="Barlow Condensed"/>
                <a:cs typeface="Barlow Condensed"/>
                <a:sym typeface="Barlow Condensed"/>
              </a:rPr>
              <a:t>510k (Pre-Market Approvals)</a:t>
            </a:r>
            <a:r>
              <a:rPr lang="en" sz="2800">
                <a:latin typeface="Barlow Condensed"/>
                <a:ea typeface="Barlow Condensed"/>
                <a:cs typeface="Barlow Condensed"/>
                <a:sym typeface="Barlow Condensed"/>
              </a:rPr>
              <a:t>:  Includes Class II devices that have moderate risk and are approved by being “Substantially Equivalent” to devices that have previously been approved.</a:t>
            </a:r>
            <a:endParaRPr sz="2800">
              <a:latin typeface="Barlow Condensed"/>
              <a:ea typeface="Barlow Condensed"/>
              <a:cs typeface="Barlow Condensed"/>
              <a:sym typeface="Barlow Condensed"/>
            </a:endParaRPr>
          </a:p>
          <a:p>
            <a:pPr marL="914400" lvl="0" indent="-406400" rtl="0">
              <a:spcBef>
                <a:spcPts val="0"/>
              </a:spcBef>
              <a:spcAft>
                <a:spcPts val="0"/>
              </a:spcAft>
              <a:buSzPts val="2800"/>
              <a:buFont typeface="Barlow Condensed"/>
              <a:buChar char="●"/>
            </a:pPr>
            <a:r>
              <a:rPr lang="en" sz="2800" u="sng">
                <a:latin typeface="Barlow Condensed"/>
                <a:ea typeface="Barlow Condensed"/>
                <a:cs typeface="Barlow Condensed"/>
                <a:sym typeface="Barlow Condensed"/>
              </a:rPr>
              <a:t>HDE (Humanitarian Device Exemption)</a:t>
            </a:r>
            <a:r>
              <a:rPr lang="en" sz="2800">
                <a:latin typeface="Barlow Condensed"/>
                <a:ea typeface="Barlow Condensed"/>
                <a:cs typeface="Barlow Condensed"/>
                <a:sym typeface="Barlow Condensed"/>
              </a:rPr>
              <a:t>: This is the process where medical devices are allowed to be marketed without requiring evidence of effectiveness. </a:t>
            </a:r>
            <a:endParaRPr sz="2800">
              <a:latin typeface="Barlow Condensed"/>
              <a:ea typeface="Barlow Condensed"/>
              <a:cs typeface="Barlow Condensed"/>
              <a:sym typeface="Barlow Condensed"/>
            </a:endParaRPr>
          </a:p>
          <a:p>
            <a:pPr marL="457200" marR="0" lvl="0" indent="457200" algn="l" rtl="0">
              <a:lnSpc>
                <a:spcPct val="100000"/>
              </a:lnSpc>
              <a:spcBef>
                <a:spcPts val="0"/>
              </a:spcBef>
              <a:spcAft>
                <a:spcPts val="0"/>
              </a:spcAft>
              <a:buNone/>
            </a:pPr>
            <a:r>
              <a:rPr lang="en" sz="2800">
                <a:latin typeface="Barlow Condensed"/>
                <a:ea typeface="Barlow Condensed"/>
                <a:cs typeface="Barlow Condensed"/>
                <a:sym typeface="Barlow Condensed"/>
              </a:rPr>
              <a:t>*Note: Class 1 devices do not need FDA approval in most cases.</a:t>
            </a:r>
            <a:endParaRPr sz="2800">
              <a:latin typeface="Barlow Condensed"/>
              <a:ea typeface="Barlow Condensed"/>
              <a:cs typeface="Barlow Condensed"/>
              <a:sym typeface="Barlow Condensed"/>
            </a:endParaRPr>
          </a:p>
        </p:txBody>
      </p:sp>
      <p:sp>
        <p:nvSpPr>
          <p:cNvPr id="116" name="Google Shape;116;p25"/>
          <p:cNvSpPr txBox="1"/>
          <p:nvPr/>
        </p:nvSpPr>
        <p:spPr>
          <a:xfrm>
            <a:off x="8270689" y="3826775"/>
            <a:ext cx="26492100" cy="697800"/>
          </a:xfrm>
          <a:prstGeom prst="rect">
            <a:avLst/>
          </a:prstGeom>
          <a:noFill/>
          <a:ln>
            <a:noFill/>
          </a:ln>
        </p:spPr>
        <p:txBody>
          <a:bodyPr spcFirstLastPara="1" wrap="square" lIns="312475" tIns="156150" rIns="312475" bIns="156150" anchor="t" anchorCtr="0">
            <a:noAutofit/>
          </a:bodyPr>
          <a:lstStyle/>
          <a:p>
            <a:pPr marL="0" lvl="0" indent="0" rtl="0">
              <a:spcBef>
                <a:spcPts val="0"/>
              </a:spcBef>
              <a:spcAft>
                <a:spcPts val="0"/>
              </a:spcAft>
              <a:buClr>
                <a:srgbClr val="000000"/>
              </a:buClr>
              <a:buFont typeface="Arial"/>
              <a:buNone/>
            </a:pPr>
            <a:r>
              <a:rPr lang="en" sz="3600" i="1">
                <a:solidFill>
                  <a:srgbClr val="141F22"/>
                </a:solidFill>
                <a:latin typeface="Barlow Condensed"/>
                <a:ea typeface="Barlow Condensed"/>
                <a:cs typeface="Barlow Condensed"/>
                <a:sym typeface="Barlow Condensed"/>
              </a:rPr>
              <a:t>SDAL: Gizem Korkmaz, Ian Crandell, and Stephanie Shipp</a:t>
            </a:r>
            <a:endParaRPr sz="3600" i="1">
              <a:solidFill>
                <a:srgbClr val="141F22"/>
              </a:solidFill>
              <a:latin typeface="Barlow Condensed"/>
              <a:ea typeface="Barlow Condensed"/>
              <a:cs typeface="Barlow Condensed"/>
              <a:sym typeface="Barlow Condensed"/>
            </a:endParaRPr>
          </a:p>
          <a:p>
            <a:pPr marL="0" lvl="0" indent="0" rtl="0">
              <a:spcBef>
                <a:spcPts val="0"/>
              </a:spcBef>
              <a:spcAft>
                <a:spcPts val="0"/>
              </a:spcAft>
              <a:buClr>
                <a:srgbClr val="000000"/>
              </a:buClr>
              <a:buFont typeface="Arial"/>
              <a:buNone/>
            </a:pPr>
            <a:r>
              <a:rPr lang="en" sz="3600" i="1">
                <a:solidFill>
                  <a:srgbClr val="141F22"/>
                </a:solidFill>
                <a:latin typeface="Barlow Condensed"/>
                <a:ea typeface="Barlow Condensed"/>
                <a:cs typeface="Barlow Condensed"/>
                <a:sym typeface="Barlow Condensed"/>
              </a:rPr>
              <a:t>Sponsor: Gary Anderson, The National Center for Science &amp; Engineering Statistics (NCSES) at the National Science Foundation (NSF)</a:t>
            </a:r>
            <a:endParaRPr sz="3600" i="1">
              <a:solidFill>
                <a:srgbClr val="141F22"/>
              </a:solidFill>
              <a:latin typeface="Barlow Condensed"/>
              <a:ea typeface="Barlow Condensed"/>
              <a:cs typeface="Barlow Condensed"/>
              <a:sym typeface="Barlow Condensed"/>
            </a:endParaRPr>
          </a:p>
        </p:txBody>
      </p:sp>
      <p:pic>
        <p:nvPicPr>
          <p:cNvPr id="117" name="Google Shape;117;p25"/>
          <p:cNvPicPr preferRelativeResize="0"/>
          <p:nvPr/>
        </p:nvPicPr>
        <p:blipFill>
          <a:blip r:embed="rId7">
            <a:alphaModFix/>
          </a:blip>
          <a:stretch>
            <a:fillRect/>
          </a:stretch>
        </p:blipFill>
        <p:spPr>
          <a:xfrm>
            <a:off x="33181650" y="3302388"/>
            <a:ext cx="1581150" cy="1590675"/>
          </a:xfrm>
          <a:prstGeom prst="rect">
            <a:avLst/>
          </a:prstGeom>
          <a:noFill/>
          <a:ln>
            <a:noFill/>
          </a:ln>
        </p:spPr>
      </p:pic>
      <p:sp>
        <p:nvSpPr>
          <p:cNvPr id="118" name="Google Shape;118;p25"/>
          <p:cNvSpPr txBox="1"/>
          <p:nvPr/>
        </p:nvSpPr>
        <p:spPr>
          <a:xfrm>
            <a:off x="1022150" y="10029925"/>
            <a:ext cx="33537600" cy="1105800"/>
          </a:xfrm>
          <a:prstGeom prst="rect">
            <a:avLst/>
          </a:prstGeom>
          <a:solidFill>
            <a:srgbClr val="5D89B4"/>
          </a:solidFill>
          <a:ln>
            <a:noFill/>
          </a:ln>
        </p:spPr>
        <p:txBody>
          <a:bodyPr spcFirstLastPara="1" wrap="square" lIns="312475" tIns="156150" rIns="312475" bIns="156150" anchor="ctr" anchorCtr="0">
            <a:noAutofit/>
          </a:bodyPr>
          <a:lstStyle/>
          <a:p>
            <a:pPr marL="0" marR="0" lvl="0" indent="0" algn="l" rtl="0">
              <a:lnSpc>
                <a:spcPct val="100000"/>
              </a:lnSpc>
              <a:spcBef>
                <a:spcPts val="0"/>
              </a:spcBef>
              <a:spcAft>
                <a:spcPts val="0"/>
              </a:spcAft>
              <a:buClr>
                <a:srgbClr val="000000"/>
              </a:buClr>
              <a:buFont typeface="Arial"/>
              <a:buNone/>
            </a:pPr>
            <a:r>
              <a:rPr lang="en" sz="4800" b="1">
                <a:solidFill>
                  <a:srgbClr val="FFFFFF"/>
                </a:solidFill>
                <a:latin typeface="Barlow Condensed"/>
                <a:ea typeface="Barlow Condensed"/>
                <a:cs typeface="Barlow Condensed"/>
                <a:sym typeface="Barlow Condensed"/>
              </a:rPr>
              <a:t>Data and Methods</a:t>
            </a:r>
            <a:endParaRPr sz="4800" b="1">
              <a:solidFill>
                <a:srgbClr val="FFFFFF"/>
              </a:solidFill>
              <a:latin typeface="Barlow Condensed"/>
              <a:ea typeface="Barlow Condensed"/>
              <a:cs typeface="Barlow Condensed"/>
              <a:sym typeface="Barlow Condensed"/>
            </a:endParaRPr>
          </a:p>
        </p:txBody>
      </p:sp>
      <p:sp>
        <p:nvSpPr>
          <p:cNvPr id="119" name="Google Shape;119;p25"/>
          <p:cNvSpPr txBox="1"/>
          <p:nvPr/>
        </p:nvSpPr>
        <p:spPr>
          <a:xfrm>
            <a:off x="1048775" y="11364325"/>
            <a:ext cx="11499000" cy="697800"/>
          </a:xfrm>
          <a:prstGeom prst="rect">
            <a:avLst/>
          </a:prstGeom>
          <a:solidFill>
            <a:srgbClr val="C64600"/>
          </a:solidFill>
          <a:ln>
            <a:noFill/>
          </a:ln>
        </p:spPr>
        <p:txBody>
          <a:bodyPr spcFirstLastPara="1" wrap="square" lIns="318875" tIns="159350" rIns="318875" bIns="159350" anchor="ctr" anchorCtr="0">
            <a:noAutofit/>
          </a:bodyPr>
          <a:lstStyle/>
          <a:p>
            <a:pPr marL="0" lvl="0" indent="0" rtl="0">
              <a:spcBef>
                <a:spcPts val="0"/>
              </a:spcBef>
              <a:spcAft>
                <a:spcPts val="0"/>
              </a:spcAft>
              <a:buClr>
                <a:srgbClr val="000000"/>
              </a:buClr>
              <a:buFont typeface="Arial"/>
              <a:buNone/>
            </a:pPr>
            <a:r>
              <a:rPr lang="en" sz="4900" b="1">
                <a:solidFill>
                  <a:srgbClr val="FFFFFF"/>
                </a:solidFill>
                <a:latin typeface="Barlow Condensed"/>
                <a:ea typeface="Barlow Condensed"/>
                <a:cs typeface="Barlow Condensed"/>
                <a:sym typeface="Barlow Condensed"/>
              </a:rPr>
              <a:t> FDA Databases</a:t>
            </a:r>
            <a:endParaRPr sz="4900" b="1">
              <a:solidFill>
                <a:srgbClr val="FFFFFF"/>
              </a:solidFill>
              <a:latin typeface="Barlow Condensed"/>
              <a:ea typeface="Barlow Condensed"/>
              <a:cs typeface="Barlow Condensed"/>
              <a:sym typeface="Barlow Condensed"/>
            </a:endParaRPr>
          </a:p>
        </p:txBody>
      </p:sp>
      <p:sp>
        <p:nvSpPr>
          <p:cNvPr id="120" name="Google Shape;120;p25"/>
          <p:cNvSpPr txBox="1"/>
          <p:nvPr/>
        </p:nvSpPr>
        <p:spPr>
          <a:xfrm>
            <a:off x="1048775" y="22660325"/>
            <a:ext cx="10705200" cy="1499400"/>
          </a:xfrm>
          <a:prstGeom prst="rect">
            <a:avLst/>
          </a:prstGeom>
          <a:noFill/>
          <a:ln>
            <a:noFill/>
          </a:ln>
        </p:spPr>
        <p:txBody>
          <a:bodyPr spcFirstLastPara="1" wrap="square" lIns="312475" tIns="156150" rIns="312475" bIns="156150" anchor="t" anchorCtr="0">
            <a:noAutofit/>
          </a:bodyPr>
          <a:lstStyle/>
          <a:p>
            <a:pPr marL="0" lvl="0" indent="0" rtl="0">
              <a:spcBef>
                <a:spcPts val="0"/>
              </a:spcBef>
              <a:spcAft>
                <a:spcPts val="0"/>
              </a:spcAft>
              <a:buNone/>
            </a:pPr>
            <a:r>
              <a:rPr lang="en" sz="2800" b="1">
                <a:solidFill>
                  <a:srgbClr val="141F22"/>
                </a:solidFill>
                <a:latin typeface="Barlow Condensed"/>
                <a:ea typeface="Barlow Condensed"/>
                <a:cs typeface="Barlow Condensed"/>
                <a:sym typeface="Barlow Condensed"/>
              </a:rPr>
              <a:t>FDA Drug Database (2013 - 2015)</a:t>
            </a:r>
            <a:endParaRPr sz="2800" b="1">
              <a:solidFill>
                <a:srgbClr val="141F22"/>
              </a:solidFill>
              <a:latin typeface="Barlow Condensed"/>
              <a:ea typeface="Barlow Condensed"/>
              <a:cs typeface="Barlow Condensed"/>
              <a:sym typeface="Barlow Condensed"/>
            </a:endParaRPr>
          </a:p>
          <a:p>
            <a:pPr marL="914400" lvl="0"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17,309 drug approvals (1,820 original submissions) and 723 companies.</a:t>
            </a:r>
            <a:endParaRPr sz="2800">
              <a:solidFill>
                <a:srgbClr val="141F22"/>
              </a:solidFill>
              <a:latin typeface="Barlow Condensed"/>
              <a:ea typeface="Barlow Condensed"/>
              <a:cs typeface="Barlow Condensed"/>
              <a:sym typeface="Barlow Condensed"/>
            </a:endParaRPr>
          </a:p>
          <a:p>
            <a:pPr marL="914400" lvl="0"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Top 10  companies with the highest number of approvals are given below.</a:t>
            </a:r>
            <a:endParaRPr sz="2800">
              <a:solidFill>
                <a:srgbClr val="141F22"/>
              </a:solidFill>
              <a:latin typeface="Barlow Condensed"/>
              <a:ea typeface="Barlow Condensed"/>
              <a:cs typeface="Barlow Condensed"/>
              <a:sym typeface="Barlow Condensed"/>
            </a:endParaRPr>
          </a:p>
        </p:txBody>
      </p:sp>
      <p:pic>
        <p:nvPicPr>
          <p:cNvPr id="121" name="Google Shape;121;p25"/>
          <p:cNvPicPr preferRelativeResize="0"/>
          <p:nvPr/>
        </p:nvPicPr>
        <p:blipFill rotWithShape="1">
          <a:blip r:embed="rId8">
            <a:alphaModFix/>
          </a:blip>
          <a:srcRect l="19011" r="16630"/>
          <a:stretch/>
        </p:blipFill>
        <p:spPr>
          <a:xfrm>
            <a:off x="11864788" y="22740713"/>
            <a:ext cx="10060800" cy="8793392"/>
          </a:xfrm>
          <a:prstGeom prst="rect">
            <a:avLst/>
          </a:prstGeom>
          <a:noFill/>
          <a:ln>
            <a:noFill/>
          </a:ln>
        </p:spPr>
      </p:pic>
      <p:sp>
        <p:nvSpPr>
          <p:cNvPr id="122" name="Google Shape;122;p25"/>
          <p:cNvSpPr txBox="1"/>
          <p:nvPr/>
        </p:nvSpPr>
        <p:spPr>
          <a:xfrm rot="-2937757">
            <a:off x="16094411" y="26996542"/>
            <a:ext cx="1295405" cy="281737"/>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000">
                <a:solidFill>
                  <a:srgbClr val="0000FF"/>
                </a:solidFill>
                <a:latin typeface="Trebuchet MS"/>
                <a:ea typeface="Trebuchet MS"/>
                <a:cs typeface="Trebuchet MS"/>
                <a:sym typeface="Trebuchet MS"/>
              </a:rPr>
              <a:t>Pharmacy </a:t>
            </a:r>
            <a:endParaRPr sz="1000">
              <a:solidFill>
                <a:srgbClr val="0000FF"/>
              </a:solidFill>
              <a:latin typeface="Trebuchet MS"/>
              <a:ea typeface="Trebuchet MS"/>
              <a:cs typeface="Trebuchet MS"/>
              <a:sym typeface="Trebuchet MS"/>
            </a:endParaRPr>
          </a:p>
          <a:p>
            <a:pPr marL="0" lvl="0" indent="0" rtl="0">
              <a:spcBef>
                <a:spcPts val="0"/>
              </a:spcBef>
              <a:spcAft>
                <a:spcPts val="0"/>
              </a:spcAft>
              <a:buNone/>
            </a:pPr>
            <a:r>
              <a:rPr lang="en" sz="1000">
                <a:solidFill>
                  <a:srgbClr val="0000FF"/>
                </a:solidFill>
                <a:latin typeface="Trebuchet MS"/>
                <a:ea typeface="Trebuchet MS"/>
                <a:cs typeface="Trebuchet MS"/>
                <a:sym typeface="Trebuchet MS"/>
              </a:rPr>
              <a:t>Times</a:t>
            </a:r>
            <a:endParaRPr sz="1000">
              <a:solidFill>
                <a:srgbClr val="0000FF"/>
              </a:solidFill>
              <a:latin typeface="Trebuchet MS"/>
              <a:ea typeface="Trebuchet MS"/>
              <a:cs typeface="Trebuchet MS"/>
              <a:sym typeface="Trebuchet MS"/>
            </a:endParaRPr>
          </a:p>
        </p:txBody>
      </p:sp>
      <p:sp>
        <p:nvSpPr>
          <p:cNvPr id="123" name="Google Shape;123;p25"/>
          <p:cNvSpPr txBox="1"/>
          <p:nvPr/>
        </p:nvSpPr>
        <p:spPr>
          <a:xfrm rot="-3259780">
            <a:off x="15236419" y="26376788"/>
            <a:ext cx="1295444" cy="281820"/>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000">
                <a:solidFill>
                  <a:srgbClr val="0000FF"/>
                </a:solidFill>
                <a:latin typeface="Trebuchet MS"/>
                <a:ea typeface="Trebuchet MS"/>
                <a:cs typeface="Trebuchet MS"/>
                <a:sym typeface="Trebuchet MS"/>
              </a:rPr>
              <a:t>Surgical </a:t>
            </a:r>
            <a:endParaRPr sz="1000">
              <a:solidFill>
                <a:srgbClr val="0000FF"/>
              </a:solidFill>
              <a:latin typeface="Trebuchet MS"/>
              <a:ea typeface="Trebuchet MS"/>
              <a:cs typeface="Trebuchet MS"/>
              <a:sym typeface="Trebuchet MS"/>
            </a:endParaRPr>
          </a:p>
          <a:p>
            <a:pPr marL="0" lvl="0" indent="0" rtl="0">
              <a:spcBef>
                <a:spcPts val="0"/>
              </a:spcBef>
              <a:spcAft>
                <a:spcPts val="0"/>
              </a:spcAft>
              <a:buNone/>
            </a:pPr>
            <a:r>
              <a:rPr lang="en" sz="1000">
                <a:solidFill>
                  <a:srgbClr val="0000FF"/>
                </a:solidFill>
                <a:latin typeface="Trebuchet MS"/>
                <a:ea typeface="Trebuchet MS"/>
                <a:cs typeface="Trebuchet MS"/>
                <a:sym typeface="Trebuchet MS"/>
              </a:rPr>
              <a:t>Products</a:t>
            </a:r>
            <a:endParaRPr sz="1000">
              <a:solidFill>
                <a:srgbClr val="0000FF"/>
              </a:solidFill>
              <a:latin typeface="Trebuchet MS"/>
              <a:ea typeface="Trebuchet MS"/>
              <a:cs typeface="Trebuchet MS"/>
              <a:sym typeface="Trebuchet MS"/>
            </a:endParaRPr>
          </a:p>
        </p:txBody>
      </p:sp>
      <p:sp>
        <p:nvSpPr>
          <p:cNvPr id="124" name="Google Shape;124;p25"/>
          <p:cNvSpPr txBox="1"/>
          <p:nvPr/>
        </p:nvSpPr>
        <p:spPr>
          <a:xfrm rot="2322075">
            <a:off x="16185063" y="26683025"/>
            <a:ext cx="1295462" cy="281488"/>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000">
                <a:solidFill>
                  <a:srgbClr val="0000FF"/>
                </a:solidFill>
                <a:latin typeface="Trebuchet MS"/>
                <a:ea typeface="Trebuchet MS"/>
                <a:cs typeface="Trebuchet MS"/>
                <a:sym typeface="Trebuchet MS"/>
              </a:rPr>
              <a:t>Medical </a:t>
            </a:r>
            <a:endParaRPr sz="1000">
              <a:solidFill>
                <a:srgbClr val="0000FF"/>
              </a:solidFill>
              <a:latin typeface="Trebuchet MS"/>
              <a:ea typeface="Trebuchet MS"/>
              <a:cs typeface="Trebuchet MS"/>
              <a:sym typeface="Trebuchet MS"/>
            </a:endParaRPr>
          </a:p>
          <a:p>
            <a:pPr marL="0" lvl="0" indent="0" rtl="0">
              <a:spcBef>
                <a:spcPts val="0"/>
              </a:spcBef>
              <a:spcAft>
                <a:spcPts val="0"/>
              </a:spcAft>
              <a:buNone/>
            </a:pPr>
            <a:r>
              <a:rPr lang="en" sz="1000">
                <a:solidFill>
                  <a:srgbClr val="0000FF"/>
                </a:solidFill>
                <a:latin typeface="Trebuchet MS"/>
                <a:ea typeface="Trebuchet MS"/>
                <a:cs typeface="Trebuchet MS"/>
                <a:sym typeface="Trebuchet MS"/>
              </a:rPr>
              <a:t>Designs</a:t>
            </a:r>
            <a:endParaRPr sz="1000">
              <a:solidFill>
                <a:srgbClr val="0000FF"/>
              </a:solidFill>
              <a:latin typeface="Trebuchet MS"/>
              <a:ea typeface="Trebuchet MS"/>
              <a:cs typeface="Trebuchet MS"/>
              <a:sym typeface="Trebuchet MS"/>
            </a:endParaRPr>
          </a:p>
        </p:txBody>
      </p:sp>
      <p:sp>
        <p:nvSpPr>
          <p:cNvPr id="125" name="Google Shape;125;p25"/>
          <p:cNvSpPr txBox="1"/>
          <p:nvPr/>
        </p:nvSpPr>
        <p:spPr>
          <a:xfrm rot="2356020">
            <a:off x="15545996" y="27504175"/>
            <a:ext cx="1295394" cy="281833"/>
          </a:xfrm>
          <a:prstGeom prst="rect">
            <a:avLst/>
          </a:prstGeom>
          <a:noFill/>
          <a:ln>
            <a:noFill/>
          </a:ln>
        </p:spPr>
        <p:txBody>
          <a:bodyPr spcFirstLastPara="1" wrap="square" lIns="91425" tIns="91425" rIns="91425" bIns="91425" anchor="t" anchorCtr="0">
            <a:noAutofit/>
          </a:bodyPr>
          <a:lstStyle/>
          <a:p>
            <a:pPr marL="0" lvl="0" indent="0" rtl="0">
              <a:spcBef>
                <a:spcPts val="0"/>
              </a:spcBef>
              <a:spcAft>
                <a:spcPts val="0"/>
              </a:spcAft>
              <a:buNone/>
            </a:pPr>
            <a:r>
              <a:rPr lang="en" sz="1000">
                <a:solidFill>
                  <a:srgbClr val="0000FF"/>
                </a:solidFill>
                <a:latin typeface="Trebuchet MS"/>
                <a:ea typeface="Trebuchet MS"/>
                <a:cs typeface="Trebuchet MS"/>
                <a:sym typeface="Trebuchet MS"/>
              </a:rPr>
              <a:t>Pharmacy </a:t>
            </a:r>
            <a:endParaRPr sz="1000">
              <a:solidFill>
                <a:srgbClr val="0000FF"/>
              </a:solidFill>
              <a:latin typeface="Trebuchet MS"/>
              <a:ea typeface="Trebuchet MS"/>
              <a:cs typeface="Trebuchet MS"/>
              <a:sym typeface="Trebuchet MS"/>
            </a:endParaRPr>
          </a:p>
          <a:p>
            <a:pPr marL="0" lvl="0" indent="0" rtl="0">
              <a:spcBef>
                <a:spcPts val="0"/>
              </a:spcBef>
              <a:spcAft>
                <a:spcPts val="0"/>
              </a:spcAft>
              <a:buNone/>
            </a:pPr>
            <a:r>
              <a:rPr lang="en" sz="1000">
                <a:solidFill>
                  <a:srgbClr val="0000FF"/>
                </a:solidFill>
                <a:latin typeface="Trebuchet MS"/>
                <a:ea typeface="Trebuchet MS"/>
                <a:cs typeface="Trebuchet MS"/>
                <a:sym typeface="Trebuchet MS"/>
              </a:rPr>
              <a:t>Today</a:t>
            </a:r>
            <a:endParaRPr sz="1000">
              <a:solidFill>
                <a:srgbClr val="0000FF"/>
              </a:solidFill>
              <a:latin typeface="Trebuchet MS"/>
              <a:ea typeface="Trebuchet MS"/>
              <a:cs typeface="Trebuchet MS"/>
              <a:sym typeface="Trebuchet MS"/>
            </a:endParaRPr>
          </a:p>
        </p:txBody>
      </p:sp>
      <p:sp>
        <p:nvSpPr>
          <p:cNvPr id="126" name="Google Shape;126;p25"/>
          <p:cNvSpPr txBox="1"/>
          <p:nvPr/>
        </p:nvSpPr>
        <p:spPr>
          <a:xfrm>
            <a:off x="1012250" y="29521525"/>
            <a:ext cx="10521000" cy="1590600"/>
          </a:xfrm>
          <a:prstGeom prst="rect">
            <a:avLst/>
          </a:prstGeom>
          <a:solidFill>
            <a:srgbClr val="FFFFFF"/>
          </a:solidFill>
          <a:ln>
            <a:noFill/>
          </a:ln>
        </p:spPr>
        <p:txBody>
          <a:bodyPr spcFirstLastPara="1" wrap="square" lIns="312475" tIns="156150" rIns="312475" bIns="156150" anchor="t" anchorCtr="0">
            <a:noAutofit/>
          </a:bodyPr>
          <a:lstStyle/>
          <a:p>
            <a:pPr marL="0" lvl="0" indent="0" rtl="0">
              <a:spcBef>
                <a:spcPts val="0"/>
              </a:spcBef>
              <a:spcAft>
                <a:spcPts val="0"/>
              </a:spcAft>
              <a:buNone/>
            </a:pPr>
            <a:r>
              <a:rPr lang="en" sz="2800" b="1">
                <a:solidFill>
                  <a:srgbClr val="141F22"/>
                </a:solidFill>
                <a:latin typeface="Barlow Condensed"/>
                <a:ea typeface="Barlow Condensed"/>
                <a:cs typeface="Barlow Condensed"/>
                <a:sym typeface="Barlow Condensed"/>
              </a:rPr>
              <a:t>FDA Medical Device Databases</a:t>
            </a:r>
            <a:endParaRPr sz="2800" b="1">
              <a:solidFill>
                <a:srgbClr val="141F22"/>
              </a:solidFill>
              <a:latin typeface="Barlow Condensed"/>
              <a:ea typeface="Barlow Condensed"/>
              <a:cs typeface="Barlow Condensed"/>
              <a:sym typeface="Barlow Condensed"/>
            </a:endParaRPr>
          </a:p>
          <a:p>
            <a:pPr marL="914400" lvl="0" indent="-406400" rtl="0">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Top companies for each submission type (indicated by different colors). The approval counts are given next to the company names.</a:t>
            </a:r>
            <a:endParaRPr sz="2800">
              <a:solidFill>
                <a:srgbClr val="141F22"/>
              </a:solidFill>
              <a:latin typeface="Barlow Condensed"/>
              <a:ea typeface="Barlow Condensed"/>
              <a:cs typeface="Barlow Condensed"/>
              <a:sym typeface="Barlow Condensed"/>
            </a:endParaRPr>
          </a:p>
        </p:txBody>
      </p:sp>
      <p:sp>
        <p:nvSpPr>
          <p:cNvPr id="127" name="Google Shape;127;p25"/>
          <p:cNvSpPr txBox="1"/>
          <p:nvPr/>
        </p:nvSpPr>
        <p:spPr>
          <a:xfrm>
            <a:off x="11006378" y="22719313"/>
            <a:ext cx="3199200" cy="697800"/>
          </a:xfrm>
          <a:prstGeom prst="rect">
            <a:avLst/>
          </a:prstGeom>
          <a:noFill/>
          <a:ln>
            <a:noFill/>
          </a:ln>
        </p:spPr>
        <p:txBody>
          <a:bodyPr spcFirstLastPara="1" wrap="square" lIns="312475" tIns="156150" rIns="312475" bIns="156150" anchor="t" anchorCtr="0">
            <a:noAutofit/>
          </a:bodyPr>
          <a:lstStyle/>
          <a:p>
            <a:pPr marL="0" lvl="0" indent="0" rtl="0">
              <a:spcBef>
                <a:spcPts val="0"/>
              </a:spcBef>
              <a:spcAft>
                <a:spcPts val="0"/>
              </a:spcAft>
              <a:buNone/>
            </a:pPr>
            <a:r>
              <a:rPr lang="en" sz="3000" b="1">
                <a:solidFill>
                  <a:srgbClr val="141F22"/>
                </a:solidFill>
                <a:latin typeface="Barlow Condensed"/>
                <a:ea typeface="Barlow Condensed"/>
                <a:cs typeface="Barlow Condensed"/>
                <a:sym typeface="Barlow Condensed"/>
              </a:rPr>
              <a:t>Trade Journals</a:t>
            </a:r>
            <a:endParaRPr sz="3000">
              <a:solidFill>
                <a:srgbClr val="141F22"/>
              </a:solidFill>
              <a:latin typeface="Barlow Condensed"/>
              <a:ea typeface="Barlow Condensed"/>
              <a:cs typeface="Barlow Condensed"/>
              <a:sym typeface="Barlow Condensed"/>
            </a:endParaRPr>
          </a:p>
        </p:txBody>
      </p:sp>
      <p:sp>
        <p:nvSpPr>
          <p:cNvPr id="128" name="Google Shape;128;p25"/>
          <p:cNvSpPr txBox="1"/>
          <p:nvPr/>
        </p:nvSpPr>
        <p:spPr>
          <a:xfrm>
            <a:off x="11363425" y="31531938"/>
            <a:ext cx="10521000" cy="650100"/>
          </a:xfrm>
          <a:prstGeom prst="rect">
            <a:avLst/>
          </a:prstGeom>
          <a:noFill/>
          <a:ln>
            <a:noFill/>
          </a:ln>
        </p:spPr>
        <p:txBody>
          <a:bodyPr spcFirstLastPara="1" wrap="square" lIns="312475" tIns="156150" rIns="312475" bIns="156150" anchor="t" anchorCtr="0">
            <a:noAutofit/>
          </a:bodyPr>
          <a:lstStyle/>
          <a:p>
            <a:pPr marL="914400" lvl="0" indent="-419100" rtl="0">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FDA pre-market approval (PMA) by submission type</a:t>
            </a:r>
            <a:endParaRPr sz="3000">
              <a:solidFill>
                <a:srgbClr val="141F22"/>
              </a:solidFill>
              <a:latin typeface="Barlow Condensed"/>
              <a:ea typeface="Barlow Condensed"/>
              <a:cs typeface="Barlow Condensed"/>
              <a:sym typeface="Barlow Condensed"/>
            </a:endParaRPr>
          </a:p>
        </p:txBody>
      </p:sp>
      <p:graphicFrame>
        <p:nvGraphicFramePr>
          <p:cNvPr id="129" name="Google Shape;129;p25"/>
          <p:cNvGraphicFramePr/>
          <p:nvPr/>
        </p:nvGraphicFramePr>
        <p:xfrm>
          <a:off x="22443950" y="23951800"/>
          <a:ext cx="12115800" cy="4188460"/>
        </p:xfrm>
        <a:graphic>
          <a:graphicData uri="http://schemas.openxmlformats.org/drawingml/2006/table">
            <a:tbl>
              <a:tblPr>
                <a:noFill/>
                <a:tableStyleId>{E9CA552D-9A61-42C8-8DE3-F74A847ED15B}</a:tableStyleId>
              </a:tblPr>
              <a:tblGrid>
                <a:gridCol w="3224950">
                  <a:extLst>
                    <a:ext uri="{9D8B030D-6E8A-4147-A177-3AD203B41FA5}">
                      <a16:colId xmlns:a16="http://schemas.microsoft.com/office/drawing/2014/main" val="20000"/>
                    </a:ext>
                  </a:extLst>
                </a:gridCol>
                <a:gridCol w="1735700">
                  <a:extLst>
                    <a:ext uri="{9D8B030D-6E8A-4147-A177-3AD203B41FA5}">
                      <a16:colId xmlns:a16="http://schemas.microsoft.com/office/drawing/2014/main" val="20001"/>
                    </a:ext>
                  </a:extLst>
                </a:gridCol>
                <a:gridCol w="1700575">
                  <a:extLst>
                    <a:ext uri="{9D8B030D-6E8A-4147-A177-3AD203B41FA5}">
                      <a16:colId xmlns:a16="http://schemas.microsoft.com/office/drawing/2014/main" val="20002"/>
                    </a:ext>
                  </a:extLst>
                </a:gridCol>
                <a:gridCol w="2057175">
                  <a:extLst>
                    <a:ext uri="{9D8B030D-6E8A-4147-A177-3AD203B41FA5}">
                      <a16:colId xmlns:a16="http://schemas.microsoft.com/office/drawing/2014/main" val="20003"/>
                    </a:ext>
                  </a:extLst>
                </a:gridCol>
                <a:gridCol w="3397400">
                  <a:extLst>
                    <a:ext uri="{9D8B030D-6E8A-4147-A177-3AD203B41FA5}">
                      <a16:colId xmlns:a16="http://schemas.microsoft.com/office/drawing/2014/main" val="20004"/>
                    </a:ext>
                  </a:extLst>
                </a:gridCol>
              </a:tblGrid>
              <a:tr h="1231900">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Data Source</a:t>
                      </a:r>
                      <a:endParaRPr sz="2400">
                        <a:latin typeface="Barlow Condensed"/>
                        <a:ea typeface="Barlow Condensed"/>
                        <a:cs typeface="Barlow Condensed"/>
                        <a:sym typeface="Barlow Condensed"/>
                      </a:endParaRPr>
                    </a:p>
                  </a:txBody>
                  <a:tcPr marL="63500" marR="63500" marT="63500" marB="63500"/>
                </a:tc>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Number of companies (after cleaning)</a:t>
                      </a:r>
                      <a:endParaRPr sz="2400">
                        <a:latin typeface="Barlow Condensed"/>
                        <a:ea typeface="Barlow Condensed"/>
                        <a:cs typeface="Barlow Condensed"/>
                        <a:sym typeface="Barlow Condensed"/>
                      </a:endParaRPr>
                    </a:p>
                  </a:txBody>
                  <a:tcPr marL="63500" marR="63500" marT="63500" marB="63500"/>
                </a:tc>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Number of companies matching FDA</a:t>
                      </a:r>
                      <a:endParaRPr sz="2400">
                        <a:latin typeface="Barlow Condensed"/>
                        <a:ea typeface="Barlow Condensed"/>
                        <a:cs typeface="Barlow Condensed"/>
                        <a:sym typeface="Barlow Condensed"/>
                      </a:endParaRPr>
                    </a:p>
                  </a:txBody>
                  <a:tcPr marL="63500" marR="63500" marT="63500" marB="63500"/>
                </a:tc>
                <a:tc>
                  <a:txBody>
                    <a:bodyPr/>
                    <a:lstStyle/>
                    <a:p>
                      <a:pPr marL="0" lvl="0" indent="0" rtl="0">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Total number of FDA approvals for these companies </a:t>
                      </a:r>
                      <a:endParaRPr sz="2400">
                        <a:latin typeface="Barlow Condensed"/>
                        <a:ea typeface="Barlow Condensed"/>
                        <a:cs typeface="Barlow Condensed"/>
                        <a:sym typeface="Barlow Condensed"/>
                      </a:endParaRPr>
                    </a:p>
                  </a:txBody>
                  <a:tcPr marL="63500" marR="63500" marT="63500" marB="63500"/>
                </a:tc>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Total number of new products in trade journal for these companies (% FDA approval)</a:t>
                      </a:r>
                      <a:endParaRPr sz="2400">
                        <a:latin typeface="Barlow Condensed"/>
                        <a:ea typeface="Barlow Condensed"/>
                        <a:cs typeface="Barlow Condensed"/>
                        <a:sym typeface="Barlow Condensed"/>
                      </a:endParaRPr>
                    </a:p>
                  </a:txBody>
                  <a:tcPr marL="63500" marR="63500" marT="63500" marB="63500"/>
                </a:tc>
                <a:extLst>
                  <a:ext uri="{0D108BD9-81ED-4DB2-BD59-A6C34878D82A}">
                    <a16:rowId xmlns:a16="http://schemas.microsoft.com/office/drawing/2014/main" val="10000"/>
                  </a:ext>
                </a:extLst>
              </a:tr>
              <a:tr h="492750">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FDA Medical Device Database</a:t>
                      </a:r>
                      <a:endParaRPr sz="2400">
                        <a:latin typeface="Barlow Condensed"/>
                        <a:ea typeface="Barlow Condensed"/>
                        <a:cs typeface="Barlow Condensed"/>
                        <a:sym typeface="Barlow Condensed"/>
                      </a:endParaRPr>
                    </a:p>
                  </a:txBody>
                  <a:tcPr marL="63500" marR="63500" marT="63500" marB="63500">
                    <a:solidFill>
                      <a:srgbClr val="D9EAD3"/>
                    </a:solidFill>
                  </a:tcPr>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3,915</a:t>
                      </a:r>
                      <a:endParaRPr sz="2400">
                        <a:latin typeface="Barlow Condensed"/>
                        <a:ea typeface="Barlow Condensed"/>
                        <a:cs typeface="Barlow Condensed"/>
                        <a:sym typeface="Barlow Condensed"/>
                      </a:endParaRPr>
                    </a:p>
                  </a:txBody>
                  <a:tcPr marL="63500" marR="63500" marT="63500" marB="63500">
                    <a:solidFill>
                      <a:srgbClr val="D9EAD3"/>
                    </a:solidFill>
                  </a:tcPr>
                </a:tc>
                <a:tc>
                  <a:txBody>
                    <a:bodyPr/>
                    <a:lstStyle/>
                    <a:p>
                      <a:pPr marL="0" lvl="0" indent="0" algn="r" rtl="0">
                        <a:spcBef>
                          <a:spcPts val="0"/>
                        </a:spcBef>
                        <a:spcAft>
                          <a:spcPts val="0"/>
                        </a:spcAft>
                        <a:buNone/>
                      </a:pPr>
                      <a:endParaRPr sz="2400">
                        <a:latin typeface="Barlow Condensed"/>
                        <a:ea typeface="Barlow Condensed"/>
                        <a:cs typeface="Barlow Condensed"/>
                        <a:sym typeface="Barlow Condensed"/>
                      </a:endParaRPr>
                    </a:p>
                  </a:txBody>
                  <a:tcPr marL="63500" marR="63500" marT="63500" marB="63500">
                    <a:solidFill>
                      <a:srgbClr val="D9EAD3"/>
                    </a:solidFill>
                  </a:tcPr>
                </a:tc>
                <a:tc>
                  <a:txBody>
                    <a:bodyPr/>
                    <a:lstStyle/>
                    <a:p>
                      <a:pPr marL="0" lvl="0" indent="0" algn="r" rtl="0">
                        <a:spcBef>
                          <a:spcPts val="0"/>
                        </a:spcBef>
                        <a:spcAft>
                          <a:spcPts val="0"/>
                        </a:spcAft>
                        <a:buNone/>
                      </a:pPr>
                      <a:endParaRPr sz="2400">
                        <a:latin typeface="Barlow Condensed"/>
                        <a:ea typeface="Barlow Condensed"/>
                        <a:cs typeface="Barlow Condensed"/>
                        <a:sym typeface="Barlow Condensed"/>
                      </a:endParaRPr>
                    </a:p>
                  </a:txBody>
                  <a:tcPr marL="63500" marR="63500" marT="63500" marB="63500">
                    <a:solidFill>
                      <a:srgbClr val="D9EAD3"/>
                    </a:solidFill>
                  </a:tcPr>
                </a:tc>
                <a:tc>
                  <a:txBody>
                    <a:bodyPr/>
                    <a:lstStyle/>
                    <a:p>
                      <a:pPr marL="0" lvl="0" indent="0" algn="r" rtl="0">
                        <a:spcBef>
                          <a:spcPts val="0"/>
                        </a:spcBef>
                        <a:spcAft>
                          <a:spcPts val="0"/>
                        </a:spcAft>
                        <a:buNone/>
                      </a:pPr>
                      <a:endParaRPr sz="2400">
                        <a:latin typeface="Barlow Condensed"/>
                        <a:ea typeface="Barlow Condensed"/>
                        <a:cs typeface="Barlow Condensed"/>
                        <a:sym typeface="Barlow Condensed"/>
                      </a:endParaRPr>
                    </a:p>
                  </a:txBody>
                  <a:tcPr marL="63500" marR="63500" marT="63500" marB="63500">
                    <a:solidFill>
                      <a:srgbClr val="D9EAD3"/>
                    </a:solidFill>
                  </a:tcPr>
                </a:tc>
                <a:extLst>
                  <a:ext uri="{0D108BD9-81ED-4DB2-BD59-A6C34878D82A}">
                    <a16:rowId xmlns:a16="http://schemas.microsoft.com/office/drawing/2014/main" val="10001"/>
                  </a:ext>
                </a:extLst>
              </a:tr>
              <a:tr h="492750">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Medical Design Briefs</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375</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13 </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384</a:t>
                      </a:r>
                      <a:endParaRPr sz="2400">
                        <a:latin typeface="Barlow Condensed"/>
                        <a:ea typeface="Barlow Condensed"/>
                        <a:cs typeface="Barlow Condensed"/>
                        <a:sym typeface="Barlow Condensed"/>
                      </a:endParaRPr>
                    </a:p>
                  </a:txBody>
                  <a:tcPr marL="63500" marR="63500" marT="63500" marB="63500">
                    <a:solidFill>
                      <a:srgbClr val="D9EAD3"/>
                    </a:solidFill>
                  </a:tcPr>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17 (4.43%)</a:t>
                      </a:r>
                      <a:endParaRPr sz="2400">
                        <a:latin typeface="Barlow Condensed"/>
                        <a:ea typeface="Barlow Condensed"/>
                        <a:cs typeface="Barlow Condensed"/>
                        <a:sym typeface="Barlow Condensed"/>
                      </a:endParaRPr>
                    </a:p>
                  </a:txBody>
                  <a:tcPr marL="63500" marR="63500" marT="63500" marB="63500"/>
                </a:tc>
                <a:extLst>
                  <a:ext uri="{0D108BD9-81ED-4DB2-BD59-A6C34878D82A}">
                    <a16:rowId xmlns:a16="http://schemas.microsoft.com/office/drawing/2014/main" val="10002"/>
                  </a:ext>
                </a:extLst>
              </a:tr>
              <a:tr h="492750">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Surgical Products</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69</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17 </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344</a:t>
                      </a:r>
                      <a:endParaRPr sz="2400">
                        <a:latin typeface="Barlow Condensed"/>
                        <a:ea typeface="Barlow Condensed"/>
                        <a:cs typeface="Barlow Condensed"/>
                        <a:sym typeface="Barlow Condensed"/>
                      </a:endParaRPr>
                    </a:p>
                  </a:txBody>
                  <a:tcPr marL="63500" marR="63500" marT="63500" marB="63500">
                    <a:solidFill>
                      <a:srgbClr val="D9EAD3"/>
                    </a:solidFill>
                  </a:tcPr>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29 (8.43%)</a:t>
                      </a:r>
                      <a:endParaRPr sz="2400">
                        <a:latin typeface="Barlow Condensed"/>
                        <a:ea typeface="Barlow Condensed"/>
                        <a:cs typeface="Barlow Condensed"/>
                        <a:sym typeface="Barlow Condensed"/>
                      </a:endParaRPr>
                    </a:p>
                  </a:txBody>
                  <a:tcPr marL="63500" marR="63500" marT="63500" marB="63500"/>
                </a:tc>
                <a:extLst>
                  <a:ext uri="{0D108BD9-81ED-4DB2-BD59-A6C34878D82A}">
                    <a16:rowId xmlns:a16="http://schemas.microsoft.com/office/drawing/2014/main" val="10003"/>
                  </a:ext>
                </a:extLst>
              </a:tr>
              <a:tr h="492750">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FDA drugs</a:t>
                      </a:r>
                      <a:endParaRPr sz="2400">
                        <a:latin typeface="Barlow Condensed"/>
                        <a:ea typeface="Barlow Condensed"/>
                        <a:cs typeface="Barlow Condensed"/>
                        <a:sym typeface="Barlow Condensed"/>
                      </a:endParaRPr>
                    </a:p>
                  </a:txBody>
                  <a:tcPr marL="63500" marR="63500" marT="63500" marB="63500">
                    <a:solidFill>
                      <a:srgbClr val="FFF2CC"/>
                    </a:solidFill>
                  </a:tcPr>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723</a:t>
                      </a:r>
                      <a:endParaRPr sz="2400">
                        <a:latin typeface="Barlow Condensed"/>
                        <a:ea typeface="Barlow Condensed"/>
                        <a:cs typeface="Barlow Condensed"/>
                        <a:sym typeface="Barlow Condensed"/>
                      </a:endParaRPr>
                    </a:p>
                  </a:txBody>
                  <a:tcPr marL="63500" marR="63500" marT="63500" marB="63500">
                    <a:solidFill>
                      <a:srgbClr val="FFF2CC"/>
                    </a:solidFill>
                  </a:tcPr>
                </a:tc>
                <a:tc>
                  <a:txBody>
                    <a:bodyPr/>
                    <a:lstStyle/>
                    <a:p>
                      <a:pPr marL="0" lvl="0" indent="0" rtl="0">
                        <a:spcBef>
                          <a:spcPts val="0"/>
                        </a:spcBef>
                        <a:spcAft>
                          <a:spcPts val="0"/>
                        </a:spcAft>
                        <a:buNone/>
                      </a:pPr>
                      <a:endParaRPr sz="2400">
                        <a:latin typeface="Barlow Condensed"/>
                        <a:ea typeface="Barlow Condensed"/>
                        <a:cs typeface="Barlow Condensed"/>
                        <a:sym typeface="Barlow Condensed"/>
                      </a:endParaRPr>
                    </a:p>
                  </a:txBody>
                  <a:tcPr marL="63500" marR="63500" marT="63500" marB="63500">
                    <a:solidFill>
                      <a:srgbClr val="FFF2CC"/>
                    </a:solidFill>
                  </a:tcPr>
                </a:tc>
                <a:tc>
                  <a:txBody>
                    <a:bodyPr/>
                    <a:lstStyle/>
                    <a:p>
                      <a:pPr marL="0" lvl="0" indent="0" algn="r" rtl="0">
                        <a:spcBef>
                          <a:spcPts val="0"/>
                        </a:spcBef>
                        <a:spcAft>
                          <a:spcPts val="0"/>
                        </a:spcAft>
                        <a:buClr>
                          <a:schemeClr val="dk1"/>
                        </a:buClr>
                        <a:buSzPts val="1100"/>
                        <a:buFont typeface="Arial"/>
                        <a:buNone/>
                      </a:pPr>
                      <a:endParaRPr sz="2400">
                        <a:latin typeface="Barlow Condensed"/>
                        <a:ea typeface="Barlow Condensed"/>
                        <a:cs typeface="Barlow Condensed"/>
                        <a:sym typeface="Barlow Condensed"/>
                      </a:endParaRPr>
                    </a:p>
                  </a:txBody>
                  <a:tcPr marL="63500" marR="63500" marT="63500" marB="63500">
                    <a:solidFill>
                      <a:srgbClr val="FFF2CC"/>
                    </a:solidFill>
                  </a:tcPr>
                </a:tc>
                <a:tc>
                  <a:txBody>
                    <a:bodyPr/>
                    <a:lstStyle/>
                    <a:p>
                      <a:pPr marL="0" lvl="0" indent="0" algn="r" rtl="0">
                        <a:spcBef>
                          <a:spcPts val="0"/>
                        </a:spcBef>
                        <a:spcAft>
                          <a:spcPts val="0"/>
                        </a:spcAft>
                        <a:buNone/>
                      </a:pPr>
                      <a:endParaRPr sz="2400">
                        <a:latin typeface="Barlow Condensed"/>
                        <a:ea typeface="Barlow Condensed"/>
                        <a:cs typeface="Barlow Condensed"/>
                        <a:sym typeface="Barlow Condensed"/>
                      </a:endParaRPr>
                    </a:p>
                  </a:txBody>
                  <a:tcPr marL="63500" marR="63500" marT="63500" marB="63500">
                    <a:solidFill>
                      <a:srgbClr val="FFF2CC"/>
                    </a:solidFill>
                  </a:tcPr>
                </a:tc>
                <a:extLst>
                  <a:ext uri="{0D108BD9-81ED-4DB2-BD59-A6C34878D82A}">
                    <a16:rowId xmlns:a16="http://schemas.microsoft.com/office/drawing/2014/main" val="10004"/>
                  </a:ext>
                </a:extLst>
              </a:tr>
              <a:tr h="492750">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Pharmacy Times</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177</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68</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4,950</a:t>
                      </a:r>
                      <a:endParaRPr sz="2400">
                        <a:latin typeface="Barlow Condensed"/>
                        <a:ea typeface="Barlow Condensed"/>
                        <a:cs typeface="Barlow Condensed"/>
                        <a:sym typeface="Barlow Condensed"/>
                      </a:endParaRPr>
                    </a:p>
                  </a:txBody>
                  <a:tcPr marL="63500" marR="63500" marT="63500" marB="63500">
                    <a:solidFill>
                      <a:srgbClr val="FFF2CC"/>
                    </a:solidFill>
                  </a:tcPr>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249 (5.03%)</a:t>
                      </a:r>
                      <a:endParaRPr sz="2400">
                        <a:latin typeface="Barlow Condensed"/>
                        <a:ea typeface="Barlow Condensed"/>
                        <a:cs typeface="Barlow Condensed"/>
                        <a:sym typeface="Barlow Condensed"/>
                      </a:endParaRPr>
                    </a:p>
                  </a:txBody>
                  <a:tcPr marL="63500" marR="63500" marT="63500" marB="63500"/>
                </a:tc>
                <a:extLst>
                  <a:ext uri="{0D108BD9-81ED-4DB2-BD59-A6C34878D82A}">
                    <a16:rowId xmlns:a16="http://schemas.microsoft.com/office/drawing/2014/main" val="10005"/>
                  </a:ext>
                </a:extLst>
              </a:tr>
              <a:tr h="492750">
                <a:tc>
                  <a:txBody>
                    <a:bodyPr/>
                    <a:lstStyle/>
                    <a:p>
                      <a:pPr marL="0" lvl="0" indent="0" rtl="0">
                        <a:spcBef>
                          <a:spcPts val="0"/>
                        </a:spcBef>
                        <a:spcAft>
                          <a:spcPts val="0"/>
                        </a:spcAft>
                        <a:buNone/>
                      </a:pPr>
                      <a:r>
                        <a:rPr lang="en" sz="2400">
                          <a:latin typeface="Barlow Condensed"/>
                          <a:ea typeface="Barlow Condensed"/>
                          <a:cs typeface="Barlow Condensed"/>
                          <a:sym typeface="Barlow Condensed"/>
                        </a:rPr>
                        <a:t>Pharmacy Today</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103</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57 </a:t>
                      </a:r>
                      <a:endParaRPr sz="2400">
                        <a:latin typeface="Barlow Condensed"/>
                        <a:ea typeface="Barlow Condensed"/>
                        <a:cs typeface="Barlow Condensed"/>
                        <a:sym typeface="Barlow Condensed"/>
                      </a:endParaRPr>
                    </a:p>
                  </a:txBody>
                  <a:tcPr marL="63500" marR="63500" marT="63500" marB="63500"/>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6,328</a:t>
                      </a:r>
                      <a:endParaRPr sz="2400">
                        <a:latin typeface="Barlow Condensed"/>
                        <a:ea typeface="Barlow Condensed"/>
                        <a:cs typeface="Barlow Condensed"/>
                        <a:sym typeface="Barlow Condensed"/>
                      </a:endParaRPr>
                    </a:p>
                  </a:txBody>
                  <a:tcPr marL="63500" marR="63500" marT="63500" marB="63500">
                    <a:solidFill>
                      <a:srgbClr val="FFF2CC"/>
                    </a:solidFill>
                  </a:tcPr>
                </a:tc>
                <a:tc>
                  <a:txBody>
                    <a:bodyPr/>
                    <a:lstStyle/>
                    <a:p>
                      <a:pPr marL="0" lvl="0" indent="0" algn="r" rtl="0">
                        <a:spcBef>
                          <a:spcPts val="0"/>
                        </a:spcBef>
                        <a:spcAft>
                          <a:spcPts val="0"/>
                        </a:spcAft>
                        <a:buNone/>
                      </a:pPr>
                      <a:r>
                        <a:rPr lang="en" sz="2400">
                          <a:latin typeface="Barlow Condensed"/>
                          <a:ea typeface="Barlow Condensed"/>
                          <a:cs typeface="Barlow Condensed"/>
                          <a:sym typeface="Barlow Condensed"/>
                        </a:rPr>
                        <a:t>91 (1.44%)</a:t>
                      </a:r>
                      <a:endParaRPr sz="2400">
                        <a:latin typeface="Barlow Condensed"/>
                        <a:ea typeface="Barlow Condensed"/>
                        <a:cs typeface="Barlow Condensed"/>
                        <a:sym typeface="Barlow Condensed"/>
                      </a:endParaRPr>
                    </a:p>
                  </a:txBody>
                  <a:tcPr marL="63500" marR="63500" marT="63500" marB="63500"/>
                </a:tc>
                <a:extLst>
                  <a:ext uri="{0D108BD9-81ED-4DB2-BD59-A6C34878D82A}">
                    <a16:rowId xmlns:a16="http://schemas.microsoft.com/office/drawing/2014/main" val="10006"/>
                  </a:ext>
                </a:extLst>
              </a:tr>
            </a:tbl>
          </a:graphicData>
        </a:graphic>
      </p:graphicFrame>
      <p:sp>
        <p:nvSpPr>
          <p:cNvPr id="130" name="Google Shape;130;p25"/>
          <p:cNvSpPr txBox="1"/>
          <p:nvPr/>
        </p:nvSpPr>
        <p:spPr>
          <a:xfrm>
            <a:off x="22326200" y="22688325"/>
            <a:ext cx="9525000" cy="697800"/>
          </a:xfrm>
          <a:prstGeom prst="rect">
            <a:avLst/>
          </a:prstGeom>
          <a:noFill/>
          <a:ln>
            <a:noFill/>
          </a:ln>
        </p:spPr>
        <p:txBody>
          <a:bodyPr spcFirstLastPara="1" wrap="square" lIns="312475" tIns="156150" rIns="312475" bIns="156150" anchor="t" anchorCtr="0">
            <a:noAutofit/>
          </a:bodyPr>
          <a:lstStyle/>
          <a:p>
            <a:pPr marL="0" lvl="0" indent="0" rtl="0">
              <a:spcBef>
                <a:spcPts val="0"/>
              </a:spcBef>
              <a:spcAft>
                <a:spcPts val="0"/>
              </a:spcAft>
              <a:buNone/>
            </a:pPr>
            <a:r>
              <a:rPr lang="en" sz="3000" b="1">
                <a:solidFill>
                  <a:srgbClr val="141F22"/>
                </a:solidFill>
                <a:latin typeface="Barlow Condensed"/>
                <a:ea typeface="Barlow Condensed"/>
                <a:cs typeface="Barlow Condensed"/>
                <a:sym typeface="Barlow Condensed"/>
              </a:rPr>
              <a:t>Matching Companies in Data Sources</a:t>
            </a:r>
            <a:endParaRPr sz="3000">
              <a:solidFill>
                <a:srgbClr val="141F22"/>
              </a:solidFill>
              <a:latin typeface="Barlow Condensed"/>
              <a:ea typeface="Barlow Condensed"/>
              <a:cs typeface="Barlow Condensed"/>
              <a:sym typeface="Barlow Condensed"/>
            </a:endParaRPr>
          </a:p>
          <a:p>
            <a:pPr marL="914400" lvl="0" indent="0" rtl="0">
              <a:spcBef>
                <a:spcPts val="0"/>
              </a:spcBef>
              <a:spcAft>
                <a:spcPts val="0"/>
              </a:spcAft>
              <a:buNone/>
            </a:pPr>
            <a:endParaRPr sz="3000">
              <a:solidFill>
                <a:srgbClr val="141F22"/>
              </a:solidFill>
              <a:latin typeface="Barlow Condensed"/>
              <a:ea typeface="Barlow Condensed"/>
              <a:cs typeface="Barlow Condensed"/>
              <a:sym typeface="Barlow Condensed"/>
            </a:endParaRPr>
          </a:p>
        </p:txBody>
      </p:sp>
      <p:sp>
        <p:nvSpPr>
          <p:cNvPr id="131" name="Google Shape;131;p25"/>
          <p:cNvSpPr txBox="1"/>
          <p:nvPr/>
        </p:nvSpPr>
        <p:spPr>
          <a:xfrm>
            <a:off x="21945600" y="29658675"/>
            <a:ext cx="12817200" cy="697800"/>
          </a:xfrm>
          <a:prstGeom prst="rect">
            <a:avLst/>
          </a:prstGeom>
          <a:solidFill>
            <a:srgbClr val="C64600"/>
          </a:solidFill>
          <a:ln>
            <a:noFill/>
          </a:ln>
        </p:spPr>
        <p:txBody>
          <a:bodyPr spcFirstLastPara="1" wrap="square" lIns="318875" tIns="159350" rIns="318875" bIns="159350" anchor="ctr" anchorCtr="0">
            <a:noAutofit/>
          </a:bodyPr>
          <a:lstStyle/>
          <a:p>
            <a:pPr marL="0" lvl="0" indent="0" rtl="0">
              <a:spcBef>
                <a:spcPts val="0"/>
              </a:spcBef>
              <a:spcAft>
                <a:spcPts val="0"/>
              </a:spcAft>
              <a:buClr>
                <a:srgbClr val="000000"/>
              </a:buClr>
              <a:buFont typeface="Arial"/>
              <a:buNone/>
            </a:pPr>
            <a:r>
              <a:rPr lang="en" sz="4900" b="1">
                <a:solidFill>
                  <a:srgbClr val="FFFFFF"/>
                </a:solidFill>
                <a:latin typeface="Barlow Condensed"/>
                <a:ea typeface="Barlow Condensed"/>
                <a:cs typeface="Barlow Condensed"/>
                <a:sym typeface="Barlow Condensed"/>
              </a:rPr>
              <a:t> Next Steps</a:t>
            </a:r>
            <a:endParaRPr sz="4900" b="1">
              <a:solidFill>
                <a:srgbClr val="FFFFFF"/>
              </a:solidFill>
              <a:latin typeface="Barlow Condensed"/>
              <a:ea typeface="Barlow Condensed"/>
              <a:cs typeface="Barlow Condensed"/>
              <a:sym typeface="Barlow Condensed"/>
            </a:endParaRPr>
          </a:p>
        </p:txBody>
      </p:sp>
      <p:pic>
        <p:nvPicPr>
          <p:cNvPr id="132" name="Google Shape;132;p25"/>
          <p:cNvPicPr preferRelativeResize="0"/>
          <p:nvPr/>
        </p:nvPicPr>
        <p:blipFill>
          <a:blip r:embed="rId9">
            <a:alphaModFix/>
          </a:blip>
          <a:stretch>
            <a:fillRect/>
          </a:stretch>
        </p:blipFill>
        <p:spPr>
          <a:xfrm>
            <a:off x="1743600" y="31115325"/>
            <a:ext cx="8905875" cy="5648325"/>
          </a:xfrm>
          <a:prstGeom prst="rect">
            <a:avLst/>
          </a:prstGeom>
          <a:noFill/>
          <a:ln>
            <a:noFill/>
          </a:ln>
        </p:spPr>
      </p:pic>
      <p:sp>
        <p:nvSpPr>
          <p:cNvPr id="133" name="Google Shape;133;p25"/>
          <p:cNvSpPr txBox="1"/>
          <p:nvPr/>
        </p:nvSpPr>
        <p:spPr>
          <a:xfrm>
            <a:off x="13524275" y="22774150"/>
            <a:ext cx="5724600" cy="979200"/>
          </a:xfrm>
          <a:prstGeom prst="rect">
            <a:avLst/>
          </a:prstGeom>
          <a:solidFill>
            <a:schemeClr val="lt1"/>
          </a:solidFill>
          <a:ln>
            <a:noFill/>
          </a:ln>
        </p:spPr>
        <p:txBody>
          <a:bodyPr spcFirstLastPara="1" wrap="square" lIns="91425" tIns="91425" rIns="91425" bIns="91425" anchor="ctr" anchorCtr="0">
            <a:noAutofit/>
          </a:bodyPr>
          <a:lstStyle/>
          <a:p>
            <a:pPr marL="0" lvl="0" indent="0" rtl="0">
              <a:spcBef>
                <a:spcPts val="0"/>
              </a:spcBef>
              <a:spcAft>
                <a:spcPts val="0"/>
              </a:spcAft>
              <a:buNone/>
            </a:pPr>
            <a:r>
              <a:rPr lang="en" sz="2800">
                <a:solidFill>
                  <a:srgbClr val="141F22"/>
                </a:solidFill>
                <a:latin typeface="Barlow Condensed"/>
                <a:ea typeface="Barlow Condensed"/>
                <a:cs typeface="Barlow Condensed"/>
                <a:sym typeface="Barlow Condensed"/>
              </a:rPr>
              <a:t>Top published companies by trade journal</a:t>
            </a:r>
            <a:endParaRPr sz="2800">
              <a:latin typeface="Barlow Condensed"/>
              <a:ea typeface="Barlow Condensed"/>
              <a:cs typeface="Barlow Condensed"/>
              <a:sym typeface="Barlow Condensed"/>
            </a:endParaRPr>
          </a:p>
        </p:txBody>
      </p:sp>
      <p:sp>
        <p:nvSpPr>
          <p:cNvPr id="134" name="Google Shape;134;p25"/>
          <p:cNvSpPr txBox="1"/>
          <p:nvPr/>
        </p:nvSpPr>
        <p:spPr>
          <a:xfrm>
            <a:off x="21884425" y="30379250"/>
            <a:ext cx="12990900" cy="3851100"/>
          </a:xfrm>
          <a:prstGeom prst="rect">
            <a:avLst/>
          </a:prstGeom>
          <a:noFill/>
          <a:ln>
            <a:noFill/>
          </a:ln>
        </p:spPr>
        <p:txBody>
          <a:bodyPr spcFirstLastPara="1" wrap="square" lIns="318875" tIns="159350" rIns="318875" bIns="159350" anchor="t" anchorCtr="0">
            <a:noAutofit/>
          </a:bodyPr>
          <a:lstStyle/>
          <a:p>
            <a:pPr marL="457200" marR="0" lvl="0" indent="-406400" algn="l" rtl="0">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Obtain product approval counts by submission and supplement types as some of these types (e.g., location change) will not count as innovation, hence may not be announced in the trade journals.</a:t>
            </a:r>
            <a:endParaRPr sz="2800">
              <a:solidFill>
                <a:srgbClr val="141F22"/>
              </a:solidFill>
              <a:latin typeface="Barlow Condensed"/>
              <a:ea typeface="Barlow Condensed"/>
              <a:cs typeface="Barlow Condensed"/>
              <a:sym typeface="Barlow Condensed"/>
            </a:endParaRPr>
          </a:p>
          <a:p>
            <a:pPr marL="457200" marR="0" lvl="0" indent="-406400" algn="l" rtl="0">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Match </a:t>
            </a:r>
            <a:r>
              <a:rPr lang="en" sz="2800" i="1">
                <a:solidFill>
                  <a:srgbClr val="141F22"/>
                </a:solidFill>
                <a:latin typeface="Barlow Condensed"/>
                <a:ea typeface="Barlow Condensed"/>
                <a:cs typeface="Barlow Condensed"/>
                <a:sym typeface="Barlow Condensed"/>
              </a:rPr>
              <a:t>at the product level </a:t>
            </a:r>
            <a:r>
              <a:rPr lang="en" sz="2800">
                <a:solidFill>
                  <a:srgbClr val="141F22"/>
                </a:solidFill>
                <a:latin typeface="Barlow Condensed"/>
                <a:ea typeface="Barlow Condensed"/>
                <a:cs typeface="Barlow Condensed"/>
                <a:sym typeface="Barlow Condensed"/>
              </a:rPr>
              <a:t>and and aggregate by company and industry</a:t>
            </a:r>
            <a:endParaRPr sz="2800">
              <a:solidFill>
                <a:srgbClr val="141F22"/>
              </a:solidFill>
              <a:latin typeface="Barlow Condensed"/>
              <a:ea typeface="Barlow Condensed"/>
              <a:cs typeface="Barlow Condensed"/>
              <a:sym typeface="Barlow Condensed"/>
            </a:endParaRPr>
          </a:p>
          <a:p>
            <a:pPr marL="457200" marR="0" lvl="0" indent="-406400" algn="l" rtl="0">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Develop more advanced methods for company name standardization and acquire new data sources for more specific information on industry and companies (e.g., subsidiaries, revenue, size)</a:t>
            </a:r>
            <a:endParaRPr sz="2800">
              <a:solidFill>
                <a:srgbClr val="141F22"/>
              </a:solidFill>
              <a:latin typeface="Barlow Condensed"/>
              <a:ea typeface="Barlow Condensed"/>
              <a:cs typeface="Barlow Condensed"/>
              <a:sym typeface="Barlow Condensed"/>
            </a:endParaRPr>
          </a:p>
          <a:p>
            <a:pPr marL="457200" marR="0" lvl="0" indent="-406400" algn="l" rtl="0">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Identify additional trade journals from the literature and based on the industry experts’ uses</a:t>
            </a:r>
            <a:endParaRPr sz="2800">
              <a:solidFill>
                <a:srgbClr val="141F22"/>
              </a:solidFill>
              <a:latin typeface="Barlow Condensed"/>
              <a:ea typeface="Barlow Condensed"/>
              <a:cs typeface="Barlow Condensed"/>
              <a:sym typeface="Barlow Condensed"/>
            </a:endParaRPr>
          </a:p>
          <a:p>
            <a:pPr marL="457200" marR="0" lvl="0" indent="-406400" algn="l" rtl="0">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Introduce additional data sources: SEC filings, press releases from company websites</a:t>
            </a:r>
            <a:endParaRPr sz="2800">
              <a:solidFill>
                <a:srgbClr val="141F22"/>
              </a:solidFill>
              <a:latin typeface="Barlow Condensed"/>
              <a:ea typeface="Barlow Condensed"/>
              <a:cs typeface="Barlow Condensed"/>
              <a:sym typeface="Barlow Condensed"/>
            </a:endParaRPr>
          </a:p>
          <a:p>
            <a:pPr marL="457200" marR="0" lvl="0" indent="-406400" algn="l" rtl="0">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Extend the methods to other industries (e.g., automotive, technology)</a:t>
            </a:r>
            <a:endParaRPr sz="2800">
              <a:solidFill>
                <a:srgbClr val="141F22"/>
              </a:solidFill>
              <a:latin typeface="Barlow Condensed"/>
              <a:ea typeface="Barlow Condensed"/>
              <a:cs typeface="Barlow Condensed"/>
              <a:sym typeface="Barlow Condensed"/>
            </a:endParaRPr>
          </a:p>
        </p:txBody>
      </p:sp>
      <p:sp>
        <p:nvSpPr>
          <p:cNvPr id="135" name="Google Shape;135;p25"/>
          <p:cNvSpPr txBox="1"/>
          <p:nvPr/>
        </p:nvSpPr>
        <p:spPr>
          <a:xfrm>
            <a:off x="22534925" y="23098063"/>
            <a:ext cx="9825900" cy="837000"/>
          </a:xfrm>
          <a:prstGeom prst="rect">
            <a:avLst/>
          </a:prstGeom>
          <a:noFill/>
          <a:ln>
            <a:noFill/>
          </a:ln>
        </p:spPr>
        <p:txBody>
          <a:bodyPr spcFirstLastPara="1" wrap="square" lIns="91425" tIns="91425" rIns="91425" bIns="91425" anchor="ctr" anchorCtr="0">
            <a:noAutofit/>
          </a:bodyPr>
          <a:lstStyle/>
          <a:p>
            <a:pPr marL="0" lvl="0" indent="0" rtl="0">
              <a:lnSpc>
                <a:spcPct val="115000"/>
              </a:lnSpc>
              <a:spcBef>
                <a:spcPts val="1800"/>
              </a:spcBef>
              <a:spcAft>
                <a:spcPts val="600"/>
              </a:spcAft>
              <a:buClr>
                <a:schemeClr val="dk1"/>
              </a:buClr>
              <a:buSzPts val="1100"/>
              <a:buFont typeface="Arial"/>
              <a:buNone/>
            </a:pPr>
            <a:r>
              <a:rPr lang="en" sz="2800">
                <a:solidFill>
                  <a:srgbClr val="141F22"/>
                </a:solidFill>
                <a:latin typeface="Barlow Condensed"/>
                <a:ea typeface="Barlow Condensed"/>
                <a:cs typeface="Barlow Condensed"/>
                <a:sym typeface="Barlow Condensed"/>
              </a:rPr>
              <a:t>Number of unique companies in each data source (2013-2015)</a:t>
            </a:r>
            <a:endParaRPr sz="2800">
              <a:latin typeface="Barlow Condensed"/>
              <a:ea typeface="Barlow Condensed"/>
              <a:cs typeface="Barlow Condensed"/>
              <a:sym typeface="Barlow Condensed"/>
            </a:endParaRPr>
          </a:p>
        </p:txBody>
      </p:sp>
      <p:sp>
        <p:nvSpPr>
          <p:cNvPr id="136" name="Google Shape;136;p25"/>
          <p:cNvSpPr txBox="1"/>
          <p:nvPr/>
        </p:nvSpPr>
        <p:spPr>
          <a:xfrm>
            <a:off x="22443950" y="28446650"/>
            <a:ext cx="11998500" cy="837000"/>
          </a:xfrm>
          <a:prstGeom prst="rect">
            <a:avLst/>
          </a:prstGeom>
          <a:noFill/>
          <a:ln>
            <a:noFill/>
          </a:ln>
        </p:spPr>
        <p:txBody>
          <a:bodyPr spcFirstLastPara="1" wrap="square" lIns="91425" tIns="91425" rIns="91425" bIns="91425" anchor="ctr" anchorCtr="0">
            <a:noAutofit/>
          </a:bodyPr>
          <a:lstStyle/>
          <a:p>
            <a:pPr marL="0" lvl="0" indent="0" rtl="0">
              <a:lnSpc>
                <a:spcPct val="100000"/>
              </a:lnSpc>
              <a:spcBef>
                <a:spcPts val="1800"/>
              </a:spcBef>
              <a:spcAft>
                <a:spcPts val="600"/>
              </a:spcAft>
              <a:buNone/>
            </a:pPr>
            <a:r>
              <a:rPr lang="en" sz="2800">
                <a:solidFill>
                  <a:srgbClr val="141F22"/>
                </a:solidFill>
                <a:latin typeface="Barlow Condensed"/>
                <a:ea typeface="Barlow Condensed"/>
                <a:cs typeface="Barlow Condensed"/>
                <a:sym typeface="Barlow Condensed"/>
              </a:rPr>
              <a:t>We have identified the above company matches across these data sources. The goal is to identify new product announcements that are covered in trade journals in the FDA drug and medical device approval databases.</a:t>
            </a:r>
            <a:endParaRPr sz="2800">
              <a:latin typeface="Barlow Condensed"/>
              <a:ea typeface="Barlow Condensed"/>
              <a:cs typeface="Barlow Condensed"/>
              <a:sym typeface="Barlow Condensed"/>
            </a:endParaRPr>
          </a:p>
        </p:txBody>
      </p:sp>
      <p:pic>
        <p:nvPicPr>
          <p:cNvPr id="137" name="Google Shape;137;p25"/>
          <p:cNvPicPr preferRelativeResize="0"/>
          <p:nvPr/>
        </p:nvPicPr>
        <p:blipFill>
          <a:blip r:embed="rId10">
            <a:alphaModFix/>
          </a:blip>
          <a:stretch>
            <a:fillRect/>
          </a:stretch>
        </p:blipFill>
        <p:spPr>
          <a:xfrm>
            <a:off x="1819813" y="24410550"/>
            <a:ext cx="8905877" cy="5009545"/>
          </a:xfrm>
          <a:prstGeom prst="rect">
            <a:avLst/>
          </a:prstGeom>
          <a:noFill/>
          <a:ln>
            <a:noFill/>
          </a:ln>
        </p:spPr>
      </p:pic>
      <p:pic>
        <p:nvPicPr>
          <p:cNvPr id="138" name="Google Shape;138;p25"/>
          <p:cNvPicPr preferRelativeResize="0"/>
          <p:nvPr/>
        </p:nvPicPr>
        <p:blipFill>
          <a:blip r:embed="rId11">
            <a:alphaModFix/>
          </a:blip>
          <a:stretch>
            <a:fillRect/>
          </a:stretch>
        </p:blipFill>
        <p:spPr>
          <a:xfrm>
            <a:off x="12896975" y="11381600"/>
            <a:ext cx="21998799" cy="5648325"/>
          </a:xfrm>
          <a:prstGeom prst="rect">
            <a:avLst/>
          </a:prstGeom>
          <a:noFill/>
          <a:ln>
            <a:noFill/>
          </a:ln>
        </p:spPr>
      </p:pic>
      <p:pic>
        <p:nvPicPr>
          <p:cNvPr id="139" name="Google Shape;139;p25"/>
          <p:cNvPicPr preferRelativeResize="0"/>
          <p:nvPr/>
        </p:nvPicPr>
        <p:blipFill>
          <a:blip r:embed="rId12">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E59345FC-7D19-481A-A055-99153277746E}"/>
</file>

<file path=customXml/itemProps2.xml><?xml version="1.0" encoding="utf-8"?>
<ds:datastoreItem xmlns:ds="http://schemas.openxmlformats.org/officeDocument/2006/customXml" ds:itemID="{3F9D7E8E-D3FE-45A5-BB9E-10315A759ECF}"/>
</file>

<file path=customXml/itemProps3.xml><?xml version="1.0" encoding="utf-8"?>
<ds:datastoreItem xmlns:ds="http://schemas.openxmlformats.org/officeDocument/2006/customXml" ds:itemID="{959144A4-D6E6-42A7-8EA7-5A002DF47A2C}"/>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Slides>
  <Notes>1</Notes>
  <HiddenSlides>0</HiddenSlides>
  <ScaleCrop>false</ScaleCrop>
  <HeadingPairs>
    <vt:vector size="4" baseType="variant">
      <vt:variant>
        <vt:lpstr>Theme</vt:lpstr>
      </vt:variant>
      <vt:variant>
        <vt:i4>2</vt:i4>
      </vt:variant>
      <vt:variant>
        <vt:lpstr>Slide Titles</vt:lpstr>
      </vt:variant>
      <vt:variant>
        <vt:i4>1</vt:i4>
      </vt:variant>
    </vt:vector>
  </HeadingPairs>
  <TitlesOfParts>
    <vt:vector size="3" baseType="lpstr">
      <vt:lpstr>Simple Light</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revision>2</cp:revision>
  <dcterms:modified xsi:type="dcterms:W3CDTF">2019-02-12T19:35:20Z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
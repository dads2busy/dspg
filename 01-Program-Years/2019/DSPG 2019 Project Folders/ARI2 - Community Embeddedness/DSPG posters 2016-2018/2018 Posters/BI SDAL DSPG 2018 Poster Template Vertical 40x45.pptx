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2" Type="http://schemas.openxmlformats.org/officeDocument/2006/relationships/custom-properties" Target="docProps/custom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41148000" cx="36576000"/>
  <p:notesSz cx="6858000" cy="9144000"/>
  <p:embeddedFontLst>
    <p:embeddedFont>
      <p:font typeface="Barlow Condensed Medium"/>
      <p:regular r:id="rId7"/>
      <p:bold r:id="rId8"/>
      <p:italic r:id="rId9"/>
      <p:boldItalic r:id="rId10"/>
    </p:embeddedFont>
    <p:embeddedFont>
      <p:font typeface="Barlow Condensed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2960">
          <p15:clr>
            <a:srgbClr val="A4A3A4"/>
          </p15:clr>
        </p15:guide>
        <p15:guide id="2" pos="115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2960" orient="horz"/>
        <p:guide pos="11520"/>
      </p:guideLst>
    </p:cSldViewPr>
  </p:slideViewPr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BarlowCondensed-italic.fntdata"/><Relationship Id="rId8" Type="http://schemas.openxmlformats.org/officeDocument/2006/relationships/font" Target="fonts/BarlowCondensedMedium-bold.fntdata"/><Relationship Id="rId3" Type="http://schemas.openxmlformats.org/officeDocument/2006/relationships/presProps" Target="presProps.xml"/><Relationship Id="rId12" Type="http://schemas.openxmlformats.org/officeDocument/2006/relationships/font" Target="fonts/BarlowCondensed-bold.fntdata"/><Relationship Id="rId7" Type="http://schemas.openxmlformats.org/officeDocument/2006/relationships/font" Target="fonts/BarlowCondensedMedium-regular.fntdata"/><Relationship Id="rId17" Type="http://schemas.openxmlformats.org/officeDocument/2006/relationships/customXml" Target="../customXml/item3.xml"/><Relationship Id="rId2" Type="http://schemas.openxmlformats.org/officeDocument/2006/relationships/viewProps" Target="viewProps.xml"/><Relationship Id="rId16" Type="http://schemas.openxmlformats.org/officeDocument/2006/relationships/customXml" Target="../customXml/item2.xml"/><Relationship Id="rId11" Type="http://schemas.openxmlformats.org/officeDocument/2006/relationships/font" Target="fonts/BarlowCondensed-regular.fntdata"/><Relationship Id="rId1" Type="http://schemas.openxmlformats.org/officeDocument/2006/relationships/theme" Target="theme/theme2.xml"/><Relationship Id="rId6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15" Type="http://schemas.openxmlformats.org/officeDocument/2006/relationships/customXml" Target="../customXml/item1.xml"/><Relationship Id="rId10" Type="http://schemas.openxmlformats.org/officeDocument/2006/relationships/font" Target="fonts/BarlowCondensedMedium-boldItalic.fntdata"/><Relationship Id="rId4" Type="http://schemas.openxmlformats.org/officeDocument/2006/relationships/slideMaster" Target="slideMasters/slideMaster1.xml"/><Relationship Id="rId9" Type="http://schemas.openxmlformats.org/officeDocument/2006/relationships/font" Target="fonts/BarlowCondensedMedium-italic.fntdata"/><Relationship Id="rId14" Type="http://schemas.openxmlformats.org/officeDocument/2006/relationships/font" Target="fonts/BarlowCondensed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905337" y="685800"/>
            <a:ext cx="304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:notes"/>
          <p:cNvSpPr/>
          <p:nvPr>
            <p:ph idx="2" type="sldImg"/>
          </p:nvPr>
        </p:nvSpPr>
        <p:spPr>
          <a:xfrm>
            <a:off x="1905337" y="685800"/>
            <a:ext cx="304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GENERAL RULES TO FOLLOW:</a:t>
            </a:r>
            <a:endParaRPr b="1"/>
          </a:p>
          <a:p>
            <a: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AutoNum type="arabicParenR"/>
            </a:pPr>
            <a:r>
              <a:rPr b="1" lang="en"/>
              <a:t>Stay in Google Slides</a:t>
            </a:r>
            <a:r>
              <a:rPr lang="en"/>
              <a:t> to work on your poster because it: </a:t>
            </a:r>
            <a:endParaRPr/>
          </a:p>
          <a:p>
            <a: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AutoNum type="alphaLcParenR"/>
            </a:pPr>
            <a:r>
              <a:rPr lang="en">
                <a:solidFill>
                  <a:schemeClr val="dk1"/>
                </a:solidFill>
              </a:rPr>
              <a:t>p</a:t>
            </a:r>
            <a:r>
              <a:rPr lang="en">
                <a:solidFill>
                  <a:schemeClr val="dk1"/>
                </a:solidFill>
              </a:rPr>
              <a:t>rovides a template with all the </a:t>
            </a:r>
            <a:r>
              <a:rPr b="1" lang="en">
                <a:solidFill>
                  <a:schemeClr val="dk1"/>
                </a:solidFill>
              </a:rPr>
              <a:t>approved</a:t>
            </a:r>
            <a:r>
              <a:rPr lang="en">
                <a:solidFill>
                  <a:schemeClr val="dk1"/>
                </a:solidFill>
              </a:rPr>
              <a:t> branding including colors, fonts, and logo placement/usage;</a:t>
            </a:r>
            <a:endParaRPr/>
          </a:p>
          <a:p>
            <a: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AutoNum type="alphaLcParenR"/>
            </a:pPr>
            <a:r>
              <a:rPr lang="en"/>
              <a:t>allows you to </a:t>
            </a:r>
            <a:r>
              <a:rPr b="1" lang="en"/>
              <a:t>collaborate</a:t>
            </a:r>
            <a:r>
              <a:rPr lang="en"/>
              <a:t> with others;</a:t>
            </a:r>
            <a:endParaRPr/>
          </a:p>
          <a:p>
            <a: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AutoNum type="alphaLcParenR"/>
            </a:pPr>
            <a:r>
              <a:rPr lang="en"/>
              <a:t>helps you to </a:t>
            </a:r>
            <a:r>
              <a:rPr b="1" lang="en"/>
              <a:t>communicate</a:t>
            </a:r>
            <a:r>
              <a:rPr lang="en"/>
              <a:t> with your fellow researchers, lab./dept., and creative services;</a:t>
            </a:r>
            <a:endParaRPr/>
          </a:p>
          <a:p>
            <a: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AutoNum type="arabicParenR"/>
            </a:pPr>
            <a:r>
              <a:rPr b="1" lang="en"/>
              <a:t>Editing</a:t>
            </a:r>
            <a:r>
              <a:rPr lang="en"/>
              <a:t> this file:</a:t>
            </a:r>
            <a:endParaRPr/>
          </a:p>
          <a:p>
            <a: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AutoNum type="alphaLcParenR"/>
            </a:pPr>
            <a:r>
              <a:t/>
            </a:r>
            <a:endParaRPr/>
          </a:p>
          <a:p>
            <a:pPr indent="-298450" lvl="0" marL="457200">
              <a:spcBef>
                <a:spcPts val="0"/>
              </a:spcBef>
              <a:spcAft>
                <a:spcPts val="0"/>
              </a:spcAft>
              <a:buSzPts val="1100"/>
              <a:buAutoNum type="arabicParenR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"/>
          <p:cNvSpPr txBox="1"/>
          <p:nvPr>
            <p:ph type="ctrTitle"/>
          </p:nvPr>
        </p:nvSpPr>
        <p:spPr>
          <a:xfrm>
            <a:off x="1246833" y="5956600"/>
            <a:ext cx="34082400" cy="16420200"/>
          </a:xfrm>
          <a:prstGeom prst="rect">
            <a:avLst/>
          </a:prstGeom>
          <a:noFill/>
          <a:ln>
            <a:noFill/>
          </a:ln>
        </p:spPr>
        <p:txBody>
          <a:bodyPr anchorCtr="0" anchor="b" bIns="519950" lIns="519950" spcFirstLastPara="1" rIns="519950" wrap="square" tIns="519950"/>
          <a:lstStyle>
            <a:lvl1pPr lvl="0" algn="ctr">
              <a:spcBef>
                <a:spcPts val="0"/>
              </a:spcBef>
              <a:spcAft>
                <a:spcPts val="0"/>
              </a:spcAft>
              <a:buSzPts val="29500"/>
              <a:buChar char="●"/>
              <a:defRPr sz="29500"/>
            </a:lvl1pPr>
            <a:lvl2pPr lvl="1" algn="ctr">
              <a:spcBef>
                <a:spcPts val="0"/>
              </a:spcBef>
              <a:spcAft>
                <a:spcPts val="0"/>
              </a:spcAft>
              <a:buSzPts val="29500"/>
              <a:buChar char="○"/>
              <a:defRPr sz="29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9500"/>
              <a:buChar char="■"/>
              <a:defRPr sz="29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9500"/>
              <a:buChar char="●"/>
              <a:defRPr sz="29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9500"/>
              <a:buChar char="○"/>
              <a:defRPr sz="29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9500"/>
              <a:buChar char="■"/>
              <a:defRPr sz="29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9500"/>
              <a:buChar char="●"/>
              <a:defRPr sz="29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9500"/>
              <a:buChar char="○"/>
              <a:defRPr sz="29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9500"/>
              <a:buChar char="■"/>
              <a:defRPr sz="29500"/>
            </a:lvl9pPr>
          </a:lstStyle>
          <a:p/>
        </p:txBody>
      </p:sp>
      <p:sp>
        <p:nvSpPr>
          <p:cNvPr id="8" name="Google Shape;8;p2"/>
          <p:cNvSpPr txBox="1"/>
          <p:nvPr>
            <p:ph idx="1" type="subTitle"/>
          </p:nvPr>
        </p:nvSpPr>
        <p:spPr>
          <a:xfrm>
            <a:off x="1246800" y="22673000"/>
            <a:ext cx="34082400" cy="63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9pPr>
          </a:lstStyle>
          <a:p/>
        </p:txBody>
      </p:sp>
      <p:sp>
        <p:nvSpPr>
          <p:cNvPr id="9" name="Google Shape;9;p2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title"/>
          </p:nvPr>
        </p:nvSpPr>
        <p:spPr>
          <a:xfrm>
            <a:off x="1246800" y="17206800"/>
            <a:ext cx="34082400" cy="67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lvl="0" algn="ctr">
              <a:spcBef>
                <a:spcPts val="0"/>
              </a:spcBef>
              <a:spcAft>
                <a:spcPts val="0"/>
              </a:spcAft>
              <a:buSzPts val="20500"/>
              <a:buChar char="●"/>
              <a:defRPr sz="20500"/>
            </a:lvl1pPr>
            <a:lvl2pPr lvl="1" algn="ctr">
              <a:spcBef>
                <a:spcPts val="0"/>
              </a:spcBef>
              <a:spcAft>
                <a:spcPts val="0"/>
              </a:spcAft>
              <a:buSzPts val="20500"/>
              <a:buChar char="○"/>
              <a:defRPr sz="20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0500"/>
              <a:buChar char="■"/>
              <a:defRPr sz="20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0500"/>
              <a:buChar char="●"/>
              <a:defRPr sz="20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0500"/>
              <a:buChar char="○"/>
              <a:defRPr sz="20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0500"/>
              <a:buChar char="■"/>
              <a:defRPr sz="20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0500"/>
              <a:buChar char="●"/>
              <a:defRPr sz="20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0500"/>
              <a:buChar char="○"/>
              <a:defRPr sz="20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0500"/>
              <a:buChar char="■"/>
              <a:defRPr sz="20500"/>
            </a:lvl9pPr>
          </a:lstStyle>
          <a:p/>
        </p:txBody>
      </p:sp>
      <p:sp>
        <p:nvSpPr>
          <p:cNvPr id="12" name="Google Shape;12;p3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/>
          <p:nvPr>
            <p:ph type="title"/>
          </p:nvPr>
        </p:nvSpPr>
        <p:spPr>
          <a:xfrm>
            <a:off x="1246800" y="3560200"/>
            <a:ext cx="34082400" cy="45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lvl="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1pPr>
            <a:lvl2pPr lvl="1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2pPr>
            <a:lvl3pPr lvl="2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3pPr>
            <a:lvl4pPr lvl="3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4pPr>
            <a:lvl5pPr lvl="4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5pPr>
            <a:lvl6pPr lvl="5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6pPr>
            <a:lvl7pPr lvl="6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7pPr>
            <a:lvl8pPr lvl="7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8pPr>
            <a:lvl9pPr lvl="8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9pPr>
          </a:lstStyle>
          <a:p/>
        </p:txBody>
      </p:sp>
      <p:sp>
        <p:nvSpPr>
          <p:cNvPr id="15" name="Google Shape;15;p4"/>
          <p:cNvSpPr txBox="1"/>
          <p:nvPr>
            <p:ph idx="1" type="body"/>
          </p:nvPr>
        </p:nvSpPr>
        <p:spPr>
          <a:xfrm>
            <a:off x="1246800" y="9219800"/>
            <a:ext cx="34082400" cy="273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indent="-742950" lvl="0" marL="45720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1pPr>
            <a:lvl2pPr indent="-742950" lvl="1" marL="914400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2pPr>
            <a:lvl3pPr indent="-742950" lvl="2" marL="1371600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3pPr>
            <a:lvl4pPr indent="-742950" lvl="3" marL="182880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4pPr>
            <a:lvl5pPr indent="-742950" lvl="4" marL="2286000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5pPr>
            <a:lvl6pPr indent="-742950" lvl="5" marL="2743200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6pPr>
            <a:lvl7pPr indent="-742950" lvl="6" marL="320040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7pPr>
            <a:lvl8pPr indent="-742950" lvl="7" marL="3657600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8pPr>
            <a:lvl9pPr indent="-742950" lvl="8" marL="4114800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1246800" y="3560200"/>
            <a:ext cx="34082400" cy="45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lvl="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1pPr>
            <a:lvl2pPr lvl="1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2pPr>
            <a:lvl3pPr lvl="2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3pPr>
            <a:lvl4pPr lvl="3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4pPr>
            <a:lvl5pPr lvl="4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5pPr>
            <a:lvl6pPr lvl="5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6pPr>
            <a:lvl7pPr lvl="6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7pPr>
            <a:lvl8pPr lvl="7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8pPr>
            <a:lvl9pPr lvl="8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1246800" y="9219800"/>
            <a:ext cx="15999600" cy="273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indent="-742950" lvl="0" marL="45720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1pPr>
            <a:lvl2pPr indent="-660400" lvl="1" marL="9144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2pPr>
            <a:lvl3pPr indent="-660400" lvl="2" marL="13716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3pPr>
            <a:lvl4pPr indent="-660400" lvl="3" marL="1828800">
              <a:spcBef>
                <a:spcPts val="0"/>
              </a:spcBef>
              <a:spcAft>
                <a:spcPts val="0"/>
              </a:spcAft>
              <a:buSzPts val="6800"/>
              <a:buChar char="●"/>
              <a:defRPr sz="6800"/>
            </a:lvl4pPr>
            <a:lvl5pPr indent="-660400" lvl="4" marL="22860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5pPr>
            <a:lvl6pPr indent="-660400" lvl="5" marL="27432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6pPr>
            <a:lvl7pPr indent="-660400" lvl="6" marL="3200400">
              <a:spcBef>
                <a:spcPts val="0"/>
              </a:spcBef>
              <a:spcAft>
                <a:spcPts val="0"/>
              </a:spcAft>
              <a:buSzPts val="6800"/>
              <a:buChar char="●"/>
              <a:defRPr sz="6800"/>
            </a:lvl7pPr>
            <a:lvl8pPr indent="-660400" lvl="7" marL="36576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8pPr>
            <a:lvl9pPr indent="-660400" lvl="8" marL="41148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9pPr>
          </a:lstStyle>
          <a:p/>
        </p:txBody>
      </p:sp>
      <p:sp>
        <p:nvSpPr>
          <p:cNvPr id="20" name="Google Shape;20;p5"/>
          <p:cNvSpPr txBox="1"/>
          <p:nvPr>
            <p:ph idx="2" type="body"/>
          </p:nvPr>
        </p:nvSpPr>
        <p:spPr>
          <a:xfrm>
            <a:off x="19329600" y="9219800"/>
            <a:ext cx="15999600" cy="273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indent="-742950" lvl="0" marL="45720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1pPr>
            <a:lvl2pPr indent="-660400" lvl="1" marL="9144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2pPr>
            <a:lvl3pPr indent="-660400" lvl="2" marL="13716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3pPr>
            <a:lvl4pPr indent="-660400" lvl="3" marL="1828800">
              <a:spcBef>
                <a:spcPts val="0"/>
              </a:spcBef>
              <a:spcAft>
                <a:spcPts val="0"/>
              </a:spcAft>
              <a:buSzPts val="6800"/>
              <a:buChar char="●"/>
              <a:defRPr sz="6800"/>
            </a:lvl4pPr>
            <a:lvl5pPr indent="-660400" lvl="4" marL="22860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5pPr>
            <a:lvl6pPr indent="-660400" lvl="5" marL="27432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6pPr>
            <a:lvl7pPr indent="-660400" lvl="6" marL="3200400">
              <a:spcBef>
                <a:spcPts val="0"/>
              </a:spcBef>
              <a:spcAft>
                <a:spcPts val="0"/>
              </a:spcAft>
              <a:buSzPts val="6800"/>
              <a:buChar char="●"/>
              <a:defRPr sz="6800"/>
            </a:lvl7pPr>
            <a:lvl8pPr indent="-660400" lvl="7" marL="36576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8pPr>
            <a:lvl9pPr indent="-660400" lvl="8" marL="41148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1246800" y="3560200"/>
            <a:ext cx="34082400" cy="45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lvl="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1pPr>
            <a:lvl2pPr lvl="1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2pPr>
            <a:lvl3pPr lvl="2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3pPr>
            <a:lvl4pPr lvl="3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4pPr>
            <a:lvl5pPr lvl="4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5pPr>
            <a:lvl6pPr lvl="5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6pPr>
            <a:lvl7pPr lvl="6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7pPr>
            <a:lvl8pPr lvl="7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8pPr>
            <a:lvl9pPr lvl="8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9pPr>
          </a:lstStyle>
          <a:p/>
        </p:txBody>
      </p:sp>
      <p:sp>
        <p:nvSpPr>
          <p:cNvPr id="24" name="Google Shape;24;p6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/>
          <p:nvPr>
            <p:ph type="title"/>
          </p:nvPr>
        </p:nvSpPr>
        <p:spPr>
          <a:xfrm>
            <a:off x="1246800" y="4444800"/>
            <a:ext cx="11232000" cy="6045900"/>
          </a:xfrm>
          <a:prstGeom prst="rect">
            <a:avLst/>
          </a:prstGeom>
          <a:noFill/>
          <a:ln>
            <a:noFill/>
          </a:ln>
        </p:spPr>
        <p:txBody>
          <a:bodyPr anchorCtr="0" anchor="b" bIns="519950" lIns="519950" spcFirstLastPara="1" rIns="519950" wrap="square" tIns="519950"/>
          <a:lstStyle>
            <a:lvl1pPr lvl="0">
              <a:spcBef>
                <a:spcPts val="0"/>
              </a:spcBef>
              <a:spcAft>
                <a:spcPts val="0"/>
              </a:spcAft>
              <a:buSzPts val="13600"/>
              <a:buChar char="●"/>
              <a:defRPr sz="13600"/>
            </a:lvl1pPr>
            <a:lvl2pPr lvl="1">
              <a:spcBef>
                <a:spcPts val="0"/>
              </a:spcBef>
              <a:spcAft>
                <a:spcPts val="0"/>
              </a:spcAft>
              <a:buSzPts val="13600"/>
              <a:buChar char="○"/>
              <a:defRPr sz="13600"/>
            </a:lvl2pPr>
            <a:lvl3pPr lvl="2">
              <a:spcBef>
                <a:spcPts val="0"/>
              </a:spcBef>
              <a:spcAft>
                <a:spcPts val="0"/>
              </a:spcAft>
              <a:buSzPts val="13600"/>
              <a:buChar char="■"/>
              <a:defRPr sz="13600"/>
            </a:lvl3pPr>
            <a:lvl4pPr lvl="3">
              <a:spcBef>
                <a:spcPts val="0"/>
              </a:spcBef>
              <a:spcAft>
                <a:spcPts val="0"/>
              </a:spcAft>
              <a:buSzPts val="13600"/>
              <a:buChar char="●"/>
              <a:defRPr sz="13600"/>
            </a:lvl4pPr>
            <a:lvl5pPr lvl="4">
              <a:spcBef>
                <a:spcPts val="0"/>
              </a:spcBef>
              <a:spcAft>
                <a:spcPts val="0"/>
              </a:spcAft>
              <a:buSzPts val="13600"/>
              <a:buChar char="○"/>
              <a:defRPr sz="13600"/>
            </a:lvl5pPr>
            <a:lvl6pPr lvl="5">
              <a:spcBef>
                <a:spcPts val="0"/>
              </a:spcBef>
              <a:spcAft>
                <a:spcPts val="0"/>
              </a:spcAft>
              <a:buSzPts val="13600"/>
              <a:buChar char="■"/>
              <a:defRPr sz="13600"/>
            </a:lvl6pPr>
            <a:lvl7pPr lvl="6">
              <a:spcBef>
                <a:spcPts val="0"/>
              </a:spcBef>
              <a:spcAft>
                <a:spcPts val="0"/>
              </a:spcAft>
              <a:buSzPts val="13600"/>
              <a:buChar char="●"/>
              <a:defRPr sz="13600"/>
            </a:lvl7pPr>
            <a:lvl8pPr lvl="7">
              <a:spcBef>
                <a:spcPts val="0"/>
              </a:spcBef>
              <a:spcAft>
                <a:spcPts val="0"/>
              </a:spcAft>
              <a:buSzPts val="13600"/>
              <a:buChar char="○"/>
              <a:defRPr sz="13600"/>
            </a:lvl8pPr>
            <a:lvl9pPr lvl="8">
              <a:spcBef>
                <a:spcPts val="0"/>
              </a:spcBef>
              <a:spcAft>
                <a:spcPts val="0"/>
              </a:spcAft>
              <a:buSzPts val="13600"/>
              <a:buChar char="■"/>
              <a:defRPr sz="13600"/>
            </a:lvl9pPr>
          </a:lstStyle>
          <a:p/>
        </p:txBody>
      </p:sp>
      <p:sp>
        <p:nvSpPr>
          <p:cNvPr id="27" name="Google Shape;27;p7"/>
          <p:cNvSpPr txBox="1"/>
          <p:nvPr>
            <p:ph idx="1" type="body"/>
          </p:nvPr>
        </p:nvSpPr>
        <p:spPr>
          <a:xfrm>
            <a:off x="1246800" y="11116800"/>
            <a:ext cx="11232000" cy="254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indent="-660400" lvl="0" marL="457200">
              <a:spcBef>
                <a:spcPts val="0"/>
              </a:spcBef>
              <a:spcAft>
                <a:spcPts val="0"/>
              </a:spcAft>
              <a:buSzPts val="6800"/>
              <a:buChar char="●"/>
              <a:defRPr sz="6800"/>
            </a:lvl1pPr>
            <a:lvl2pPr indent="-660400" lvl="1" marL="9144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2pPr>
            <a:lvl3pPr indent="-660400" lvl="2" marL="13716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3pPr>
            <a:lvl4pPr indent="-660400" lvl="3" marL="1828800">
              <a:spcBef>
                <a:spcPts val="0"/>
              </a:spcBef>
              <a:spcAft>
                <a:spcPts val="0"/>
              </a:spcAft>
              <a:buSzPts val="6800"/>
              <a:buChar char="●"/>
              <a:defRPr sz="6800"/>
            </a:lvl4pPr>
            <a:lvl5pPr indent="-660400" lvl="4" marL="22860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5pPr>
            <a:lvl6pPr indent="-660400" lvl="5" marL="27432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6pPr>
            <a:lvl7pPr indent="-660400" lvl="6" marL="3200400">
              <a:spcBef>
                <a:spcPts val="0"/>
              </a:spcBef>
              <a:spcAft>
                <a:spcPts val="0"/>
              </a:spcAft>
              <a:buSzPts val="6800"/>
              <a:buChar char="●"/>
              <a:defRPr sz="6800"/>
            </a:lvl7pPr>
            <a:lvl8pPr indent="-660400" lvl="7" marL="36576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8pPr>
            <a:lvl9pPr indent="-660400" lvl="8" marL="41148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1961000" y="3601200"/>
            <a:ext cx="25471200" cy="327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lvl="0">
              <a:spcBef>
                <a:spcPts val="0"/>
              </a:spcBef>
              <a:spcAft>
                <a:spcPts val="0"/>
              </a:spcAft>
              <a:buSzPts val="27300"/>
              <a:buChar char="●"/>
              <a:defRPr sz="27300"/>
            </a:lvl1pPr>
            <a:lvl2pPr lvl="1">
              <a:spcBef>
                <a:spcPts val="0"/>
              </a:spcBef>
              <a:spcAft>
                <a:spcPts val="0"/>
              </a:spcAft>
              <a:buSzPts val="27300"/>
              <a:buChar char="○"/>
              <a:defRPr sz="27300"/>
            </a:lvl2pPr>
            <a:lvl3pPr lvl="2">
              <a:spcBef>
                <a:spcPts val="0"/>
              </a:spcBef>
              <a:spcAft>
                <a:spcPts val="0"/>
              </a:spcAft>
              <a:buSzPts val="27300"/>
              <a:buChar char="■"/>
              <a:defRPr sz="27300"/>
            </a:lvl3pPr>
            <a:lvl4pPr lvl="3">
              <a:spcBef>
                <a:spcPts val="0"/>
              </a:spcBef>
              <a:spcAft>
                <a:spcPts val="0"/>
              </a:spcAft>
              <a:buSzPts val="27300"/>
              <a:buChar char="●"/>
              <a:defRPr sz="27300"/>
            </a:lvl4pPr>
            <a:lvl5pPr lvl="4">
              <a:spcBef>
                <a:spcPts val="0"/>
              </a:spcBef>
              <a:spcAft>
                <a:spcPts val="0"/>
              </a:spcAft>
              <a:buSzPts val="27300"/>
              <a:buChar char="○"/>
              <a:defRPr sz="27300"/>
            </a:lvl5pPr>
            <a:lvl6pPr lvl="5">
              <a:spcBef>
                <a:spcPts val="0"/>
              </a:spcBef>
              <a:spcAft>
                <a:spcPts val="0"/>
              </a:spcAft>
              <a:buSzPts val="27300"/>
              <a:buChar char="■"/>
              <a:defRPr sz="27300"/>
            </a:lvl6pPr>
            <a:lvl7pPr lvl="6">
              <a:spcBef>
                <a:spcPts val="0"/>
              </a:spcBef>
              <a:spcAft>
                <a:spcPts val="0"/>
              </a:spcAft>
              <a:buSzPts val="27300"/>
              <a:buChar char="●"/>
              <a:defRPr sz="27300"/>
            </a:lvl7pPr>
            <a:lvl8pPr lvl="7">
              <a:spcBef>
                <a:spcPts val="0"/>
              </a:spcBef>
              <a:spcAft>
                <a:spcPts val="0"/>
              </a:spcAft>
              <a:buSzPts val="27300"/>
              <a:buChar char="○"/>
              <a:defRPr sz="27300"/>
            </a:lvl8pPr>
            <a:lvl9pPr lvl="8">
              <a:spcBef>
                <a:spcPts val="0"/>
              </a:spcBef>
              <a:spcAft>
                <a:spcPts val="0"/>
              </a:spcAft>
              <a:buSzPts val="27300"/>
              <a:buChar char="■"/>
              <a:defRPr sz="27300"/>
            </a:lvl9pPr>
          </a:lstStyle>
          <a:p/>
        </p:txBody>
      </p:sp>
      <p:sp>
        <p:nvSpPr>
          <p:cNvPr id="31" name="Google Shape;31;p8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/>
          <p:nvPr/>
        </p:nvSpPr>
        <p:spPr>
          <a:xfrm>
            <a:off x="18288000" y="-1000"/>
            <a:ext cx="18288000" cy="4114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519950" lIns="519950" spcFirstLastPara="1" rIns="519950" wrap="square" tIns="519950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9"/>
          <p:cNvSpPr txBox="1"/>
          <p:nvPr>
            <p:ph type="title"/>
          </p:nvPr>
        </p:nvSpPr>
        <p:spPr>
          <a:xfrm>
            <a:off x="1062000" y="9865400"/>
            <a:ext cx="16180800" cy="118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519950" lIns="519950" spcFirstLastPara="1" rIns="519950" wrap="square" tIns="519950"/>
          <a:lstStyle>
            <a:lvl1pPr lvl="0" algn="ctr">
              <a:spcBef>
                <a:spcPts val="0"/>
              </a:spcBef>
              <a:spcAft>
                <a:spcPts val="0"/>
              </a:spcAft>
              <a:buSzPts val="24000"/>
              <a:buChar char="●"/>
              <a:defRPr sz="2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0"/>
              <a:buChar char="○"/>
              <a:defRPr sz="2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0"/>
              <a:buChar char="■"/>
              <a:defRPr sz="2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0"/>
              <a:buChar char="●"/>
              <a:defRPr sz="2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0"/>
              <a:buChar char="○"/>
              <a:defRPr sz="2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0"/>
              <a:buChar char="■"/>
              <a:defRPr sz="2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0"/>
              <a:buChar char="●"/>
              <a:defRPr sz="2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0"/>
              <a:buChar char="○"/>
              <a:defRPr sz="2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0"/>
              <a:buChar char="■"/>
              <a:defRPr sz="24000"/>
            </a:lvl9pPr>
          </a:lstStyle>
          <a:p/>
        </p:txBody>
      </p:sp>
      <p:sp>
        <p:nvSpPr>
          <p:cNvPr id="35" name="Google Shape;35;p9"/>
          <p:cNvSpPr txBox="1"/>
          <p:nvPr>
            <p:ph idx="1" type="subTitle"/>
          </p:nvPr>
        </p:nvSpPr>
        <p:spPr>
          <a:xfrm>
            <a:off x="1062000" y="22424600"/>
            <a:ext cx="16180800" cy="98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9pPr>
          </a:lstStyle>
          <a:p/>
        </p:txBody>
      </p:sp>
      <p:sp>
        <p:nvSpPr>
          <p:cNvPr id="36" name="Google Shape;36;p9"/>
          <p:cNvSpPr txBox="1"/>
          <p:nvPr>
            <p:ph idx="2" type="body"/>
          </p:nvPr>
        </p:nvSpPr>
        <p:spPr>
          <a:xfrm>
            <a:off x="19758000" y="5792600"/>
            <a:ext cx="15347700" cy="295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indent="-742950" lvl="0" marL="45720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1pPr>
            <a:lvl2pPr indent="-742950" lvl="1" marL="914400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2pPr>
            <a:lvl3pPr indent="-742950" lvl="2" marL="1371600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3pPr>
            <a:lvl4pPr indent="-742950" lvl="3" marL="182880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4pPr>
            <a:lvl5pPr indent="-742950" lvl="4" marL="2286000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5pPr>
            <a:lvl6pPr indent="-742950" lvl="5" marL="2743200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6pPr>
            <a:lvl7pPr indent="-742950" lvl="6" marL="320040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7pPr>
            <a:lvl8pPr indent="-742950" lvl="7" marL="3657600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8pPr>
            <a:lvl9pPr indent="-742950" lvl="8" marL="4114800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9pPr>
          </a:lstStyle>
          <a:p/>
        </p:txBody>
      </p:sp>
      <p:sp>
        <p:nvSpPr>
          <p:cNvPr id="37" name="Google Shape;37;p9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/>
          <p:nvPr>
            <p:ph idx="1" type="body"/>
          </p:nvPr>
        </p:nvSpPr>
        <p:spPr>
          <a:xfrm>
            <a:off x="1246800" y="33844600"/>
            <a:ext cx="23995200" cy="484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1pPr>
          </a:lstStyle>
          <a:p/>
        </p:txBody>
      </p:sp>
      <p:sp>
        <p:nvSpPr>
          <p:cNvPr id="40" name="Google Shape;40;p10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/>
          <p:nvPr>
            <p:ph hasCustomPrompt="1" type="title"/>
          </p:nvPr>
        </p:nvSpPr>
        <p:spPr>
          <a:xfrm>
            <a:off x="1246800" y="8849000"/>
            <a:ext cx="34082400" cy="15707400"/>
          </a:xfrm>
          <a:prstGeom prst="rect">
            <a:avLst/>
          </a:prstGeom>
          <a:noFill/>
          <a:ln>
            <a:noFill/>
          </a:ln>
        </p:spPr>
        <p:txBody>
          <a:bodyPr anchorCtr="0" anchor="b" bIns="519950" lIns="519950" spcFirstLastPara="1" rIns="519950" wrap="square" tIns="519950"/>
          <a:lstStyle>
            <a:lvl1pPr lvl="0" algn="ctr">
              <a:spcBef>
                <a:spcPts val="0"/>
              </a:spcBef>
              <a:spcAft>
                <a:spcPts val="0"/>
              </a:spcAft>
              <a:buSzPts val="68200"/>
              <a:buChar char="●"/>
              <a:defRPr sz="68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8200"/>
              <a:buChar char="○"/>
              <a:defRPr sz="68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8200"/>
              <a:buChar char="■"/>
              <a:defRPr sz="68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8200"/>
              <a:buChar char="●"/>
              <a:defRPr sz="68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8200"/>
              <a:buChar char="○"/>
              <a:defRPr sz="68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8200"/>
              <a:buChar char="■"/>
              <a:defRPr sz="68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8200"/>
              <a:buChar char="●"/>
              <a:defRPr sz="68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8200"/>
              <a:buChar char="○"/>
              <a:defRPr sz="68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8200"/>
              <a:buChar char="■"/>
              <a:defRPr sz="68200"/>
            </a:lvl9pPr>
          </a:lstStyle>
          <a:p>
            <a:r>
              <a:t>xx%</a:t>
            </a:r>
          </a:p>
        </p:txBody>
      </p:sp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1246800" y="25217800"/>
            <a:ext cx="34082400" cy="1040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indent="-742950" lvl="0" marL="457200" algn="ctr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1pPr>
            <a:lvl2pPr indent="-742950" lvl="1" marL="914400" algn="ctr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2pPr>
            <a:lvl3pPr indent="-742950" lvl="2" marL="1371600" algn="ctr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3pPr>
            <a:lvl4pPr indent="-742950" lvl="3" marL="1828800" algn="ctr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4pPr>
            <a:lvl5pPr indent="-742950" lvl="4" marL="2286000" algn="ctr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5pPr>
            <a:lvl6pPr indent="-742950" lvl="5" marL="2743200" algn="ctr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6pPr>
            <a:lvl7pPr indent="-742950" lvl="6" marL="3200400" algn="ctr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7pPr>
            <a:lvl8pPr indent="-742950" lvl="7" marL="3657600" algn="ctr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8pPr>
            <a:lvl9pPr indent="-742950" lvl="8" marL="4114800" algn="ctr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9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/>
        </p:nvSpPr>
        <p:spPr>
          <a:xfrm>
            <a:off x="8270713" y="20125"/>
            <a:ext cx="26601900" cy="11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Title | Barlow Condensed </a:t>
            </a:r>
            <a:r>
              <a:rPr b="1" i="0" lang="en" sz="9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Bold </a:t>
            </a:r>
            <a:r>
              <a:rPr b="1" lang="en" sz="9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96</a:t>
            </a:r>
            <a:r>
              <a:rPr b="1" i="0" lang="en" sz="9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</a:t>
            </a:r>
            <a:r>
              <a:rPr b="1" lang="en" sz="9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 </a:t>
            </a:r>
            <a:endParaRPr b="1" sz="9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52" name="Google Shape;52;p13"/>
          <p:cNvSpPr txBox="1"/>
          <p:nvPr/>
        </p:nvSpPr>
        <p:spPr>
          <a:xfrm>
            <a:off x="8270713" y="1432312"/>
            <a:ext cx="26601900" cy="9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9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Title | Barlow Condensed Bold 96pt </a:t>
            </a:r>
            <a:endParaRPr b="1" sz="9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53" name="Google Shape;53;p13"/>
          <p:cNvSpPr txBox="1"/>
          <p:nvPr/>
        </p:nvSpPr>
        <p:spPr>
          <a:xfrm>
            <a:off x="8270714" y="3039425"/>
            <a:ext cx="259254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48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Contributors to this Poster | Barlow Condensed</a:t>
            </a:r>
            <a:r>
              <a:rPr i="1" lang="en" sz="48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Italicized </a:t>
            </a:r>
            <a:r>
              <a:rPr i="1" lang="en" sz="48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48</a:t>
            </a:r>
            <a:r>
              <a:rPr i="1" lang="en" sz="48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</a:t>
            </a:r>
            <a:r>
              <a:rPr i="1" lang="en" sz="48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</a:t>
            </a:r>
            <a:endParaRPr i="1" sz="48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54" name="Google Shape;54;p13"/>
          <p:cNvSpPr txBox="1"/>
          <p:nvPr/>
        </p:nvSpPr>
        <p:spPr>
          <a:xfrm>
            <a:off x="1149100" y="27280450"/>
            <a:ext cx="22795200" cy="979200"/>
          </a:xfrm>
          <a:prstGeom prst="rect">
            <a:avLst/>
          </a:prstGeom>
          <a:solidFill>
            <a:srgbClr val="861F41"/>
          </a:solidFill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48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Section Header | Barlow Condensed Bold 48pt</a:t>
            </a:r>
            <a:endParaRPr b="1" sz="48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4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12767380" y="15568075"/>
            <a:ext cx="11100600" cy="1742700"/>
          </a:xfrm>
          <a:prstGeom prst="rect">
            <a:avLst/>
          </a:prstGeom>
          <a:solidFill>
            <a:srgbClr val="C64600"/>
          </a:solidFill>
          <a:ln>
            <a:noFill/>
          </a:ln>
        </p:spPr>
        <p:txBody>
          <a:bodyPr anchorCtr="0" anchor="ctr" bIns="156150" lIns="312475" spcFirstLastPara="1" rIns="312475" wrap="square" tIns="15615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48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Section Header | Barlow Condensed Bold 48pt</a:t>
            </a:r>
            <a:endParaRPr b="1" sz="48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12767380" y="5061800"/>
            <a:ext cx="11100600" cy="1742700"/>
          </a:xfrm>
          <a:prstGeom prst="rect">
            <a:avLst/>
          </a:prstGeom>
          <a:solidFill>
            <a:srgbClr val="5D89B4"/>
          </a:solidFill>
          <a:ln>
            <a:noFill/>
          </a:ln>
        </p:spPr>
        <p:txBody>
          <a:bodyPr anchorCtr="0" anchor="ctr" bIns="156150" lIns="312475" spcFirstLastPara="1" rIns="312475" wrap="square" tIns="15615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48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Section Header | Barlow Condensed Bold 48pt</a:t>
            </a:r>
            <a:endParaRPr b="1" sz="48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24485975" y="5051125"/>
            <a:ext cx="9935550" cy="7299700"/>
          </a:xfrm>
          <a:prstGeom prst="flowChartProcess">
            <a:avLst/>
          </a:prstGeom>
          <a:noFill/>
          <a:ln cap="flat" cmpd="sng" w="76200">
            <a:solidFill>
              <a:srgbClr val="5D89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3"/>
          <p:cNvSpPr txBox="1"/>
          <p:nvPr/>
        </p:nvSpPr>
        <p:spPr>
          <a:xfrm>
            <a:off x="26878243" y="7887749"/>
            <a:ext cx="5151000" cy="22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3600">
                <a:solidFill>
                  <a:srgbClr val="B7B7B7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Suggested border / frame color and thickness</a:t>
            </a:r>
            <a:endParaRPr i="1" sz="3600">
              <a:solidFill>
                <a:srgbClr val="B7B7B7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i="1" lang="en" sz="3600">
                <a:solidFill>
                  <a:srgbClr val="B7B7B7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for figures and photos</a:t>
            </a:r>
            <a:endParaRPr i="1" sz="3600">
              <a:solidFill>
                <a:srgbClr val="B7B7B7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24485965" y="12366799"/>
            <a:ext cx="5681100" cy="9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Figure / Photo Caption | Barlow Condensed Italicized 20pt</a:t>
            </a:r>
            <a:endParaRPr i="1" sz="2000">
              <a:solidFill>
                <a:srgbClr val="5D89B4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25525850" y="27217150"/>
            <a:ext cx="10060800" cy="1105800"/>
          </a:xfrm>
          <a:prstGeom prst="rect">
            <a:avLst/>
          </a:prstGeom>
          <a:solidFill>
            <a:srgbClr val="861F41"/>
          </a:solidFill>
          <a:ln>
            <a:noFill/>
          </a:ln>
        </p:spPr>
        <p:txBody>
          <a:bodyPr anchorCtr="0" anchor="ctr" bIns="156150" lIns="312475" spcFirstLastPara="1" rIns="312475" wrap="square" tIns="156150">
            <a:noAutofit/>
          </a:bodyPr>
          <a:lstStyle/>
          <a:p>
            <a:pPr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References/Acknowledgements | Barlow Condensed Bold 30pt </a:t>
            </a:r>
            <a:endParaRPr b="1" i="0" sz="30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8270711" y="3674375"/>
            <a:ext cx="132402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i="1"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Affiliations  | Barlow Condensed Italicized 36pt</a:t>
            </a:r>
            <a:endParaRPr i="1"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1124975" y="6804625"/>
            <a:ext cx="10915500" cy="80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36pt Body Text | Barlow Condensed 36pt Body Text | Barlow Condensed 36pt Body Text | Barlow Condensed 36pt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36pt Body Text | Barlow Condensed 36pt Body Text | Barlow Condensed 36pt Body Text | Barlow Condensed 36pt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</a:b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36pt Body Text | Barlow Condensed 36pt Body Text 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36pt Body Text | Barlow Condensed 36pt Body Text | Barlow Condensed 36pt Body Text | Barlow Condensed 36pt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25602050" y="28322950"/>
            <a:ext cx="8819400" cy="85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30pt Body Text | Barlow Condensed 30pt Body Text | Barlow Condensed 30pt Body Text | Barlow Condensed 30pt</a:t>
            </a:r>
            <a:endParaRPr sz="30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30pt Body Text | Barlow Condensed 30pt Body Text | Barlow Condensed 30pt Body Text | Barlow Condensed 30pt</a:t>
            </a:r>
            <a:endParaRPr sz="30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30pt Body Text | Barlow Condensed 30pt Body Text | Barlow Condensed 30pt Body Text | Barlow Condensed 30pt</a:t>
            </a:r>
            <a:endParaRPr sz="30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30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30pt Body Text | Barlow Condensed 30pt Body Text | Barlow Condensed 30pt Body Text | Barlow Condensed 30pt</a:t>
            </a:r>
            <a:endParaRPr sz="30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4052879" y="39256750"/>
            <a:ext cx="2801100" cy="412800"/>
          </a:xfrm>
          <a:prstGeom prst="rect">
            <a:avLst/>
          </a:prstGeom>
          <a:noFill/>
          <a:ln>
            <a:noFill/>
          </a:ln>
        </p:spPr>
        <p:txBody>
          <a:bodyPr anchorCtr="0" anchor="b" bIns="156150" lIns="312475" spcFirstLastPara="1" rIns="312475" wrap="square" tIns="156150">
            <a:noAutofit/>
          </a:bodyPr>
          <a:lstStyle/>
          <a:p>
            <a:pPr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400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Stay Connected:</a:t>
            </a:r>
            <a:endParaRPr b="1" i="1" sz="2400">
              <a:solidFill>
                <a:srgbClr val="5D89B4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5914225" y="39089750"/>
            <a:ext cx="3199500" cy="14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1800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facebook.com/biocomplexity</a:t>
            </a:r>
            <a:endParaRPr i="1" sz="1800">
              <a:solidFill>
                <a:srgbClr val="5D89B4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1800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twitter.com/biocomplexityvt</a:t>
            </a:r>
            <a:endParaRPr i="1" sz="1800">
              <a:solidFill>
                <a:srgbClr val="5D89B4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1800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youtube.com/c/biocomplexity</a:t>
            </a:r>
            <a:endParaRPr i="1" sz="1800">
              <a:solidFill>
                <a:srgbClr val="5D89B4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1800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google.com/+biocomplexity</a:t>
            </a:r>
            <a:endParaRPr b="1" i="1" sz="1800">
              <a:solidFill>
                <a:srgbClr val="5D89B4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grpSp>
        <p:nvGrpSpPr>
          <p:cNvPr id="66" name="Google Shape;66;p13"/>
          <p:cNvGrpSpPr/>
          <p:nvPr/>
        </p:nvGrpSpPr>
        <p:grpSpPr>
          <a:xfrm>
            <a:off x="10748250" y="38161861"/>
            <a:ext cx="12287555" cy="2204167"/>
            <a:chOff x="14336159" y="38252213"/>
            <a:chExt cx="5515803" cy="1742700"/>
          </a:xfrm>
        </p:grpSpPr>
        <p:sp>
          <p:nvSpPr>
            <p:cNvPr id="67" name="Google Shape;67;p13"/>
            <p:cNvSpPr/>
            <p:nvPr/>
          </p:nvSpPr>
          <p:spPr>
            <a:xfrm>
              <a:off x="14336163" y="38252213"/>
              <a:ext cx="5515800" cy="1742700"/>
            </a:xfrm>
            <a:prstGeom prst="flowChartProcess">
              <a:avLst/>
            </a:prstGeom>
            <a:solidFill>
              <a:srgbClr val="5D89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3"/>
            <p:cNvSpPr txBox="1"/>
            <p:nvPr/>
          </p:nvSpPr>
          <p:spPr>
            <a:xfrm>
              <a:off x="14336159" y="38442116"/>
              <a:ext cx="1909500" cy="13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6150" lIns="312475" spcFirstLastPara="1" rIns="312475" wrap="square" tIns="1561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" sz="3000">
                  <a:solidFill>
                    <a:srgbClr val="FFFFFF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DELETE THIS BLUE BOX</a:t>
              </a:r>
              <a:br>
                <a:rPr b="1" i="1" lang="en" sz="3600">
                  <a:solidFill>
                    <a:srgbClr val="FFFFFF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</a:br>
              <a:r>
                <a:rPr i="1" lang="en" sz="1800">
                  <a:solidFill>
                    <a:srgbClr val="FFFFFF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{PLACEHOLDER ONLY}</a:t>
              </a:r>
              <a:endParaRPr i="1" sz="18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69" name="Google Shape;69;p13"/>
            <p:cNvSpPr txBox="1"/>
            <p:nvPr/>
          </p:nvSpPr>
          <p:spPr>
            <a:xfrm>
              <a:off x="16195207" y="38365918"/>
              <a:ext cx="1823700" cy="149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6150" lIns="312475" spcFirstLastPara="1" rIns="312475" wrap="square" tIns="1561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800">
                  <a:solidFill>
                    <a:srgbClr val="FFFFFF"/>
                  </a:solidFill>
                  <a:latin typeface="Barlow Condensed Medium"/>
                  <a:ea typeface="Barlow Condensed Medium"/>
                  <a:cs typeface="Barlow Condensed Medium"/>
                  <a:sym typeface="Barlow Condensed Medium"/>
                </a:rPr>
                <a:t>This is an allowable area for your </a:t>
              </a:r>
              <a:br>
                <a:rPr i="1" lang="en" sz="1800">
                  <a:solidFill>
                    <a:srgbClr val="FFFFFF"/>
                  </a:solidFill>
                  <a:latin typeface="Barlow Condensed Medium"/>
                  <a:ea typeface="Barlow Condensed Medium"/>
                  <a:cs typeface="Barlow Condensed Medium"/>
                  <a:sym typeface="Barlow Condensed Medium"/>
                </a:rPr>
              </a:br>
              <a:r>
                <a:rPr i="1" lang="en" sz="1800">
                  <a:solidFill>
                    <a:srgbClr val="FFFFFF"/>
                  </a:solidFill>
                  <a:latin typeface="Barlow Condensed Medium"/>
                  <a:ea typeface="Barlow Condensed Medium"/>
                  <a:cs typeface="Barlow Condensed Medium"/>
                  <a:sym typeface="Barlow Condensed Medium"/>
                </a:rPr>
                <a:t>sponsor logos or school affiliation logos</a:t>
              </a:r>
              <a:endParaRPr i="1" sz="1800">
                <a:solidFill>
                  <a:srgbClr val="FFFFFF"/>
                </a:solidFill>
                <a:latin typeface="Barlow Condensed Medium"/>
                <a:ea typeface="Barlow Condensed Medium"/>
                <a:cs typeface="Barlow Condensed Medium"/>
                <a:sym typeface="Barlow Condensed Medium"/>
              </a:endParaRPr>
            </a:p>
          </p:txBody>
        </p:sp>
        <p:sp>
          <p:nvSpPr>
            <p:cNvPr id="70" name="Google Shape;70;p13"/>
            <p:cNvSpPr txBox="1"/>
            <p:nvPr/>
          </p:nvSpPr>
          <p:spPr>
            <a:xfrm>
              <a:off x="17966538" y="38442113"/>
              <a:ext cx="1823700" cy="13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6150" lIns="312475" spcFirstLastPara="1" rIns="312475" wrap="square" tIns="1561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" sz="2000">
                  <a:solidFill>
                    <a:srgbClr val="FFFFFF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DO NOT PLACE LOGOS IN TITLE AREA</a:t>
              </a:r>
              <a:endParaRPr i="1" sz="20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</p:grpSp>
      <p:sp>
        <p:nvSpPr>
          <p:cNvPr id="71" name="Google Shape;71;p13"/>
          <p:cNvSpPr txBox="1"/>
          <p:nvPr/>
        </p:nvSpPr>
        <p:spPr>
          <a:xfrm>
            <a:off x="12843575" y="6804625"/>
            <a:ext cx="10915500" cy="80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36pt Body Text | Barlow Condensed 36pt Body Text | Barlow Condensed 36pt Body Text | Barlow Condensed 36pt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36pt Body Text | Barlow Condensed 36pt Body Text | Barlow Condensed 36pt Body Text | Barlow Condensed 36pt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</a:b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36pt Body Text | Barlow Condensed 36pt Body Text 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72" name="Google Shape;72;p13"/>
          <p:cNvSpPr txBox="1"/>
          <p:nvPr/>
        </p:nvSpPr>
        <p:spPr>
          <a:xfrm>
            <a:off x="1124975" y="17292800"/>
            <a:ext cx="10915500" cy="80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36pt Body Text | Barlow Condensed 36pt Body Text | Barlow Condensed 36pt Body Text | Barlow Condensed 36pt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36pt Body Text | Barlow Condensed 36pt Body Text | Barlow Condensed 36pt Body Text | Barlow Condensed 36pt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</a:b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36pt Body Text | Barlow Condensed 36pt Body Text 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73" name="Google Shape;73;p13"/>
          <p:cNvSpPr txBox="1"/>
          <p:nvPr/>
        </p:nvSpPr>
        <p:spPr>
          <a:xfrm>
            <a:off x="12843575" y="17292800"/>
            <a:ext cx="10915500" cy="80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36pt Body Text | Barlow Condensed 36pt Body Text | Barlow Condensed 36pt Body Text | Barlow Condensed 36pt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36pt Body Text | Barlow Condensed 36pt Body Text | Barlow Condensed 36pt Body Text | Barlow Condensed 36pt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</a:b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36pt Body Text | Barlow Condensed 36pt Body Text 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36pt Body Text | Barlow Condensed 36pt Body Text | Barlow Condensed 36pt Body Text | Barlow Condensed 36pt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74" name="Google Shape;74;p13"/>
          <p:cNvSpPr txBox="1"/>
          <p:nvPr/>
        </p:nvSpPr>
        <p:spPr>
          <a:xfrm>
            <a:off x="24485983" y="15568075"/>
            <a:ext cx="11100600" cy="1742700"/>
          </a:xfrm>
          <a:prstGeom prst="rect">
            <a:avLst/>
          </a:prstGeom>
          <a:solidFill>
            <a:srgbClr val="C64600"/>
          </a:solidFill>
          <a:ln>
            <a:noFill/>
          </a:ln>
        </p:spPr>
        <p:txBody>
          <a:bodyPr anchorCtr="0" anchor="ctr" bIns="156150" lIns="312475" spcFirstLastPara="1" rIns="312475" wrap="square" tIns="15615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48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Section Header | Barlow Condensed Bold 48pt</a:t>
            </a:r>
            <a:endParaRPr b="1" sz="48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75" name="Google Shape;75;p13"/>
          <p:cNvSpPr txBox="1"/>
          <p:nvPr/>
        </p:nvSpPr>
        <p:spPr>
          <a:xfrm>
            <a:off x="1048780" y="15568075"/>
            <a:ext cx="11100600" cy="1742700"/>
          </a:xfrm>
          <a:prstGeom prst="rect">
            <a:avLst/>
          </a:prstGeom>
          <a:solidFill>
            <a:srgbClr val="C64600"/>
          </a:solidFill>
          <a:ln>
            <a:noFill/>
          </a:ln>
        </p:spPr>
        <p:txBody>
          <a:bodyPr anchorCtr="0" anchor="ctr" bIns="156150" lIns="312475" spcFirstLastPara="1" rIns="312475" wrap="square" tIns="15615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48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Section Header | Barlow Condensed Bold 48pt</a:t>
            </a:r>
            <a:endParaRPr b="1" sz="48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76" name="Google Shape;76;p13"/>
          <p:cNvSpPr txBox="1"/>
          <p:nvPr/>
        </p:nvSpPr>
        <p:spPr>
          <a:xfrm>
            <a:off x="1048780" y="5061800"/>
            <a:ext cx="11100600" cy="1742700"/>
          </a:xfrm>
          <a:prstGeom prst="rect">
            <a:avLst/>
          </a:prstGeom>
          <a:solidFill>
            <a:srgbClr val="5D89B4"/>
          </a:solidFill>
          <a:ln>
            <a:noFill/>
          </a:ln>
        </p:spPr>
        <p:txBody>
          <a:bodyPr anchorCtr="0" anchor="ctr" bIns="156150" lIns="312475" spcFirstLastPara="1" rIns="312475" wrap="square" tIns="15615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48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Section Header | Barlow Condensed Bold 48pt</a:t>
            </a:r>
            <a:endParaRPr b="1" sz="48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77" name="Google Shape;77;p13"/>
          <p:cNvSpPr/>
          <p:nvPr/>
        </p:nvSpPr>
        <p:spPr>
          <a:xfrm>
            <a:off x="24485975" y="17632988"/>
            <a:ext cx="9935550" cy="7299700"/>
          </a:xfrm>
          <a:prstGeom prst="flowChartProcess">
            <a:avLst/>
          </a:prstGeom>
          <a:noFill/>
          <a:ln cap="flat" cmpd="sng" w="76200">
            <a:solidFill>
              <a:srgbClr val="5D89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3"/>
          <p:cNvSpPr txBox="1"/>
          <p:nvPr/>
        </p:nvSpPr>
        <p:spPr>
          <a:xfrm>
            <a:off x="26878243" y="20469611"/>
            <a:ext cx="5151000" cy="22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3600">
                <a:solidFill>
                  <a:srgbClr val="B7B7B7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Suggested border / frame color and thickness</a:t>
            </a:r>
            <a:endParaRPr i="1" sz="3600">
              <a:solidFill>
                <a:srgbClr val="B7B7B7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i="1" lang="en" sz="3600">
                <a:solidFill>
                  <a:srgbClr val="B7B7B7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for figures and photos</a:t>
            </a:r>
            <a:endParaRPr i="1" sz="3600">
              <a:solidFill>
                <a:srgbClr val="B7B7B7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79" name="Google Shape;79;p13"/>
          <p:cNvSpPr txBox="1"/>
          <p:nvPr/>
        </p:nvSpPr>
        <p:spPr>
          <a:xfrm>
            <a:off x="24485965" y="24948661"/>
            <a:ext cx="5681100" cy="9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Figure / Photo Caption | Barlow Condensed Italicized 20pt</a:t>
            </a:r>
            <a:endParaRPr i="1" sz="2000">
              <a:solidFill>
                <a:srgbClr val="5D89B4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80" name="Google Shape;80;p13"/>
          <p:cNvSpPr txBox="1"/>
          <p:nvPr/>
        </p:nvSpPr>
        <p:spPr>
          <a:xfrm>
            <a:off x="1124975" y="28274763"/>
            <a:ext cx="10915500" cy="80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36pt Body Text | Barlow Condensed 36pt Body Text | Barlow Condensed 36pt Body Text | Barlow Condensed 36pt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36pt Body Text | Barlow Condensed 36pt Body Text | Barlow Condensed 36pt Body Text | Barlow Condensed 36pt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</a:b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36pt Body Text | Barlow Condensed 36pt Body Text 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81" name="Google Shape;81;p13"/>
          <p:cNvSpPr txBox="1"/>
          <p:nvPr/>
        </p:nvSpPr>
        <p:spPr>
          <a:xfrm>
            <a:off x="12843575" y="28274763"/>
            <a:ext cx="10915500" cy="80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36pt Body Text | Barlow Condensed 36pt Body Text | Barlow Condensed 36pt Body Text | Barlow Condensed 36pt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36pt Body Text | Barlow Condensed 36pt Body Text | Barlow Condensed 36pt Body Text | Barlow Condensed 36pt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</a:b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36pt Body Text | Barlow Condensed 36pt Body Text 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Body Text | Barlow Condensed 36pt Body Text | Barlow Condensed 36pt Body Text | Barlow Condensed 36pt Body Text | Barlow Condensed 36pt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5AE3D1135F4E41AB498540A40487BD" ma:contentTypeVersion="18" ma:contentTypeDescription="Create a new document." ma:contentTypeScope="" ma:versionID="15adbd330118f8d06bc6615d15ac85a9">
  <xsd:schema xmlns:xsd="http://www.w3.org/2001/XMLSchema" xmlns:xs="http://www.w3.org/2001/XMLSchema" xmlns:p="http://schemas.microsoft.com/office/2006/metadata/properties" xmlns:ns2="7a2657dd-b8a5-4c99-8d51-b0b9d254c989" xmlns:ns3="5ba80a41-9917-4a22-8f13-cb051ddce64c" targetNamespace="http://schemas.microsoft.com/office/2006/metadata/properties" ma:root="true" ma:fieldsID="f6a41e235a72bf34fead84cba91ed4b2" ns2:_="" ns3:_="">
    <xsd:import namespace="7a2657dd-b8a5-4c99-8d51-b0b9d254c989"/>
    <xsd:import namespace="5ba80a41-9917-4a22-8f13-cb051ddce6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2657dd-b8a5-4c99-8d51-b0b9d254c9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d038b50-52dc-447d-ac2e-a29bd036c4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a80a41-9917-4a22-8f13-cb051ddce64c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fceef030-0fd2-4c4f-af00-feafa4f18198}" ma:internalName="TaxCatchAll" ma:showField="CatchAllData" ma:web="5ba80a41-9917-4a22-8f13-cb051ddce6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a2657dd-b8a5-4c99-8d51-b0b9d254c989">
      <Terms xmlns="http://schemas.microsoft.com/office/infopath/2007/PartnerControls"/>
    </lcf76f155ced4ddcb4097134ff3c332f>
    <TaxCatchAll xmlns="5ba80a41-9917-4a22-8f13-cb051ddce64c" xsi:nil="true"/>
  </documentManagement>
</p:properties>
</file>

<file path=customXml/itemProps1.xml><?xml version="1.0" encoding="utf-8"?>
<ds:datastoreItem xmlns:ds="http://schemas.openxmlformats.org/officeDocument/2006/customXml" ds:itemID="{8B979953-C445-43A3-A5E5-0D6447B26E71}"/>
</file>

<file path=customXml/itemProps2.xml><?xml version="1.0" encoding="utf-8"?>
<ds:datastoreItem xmlns:ds="http://schemas.openxmlformats.org/officeDocument/2006/customXml" ds:itemID="{7BFA4EF4-A4F4-417F-93B9-04D6F4AC43A3}"/>
</file>

<file path=customXml/itemProps3.xml><?xml version="1.0" encoding="utf-8"?>
<ds:datastoreItem xmlns:ds="http://schemas.openxmlformats.org/officeDocument/2006/customXml" ds:itemID="{1EBDB877-28E2-49BB-BC4C-F028A60B0917}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0x010100D45AE3D1135F4E41AB498540A40487BD</vt:lpwstr>
  </property>
</Properties>
</file>
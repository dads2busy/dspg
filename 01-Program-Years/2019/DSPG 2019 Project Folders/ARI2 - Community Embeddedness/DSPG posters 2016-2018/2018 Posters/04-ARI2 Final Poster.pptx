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theme/theme1.xml" ContentType="application/vnd.openxmlformats-officedocument.theme+xml"/>
  <Override PartName="/ppt/theme/theme2.xml" ContentType="application/vnd.openxmlformats-officedocument.theme+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2" Type="http://schemas.openxmlformats.org/officeDocument/2006/relationships/custom-properties" Target="docProps/custom.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autoCompressPictures="0" embedTrueTypeFonts="1" strictFirstAndLastChars="0" saveSubsetFonts="1">
  <p:sldMasterIdLst>
    <p:sldMasterId id="2147483659" r:id="rId4"/>
  </p:sldMasterIdLst>
  <p:notesMasterIdLst>
    <p:notesMasterId r:id="rId5"/>
  </p:notesMasterIdLst>
  <p:sldIdLst>
    <p:sldId id="256" r:id="rId6"/>
  </p:sldIdLst>
  <p:sldSz cy="41148000" cx="36576000"/>
  <p:notesSz cx="6858000" cy="9144000"/>
  <p:embeddedFontLst>
    <p:embeddedFont>
      <p:font typeface="Barlow Condensed"/>
      <p:regular r:id="rId7"/>
      <p:bold r:id="rId8"/>
      <p:italic r:id="rId9"/>
      <p:boldItalic r:id="rId10"/>
    </p:embeddedFont>
    <p:embeddedFont>
      <p:font typeface="Barlow Condensed Light"/>
      <p:regular r:id="rId11"/>
      <p:bold r:id="rId12"/>
      <p:italic r:id="rId13"/>
      <p:boldItalic r:id="rId14"/>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2960">
          <p15:clr>
            <a:srgbClr val="A4A3A4"/>
          </p15:clr>
        </p15:guide>
        <p15:guide id="2" pos="1152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Comments="0">
  <p:slideViewPr>
    <p:cSldViewPr snapToGrid="0">
      <p:cViewPr varScale="1">
        <p:scale>
          <a:sx n="100" d="100"/>
          <a:sy n="100" d="100"/>
        </p:scale>
        <p:origin x="0" y="0"/>
      </p:cViewPr>
      <p:guideLst>
        <p:guide pos="12960" orient="horz"/>
        <p:guide pos="11520"/>
      </p:guideLst>
    </p:cSldViewPr>
  </p:slideViewPr>
</p:viewPr>
</file>

<file path=ppt/_rels/presentation.xml.rels><?xml version="1.0" encoding="UTF-8" standalone="yes"?>
<Relationships xmlns="http://schemas.openxmlformats.org/package/2006/relationships"><Relationship Id="rId13" Type="http://schemas.openxmlformats.org/officeDocument/2006/relationships/font" Target="fonts/BarlowCondensedLight-italic.fntdata"/><Relationship Id="rId8" Type="http://schemas.openxmlformats.org/officeDocument/2006/relationships/font" Target="fonts/BarlowCondensed-bold.fntdata"/><Relationship Id="rId3" Type="http://schemas.openxmlformats.org/officeDocument/2006/relationships/presProps" Target="presProps.xml"/><Relationship Id="rId12" Type="http://schemas.openxmlformats.org/officeDocument/2006/relationships/font" Target="fonts/BarlowCondensedLight-bold.fntdata"/><Relationship Id="rId7" Type="http://schemas.openxmlformats.org/officeDocument/2006/relationships/font" Target="fonts/BarlowCondensed-regular.fntdata"/><Relationship Id="rId17" Type="http://schemas.openxmlformats.org/officeDocument/2006/relationships/customXml" Target="../customXml/item3.xml"/><Relationship Id="rId2" Type="http://schemas.openxmlformats.org/officeDocument/2006/relationships/viewProps" Target="viewProps.xml"/><Relationship Id="rId16" Type="http://schemas.openxmlformats.org/officeDocument/2006/relationships/customXml" Target="../customXml/item2.xml"/><Relationship Id="rId11" Type="http://schemas.openxmlformats.org/officeDocument/2006/relationships/font" Target="fonts/BarlowCondensedLight-regular.fntdata"/><Relationship Id="rId1" Type="http://schemas.openxmlformats.org/officeDocument/2006/relationships/theme" Target="theme/theme1.xml"/><Relationship Id="rId6" Type="http://schemas.openxmlformats.org/officeDocument/2006/relationships/slide" Target="slides/slide1.xml"/><Relationship Id="rId5" Type="http://schemas.openxmlformats.org/officeDocument/2006/relationships/notesMaster" Target="notesMasters/notesMaster1.xml"/><Relationship Id="rId15" Type="http://schemas.openxmlformats.org/officeDocument/2006/relationships/customXml" Target="../customXml/item1.xml"/><Relationship Id="rId10" Type="http://schemas.openxmlformats.org/officeDocument/2006/relationships/font" Target="fonts/BarlowCondensed-boldItalic.fntdata"/><Relationship Id="rId4" Type="http://schemas.openxmlformats.org/officeDocument/2006/relationships/slideMaster" Target="slideMasters/slideMaster1.xml"/><Relationship Id="rId9" Type="http://schemas.openxmlformats.org/officeDocument/2006/relationships/font" Target="fonts/BarlowCondensed-italic.fntdata"/><Relationship Id="rId14" Type="http://schemas.openxmlformats.org/officeDocument/2006/relationships/font" Target="fonts/BarlowCondensedLight-boldItalic.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2" name="Shape 2"/>
        <p:cNvGrpSpPr/>
        <p:nvPr/>
      </p:nvGrpSpPr>
      <p:grpSpPr>
        <a:xfrm>
          <a:off x="0" y="0"/>
          <a:ext cx="0" cy="0"/>
          <a:chOff x="0" y="0"/>
          <a:chExt cx="0" cy="0"/>
        </a:xfrm>
      </p:grpSpPr>
      <p:sp>
        <p:nvSpPr>
          <p:cNvPr id="3" name="Google Shape;3;n"/>
          <p:cNvSpPr/>
          <p:nvPr>
            <p:ph idx="2" type="sldImg"/>
          </p:nvPr>
        </p:nvSpPr>
        <p:spPr>
          <a:xfrm>
            <a:off x="1905337" y="685800"/>
            <a:ext cx="3048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47" name="Shape 47"/>
        <p:cNvGrpSpPr/>
        <p:nvPr/>
      </p:nvGrpSpPr>
      <p:grpSpPr>
        <a:xfrm>
          <a:off x="0" y="0"/>
          <a:ext cx="0" cy="0"/>
          <a:chOff x="0" y="0"/>
          <a:chExt cx="0" cy="0"/>
        </a:xfrm>
      </p:grpSpPr>
      <p:sp>
        <p:nvSpPr>
          <p:cNvPr id="48" name="Google Shape;48;p:notes"/>
          <p:cNvSpPr/>
          <p:nvPr>
            <p:ph idx="2" type="sldImg"/>
          </p:nvPr>
        </p:nvSpPr>
        <p:spPr>
          <a:xfrm>
            <a:off x="1905337" y="685800"/>
            <a:ext cx="3048000" cy="3429000"/>
          </a:xfrm>
          <a:custGeom>
            <a:rect b="b" l="l" r="r" t="t"/>
            <a:pathLst>
              <a:path extrusionOk="0" h="120000" w="120000">
                <a:moveTo>
                  <a:pt x="0" y="0"/>
                </a:moveTo>
                <a:lnTo>
                  <a:pt x="120000" y="0"/>
                </a:lnTo>
                <a:lnTo>
                  <a:pt x="120000" y="120000"/>
                </a:lnTo>
                <a:lnTo>
                  <a:pt x="0" y="120000"/>
                </a:lnTo>
                <a:close/>
              </a:path>
            </a:pathLst>
          </a:custGeom>
        </p:spPr>
      </p:sp>
      <p:sp>
        <p:nvSpPr>
          <p:cNvPr id="49" name="Google Shape;49;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a:spcBef>
                <a:spcPts val="0"/>
              </a:spcBef>
              <a:spcAft>
                <a:spcPts val="0"/>
              </a:spcAft>
              <a:buNone/>
            </a:pPr>
            <a:r>
              <a:rPr b="1" lang="en"/>
              <a:t>GENERAL RULES TO FOLLOW:</a:t>
            </a:r>
            <a:endParaRPr b="1"/>
          </a:p>
          <a:p>
            <a:pPr indent="-298450" lvl="0" marL="457200" rtl="0">
              <a:spcBef>
                <a:spcPts val="0"/>
              </a:spcBef>
              <a:spcAft>
                <a:spcPts val="0"/>
              </a:spcAft>
              <a:buSzPts val="1100"/>
              <a:buAutoNum type="arabicParenR"/>
            </a:pPr>
            <a:r>
              <a:rPr b="1" lang="en"/>
              <a:t>Stay in Google Slides</a:t>
            </a:r>
            <a:r>
              <a:rPr lang="en"/>
              <a:t> to work on your poster because it: </a:t>
            </a:r>
            <a:endParaRPr/>
          </a:p>
          <a:p>
            <a:pPr indent="-298450" lvl="1" marL="914400" rtl="0">
              <a:spcBef>
                <a:spcPts val="0"/>
              </a:spcBef>
              <a:spcAft>
                <a:spcPts val="0"/>
              </a:spcAft>
              <a:buSzPts val="1100"/>
              <a:buAutoNum type="alphaLcParenR"/>
            </a:pPr>
            <a:r>
              <a:rPr lang="en">
                <a:solidFill>
                  <a:schemeClr val="dk1"/>
                </a:solidFill>
              </a:rPr>
              <a:t>p</a:t>
            </a:r>
            <a:r>
              <a:rPr lang="en">
                <a:solidFill>
                  <a:schemeClr val="dk1"/>
                </a:solidFill>
              </a:rPr>
              <a:t>rovides a template with all the </a:t>
            </a:r>
            <a:r>
              <a:rPr b="1" lang="en">
                <a:solidFill>
                  <a:schemeClr val="dk1"/>
                </a:solidFill>
              </a:rPr>
              <a:t>approved</a:t>
            </a:r>
            <a:r>
              <a:rPr lang="en">
                <a:solidFill>
                  <a:schemeClr val="dk1"/>
                </a:solidFill>
              </a:rPr>
              <a:t> branding including colors, fonts, and logo placement/usage;</a:t>
            </a:r>
            <a:endParaRPr/>
          </a:p>
          <a:p>
            <a:pPr indent="-298450" lvl="1" marL="914400" rtl="0">
              <a:spcBef>
                <a:spcPts val="0"/>
              </a:spcBef>
              <a:spcAft>
                <a:spcPts val="0"/>
              </a:spcAft>
              <a:buSzPts val="1100"/>
              <a:buAutoNum type="alphaLcParenR"/>
            </a:pPr>
            <a:r>
              <a:rPr lang="en"/>
              <a:t>allows you to </a:t>
            </a:r>
            <a:r>
              <a:rPr b="1" lang="en"/>
              <a:t>collaborate</a:t>
            </a:r>
            <a:r>
              <a:rPr lang="en"/>
              <a:t> with others;</a:t>
            </a:r>
            <a:endParaRPr/>
          </a:p>
          <a:p>
            <a:pPr indent="-298450" lvl="1" marL="914400" rtl="0">
              <a:spcBef>
                <a:spcPts val="0"/>
              </a:spcBef>
              <a:spcAft>
                <a:spcPts val="0"/>
              </a:spcAft>
              <a:buSzPts val="1100"/>
              <a:buAutoNum type="alphaLcParenR"/>
            </a:pPr>
            <a:r>
              <a:rPr lang="en"/>
              <a:t>helps you to </a:t>
            </a:r>
            <a:r>
              <a:rPr b="1" lang="en"/>
              <a:t>communicate</a:t>
            </a:r>
            <a:r>
              <a:rPr lang="en"/>
              <a:t> with your fellow researchers, lab./dept., and creative services;</a:t>
            </a:r>
            <a:endParaRPr/>
          </a:p>
          <a:p>
            <a:pPr indent="-298450" lvl="0" marL="457200" rtl="0">
              <a:spcBef>
                <a:spcPts val="0"/>
              </a:spcBef>
              <a:spcAft>
                <a:spcPts val="0"/>
              </a:spcAft>
              <a:buSzPts val="1100"/>
              <a:buAutoNum type="arabicParenR"/>
            </a:pPr>
            <a:r>
              <a:rPr b="1" lang="en"/>
              <a:t>Editing</a:t>
            </a:r>
            <a:r>
              <a:rPr lang="en"/>
              <a:t> this file:</a:t>
            </a:r>
            <a:endParaRPr/>
          </a:p>
          <a:p>
            <a:pPr indent="-298450" lvl="1" marL="914400" rtl="0">
              <a:spcBef>
                <a:spcPts val="0"/>
              </a:spcBef>
              <a:spcAft>
                <a:spcPts val="0"/>
              </a:spcAft>
              <a:buSzPts val="1100"/>
              <a:buAutoNum type="alphaLcParenR"/>
            </a:pPr>
            <a:r>
              <a:t/>
            </a:r>
            <a:endParaRPr/>
          </a:p>
          <a:p>
            <a:pPr indent="-298450" lvl="0" marL="457200">
              <a:spcBef>
                <a:spcPts val="0"/>
              </a:spcBef>
              <a:spcAft>
                <a:spcPts val="0"/>
              </a:spcAft>
              <a:buSzPts val="1100"/>
              <a:buAutoNum type="arabicParenR"/>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Title slide" type="title">
  <p:cSld name="TITLE">
    <p:spTree>
      <p:nvGrpSpPr>
        <p:cNvPr id="6" name="Shape 6"/>
        <p:cNvGrpSpPr/>
        <p:nvPr/>
      </p:nvGrpSpPr>
      <p:grpSpPr>
        <a:xfrm>
          <a:off x="0" y="0"/>
          <a:ext cx="0" cy="0"/>
          <a:chOff x="0" y="0"/>
          <a:chExt cx="0" cy="0"/>
        </a:xfrm>
      </p:grpSpPr>
      <p:sp>
        <p:nvSpPr>
          <p:cNvPr id="7" name="Google Shape;7;p2"/>
          <p:cNvSpPr txBox="1"/>
          <p:nvPr>
            <p:ph type="ctrTitle"/>
          </p:nvPr>
        </p:nvSpPr>
        <p:spPr>
          <a:xfrm>
            <a:off x="1246833" y="5956600"/>
            <a:ext cx="34082400" cy="16420200"/>
          </a:xfrm>
          <a:prstGeom prst="rect">
            <a:avLst/>
          </a:prstGeom>
          <a:noFill/>
          <a:ln>
            <a:noFill/>
          </a:ln>
        </p:spPr>
        <p:txBody>
          <a:bodyPr anchorCtr="0" anchor="b" bIns="519950" lIns="519950" spcFirstLastPara="1" rIns="519950" wrap="square" tIns="519950"/>
          <a:lstStyle>
            <a:lvl1pPr lvl="0" algn="ctr">
              <a:spcBef>
                <a:spcPts val="0"/>
              </a:spcBef>
              <a:spcAft>
                <a:spcPts val="0"/>
              </a:spcAft>
              <a:buSzPts val="29500"/>
              <a:buChar char="●"/>
              <a:defRPr sz="29500"/>
            </a:lvl1pPr>
            <a:lvl2pPr lvl="1" algn="ctr">
              <a:spcBef>
                <a:spcPts val="0"/>
              </a:spcBef>
              <a:spcAft>
                <a:spcPts val="0"/>
              </a:spcAft>
              <a:buSzPts val="29500"/>
              <a:buChar char="○"/>
              <a:defRPr sz="29500"/>
            </a:lvl2pPr>
            <a:lvl3pPr lvl="2" algn="ctr">
              <a:spcBef>
                <a:spcPts val="0"/>
              </a:spcBef>
              <a:spcAft>
                <a:spcPts val="0"/>
              </a:spcAft>
              <a:buSzPts val="29500"/>
              <a:buChar char="■"/>
              <a:defRPr sz="29500"/>
            </a:lvl3pPr>
            <a:lvl4pPr lvl="3" algn="ctr">
              <a:spcBef>
                <a:spcPts val="0"/>
              </a:spcBef>
              <a:spcAft>
                <a:spcPts val="0"/>
              </a:spcAft>
              <a:buSzPts val="29500"/>
              <a:buChar char="●"/>
              <a:defRPr sz="29500"/>
            </a:lvl4pPr>
            <a:lvl5pPr lvl="4" algn="ctr">
              <a:spcBef>
                <a:spcPts val="0"/>
              </a:spcBef>
              <a:spcAft>
                <a:spcPts val="0"/>
              </a:spcAft>
              <a:buSzPts val="29500"/>
              <a:buChar char="○"/>
              <a:defRPr sz="29500"/>
            </a:lvl5pPr>
            <a:lvl6pPr lvl="5" algn="ctr">
              <a:spcBef>
                <a:spcPts val="0"/>
              </a:spcBef>
              <a:spcAft>
                <a:spcPts val="0"/>
              </a:spcAft>
              <a:buSzPts val="29500"/>
              <a:buChar char="■"/>
              <a:defRPr sz="29500"/>
            </a:lvl6pPr>
            <a:lvl7pPr lvl="6" algn="ctr">
              <a:spcBef>
                <a:spcPts val="0"/>
              </a:spcBef>
              <a:spcAft>
                <a:spcPts val="0"/>
              </a:spcAft>
              <a:buSzPts val="29500"/>
              <a:buChar char="●"/>
              <a:defRPr sz="29500"/>
            </a:lvl7pPr>
            <a:lvl8pPr lvl="7" algn="ctr">
              <a:spcBef>
                <a:spcPts val="0"/>
              </a:spcBef>
              <a:spcAft>
                <a:spcPts val="0"/>
              </a:spcAft>
              <a:buSzPts val="29500"/>
              <a:buChar char="○"/>
              <a:defRPr sz="29500"/>
            </a:lvl8pPr>
            <a:lvl9pPr lvl="8" algn="ctr">
              <a:spcBef>
                <a:spcPts val="0"/>
              </a:spcBef>
              <a:spcAft>
                <a:spcPts val="0"/>
              </a:spcAft>
              <a:buSzPts val="29500"/>
              <a:buChar char="■"/>
              <a:defRPr sz="29500"/>
            </a:lvl9pPr>
          </a:lstStyle>
          <a:p/>
        </p:txBody>
      </p:sp>
      <p:sp>
        <p:nvSpPr>
          <p:cNvPr id="8" name="Google Shape;8;p2"/>
          <p:cNvSpPr txBox="1"/>
          <p:nvPr>
            <p:ph idx="1" type="subTitle"/>
          </p:nvPr>
        </p:nvSpPr>
        <p:spPr>
          <a:xfrm>
            <a:off x="1246800" y="22673000"/>
            <a:ext cx="34082400" cy="6342000"/>
          </a:xfrm>
          <a:prstGeom prst="rect">
            <a:avLst/>
          </a:prstGeom>
          <a:noFill/>
          <a:ln>
            <a:noFill/>
          </a:ln>
        </p:spPr>
        <p:txBody>
          <a:bodyPr anchorCtr="0" anchor="ctr" bIns="519950" lIns="519950" spcFirstLastPara="1" rIns="519950" wrap="square" tIns="519950"/>
          <a:lstStyle>
            <a:lvl1pPr lvl="0" algn="ctr">
              <a:lnSpc>
                <a:spcPct val="100000"/>
              </a:lnSpc>
              <a:spcBef>
                <a:spcPts val="0"/>
              </a:spcBef>
              <a:spcAft>
                <a:spcPts val="0"/>
              </a:spcAft>
              <a:buSzPts val="15900"/>
              <a:buNone/>
              <a:defRPr sz="15900"/>
            </a:lvl1pPr>
            <a:lvl2pPr lvl="1" algn="ctr">
              <a:lnSpc>
                <a:spcPct val="100000"/>
              </a:lnSpc>
              <a:spcBef>
                <a:spcPts val="0"/>
              </a:spcBef>
              <a:spcAft>
                <a:spcPts val="0"/>
              </a:spcAft>
              <a:buSzPts val="15900"/>
              <a:buNone/>
              <a:defRPr sz="15900"/>
            </a:lvl2pPr>
            <a:lvl3pPr lvl="2" algn="ctr">
              <a:lnSpc>
                <a:spcPct val="100000"/>
              </a:lnSpc>
              <a:spcBef>
                <a:spcPts val="0"/>
              </a:spcBef>
              <a:spcAft>
                <a:spcPts val="0"/>
              </a:spcAft>
              <a:buSzPts val="15900"/>
              <a:buNone/>
              <a:defRPr sz="15900"/>
            </a:lvl3pPr>
            <a:lvl4pPr lvl="3" algn="ctr">
              <a:lnSpc>
                <a:spcPct val="100000"/>
              </a:lnSpc>
              <a:spcBef>
                <a:spcPts val="0"/>
              </a:spcBef>
              <a:spcAft>
                <a:spcPts val="0"/>
              </a:spcAft>
              <a:buSzPts val="15900"/>
              <a:buNone/>
              <a:defRPr sz="15900"/>
            </a:lvl4pPr>
            <a:lvl5pPr lvl="4" algn="ctr">
              <a:lnSpc>
                <a:spcPct val="100000"/>
              </a:lnSpc>
              <a:spcBef>
                <a:spcPts val="0"/>
              </a:spcBef>
              <a:spcAft>
                <a:spcPts val="0"/>
              </a:spcAft>
              <a:buSzPts val="15900"/>
              <a:buNone/>
              <a:defRPr sz="15900"/>
            </a:lvl5pPr>
            <a:lvl6pPr lvl="5" algn="ctr">
              <a:lnSpc>
                <a:spcPct val="100000"/>
              </a:lnSpc>
              <a:spcBef>
                <a:spcPts val="0"/>
              </a:spcBef>
              <a:spcAft>
                <a:spcPts val="0"/>
              </a:spcAft>
              <a:buSzPts val="15900"/>
              <a:buNone/>
              <a:defRPr sz="15900"/>
            </a:lvl6pPr>
            <a:lvl7pPr lvl="6" algn="ctr">
              <a:lnSpc>
                <a:spcPct val="100000"/>
              </a:lnSpc>
              <a:spcBef>
                <a:spcPts val="0"/>
              </a:spcBef>
              <a:spcAft>
                <a:spcPts val="0"/>
              </a:spcAft>
              <a:buSzPts val="15900"/>
              <a:buNone/>
              <a:defRPr sz="15900"/>
            </a:lvl7pPr>
            <a:lvl8pPr lvl="7" algn="ctr">
              <a:lnSpc>
                <a:spcPct val="100000"/>
              </a:lnSpc>
              <a:spcBef>
                <a:spcPts val="0"/>
              </a:spcBef>
              <a:spcAft>
                <a:spcPts val="0"/>
              </a:spcAft>
              <a:buSzPts val="15900"/>
              <a:buNone/>
              <a:defRPr sz="15900"/>
            </a:lvl8pPr>
            <a:lvl9pPr lvl="8" algn="ctr">
              <a:lnSpc>
                <a:spcPct val="100000"/>
              </a:lnSpc>
              <a:spcBef>
                <a:spcPts val="0"/>
              </a:spcBef>
              <a:spcAft>
                <a:spcPts val="0"/>
              </a:spcAft>
              <a:buSzPts val="15900"/>
              <a:buNone/>
              <a:defRPr sz="15900"/>
            </a:lvl9pPr>
          </a:lstStyle>
          <a:p/>
        </p:txBody>
      </p:sp>
      <p:sp>
        <p:nvSpPr>
          <p:cNvPr id="9" name="Google Shape;9;p2"/>
          <p:cNvSpPr txBox="1"/>
          <p:nvPr>
            <p:ph idx="12" type="sldNum"/>
          </p:nvPr>
        </p:nvSpPr>
        <p:spPr>
          <a:xfrm>
            <a:off x="33889831" y="37305734"/>
            <a:ext cx="2195100" cy="3149400"/>
          </a:xfrm>
          <a:prstGeom prst="rect">
            <a:avLst/>
          </a:prstGeom>
          <a:noFill/>
          <a:ln>
            <a:noFill/>
          </a:ln>
        </p:spPr>
        <p:txBody>
          <a:bodyPr anchorCtr="0" anchor="ctr" bIns="145100" lIns="145100" spcFirstLastPara="1" rIns="145100" wrap="square" tIns="145100">
            <a:noAutofit/>
          </a:bodyPr>
          <a:lstStyle>
            <a:lvl1pPr lvl="0">
              <a:buNone/>
              <a:defRPr sz="2200"/>
            </a:lvl1pPr>
            <a:lvl2pPr lvl="1">
              <a:buNone/>
              <a:defRPr sz="2200"/>
            </a:lvl2pPr>
            <a:lvl3pPr lvl="2">
              <a:buNone/>
              <a:defRPr sz="2200"/>
            </a:lvl3pPr>
            <a:lvl4pPr lvl="3">
              <a:buNone/>
              <a:defRPr sz="2200"/>
            </a:lvl4pPr>
            <a:lvl5pPr lvl="4">
              <a:buNone/>
              <a:defRPr sz="2200"/>
            </a:lvl5pPr>
            <a:lvl6pPr lvl="5">
              <a:buNone/>
              <a:defRPr sz="2200"/>
            </a:lvl6pPr>
            <a:lvl7pPr lvl="6">
              <a:buNone/>
              <a:defRPr sz="2200"/>
            </a:lvl7pPr>
            <a:lvl8pPr lvl="7">
              <a:buNone/>
              <a:defRPr sz="2200"/>
            </a:lvl8pPr>
            <a:lvl9pPr lvl="8">
              <a:buNone/>
              <a:defRPr sz="2200"/>
            </a:lvl9pPr>
          </a:lstStyle>
          <a:p>
            <a:pPr indent="0" lvl="0" mar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Section header" type="secHead">
  <p:cSld name="SECTION_HEADER">
    <p:spTree>
      <p:nvGrpSpPr>
        <p:cNvPr id="10" name="Shape 10"/>
        <p:cNvGrpSpPr/>
        <p:nvPr/>
      </p:nvGrpSpPr>
      <p:grpSpPr>
        <a:xfrm>
          <a:off x="0" y="0"/>
          <a:ext cx="0" cy="0"/>
          <a:chOff x="0" y="0"/>
          <a:chExt cx="0" cy="0"/>
        </a:xfrm>
      </p:grpSpPr>
      <p:sp>
        <p:nvSpPr>
          <p:cNvPr id="11" name="Google Shape;11;p3"/>
          <p:cNvSpPr txBox="1"/>
          <p:nvPr>
            <p:ph type="title"/>
          </p:nvPr>
        </p:nvSpPr>
        <p:spPr>
          <a:xfrm>
            <a:off x="1246800" y="17206800"/>
            <a:ext cx="34082400" cy="6734700"/>
          </a:xfrm>
          <a:prstGeom prst="rect">
            <a:avLst/>
          </a:prstGeom>
          <a:noFill/>
          <a:ln>
            <a:noFill/>
          </a:ln>
        </p:spPr>
        <p:txBody>
          <a:bodyPr anchorCtr="0" anchor="ctr" bIns="519950" lIns="519950" spcFirstLastPara="1" rIns="519950" wrap="square" tIns="519950"/>
          <a:lstStyle>
            <a:lvl1pPr lvl="0" algn="ctr">
              <a:spcBef>
                <a:spcPts val="0"/>
              </a:spcBef>
              <a:spcAft>
                <a:spcPts val="0"/>
              </a:spcAft>
              <a:buSzPts val="20500"/>
              <a:buChar char="●"/>
              <a:defRPr sz="20500"/>
            </a:lvl1pPr>
            <a:lvl2pPr lvl="1" algn="ctr">
              <a:spcBef>
                <a:spcPts val="0"/>
              </a:spcBef>
              <a:spcAft>
                <a:spcPts val="0"/>
              </a:spcAft>
              <a:buSzPts val="20500"/>
              <a:buChar char="○"/>
              <a:defRPr sz="20500"/>
            </a:lvl2pPr>
            <a:lvl3pPr lvl="2" algn="ctr">
              <a:spcBef>
                <a:spcPts val="0"/>
              </a:spcBef>
              <a:spcAft>
                <a:spcPts val="0"/>
              </a:spcAft>
              <a:buSzPts val="20500"/>
              <a:buChar char="■"/>
              <a:defRPr sz="20500"/>
            </a:lvl3pPr>
            <a:lvl4pPr lvl="3" algn="ctr">
              <a:spcBef>
                <a:spcPts val="0"/>
              </a:spcBef>
              <a:spcAft>
                <a:spcPts val="0"/>
              </a:spcAft>
              <a:buSzPts val="20500"/>
              <a:buChar char="●"/>
              <a:defRPr sz="20500"/>
            </a:lvl4pPr>
            <a:lvl5pPr lvl="4" algn="ctr">
              <a:spcBef>
                <a:spcPts val="0"/>
              </a:spcBef>
              <a:spcAft>
                <a:spcPts val="0"/>
              </a:spcAft>
              <a:buSzPts val="20500"/>
              <a:buChar char="○"/>
              <a:defRPr sz="20500"/>
            </a:lvl5pPr>
            <a:lvl6pPr lvl="5" algn="ctr">
              <a:spcBef>
                <a:spcPts val="0"/>
              </a:spcBef>
              <a:spcAft>
                <a:spcPts val="0"/>
              </a:spcAft>
              <a:buSzPts val="20500"/>
              <a:buChar char="■"/>
              <a:defRPr sz="20500"/>
            </a:lvl6pPr>
            <a:lvl7pPr lvl="6" algn="ctr">
              <a:spcBef>
                <a:spcPts val="0"/>
              </a:spcBef>
              <a:spcAft>
                <a:spcPts val="0"/>
              </a:spcAft>
              <a:buSzPts val="20500"/>
              <a:buChar char="●"/>
              <a:defRPr sz="20500"/>
            </a:lvl7pPr>
            <a:lvl8pPr lvl="7" algn="ctr">
              <a:spcBef>
                <a:spcPts val="0"/>
              </a:spcBef>
              <a:spcAft>
                <a:spcPts val="0"/>
              </a:spcAft>
              <a:buSzPts val="20500"/>
              <a:buChar char="○"/>
              <a:defRPr sz="20500"/>
            </a:lvl8pPr>
            <a:lvl9pPr lvl="8" algn="ctr">
              <a:spcBef>
                <a:spcPts val="0"/>
              </a:spcBef>
              <a:spcAft>
                <a:spcPts val="0"/>
              </a:spcAft>
              <a:buSzPts val="20500"/>
              <a:buChar char="■"/>
              <a:defRPr sz="20500"/>
            </a:lvl9pPr>
          </a:lstStyle>
          <a:p/>
        </p:txBody>
      </p:sp>
      <p:sp>
        <p:nvSpPr>
          <p:cNvPr id="12" name="Google Shape;12;p3"/>
          <p:cNvSpPr txBox="1"/>
          <p:nvPr>
            <p:ph idx="12" type="sldNum"/>
          </p:nvPr>
        </p:nvSpPr>
        <p:spPr>
          <a:xfrm>
            <a:off x="33889831" y="37305734"/>
            <a:ext cx="2195100" cy="3149400"/>
          </a:xfrm>
          <a:prstGeom prst="rect">
            <a:avLst/>
          </a:prstGeom>
          <a:noFill/>
          <a:ln>
            <a:noFill/>
          </a:ln>
        </p:spPr>
        <p:txBody>
          <a:bodyPr anchorCtr="0" anchor="ctr" bIns="145100" lIns="145100" spcFirstLastPara="1" rIns="145100" wrap="square" tIns="145100">
            <a:noAutofit/>
          </a:bodyPr>
          <a:lstStyle>
            <a:lvl1pPr lvl="0">
              <a:buNone/>
              <a:defRPr sz="2200"/>
            </a:lvl1pPr>
            <a:lvl2pPr lvl="1">
              <a:buNone/>
              <a:defRPr sz="2200"/>
            </a:lvl2pPr>
            <a:lvl3pPr lvl="2">
              <a:buNone/>
              <a:defRPr sz="2200"/>
            </a:lvl3pPr>
            <a:lvl4pPr lvl="3">
              <a:buNone/>
              <a:defRPr sz="2200"/>
            </a:lvl4pPr>
            <a:lvl5pPr lvl="4">
              <a:buNone/>
              <a:defRPr sz="2200"/>
            </a:lvl5pPr>
            <a:lvl6pPr lvl="5">
              <a:buNone/>
              <a:defRPr sz="2200"/>
            </a:lvl6pPr>
            <a:lvl7pPr lvl="6">
              <a:buNone/>
              <a:defRPr sz="2200"/>
            </a:lvl7pPr>
            <a:lvl8pPr lvl="7">
              <a:buNone/>
              <a:defRPr sz="2200"/>
            </a:lvl8pPr>
            <a:lvl9pPr lvl="8">
              <a:buNone/>
              <a:defRPr sz="2200"/>
            </a:lvl9pPr>
          </a:lstStyle>
          <a:p>
            <a:pPr indent="0" lvl="0" mar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Title and body" type="tx">
  <p:cSld name="TITLE_AND_BODY">
    <p:spTree>
      <p:nvGrpSpPr>
        <p:cNvPr id="13" name="Shape 13"/>
        <p:cNvGrpSpPr/>
        <p:nvPr/>
      </p:nvGrpSpPr>
      <p:grpSpPr>
        <a:xfrm>
          <a:off x="0" y="0"/>
          <a:ext cx="0" cy="0"/>
          <a:chOff x="0" y="0"/>
          <a:chExt cx="0" cy="0"/>
        </a:xfrm>
      </p:grpSpPr>
      <p:sp>
        <p:nvSpPr>
          <p:cNvPr id="14" name="Google Shape;14;p4"/>
          <p:cNvSpPr txBox="1"/>
          <p:nvPr>
            <p:ph type="title"/>
          </p:nvPr>
        </p:nvSpPr>
        <p:spPr>
          <a:xfrm>
            <a:off x="1246800" y="3560200"/>
            <a:ext cx="34082400" cy="4581300"/>
          </a:xfrm>
          <a:prstGeom prst="rect">
            <a:avLst/>
          </a:prstGeom>
          <a:noFill/>
          <a:ln>
            <a:noFill/>
          </a:ln>
        </p:spPr>
        <p:txBody>
          <a:bodyPr anchorCtr="0" anchor="ctr" bIns="519950" lIns="519950" spcFirstLastPara="1" rIns="519950" wrap="square" tIns="519950"/>
          <a:lstStyle>
            <a:lvl1pPr lvl="0">
              <a:spcBef>
                <a:spcPts val="0"/>
              </a:spcBef>
              <a:spcAft>
                <a:spcPts val="0"/>
              </a:spcAft>
              <a:buSzPts val="8100"/>
              <a:buChar char="●"/>
              <a:defRPr sz="8100"/>
            </a:lvl1pPr>
            <a:lvl2pPr lvl="1">
              <a:spcBef>
                <a:spcPts val="0"/>
              </a:spcBef>
              <a:spcAft>
                <a:spcPts val="0"/>
              </a:spcAft>
              <a:buSzPts val="8100"/>
              <a:buChar char="○"/>
              <a:defRPr sz="8100"/>
            </a:lvl2pPr>
            <a:lvl3pPr lvl="2">
              <a:spcBef>
                <a:spcPts val="0"/>
              </a:spcBef>
              <a:spcAft>
                <a:spcPts val="0"/>
              </a:spcAft>
              <a:buSzPts val="8100"/>
              <a:buChar char="■"/>
              <a:defRPr sz="8100"/>
            </a:lvl3pPr>
            <a:lvl4pPr lvl="3">
              <a:spcBef>
                <a:spcPts val="0"/>
              </a:spcBef>
              <a:spcAft>
                <a:spcPts val="0"/>
              </a:spcAft>
              <a:buSzPts val="8100"/>
              <a:buChar char="●"/>
              <a:defRPr sz="8100"/>
            </a:lvl4pPr>
            <a:lvl5pPr lvl="4">
              <a:spcBef>
                <a:spcPts val="0"/>
              </a:spcBef>
              <a:spcAft>
                <a:spcPts val="0"/>
              </a:spcAft>
              <a:buSzPts val="8100"/>
              <a:buChar char="○"/>
              <a:defRPr sz="8100"/>
            </a:lvl5pPr>
            <a:lvl6pPr lvl="5">
              <a:spcBef>
                <a:spcPts val="0"/>
              </a:spcBef>
              <a:spcAft>
                <a:spcPts val="0"/>
              </a:spcAft>
              <a:buSzPts val="8100"/>
              <a:buChar char="■"/>
              <a:defRPr sz="8100"/>
            </a:lvl6pPr>
            <a:lvl7pPr lvl="6">
              <a:spcBef>
                <a:spcPts val="0"/>
              </a:spcBef>
              <a:spcAft>
                <a:spcPts val="0"/>
              </a:spcAft>
              <a:buSzPts val="8100"/>
              <a:buChar char="●"/>
              <a:defRPr sz="8100"/>
            </a:lvl7pPr>
            <a:lvl8pPr lvl="7">
              <a:spcBef>
                <a:spcPts val="0"/>
              </a:spcBef>
              <a:spcAft>
                <a:spcPts val="0"/>
              </a:spcAft>
              <a:buSzPts val="8100"/>
              <a:buChar char="○"/>
              <a:defRPr sz="8100"/>
            </a:lvl8pPr>
            <a:lvl9pPr lvl="8">
              <a:spcBef>
                <a:spcPts val="0"/>
              </a:spcBef>
              <a:spcAft>
                <a:spcPts val="0"/>
              </a:spcAft>
              <a:buSzPts val="8100"/>
              <a:buChar char="■"/>
              <a:defRPr sz="8100"/>
            </a:lvl9pPr>
          </a:lstStyle>
          <a:p/>
        </p:txBody>
      </p:sp>
      <p:sp>
        <p:nvSpPr>
          <p:cNvPr id="15" name="Google Shape;15;p4"/>
          <p:cNvSpPr txBox="1"/>
          <p:nvPr>
            <p:ph idx="1" type="body"/>
          </p:nvPr>
        </p:nvSpPr>
        <p:spPr>
          <a:xfrm>
            <a:off x="1246800" y="9219800"/>
            <a:ext cx="34082400" cy="27330600"/>
          </a:xfrm>
          <a:prstGeom prst="rect">
            <a:avLst/>
          </a:prstGeom>
          <a:noFill/>
          <a:ln>
            <a:noFill/>
          </a:ln>
        </p:spPr>
        <p:txBody>
          <a:bodyPr anchorCtr="0" anchor="ctr" bIns="519950" lIns="519950" spcFirstLastPara="1" rIns="519950" wrap="square" tIns="519950"/>
          <a:lstStyle>
            <a:lvl1pPr indent="-742950" lvl="0" marL="457200">
              <a:spcBef>
                <a:spcPts val="0"/>
              </a:spcBef>
              <a:spcAft>
                <a:spcPts val="0"/>
              </a:spcAft>
              <a:buSzPts val="8100"/>
              <a:buChar char="●"/>
              <a:defRPr sz="8100"/>
            </a:lvl1pPr>
            <a:lvl2pPr indent="-742950" lvl="1" marL="914400">
              <a:spcBef>
                <a:spcPts val="0"/>
              </a:spcBef>
              <a:spcAft>
                <a:spcPts val="0"/>
              </a:spcAft>
              <a:buSzPts val="8100"/>
              <a:buChar char="○"/>
              <a:defRPr sz="8100"/>
            </a:lvl2pPr>
            <a:lvl3pPr indent="-742950" lvl="2" marL="1371600">
              <a:spcBef>
                <a:spcPts val="0"/>
              </a:spcBef>
              <a:spcAft>
                <a:spcPts val="0"/>
              </a:spcAft>
              <a:buSzPts val="8100"/>
              <a:buChar char="■"/>
              <a:defRPr sz="8100"/>
            </a:lvl3pPr>
            <a:lvl4pPr indent="-742950" lvl="3" marL="1828800">
              <a:spcBef>
                <a:spcPts val="0"/>
              </a:spcBef>
              <a:spcAft>
                <a:spcPts val="0"/>
              </a:spcAft>
              <a:buSzPts val="8100"/>
              <a:buChar char="●"/>
              <a:defRPr sz="8100"/>
            </a:lvl4pPr>
            <a:lvl5pPr indent="-742950" lvl="4" marL="2286000">
              <a:spcBef>
                <a:spcPts val="0"/>
              </a:spcBef>
              <a:spcAft>
                <a:spcPts val="0"/>
              </a:spcAft>
              <a:buSzPts val="8100"/>
              <a:buChar char="○"/>
              <a:defRPr sz="8100"/>
            </a:lvl5pPr>
            <a:lvl6pPr indent="-742950" lvl="5" marL="2743200">
              <a:spcBef>
                <a:spcPts val="0"/>
              </a:spcBef>
              <a:spcAft>
                <a:spcPts val="0"/>
              </a:spcAft>
              <a:buSzPts val="8100"/>
              <a:buChar char="■"/>
              <a:defRPr sz="8100"/>
            </a:lvl6pPr>
            <a:lvl7pPr indent="-742950" lvl="6" marL="3200400">
              <a:spcBef>
                <a:spcPts val="0"/>
              </a:spcBef>
              <a:spcAft>
                <a:spcPts val="0"/>
              </a:spcAft>
              <a:buSzPts val="8100"/>
              <a:buChar char="●"/>
              <a:defRPr sz="8100"/>
            </a:lvl7pPr>
            <a:lvl8pPr indent="-742950" lvl="7" marL="3657600">
              <a:spcBef>
                <a:spcPts val="0"/>
              </a:spcBef>
              <a:spcAft>
                <a:spcPts val="0"/>
              </a:spcAft>
              <a:buSzPts val="8100"/>
              <a:buChar char="○"/>
              <a:defRPr sz="8100"/>
            </a:lvl8pPr>
            <a:lvl9pPr indent="-742950" lvl="8" marL="4114800">
              <a:spcBef>
                <a:spcPts val="0"/>
              </a:spcBef>
              <a:spcAft>
                <a:spcPts val="0"/>
              </a:spcAft>
              <a:buSzPts val="8100"/>
              <a:buChar char="■"/>
              <a:defRPr sz="8100"/>
            </a:lvl9pPr>
          </a:lstStyle>
          <a:p/>
        </p:txBody>
      </p:sp>
      <p:sp>
        <p:nvSpPr>
          <p:cNvPr id="16" name="Google Shape;16;p4"/>
          <p:cNvSpPr txBox="1"/>
          <p:nvPr>
            <p:ph idx="12" type="sldNum"/>
          </p:nvPr>
        </p:nvSpPr>
        <p:spPr>
          <a:xfrm>
            <a:off x="33889831" y="37305734"/>
            <a:ext cx="2195100" cy="3149400"/>
          </a:xfrm>
          <a:prstGeom prst="rect">
            <a:avLst/>
          </a:prstGeom>
          <a:noFill/>
          <a:ln>
            <a:noFill/>
          </a:ln>
        </p:spPr>
        <p:txBody>
          <a:bodyPr anchorCtr="0" anchor="ctr" bIns="145100" lIns="145100" spcFirstLastPara="1" rIns="145100" wrap="square" tIns="145100">
            <a:noAutofit/>
          </a:bodyPr>
          <a:lstStyle>
            <a:lvl1pPr lvl="0">
              <a:buNone/>
              <a:defRPr sz="2200"/>
            </a:lvl1pPr>
            <a:lvl2pPr lvl="1">
              <a:buNone/>
              <a:defRPr sz="2200"/>
            </a:lvl2pPr>
            <a:lvl3pPr lvl="2">
              <a:buNone/>
              <a:defRPr sz="2200"/>
            </a:lvl3pPr>
            <a:lvl4pPr lvl="3">
              <a:buNone/>
              <a:defRPr sz="2200"/>
            </a:lvl4pPr>
            <a:lvl5pPr lvl="4">
              <a:buNone/>
              <a:defRPr sz="2200"/>
            </a:lvl5pPr>
            <a:lvl6pPr lvl="5">
              <a:buNone/>
              <a:defRPr sz="2200"/>
            </a:lvl6pPr>
            <a:lvl7pPr lvl="6">
              <a:buNone/>
              <a:defRPr sz="2200"/>
            </a:lvl7pPr>
            <a:lvl8pPr lvl="7">
              <a:buNone/>
              <a:defRPr sz="2200"/>
            </a:lvl8pPr>
            <a:lvl9pPr lvl="8">
              <a:buNone/>
              <a:defRPr sz="2200"/>
            </a:lvl9pPr>
          </a:lstStyle>
          <a:p>
            <a:pPr indent="0" lvl="0" mar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Title and two columns" type="twoColTx">
  <p:cSld name="TITLE_AND_TWO_COLUMNS">
    <p:spTree>
      <p:nvGrpSpPr>
        <p:cNvPr id="17" name="Shape 17"/>
        <p:cNvGrpSpPr/>
        <p:nvPr/>
      </p:nvGrpSpPr>
      <p:grpSpPr>
        <a:xfrm>
          <a:off x="0" y="0"/>
          <a:ext cx="0" cy="0"/>
          <a:chOff x="0" y="0"/>
          <a:chExt cx="0" cy="0"/>
        </a:xfrm>
      </p:grpSpPr>
      <p:sp>
        <p:nvSpPr>
          <p:cNvPr id="18" name="Google Shape;18;p5"/>
          <p:cNvSpPr txBox="1"/>
          <p:nvPr>
            <p:ph type="title"/>
          </p:nvPr>
        </p:nvSpPr>
        <p:spPr>
          <a:xfrm>
            <a:off x="1246800" y="3560200"/>
            <a:ext cx="34082400" cy="4581300"/>
          </a:xfrm>
          <a:prstGeom prst="rect">
            <a:avLst/>
          </a:prstGeom>
          <a:noFill/>
          <a:ln>
            <a:noFill/>
          </a:ln>
        </p:spPr>
        <p:txBody>
          <a:bodyPr anchorCtr="0" anchor="ctr" bIns="519950" lIns="519950" spcFirstLastPara="1" rIns="519950" wrap="square" tIns="519950"/>
          <a:lstStyle>
            <a:lvl1pPr lvl="0">
              <a:spcBef>
                <a:spcPts val="0"/>
              </a:spcBef>
              <a:spcAft>
                <a:spcPts val="0"/>
              </a:spcAft>
              <a:buSzPts val="8100"/>
              <a:buChar char="●"/>
              <a:defRPr sz="8100"/>
            </a:lvl1pPr>
            <a:lvl2pPr lvl="1">
              <a:spcBef>
                <a:spcPts val="0"/>
              </a:spcBef>
              <a:spcAft>
                <a:spcPts val="0"/>
              </a:spcAft>
              <a:buSzPts val="8100"/>
              <a:buChar char="○"/>
              <a:defRPr sz="8100"/>
            </a:lvl2pPr>
            <a:lvl3pPr lvl="2">
              <a:spcBef>
                <a:spcPts val="0"/>
              </a:spcBef>
              <a:spcAft>
                <a:spcPts val="0"/>
              </a:spcAft>
              <a:buSzPts val="8100"/>
              <a:buChar char="■"/>
              <a:defRPr sz="8100"/>
            </a:lvl3pPr>
            <a:lvl4pPr lvl="3">
              <a:spcBef>
                <a:spcPts val="0"/>
              </a:spcBef>
              <a:spcAft>
                <a:spcPts val="0"/>
              </a:spcAft>
              <a:buSzPts val="8100"/>
              <a:buChar char="●"/>
              <a:defRPr sz="8100"/>
            </a:lvl4pPr>
            <a:lvl5pPr lvl="4">
              <a:spcBef>
                <a:spcPts val="0"/>
              </a:spcBef>
              <a:spcAft>
                <a:spcPts val="0"/>
              </a:spcAft>
              <a:buSzPts val="8100"/>
              <a:buChar char="○"/>
              <a:defRPr sz="8100"/>
            </a:lvl5pPr>
            <a:lvl6pPr lvl="5">
              <a:spcBef>
                <a:spcPts val="0"/>
              </a:spcBef>
              <a:spcAft>
                <a:spcPts val="0"/>
              </a:spcAft>
              <a:buSzPts val="8100"/>
              <a:buChar char="■"/>
              <a:defRPr sz="8100"/>
            </a:lvl6pPr>
            <a:lvl7pPr lvl="6">
              <a:spcBef>
                <a:spcPts val="0"/>
              </a:spcBef>
              <a:spcAft>
                <a:spcPts val="0"/>
              </a:spcAft>
              <a:buSzPts val="8100"/>
              <a:buChar char="●"/>
              <a:defRPr sz="8100"/>
            </a:lvl7pPr>
            <a:lvl8pPr lvl="7">
              <a:spcBef>
                <a:spcPts val="0"/>
              </a:spcBef>
              <a:spcAft>
                <a:spcPts val="0"/>
              </a:spcAft>
              <a:buSzPts val="8100"/>
              <a:buChar char="○"/>
              <a:defRPr sz="8100"/>
            </a:lvl8pPr>
            <a:lvl9pPr lvl="8">
              <a:spcBef>
                <a:spcPts val="0"/>
              </a:spcBef>
              <a:spcAft>
                <a:spcPts val="0"/>
              </a:spcAft>
              <a:buSzPts val="8100"/>
              <a:buChar char="■"/>
              <a:defRPr sz="8100"/>
            </a:lvl9pPr>
          </a:lstStyle>
          <a:p/>
        </p:txBody>
      </p:sp>
      <p:sp>
        <p:nvSpPr>
          <p:cNvPr id="19" name="Google Shape;19;p5"/>
          <p:cNvSpPr txBox="1"/>
          <p:nvPr>
            <p:ph idx="1" type="body"/>
          </p:nvPr>
        </p:nvSpPr>
        <p:spPr>
          <a:xfrm>
            <a:off x="1246800" y="9219800"/>
            <a:ext cx="15999600" cy="27330600"/>
          </a:xfrm>
          <a:prstGeom prst="rect">
            <a:avLst/>
          </a:prstGeom>
          <a:noFill/>
          <a:ln>
            <a:noFill/>
          </a:ln>
        </p:spPr>
        <p:txBody>
          <a:bodyPr anchorCtr="0" anchor="ctr" bIns="519950" lIns="519950" spcFirstLastPara="1" rIns="519950" wrap="square" tIns="519950"/>
          <a:lstStyle>
            <a:lvl1pPr indent="-742950" lvl="0" marL="457200">
              <a:spcBef>
                <a:spcPts val="0"/>
              </a:spcBef>
              <a:spcAft>
                <a:spcPts val="0"/>
              </a:spcAft>
              <a:buSzPts val="8100"/>
              <a:buChar char="●"/>
              <a:defRPr sz="8100"/>
            </a:lvl1pPr>
            <a:lvl2pPr indent="-660400" lvl="1" marL="914400">
              <a:spcBef>
                <a:spcPts val="0"/>
              </a:spcBef>
              <a:spcAft>
                <a:spcPts val="0"/>
              </a:spcAft>
              <a:buSzPts val="6800"/>
              <a:buChar char="○"/>
              <a:defRPr sz="6800"/>
            </a:lvl2pPr>
            <a:lvl3pPr indent="-660400" lvl="2" marL="1371600">
              <a:spcBef>
                <a:spcPts val="0"/>
              </a:spcBef>
              <a:spcAft>
                <a:spcPts val="0"/>
              </a:spcAft>
              <a:buSzPts val="6800"/>
              <a:buChar char="■"/>
              <a:defRPr sz="6800"/>
            </a:lvl3pPr>
            <a:lvl4pPr indent="-660400" lvl="3" marL="1828800">
              <a:spcBef>
                <a:spcPts val="0"/>
              </a:spcBef>
              <a:spcAft>
                <a:spcPts val="0"/>
              </a:spcAft>
              <a:buSzPts val="6800"/>
              <a:buChar char="●"/>
              <a:defRPr sz="6800"/>
            </a:lvl4pPr>
            <a:lvl5pPr indent="-660400" lvl="4" marL="2286000">
              <a:spcBef>
                <a:spcPts val="0"/>
              </a:spcBef>
              <a:spcAft>
                <a:spcPts val="0"/>
              </a:spcAft>
              <a:buSzPts val="6800"/>
              <a:buChar char="○"/>
              <a:defRPr sz="6800"/>
            </a:lvl5pPr>
            <a:lvl6pPr indent="-660400" lvl="5" marL="2743200">
              <a:spcBef>
                <a:spcPts val="0"/>
              </a:spcBef>
              <a:spcAft>
                <a:spcPts val="0"/>
              </a:spcAft>
              <a:buSzPts val="6800"/>
              <a:buChar char="■"/>
              <a:defRPr sz="6800"/>
            </a:lvl6pPr>
            <a:lvl7pPr indent="-660400" lvl="6" marL="3200400">
              <a:spcBef>
                <a:spcPts val="0"/>
              </a:spcBef>
              <a:spcAft>
                <a:spcPts val="0"/>
              </a:spcAft>
              <a:buSzPts val="6800"/>
              <a:buChar char="●"/>
              <a:defRPr sz="6800"/>
            </a:lvl7pPr>
            <a:lvl8pPr indent="-660400" lvl="7" marL="3657600">
              <a:spcBef>
                <a:spcPts val="0"/>
              </a:spcBef>
              <a:spcAft>
                <a:spcPts val="0"/>
              </a:spcAft>
              <a:buSzPts val="6800"/>
              <a:buChar char="○"/>
              <a:defRPr sz="6800"/>
            </a:lvl8pPr>
            <a:lvl9pPr indent="-660400" lvl="8" marL="4114800">
              <a:spcBef>
                <a:spcPts val="0"/>
              </a:spcBef>
              <a:spcAft>
                <a:spcPts val="0"/>
              </a:spcAft>
              <a:buSzPts val="6800"/>
              <a:buChar char="■"/>
              <a:defRPr sz="6800"/>
            </a:lvl9pPr>
          </a:lstStyle>
          <a:p/>
        </p:txBody>
      </p:sp>
      <p:sp>
        <p:nvSpPr>
          <p:cNvPr id="20" name="Google Shape;20;p5"/>
          <p:cNvSpPr txBox="1"/>
          <p:nvPr>
            <p:ph idx="2" type="body"/>
          </p:nvPr>
        </p:nvSpPr>
        <p:spPr>
          <a:xfrm>
            <a:off x="19329600" y="9219800"/>
            <a:ext cx="15999600" cy="27330600"/>
          </a:xfrm>
          <a:prstGeom prst="rect">
            <a:avLst/>
          </a:prstGeom>
          <a:noFill/>
          <a:ln>
            <a:noFill/>
          </a:ln>
        </p:spPr>
        <p:txBody>
          <a:bodyPr anchorCtr="0" anchor="ctr" bIns="519950" lIns="519950" spcFirstLastPara="1" rIns="519950" wrap="square" tIns="519950"/>
          <a:lstStyle>
            <a:lvl1pPr indent="-742950" lvl="0" marL="457200">
              <a:spcBef>
                <a:spcPts val="0"/>
              </a:spcBef>
              <a:spcAft>
                <a:spcPts val="0"/>
              </a:spcAft>
              <a:buSzPts val="8100"/>
              <a:buChar char="●"/>
              <a:defRPr sz="8100"/>
            </a:lvl1pPr>
            <a:lvl2pPr indent="-660400" lvl="1" marL="914400">
              <a:spcBef>
                <a:spcPts val="0"/>
              </a:spcBef>
              <a:spcAft>
                <a:spcPts val="0"/>
              </a:spcAft>
              <a:buSzPts val="6800"/>
              <a:buChar char="○"/>
              <a:defRPr sz="6800"/>
            </a:lvl2pPr>
            <a:lvl3pPr indent="-660400" lvl="2" marL="1371600">
              <a:spcBef>
                <a:spcPts val="0"/>
              </a:spcBef>
              <a:spcAft>
                <a:spcPts val="0"/>
              </a:spcAft>
              <a:buSzPts val="6800"/>
              <a:buChar char="■"/>
              <a:defRPr sz="6800"/>
            </a:lvl3pPr>
            <a:lvl4pPr indent="-660400" lvl="3" marL="1828800">
              <a:spcBef>
                <a:spcPts val="0"/>
              </a:spcBef>
              <a:spcAft>
                <a:spcPts val="0"/>
              </a:spcAft>
              <a:buSzPts val="6800"/>
              <a:buChar char="●"/>
              <a:defRPr sz="6800"/>
            </a:lvl4pPr>
            <a:lvl5pPr indent="-660400" lvl="4" marL="2286000">
              <a:spcBef>
                <a:spcPts val="0"/>
              </a:spcBef>
              <a:spcAft>
                <a:spcPts val="0"/>
              </a:spcAft>
              <a:buSzPts val="6800"/>
              <a:buChar char="○"/>
              <a:defRPr sz="6800"/>
            </a:lvl5pPr>
            <a:lvl6pPr indent="-660400" lvl="5" marL="2743200">
              <a:spcBef>
                <a:spcPts val="0"/>
              </a:spcBef>
              <a:spcAft>
                <a:spcPts val="0"/>
              </a:spcAft>
              <a:buSzPts val="6800"/>
              <a:buChar char="■"/>
              <a:defRPr sz="6800"/>
            </a:lvl6pPr>
            <a:lvl7pPr indent="-660400" lvl="6" marL="3200400">
              <a:spcBef>
                <a:spcPts val="0"/>
              </a:spcBef>
              <a:spcAft>
                <a:spcPts val="0"/>
              </a:spcAft>
              <a:buSzPts val="6800"/>
              <a:buChar char="●"/>
              <a:defRPr sz="6800"/>
            </a:lvl7pPr>
            <a:lvl8pPr indent="-660400" lvl="7" marL="3657600">
              <a:spcBef>
                <a:spcPts val="0"/>
              </a:spcBef>
              <a:spcAft>
                <a:spcPts val="0"/>
              </a:spcAft>
              <a:buSzPts val="6800"/>
              <a:buChar char="○"/>
              <a:defRPr sz="6800"/>
            </a:lvl8pPr>
            <a:lvl9pPr indent="-660400" lvl="8" marL="4114800">
              <a:spcBef>
                <a:spcPts val="0"/>
              </a:spcBef>
              <a:spcAft>
                <a:spcPts val="0"/>
              </a:spcAft>
              <a:buSzPts val="6800"/>
              <a:buChar char="■"/>
              <a:defRPr sz="6800"/>
            </a:lvl9pPr>
          </a:lstStyle>
          <a:p/>
        </p:txBody>
      </p:sp>
      <p:sp>
        <p:nvSpPr>
          <p:cNvPr id="21" name="Google Shape;21;p5"/>
          <p:cNvSpPr txBox="1"/>
          <p:nvPr>
            <p:ph idx="12" type="sldNum"/>
          </p:nvPr>
        </p:nvSpPr>
        <p:spPr>
          <a:xfrm>
            <a:off x="33889831" y="37305734"/>
            <a:ext cx="2195100" cy="3149400"/>
          </a:xfrm>
          <a:prstGeom prst="rect">
            <a:avLst/>
          </a:prstGeom>
          <a:noFill/>
          <a:ln>
            <a:noFill/>
          </a:ln>
        </p:spPr>
        <p:txBody>
          <a:bodyPr anchorCtr="0" anchor="ctr" bIns="145100" lIns="145100" spcFirstLastPara="1" rIns="145100" wrap="square" tIns="145100">
            <a:noAutofit/>
          </a:bodyPr>
          <a:lstStyle>
            <a:lvl1pPr lvl="0">
              <a:buNone/>
              <a:defRPr sz="2200"/>
            </a:lvl1pPr>
            <a:lvl2pPr lvl="1">
              <a:buNone/>
              <a:defRPr sz="2200"/>
            </a:lvl2pPr>
            <a:lvl3pPr lvl="2">
              <a:buNone/>
              <a:defRPr sz="2200"/>
            </a:lvl3pPr>
            <a:lvl4pPr lvl="3">
              <a:buNone/>
              <a:defRPr sz="2200"/>
            </a:lvl4pPr>
            <a:lvl5pPr lvl="4">
              <a:buNone/>
              <a:defRPr sz="2200"/>
            </a:lvl5pPr>
            <a:lvl6pPr lvl="5">
              <a:buNone/>
              <a:defRPr sz="2200"/>
            </a:lvl6pPr>
            <a:lvl7pPr lvl="6">
              <a:buNone/>
              <a:defRPr sz="2200"/>
            </a:lvl7pPr>
            <a:lvl8pPr lvl="7">
              <a:buNone/>
              <a:defRPr sz="2200"/>
            </a:lvl8pPr>
            <a:lvl9pPr lvl="8">
              <a:buNone/>
              <a:defRPr sz="2200"/>
            </a:lvl9pPr>
          </a:lstStyle>
          <a:p>
            <a:pPr indent="0" lvl="0" mar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Title only" type="titleOnly">
  <p:cSld name="TITLE_ONLY">
    <p:spTree>
      <p:nvGrpSpPr>
        <p:cNvPr id="22" name="Shape 22"/>
        <p:cNvGrpSpPr/>
        <p:nvPr/>
      </p:nvGrpSpPr>
      <p:grpSpPr>
        <a:xfrm>
          <a:off x="0" y="0"/>
          <a:ext cx="0" cy="0"/>
          <a:chOff x="0" y="0"/>
          <a:chExt cx="0" cy="0"/>
        </a:xfrm>
      </p:grpSpPr>
      <p:sp>
        <p:nvSpPr>
          <p:cNvPr id="23" name="Google Shape;23;p6"/>
          <p:cNvSpPr txBox="1"/>
          <p:nvPr>
            <p:ph type="title"/>
          </p:nvPr>
        </p:nvSpPr>
        <p:spPr>
          <a:xfrm>
            <a:off x="1246800" y="3560200"/>
            <a:ext cx="34082400" cy="4581300"/>
          </a:xfrm>
          <a:prstGeom prst="rect">
            <a:avLst/>
          </a:prstGeom>
          <a:noFill/>
          <a:ln>
            <a:noFill/>
          </a:ln>
        </p:spPr>
        <p:txBody>
          <a:bodyPr anchorCtr="0" anchor="ctr" bIns="519950" lIns="519950" spcFirstLastPara="1" rIns="519950" wrap="square" tIns="519950"/>
          <a:lstStyle>
            <a:lvl1pPr lvl="0">
              <a:spcBef>
                <a:spcPts val="0"/>
              </a:spcBef>
              <a:spcAft>
                <a:spcPts val="0"/>
              </a:spcAft>
              <a:buSzPts val="8100"/>
              <a:buChar char="●"/>
              <a:defRPr sz="8100"/>
            </a:lvl1pPr>
            <a:lvl2pPr lvl="1">
              <a:spcBef>
                <a:spcPts val="0"/>
              </a:spcBef>
              <a:spcAft>
                <a:spcPts val="0"/>
              </a:spcAft>
              <a:buSzPts val="8100"/>
              <a:buChar char="○"/>
              <a:defRPr sz="8100"/>
            </a:lvl2pPr>
            <a:lvl3pPr lvl="2">
              <a:spcBef>
                <a:spcPts val="0"/>
              </a:spcBef>
              <a:spcAft>
                <a:spcPts val="0"/>
              </a:spcAft>
              <a:buSzPts val="8100"/>
              <a:buChar char="■"/>
              <a:defRPr sz="8100"/>
            </a:lvl3pPr>
            <a:lvl4pPr lvl="3">
              <a:spcBef>
                <a:spcPts val="0"/>
              </a:spcBef>
              <a:spcAft>
                <a:spcPts val="0"/>
              </a:spcAft>
              <a:buSzPts val="8100"/>
              <a:buChar char="●"/>
              <a:defRPr sz="8100"/>
            </a:lvl4pPr>
            <a:lvl5pPr lvl="4">
              <a:spcBef>
                <a:spcPts val="0"/>
              </a:spcBef>
              <a:spcAft>
                <a:spcPts val="0"/>
              </a:spcAft>
              <a:buSzPts val="8100"/>
              <a:buChar char="○"/>
              <a:defRPr sz="8100"/>
            </a:lvl5pPr>
            <a:lvl6pPr lvl="5">
              <a:spcBef>
                <a:spcPts val="0"/>
              </a:spcBef>
              <a:spcAft>
                <a:spcPts val="0"/>
              </a:spcAft>
              <a:buSzPts val="8100"/>
              <a:buChar char="■"/>
              <a:defRPr sz="8100"/>
            </a:lvl6pPr>
            <a:lvl7pPr lvl="6">
              <a:spcBef>
                <a:spcPts val="0"/>
              </a:spcBef>
              <a:spcAft>
                <a:spcPts val="0"/>
              </a:spcAft>
              <a:buSzPts val="8100"/>
              <a:buChar char="●"/>
              <a:defRPr sz="8100"/>
            </a:lvl7pPr>
            <a:lvl8pPr lvl="7">
              <a:spcBef>
                <a:spcPts val="0"/>
              </a:spcBef>
              <a:spcAft>
                <a:spcPts val="0"/>
              </a:spcAft>
              <a:buSzPts val="8100"/>
              <a:buChar char="○"/>
              <a:defRPr sz="8100"/>
            </a:lvl8pPr>
            <a:lvl9pPr lvl="8">
              <a:spcBef>
                <a:spcPts val="0"/>
              </a:spcBef>
              <a:spcAft>
                <a:spcPts val="0"/>
              </a:spcAft>
              <a:buSzPts val="8100"/>
              <a:buChar char="■"/>
              <a:defRPr sz="8100"/>
            </a:lvl9pPr>
          </a:lstStyle>
          <a:p/>
        </p:txBody>
      </p:sp>
      <p:sp>
        <p:nvSpPr>
          <p:cNvPr id="24" name="Google Shape;24;p6"/>
          <p:cNvSpPr txBox="1"/>
          <p:nvPr>
            <p:ph idx="12" type="sldNum"/>
          </p:nvPr>
        </p:nvSpPr>
        <p:spPr>
          <a:xfrm>
            <a:off x="33889831" y="37305734"/>
            <a:ext cx="2195100" cy="3149400"/>
          </a:xfrm>
          <a:prstGeom prst="rect">
            <a:avLst/>
          </a:prstGeom>
          <a:noFill/>
          <a:ln>
            <a:noFill/>
          </a:ln>
        </p:spPr>
        <p:txBody>
          <a:bodyPr anchorCtr="0" anchor="ctr" bIns="145100" lIns="145100" spcFirstLastPara="1" rIns="145100" wrap="square" tIns="145100">
            <a:noAutofit/>
          </a:bodyPr>
          <a:lstStyle>
            <a:lvl1pPr lvl="0">
              <a:buNone/>
              <a:defRPr sz="2200"/>
            </a:lvl1pPr>
            <a:lvl2pPr lvl="1">
              <a:buNone/>
              <a:defRPr sz="2200"/>
            </a:lvl2pPr>
            <a:lvl3pPr lvl="2">
              <a:buNone/>
              <a:defRPr sz="2200"/>
            </a:lvl3pPr>
            <a:lvl4pPr lvl="3">
              <a:buNone/>
              <a:defRPr sz="2200"/>
            </a:lvl4pPr>
            <a:lvl5pPr lvl="4">
              <a:buNone/>
              <a:defRPr sz="2200"/>
            </a:lvl5pPr>
            <a:lvl6pPr lvl="5">
              <a:buNone/>
              <a:defRPr sz="2200"/>
            </a:lvl6pPr>
            <a:lvl7pPr lvl="6">
              <a:buNone/>
              <a:defRPr sz="2200"/>
            </a:lvl7pPr>
            <a:lvl8pPr lvl="7">
              <a:buNone/>
              <a:defRPr sz="2200"/>
            </a:lvl8pPr>
            <a:lvl9pPr lvl="8">
              <a:buNone/>
              <a:defRPr sz="2200"/>
            </a:lvl9pPr>
          </a:lstStyle>
          <a:p>
            <a:pPr indent="0" lvl="0" mar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One column text">
  <p:cSld name="ONE_COLUMN_TEXT">
    <p:spTree>
      <p:nvGrpSpPr>
        <p:cNvPr id="25" name="Shape 25"/>
        <p:cNvGrpSpPr/>
        <p:nvPr/>
      </p:nvGrpSpPr>
      <p:grpSpPr>
        <a:xfrm>
          <a:off x="0" y="0"/>
          <a:ext cx="0" cy="0"/>
          <a:chOff x="0" y="0"/>
          <a:chExt cx="0" cy="0"/>
        </a:xfrm>
      </p:grpSpPr>
      <p:sp>
        <p:nvSpPr>
          <p:cNvPr id="26" name="Google Shape;26;p7"/>
          <p:cNvSpPr txBox="1"/>
          <p:nvPr>
            <p:ph type="title"/>
          </p:nvPr>
        </p:nvSpPr>
        <p:spPr>
          <a:xfrm>
            <a:off x="1246800" y="4444800"/>
            <a:ext cx="11232000" cy="6045900"/>
          </a:xfrm>
          <a:prstGeom prst="rect">
            <a:avLst/>
          </a:prstGeom>
          <a:noFill/>
          <a:ln>
            <a:noFill/>
          </a:ln>
        </p:spPr>
        <p:txBody>
          <a:bodyPr anchorCtr="0" anchor="b" bIns="519950" lIns="519950" spcFirstLastPara="1" rIns="519950" wrap="square" tIns="519950"/>
          <a:lstStyle>
            <a:lvl1pPr lvl="0">
              <a:spcBef>
                <a:spcPts val="0"/>
              </a:spcBef>
              <a:spcAft>
                <a:spcPts val="0"/>
              </a:spcAft>
              <a:buSzPts val="13600"/>
              <a:buChar char="●"/>
              <a:defRPr sz="13600"/>
            </a:lvl1pPr>
            <a:lvl2pPr lvl="1">
              <a:spcBef>
                <a:spcPts val="0"/>
              </a:spcBef>
              <a:spcAft>
                <a:spcPts val="0"/>
              </a:spcAft>
              <a:buSzPts val="13600"/>
              <a:buChar char="○"/>
              <a:defRPr sz="13600"/>
            </a:lvl2pPr>
            <a:lvl3pPr lvl="2">
              <a:spcBef>
                <a:spcPts val="0"/>
              </a:spcBef>
              <a:spcAft>
                <a:spcPts val="0"/>
              </a:spcAft>
              <a:buSzPts val="13600"/>
              <a:buChar char="■"/>
              <a:defRPr sz="13600"/>
            </a:lvl3pPr>
            <a:lvl4pPr lvl="3">
              <a:spcBef>
                <a:spcPts val="0"/>
              </a:spcBef>
              <a:spcAft>
                <a:spcPts val="0"/>
              </a:spcAft>
              <a:buSzPts val="13600"/>
              <a:buChar char="●"/>
              <a:defRPr sz="13600"/>
            </a:lvl4pPr>
            <a:lvl5pPr lvl="4">
              <a:spcBef>
                <a:spcPts val="0"/>
              </a:spcBef>
              <a:spcAft>
                <a:spcPts val="0"/>
              </a:spcAft>
              <a:buSzPts val="13600"/>
              <a:buChar char="○"/>
              <a:defRPr sz="13600"/>
            </a:lvl5pPr>
            <a:lvl6pPr lvl="5">
              <a:spcBef>
                <a:spcPts val="0"/>
              </a:spcBef>
              <a:spcAft>
                <a:spcPts val="0"/>
              </a:spcAft>
              <a:buSzPts val="13600"/>
              <a:buChar char="■"/>
              <a:defRPr sz="13600"/>
            </a:lvl6pPr>
            <a:lvl7pPr lvl="6">
              <a:spcBef>
                <a:spcPts val="0"/>
              </a:spcBef>
              <a:spcAft>
                <a:spcPts val="0"/>
              </a:spcAft>
              <a:buSzPts val="13600"/>
              <a:buChar char="●"/>
              <a:defRPr sz="13600"/>
            </a:lvl7pPr>
            <a:lvl8pPr lvl="7">
              <a:spcBef>
                <a:spcPts val="0"/>
              </a:spcBef>
              <a:spcAft>
                <a:spcPts val="0"/>
              </a:spcAft>
              <a:buSzPts val="13600"/>
              <a:buChar char="○"/>
              <a:defRPr sz="13600"/>
            </a:lvl8pPr>
            <a:lvl9pPr lvl="8">
              <a:spcBef>
                <a:spcPts val="0"/>
              </a:spcBef>
              <a:spcAft>
                <a:spcPts val="0"/>
              </a:spcAft>
              <a:buSzPts val="13600"/>
              <a:buChar char="■"/>
              <a:defRPr sz="13600"/>
            </a:lvl9pPr>
          </a:lstStyle>
          <a:p/>
        </p:txBody>
      </p:sp>
      <p:sp>
        <p:nvSpPr>
          <p:cNvPr id="27" name="Google Shape;27;p7"/>
          <p:cNvSpPr txBox="1"/>
          <p:nvPr>
            <p:ph idx="1" type="body"/>
          </p:nvPr>
        </p:nvSpPr>
        <p:spPr>
          <a:xfrm>
            <a:off x="1246800" y="11116800"/>
            <a:ext cx="11232000" cy="25435800"/>
          </a:xfrm>
          <a:prstGeom prst="rect">
            <a:avLst/>
          </a:prstGeom>
          <a:noFill/>
          <a:ln>
            <a:noFill/>
          </a:ln>
        </p:spPr>
        <p:txBody>
          <a:bodyPr anchorCtr="0" anchor="ctr" bIns="519950" lIns="519950" spcFirstLastPara="1" rIns="519950" wrap="square" tIns="519950"/>
          <a:lstStyle>
            <a:lvl1pPr indent="-660400" lvl="0" marL="457200">
              <a:spcBef>
                <a:spcPts val="0"/>
              </a:spcBef>
              <a:spcAft>
                <a:spcPts val="0"/>
              </a:spcAft>
              <a:buSzPts val="6800"/>
              <a:buChar char="●"/>
              <a:defRPr sz="6800"/>
            </a:lvl1pPr>
            <a:lvl2pPr indent="-660400" lvl="1" marL="914400">
              <a:spcBef>
                <a:spcPts val="0"/>
              </a:spcBef>
              <a:spcAft>
                <a:spcPts val="0"/>
              </a:spcAft>
              <a:buSzPts val="6800"/>
              <a:buChar char="○"/>
              <a:defRPr sz="6800"/>
            </a:lvl2pPr>
            <a:lvl3pPr indent="-660400" lvl="2" marL="1371600">
              <a:spcBef>
                <a:spcPts val="0"/>
              </a:spcBef>
              <a:spcAft>
                <a:spcPts val="0"/>
              </a:spcAft>
              <a:buSzPts val="6800"/>
              <a:buChar char="■"/>
              <a:defRPr sz="6800"/>
            </a:lvl3pPr>
            <a:lvl4pPr indent="-660400" lvl="3" marL="1828800">
              <a:spcBef>
                <a:spcPts val="0"/>
              </a:spcBef>
              <a:spcAft>
                <a:spcPts val="0"/>
              </a:spcAft>
              <a:buSzPts val="6800"/>
              <a:buChar char="●"/>
              <a:defRPr sz="6800"/>
            </a:lvl4pPr>
            <a:lvl5pPr indent="-660400" lvl="4" marL="2286000">
              <a:spcBef>
                <a:spcPts val="0"/>
              </a:spcBef>
              <a:spcAft>
                <a:spcPts val="0"/>
              </a:spcAft>
              <a:buSzPts val="6800"/>
              <a:buChar char="○"/>
              <a:defRPr sz="6800"/>
            </a:lvl5pPr>
            <a:lvl6pPr indent="-660400" lvl="5" marL="2743200">
              <a:spcBef>
                <a:spcPts val="0"/>
              </a:spcBef>
              <a:spcAft>
                <a:spcPts val="0"/>
              </a:spcAft>
              <a:buSzPts val="6800"/>
              <a:buChar char="■"/>
              <a:defRPr sz="6800"/>
            </a:lvl6pPr>
            <a:lvl7pPr indent="-660400" lvl="6" marL="3200400">
              <a:spcBef>
                <a:spcPts val="0"/>
              </a:spcBef>
              <a:spcAft>
                <a:spcPts val="0"/>
              </a:spcAft>
              <a:buSzPts val="6800"/>
              <a:buChar char="●"/>
              <a:defRPr sz="6800"/>
            </a:lvl7pPr>
            <a:lvl8pPr indent="-660400" lvl="7" marL="3657600">
              <a:spcBef>
                <a:spcPts val="0"/>
              </a:spcBef>
              <a:spcAft>
                <a:spcPts val="0"/>
              </a:spcAft>
              <a:buSzPts val="6800"/>
              <a:buChar char="○"/>
              <a:defRPr sz="6800"/>
            </a:lvl8pPr>
            <a:lvl9pPr indent="-660400" lvl="8" marL="4114800">
              <a:spcBef>
                <a:spcPts val="0"/>
              </a:spcBef>
              <a:spcAft>
                <a:spcPts val="0"/>
              </a:spcAft>
              <a:buSzPts val="6800"/>
              <a:buChar char="■"/>
              <a:defRPr sz="6800"/>
            </a:lvl9pPr>
          </a:lstStyle>
          <a:p/>
        </p:txBody>
      </p:sp>
      <p:sp>
        <p:nvSpPr>
          <p:cNvPr id="28" name="Google Shape;28;p7"/>
          <p:cNvSpPr txBox="1"/>
          <p:nvPr>
            <p:ph idx="12" type="sldNum"/>
          </p:nvPr>
        </p:nvSpPr>
        <p:spPr>
          <a:xfrm>
            <a:off x="33889831" y="37305734"/>
            <a:ext cx="2195100" cy="3149400"/>
          </a:xfrm>
          <a:prstGeom prst="rect">
            <a:avLst/>
          </a:prstGeom>
          <a:noFill/>
          <a:ln>
            <a:noFill/>
          </a:ln>
        </p:spPr>
        <p:txBody>
          <a:bodyPr anchorCtr="0" anchor="ctr" bIns="145100" lIns="145100" spcFirstLastPara="1" rIns="145100" wrap="square" tIns="145100">
            <a:noAutofit/>
          </a:bodyPr>
          <a:lstStyle>
            <a:lvl1pPr lvl="0">
              <a:buNone/>
              <a:defRPr sz="2200"/>
            </a:lvl1pPr>
            <a:lvl2pPr lvl="1">
              <a:buNone/>
              <a:defRPr sz="2200"/>
            </a:lvl2pPr>
            <a:lvl3pPr lvl="2">
              <a:buNone/>
              <a:defRPr sz="2200"/>
            </a:lvl3pPr>
            <a:lvl4pPr lvl="3">
              <a:buNone/>
              <a:defRPr sz="2200"/>
            </a:lvl4pPr>
            <a:lvl5pPr lvl="4">
              <a:buNone/>
              <a:defRPr sz="2200"/>
            </a:lvl5pPr>
            <a:lvl6pPr lvl="5">
              <a:buNone/>
              <a:defRPr sz="2200"/>
            </a:lvl6pPr>
            <a:lvl7pPr lvl="6">
              <a:buNone/>
              <a:defRPr sz="2200"/>
            </a:lvl7pPr>
            <a:lvl8pPr lvl="7">
              <a:buNone/>
              <a:defRPr sz="2200"/>
            </a:lvl8pPr>
            <a:lvl9pPr lvl="8">
              <a:buNone/>
              <a:defRPr sz="2200"/>
            </a:lvl9pPr>
          </a:lstStyle>
          <a:p>
            <a:pPr indent="0" lvl="0" mar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Main point">
  <p:cSld name="MAIN_POINT">
    <p:spTree>
      <p:nvGrpSpPr>
        <p:cNvPr id="29" name="Shape 29"/>
        <p:cNvGrpSpPr/>
        <p:nvPr/>
      </p:nvGrpSpPr>
      <p:grpSpPr>
        <a:xfrm>
          <a:off x="0" y="0"/>
          <a:ext cx="0" cy="0"/>
          <a:chOff x="0" y="0"/>
          <a:chExt cx="0" cy="0"/>
        </a:xfrm>
      </p:grpSpPr>
      <p:sp>
        <p:nvSpPr>
          <p:cNvPr id="30" name="Google Shape;30;p8"/>
          <p:cNvSpPr txBox="1"/>
          <p:nvPr>
            <p:ph type="title"/>
          </p:nvPr>
        </p:nvSpPr>
        <p:spPr>
          <a:xfrm>
            <a:off x="1961000" y="3601200"/>
            <a:ext cx="25471200" cy="32725800"/>
          </a:xfrm>
          <a:prstGeom prst="rect">
            <a:avLst/>
          </a:prstGeom>
          <a:noFill/>
          <a:ln>
            <a:noFill/>
          </a:ln>
        </p:spPr>
        <p:txBody>
          <a:bodyPr anchorCtr="0" anchor="ctr" bIns="519950" lIns="519950" spcFirstLastPara="1" rIns="519950" wrap="square" tIns="519950"/>
          <a:lstStyle>
            <a:lvl1pPr lvl="0">
              <a:spcBef>
                <a:spcPts val="0"/>
              </a:spcBef>
              <a:spcAft>
                <a:spcPts val="0"/>
              </a:spcAft>
              <a:buSzPts val="27300"/>
              <a:buChar char="●"/>
              <a:defRPr sz="27300"/>
            </a:lvl1pPr>
            <a:lvl2pPr lvl="1">
              <a:spcBef>
                <a:spcPts val="0"/>
              </a:spcBef>
              <a:spcAft>
                <a:spcPts val="0"/>
              </a:spcAft>
              <a:buSzPts val="27300"/>
              <a:buChar char="○"/>
              <a:defRPr sz="27300"/>
            </a:lvl2pPr>
            <a:lvl3pPr lvl="2">
              <a:spcBef>
                <a:spcPts val="0"/>
              </a:spcBef>
              <a:spcAft>
                <a:spcPts val="0"/>
              </a:spcAft>
              <a:buSzPts val="27300"/>
              <a:buChar char="■"/>
              <a:defRPr sz="27300"/>
            </a:lvl3pPr>
            <a:lvl4pPr lvl="3">
              <a:spcBef>
                <a:spcPts val="0"/>
              </a:spcBef>
              <a:spcAft>
                <a:spcPts val="0"/>
              </a:spcAft>
              <a:buSzPts val="27300"/>
              <a:buChar char="●"/>
              <a:defRPr sz="27300"/>
            </a:lvl4pPr>
            <a:lvl5pPr lvl="4">
              <a:spcBef>
                <a:spcPts val="0"/>
              </a:spcBef>
              <a:spcAft>
                <a:spcPts val="0"/>
              </a:spcAft>
              <a:buSzPts val="27300"/>
              <a:buChar char="○"/>
              <a:defRPr sz="27300"/>
            </a:lvl5pPr>
            <a:lvl6pPr lvl="5">
              <a:spcBef>
                <a:spcPts val="0"/>
              </a:spcBef>
              <a:spcAft>
                <a:spcPts val="0"/>
              </a:spcAft>
              <a:buSzPts val="27300"/>
              <a:buChar char="■"/>
              <a:defRPr sz="27300"/>
            </a:lvl6pPr>
            <a:lvl7pPr lvl="6">
              <a:spcBef>
                <a:spcPts val="0"/>
              </a:spcBef>
              <a:spcAft>
                <a:spcPts val="0"/>
              </a:spcAft>
              <a:buSzPts val="27300"/>
              <a:buChar char="●"/>
              <a:defRPr sz="27300"/>
            </a:lvl7pPr>
            <a:lvl8pPr lvl="7">
              <a:spcBef>
                <a:spcPts val="0"/>
              </a:spcBef>
              <a:spcAft>
                <a:spcPts val="0"/>
              </a:spcAft>
              <a:buSzPts val="27300"/>
              <a:buChar char="○"/>
              <a:defRPr sz="27300"/>
            </a:lvl8pPr>
            <a:lvl9pPr lvl="8">
              <a:spcBef>
                <a:spcPts val="0"/>
              </a:spcBef>
              <a:spcAft>
                <a:spcPts val="0"/>
              </a:spcAft>
              <a:buSzPts val="27300"/>
              <a:buChar char="■"/>
              <a:defRPr sz="27300"/>
            </a:lvl9pPr>
          </a:lstStyle>
          <a:p/>
        </p:txBody>
      </p:sp>
      <p:sp>
        <p:nvSpPr>
          <p:cNvPr id="31" name="Google Shape;31;p8"/>
          <p:cNvSpPr txBox="1"/>
          <p:nvPr>
            <p:ph idx="12" type="sldNum"/>
          </p:nvPr>
        </p:nvSpPr>
        <p:spPr>
          <a:xfrm>
            <a:off x="33889831" y="37305734"/>
            <a:ext cx="2195100" cy="3149400"/>
          </a:xfrm>
          <a:prstGeom prst="rect">
            <a:avLst/>
          </a:prstGeom>
          <a:noFill/>
          <a:ln>
            <a:noFill/>
          </a:ln>
        </p:spPr>
        <p:txBody>
          <a:bodyPr anchorCtr="0" anchor="ctr" bIns="145100" lIns="145100" spcFirstLastPara="1" rIns="145100" wrap="square" tIns="145100">
            <a:noAutofit/>
          </a:bodyPr>
          <a:lstStyle>
            <a:lvl1pPr lvl="0">
              <a:buNone/>
              <a:defRPr sz="2200"/>
            </a:lvl1pPr>
            <a:lvl2pPr lvl="1">
              <a:buNone/>
              <a:defRPr sz="2200"/>
            </a:lvl2pPr>
            <a:lvl3pPr lvl="2">
              <a:buNone/>
              <a:defRPr sz="2200"/>
            </a:lvl3pPr>
            <a:lvl4pPr lvl="3">
              <a:buNone/>
              <a:defRPr sz="2200"/>
            </a:lvl4pPr>
            <a:lvl5pPr lvl="4">
              <a:buNone/>
              <a:defRPr sz="2200"/>
            </a:lvl5pPr>
            <a:lvl6pPr lvl="5">
              <a:buNone/>
              <a:defRPr sz="2200"/>
            </a:lvl6pPr>
            <a:lvl7pPr lvl="6">
              <a:buNone/>
              <a:defRPr sz="2200"/>
            </a:lvl7pPr>
            <a:lvl8pPr lvl="7">
              <a:buNone/>
              <a:defRPr sz="2200"/>
            </a:lvl8pPr>
            <a:lvl9pPr lvl="8">
              <a:buNone/>
              <a:defRPr sz="2200"/>
            </a:lvl9pPr>
          </a:lstStyle>
          <a:p>
            <a:pPr indent="0" lvl="0" mar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Section title and description">
  <p:cSld name="SECTION_TITLE_AND_DESCRIPTION">
    <p:spTree>
      <p:nvGrpSpPr>
        <p:cNvPr id="32" name="Shape 32"/>
        <p:cNvGrpSpPr/>
        <p:nvPr/>
      </p:nvGrpSpPr>
      <p:grpSpPr>
        <a:xfrm>
          <a:off x="0" y="0"/>
          <a:ext cx="0" cy="0"/>
          <a:chOff x="0" y="0"/>
          <a:chExt cx="0" cy="0"/>
        </a:xfrm>
      </p:grpSpPr>
      <p:sp>
        <p:nvSpPr>
          <p:cNvPr id="33" name="Google Shape;33;p9"/>
          <p:cNvSpPr/>
          <p:nvPr/>
        </p:nvSpPr>
        <p:spPr>
          <a:xfrm>
            <a:off x="18288000" y="-1000"/>
            <a:ext cx="18288000" cy="41148000"/>
          </a:xfrm>
          <a:prstGeom prst="rect">
            <a:avLst/>
          </a:prstGeom>
          <a:solidFill>
            <a:schemeClr val="lt2"/>
          </a:solidFill>
          <a:ln>
            <a:noFill/>
          </a:ln>
        </p:spPr>
        <p:txBody>
          <a:bodyPr anchorCtr="0" anchor="ctr" bIns="519950" lIns="519950" spcFirstLastPara="1" rIns="519950" wrap="square" tIns="519950">
            <a:noAutofit/>
          </a:bodyPr>
          <a:lstStyle/>
          <a:p>
            <a:pPr indent="0" lvl="0" marL="0">
              <a:spcBef>
                <a:spcPts val="0"/>
              </a:spcBef>
              <a:spcAft>
                <a:spcPts val="0"/>
              </a:spcAft>
              <a:buNone/>
            </a:pPr>
            <a:r>
              <a:t/>
            </a:r>
            <a:endParaRPr/>
          </a:p>
        </p:txBody>
      </p:sp>
      <p:sp>
        <p:nvSpPr>
          <p:cNvPr id="34" name="Google Shape;34;p9"/>
          <p:cNvSpPr txBox="1"/>
          <p:nvPr>
            <p:ph type="title"/>
          </p:nvPr>
        </p:nvSpPr>
        <p:spPr>
          <a:xfrm>
            <a:off x="1062000" y="9865400"/>
            <a:ext cx="16180800" cy="11858400"/>
          </a:xfrm>
          <a:prstGeom prst="rect">
            <a:avLst/>
          </a:prstGeom>
          <a:noFill/>
          <a:ln>
            <a:noFill/>
          </a:ln>
        </p:spPr>
        <p:txBody>
          <a:bodyPr anchorCtr="0" anchor="b" bIns="519950" lIns="519950" spcFirstLastPara="1" rIns="519950" wrap="square" tIns="519950"/>
          <a:lstStyle>
            <a:lvl1pPr lvl="0" algn="ctr">
              <a:spcBef>
                <a:spcPts val="0"/>
              </a:spcBef>
              <a:spcAft>
                <a:spcPts val="0"/>
              </a:spcAft>
              <a:buSzPts val="24000"/>
              <a:buChar char="●"/>
              <a:defRPr sz="24000"/>
            </a:lvl1pPr>
            <a:lvl2pPr lvl="1" algn="ctr">
              <a:spcBef>
                <a:spcPts val="0"/>
              </a:spcBef>
              <a:spcAft>
                <a:spcPts val="0"/>
              </a:spcAft>
              <a:buSzPts val="24000"/>
              <a:buChar char="○"/>
              <a:defRPr sz="24000"/>
            </a:lvl2pPr>
            <a:lvl3pPr lvl="2" algn="ctr">
              <a:spcBef>
                <a:spcPts val="0"/>
              </a:spcBef>
              <a:spcAft>
                <a:spcPts val="0"/>
              </a:spcAft>
              <a:buSzPts val="24000"/>
              <a:buChar char="■"/>
              <a:defRPr sz="24000"/>
            </a:lvl3pPr>
            <a:lvl4pPr lvl="3" algn="ctr">
              <a:spcBef>
                <a:spcPts val="0"/>
              </a:spcBef>
              <a:spcAft>
                <a:spcPts val="0"/>
              </a:spcAft>
              <a:buSzPts val="24000"/>
              <a:buChar char="●"/>
              <a:defRPr sz="24000"/>
            </a:lvl4pPr>
            <a:lvl5pPr lvl="4" algn="ctr">
              <a:spcBef>
                <a:spcPts val="0"/>
              </a:spcBef>
              <a:spcAft>
                <a:spcPts val="0"/>
              </a:spcAft>
              <a:buSzPts val="24000"/>
              <a:buChar char="○"/>
              <a:defRPr sz="24000"/>
            </a:lvl5pPr>
            <a:lvl6pPr lvl="5" algn="ctr">
              <a:spcBef>
                <a:spcPts val="0"/>
              </a:spcBef>
              <a:spcAft>
                <a:spcPts val="0"/>
              </a:spcAft>
              <a:buSzPts val="24000"/>
              <a:buChar char="■"/>
              <a:defRPr sz="24000"/>
            </a:lvl6pPr>
            <a:lvl7pPr lvl="6" algn="ctr">
              <a:spcBef>
                <a:spcPts val="0"/>
              </a:spcBef>
              <a:spcAft>
                <a:spcPts val="0"/>
              </a:spcAft>
              <a:buSzPts val="24000"/>
              <a:buChar char="●"/>
              <a:defRPr sz="24000"/>
            </a:lvl7pPr>
            <a:lvl8pPr lvl="7" algn="ctr">
              <a:spcBef>
                <a:spcPts val="0"/>
              </a:spcBef>
              <a:spcAft>
                <a:spcPts val="0"/>
              </a:spcAft>
              <a:buSzPts val="24000"/>
              <a:buChar char="○"/>
              <a:defRPr sz="24000"/>
            </a:lvl8pPr>
            <a:lvl9pPr lvl="8" algn="ctr">
              <a:spcBef>
                <a:spcPts val="0"/>
              </a:spcBef>
              <a:spcAft>
                <a:spcPts val="0"/>
              </a:spcAft>
              <a:buSzPts val="24000"/>
              <a:buChar char="■"/>
              <a:defRPr sz="24000"/>
            </a:lvl9pPr>
          </a:lstStyle>
          <a:p/>
        </p:txBody>
      </p:sp>
      <p:sp>
        <p:nvSpPr>
          <p:cNvPr id="35" name="Google Shape;35;p9"/>
          <p:cNvSpPr txBox="1"/>
          <p:nvPr>
            <p:ph idx="1" type="subTitle"/>
          </p:nvPr>
        </p:nvSpPr>
        <p:spPr>
          <a:xfrm>
            <a:off x="1062000" y="22424600"/>
            <a:ext cx="16180800" cy="9880200"/>
          </a:xfrm>
          <a:prstGeom prst="rect">
            <a:avLst/>
          </a:prstGeom>
          <a:noFill/>
          <a:ln>
            <a:noFill/>
          </a:ln>
        </p:spPr>
        <p:txBody>
          <a:bodyPr anchorCtr="0" anchor="ctr" bIns="519950" lIns="519950" spcFirstLastPara="1" rIns="519950" wrap="square" tIns="519950"/>
          <a:lstStyle>
            <a:lvl1pPr lvl="0" algn="ctr">
              <a:lnSpc>
                <a:spcPct val="100000"/>
              </a:lnSpc>
              <a:spcBef>
                <a:spcPts val="0"/>
              </a:spcBef>
              <a:spcAft>
                <a:spcPts val="0"/>
              </a:spcAft>
              <a:buSzPts val="11900"/>
              <a:buNone/>
              <a:defRPr sz="11900"/>
            </a:lvl1pPr>
            <a:lvl2pPr lvl="1" algn="ctr">
              <a:lnSpc>
                <a:spcPct val="100000"/>
              </a:lnSpc>
              <a:spcBef>
                <a:spcPts val="0"/>
              </a:spcBef>
              <a:spcAft>
                <a:spcPts val="0"/>
              </a:spcAft>
              <a:buSzPts val="11900"/>
              <a:buNone/>
              <a:defRPr sz="11900"/>
            </a:lvl2pPr>
            <a:lvl3pPr lvl="2" algn="ctr">
              <a:lnSpc>
                <a:spcPct val="100000"/>
              </a:lnSpc>
              <a:spcBef>
                <a:spcPts val="0"/>
              </a:spcBef>
              <a:spcAft>
                <a:spcPts val="0"/>
              </a:spcAft>
              <a:buSzPts val="11900"/>
              <a:buNone/>
              <a:defRPr sz="11900"/>
            </a:lvl3pPr>
            <a:lvl4pPr lvl="3" algn="ctr">
              <a:lnSpc>
                <a:spcPct val="100000"/>
              </a:lnSpc>
              <a:spcBef>
                <a:spcPts val="0"/>
              </a:spcBef>
              <a:spcAft>
                <a:spcPts val="0"/>
              </a:spcAft>
              <a:buSzPts val="11900"/>
              <a:buNone/>
              <a:defRPr sz="11900"/>
            </a:lvl4pPr>
            <a:lvl5pPr lvl="4" algn="ctr">
              <a:lnSpc>
                <a:spcPct val="100000"/>
              </a:lnSpc>
              <a:spcBef>
                <a:spcPts val="0"/>
              </a:spcBef>
              <a:spcAft>
                <a:spcPts val="0"/>
              </a:spcAft>
              <a:buSzPts val="11900"/>
              <a:buNone/>
              <a:defRPr sz="11900"/>
            </a:lvl5pPr>
            <a:lvl6pPr lvl="5" algn="ctr">
              <a:lnSpc>
                <a:spcPct val="100000"/>
              </a:lnSpc>
              <a:spcBef>
                <a:spcPts val="0"/>
              </a:spcBef>
              <a:spcAft>
                <a:spcPts val="0"/>
              </a:spcAft>
              <a:buSzPts val="11900"/>
              <a:buNone/>
              <a:defRPr sz="11900"/>
            </a:lvl6pPr>
            <a:lvl7pPr lvl="6" algn="ctr">
              <a:lnSpc>
                <a:spcPct val="100000"/>
              </a:lnSpc>
              <a:spcBef>
                <a:spcPts val="0"/>
              </a:spcBef>
              <a:spcAft>
                <a:spcPts val="0"/>
              </a:spcAft>
              <a:buSzPts val="11900"/>
              <a:buNone/>
              <a:defRPr sz="11900"/>
            </a:lvl7pPr>
            <a:lvl8pPr lvl="7" algn="ctr">
              <a:lnSpc>
                <a:spcPct val="100000"/>
              </a:lnSpc>
              <a:spcBef>
                <a:spcPts val="0"/>
              </a:spcBef>
              <a:spcAft>
                <a:spcPts val="0"/>
              </a:spcAft>
              <a:buSzPts val="11900"/>
              <a:buNone/>
              <a:defRPr sz="11900"/>
            </a:lvl8pPr>
            <a:lvl9pPr lvl="8" algn="ctr">
              <a:lnSpc>
                <a:spcPct val="100000"/>
              </a:lnSpc>
              <a:spcBef>
                <a:spcPts val="0"/>
              </a:spcBef>
              <a:spcAft>
                <a:spcPts val="0"/>
              </a:spcAft>
              <a:buSzPts val="11900"/>
              <a:buNone/>
              <a:defRPr sz="11900"/>
            </a:lvl9pPr>
          </a:lstStyle>
          <a:p/>
        </p:txBody>
      </p:sp>
      <p:sp>
        <p:nvSpPr>
          <p:cNvPr id="36" name="Google Shape;36;p9"/>
          <p:cNvSpPr txBox="1"/>
          <p:nvPr>
            <p:ph idx="2" type="body"/>
          </p:nvPr>
        </p:nvSpPr>
        <p:spPr>
          <a:xfrm>
            <a:off x="19758000" y="5792600"/>
            <a:ext cx="15347700" cy="29561700"/>
          </a:xfrm>
          <a:prstGeom prst="rect">
            <a:avLst/>
          </a:prstGeom>
          <a:noFill/>
          <a:ln>
            <a:noFill/>
          </a:ln>
        </p:spPr>
        <p:txBody>
          <a:bodyPr anchorCtr="0" anchor="ctr" bIns="519950" lIns="519950" spcFirstLastPara="1" rIns="519950" wrap="square" tIns="519950"/>
          <a:lstStyle>
            <a:lvl1pPr indent="-742950" lvl="0" marL="457200">
              <a:spcBef>
                <a:spcPts val="0"/>
              </a:spcBef>
              <a:spcAft>
                <a:spcPts val="0"/>
              </a:spcAft>
              <a:buSzPts val="8100"/>
              <a:buChar char="●"/>
              <a:defRPr sz="8100"/>
            </a:lvl1pPr>
            <a:lvl2pPr indent="-742950" lvl="1" marL="914400">
              <a:spcBef>
                <a:spcPts val="0"/>
              </a:spcBef>
              <a:spcAft>
                <a:spcPts val="0"/>
              </a:spcAft>
              <a:buSzPts val="8100"/>
              <a:buChar char="○"/>
              <a:defRPr sz="8100"/>
            </a:lvl2pPr>
            <a:lvl3pPr indent="-742950" lvl="2" marL="1371600">
              <a:spcBef>
                <a:spcPts val="0"/>
              </a:spcBef>
              <a:spcAft>
                <a:spcPts val="0"/>
              </a:spcAft>
              <a:buSzPts val="8100"/>
              <a:buChar char="■"/>
              <a:defRPr sz="8100"/>
            </a:lvl3pPr>
            <a:lvl4pPr indent="-742950" lvl="3" marL="1828800">
              <a:spcBef>
                <a:spcPts val="0"/>
              </a:spcBef>
              <a:spcAft>
                <a:spcPts val="0"/>
              </a:spcAft>
              <a:buSzPts val="8100"/>
              <a:buChar char="●"/>
              <a:defRPr sz="8100"/>
            </a:lvl4pPr>
            <a:lvl5pPr indent="-742950" lvl="4" marL="2286000">
              <a:spcBef>
                <a:spcPts val="0"/>
              </a:spcBef>
              <a:spcAft>
                <a:spcPts val="0"/>
              </a:spcAft>
              <a:buSzPts val="8100"/>
              <a:buChar char="○"/>
              <a:defRPr sz="8100"/>
            </a:lvl5pPr>
            <a:lvl6pPr indent="-742950" lvl="5" marL="2743200">
              <a:spcBef>
                <a:spcPts val="0"/>
              </a:spcBef>
              <a:spcAft>
                <a:spcPts val="0"/>
              </a:spcAft>
              <a:buSzPts val="8100"/>
              <a:buChar char="■"/>
              <a:defRPr sz="8100"/>
            </a:lvl6pPr>
            <a:lvl7pPr indent="-742950" lvl="6" marL="3200400">
              <a:spcBef>
                <a:spcPts val="0"/>
              </a:spcBef>
              <a:spcAft>
                <a:spcPts val="0"/>
              </a:spcAft>
              <a:buSzPts val="8100"/>
              <a:buChar char="●"/>
              <a:defRPr sz="8100"/>
            </a:lvl7pPr>
            <a:lvl8pPr indent="-742950" lvl="7" marL="3657600">
              <a:spcBef>
                <a:spcPts val="0"/>
              </a:spcBef>
              <a:spcAft>
                <a:spcPts val="0"/>
              </a:spcAft>
              <a:buSzPts val="8100"/>
              <a:buChar char="○"/>
              <a:defRPr sz="8100"/>
            </a:lvl8pPr>
            <a:lvl9pPr indent="-742950" lvl="8" marL="4114800">
              <a:spcBef>
                <a:spcPts val="0"/>
              </a:spcBef>
              <a:spcAft>
                <a:spcPts val="0"/>
              </a:spcAft>
              <a:buSzPts val="8100"/>
              <a:buChar char="■"/>
              <a:defRPr sz="8100"/>
            </a:lvl9pPr>
          </a:lstStyle>
          <a:p/>
        </p:txBody>
      </p:sp>
      <p:sp>
        <p:nvSpPr>
          <p:cNvPr id="37" name="Google Shape;37;p9"/>
          <p:cNvSpPr txBox="1"/>
          <p:nvPr>
            <p:ph idx="12" type="sldNum"/>
          </p:nvPr>
        </p:nvSpPr>
        <p:spPr>
          <a:xfrm>
            <a:off x="33889831" y="37305734"/>
            <a:ext cx="2195100" cy="3149400"/>
          </a:xfrm>
          <a:prstGeom prst="rect">
            <a:avLst/>
          </a:prstGeom>
          <a:noFill/>
          <a:ln>
            <a:noFill/>
          </a:ln>
        </p:spPr>
        <p:txBody>
          <a:bodyPr anchorCtr="0" anchor="ctr" bIns="145100" lIns="145100" spcFirstLastPara="1" rIns="145100" wrap="square" tIns="145100">
            <a:noAutofit/>
          </a:bodyPr>
          <a:lstStyle>
            <a:lvl1pPr lvl="0">
              <a:buNone/>
              <a:defRPr sz="2200"/>
            </a:lvl1pPr>
            <a:lvl2pPr lvl="1">
              <a:buNone/>
              <a:defRPr sz="2200"/>
            </a:lvl2pPr>
            <a:lvl3pPr lvl="2">
              <a:buNone/>
              <a:defRPr sz="2200"/>
            </a:lvl3pPr>
            <a:lvl4pPr lvl="3">
              <a:buNone/>
              <a:defRPr sz="2200"/>
            </a:lvl4pPr>
            <a:lvl5pPr lvl="4">
              <a:buNone/>
              <a:defRPr sz="2200"/>
            </a:lvl5pPr>
            <a:lvl6pPr lvl="5">
              <a:buNone/>
              <a:defRPr sz="2200"/>
            </a:lvl6pPr>
            <a:lvl7pPr lvl="6">
              <a:buNone/>
              <a:defRPr sz="2200"/>
            </a:lvl7pPr>
            <a:lvl8pPr lvl="7">
              <a:buNone/>
              <a:defRPr sz="2200"/>
            </a:lvl8pPr>
            <a:lvl9pPr lvl="8">
              <a:buNone/>
              <a:defRPr sz="2200"/>
            </a:lvl9pPr>
          </a:lstStyle>
          <a:p>
            <a:pPr indent="0" lvl="0" mar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Caption">
  <p:cSld name="CAPTION_ONLY">
    <p:spTree>
      <p:nvGrpSpPr>
        <p:cNvPr id="38" name="Shape 38"/>
        <p:cNvGrpSpPr/>
        <p:nvPr/>
      </p:nvGrpSpPr>
      <p:grpSpPr>
        <a:xfrm>
          <a:off x="0" y="0"/>
          <a:ext cx="0" cy="0"/>
          <a:chOff x="0" y="0"/>
          <a:chExt cx="0" cy="0"/>
        </a:xfrm>
      </p:grpSpPr>
      <p:sp>
        <p:nvSpPr>
          <p:cNvPr id="39" name="Google Shape;39;p10"/>
          <p:cNvSpPr txBox="1"/>
          <p:nvPr>
            <p:ph idx="1" type="body"/>
          </p:nvPr>
        </p:nvSpPr>
        <p:spPr>
          <a:xfrm>
            <a:off x="1246800" y="33844600"/>
            <a:ext cx="23995200" cy="4840500"/>
          </a:xfrm>
          <a:prstGeom prst="rect">
            <a:avLst/>
          </a:prstGeom>
          <a:noFill/>
          <a:ln>
            <a:noFill/>
          </a:ln>
        </p:spPr>
        <p:txBody>
          <a:bodyPr anchorCtr="0" anchor="ctr" bIns="519950" lIns="519950" spcFirstLastPara="1" rIns="519950" wrap="square" tIns="519950"/>
          <a:lstStyle>
            <a:lvl1pPr indent="-228600" lvl="0" marL="457200">
              <a:lnSpc>
                <a:spcPct val="100000"/>
              </a:lnSpc>
              <a:spcBef>
                <a:spcPts val="0"/>
              </a:spcBef>
              <a:spcAft>
                <a:spcPts val="0"/>
              </a:spcAft>
              <a:buSzPts val="8100"/>
              <a:buNone/>
              <a:defRPr sz="8100"/>
            </a:lvl1pPr>
          </a:lstStyle>
          <a:p/>
        </p:txBody>
      </p:sp>
      <p:sp>
        <p:nvSpPr>
          <p:cNvPr id="40" name="Google Shape;40;p10"/>
          <p:cNvSpPr txBox="1"/>
          <p:nvPr>
            <p:ph idx="12" type="sldNum"/>
          </p:nvPr>
        </p:nvSpPr>
        <p:spPr>
          <a:xfrm>
            <a:off x="33889831" y="37305734"/>
            <a:ext cx="2195100" cy="3149400"/>
          </a:xfrm>
          <a:prstGeom prst="rect">
            <a:avLst/>
          </a:prstGeom>
          <a:noFill/>
          <a:ln>
            <a:noFill/>
          </a:ln>
        </p:spPr>
        <p:txBody>
          <a:bodyPr anchorCtr="0" anchor="ctr" bIns="145100" lIns="145100" spcFirstLastPara="1" rIns="145100" wrap="square" tIns="145100">
            <a:noAutofit/>
          </a:bodyPr>
          <a:lstStyle>
            <a:lvl1pPr lvl="0">
              <a:buNone/>
              <a:defRPr sz="2200"/>
            </a:lvl1pPr>
            <a:lvl2pPr lvl="1">
              <a:buNone/>
              <a:defRPr sz="2200"/>
            </a:lvl2pPr>
            <a:lvl3pPr lvl="2">
              <a:buNone/>
              <a:defRPr sz="2200"/>
            </a:lvl3pPr>
            <a:lvl4pPr lvl="3">
              <a:buNone/>
              <a:defRPr sz="2200"/>
            </a:lvl4pPr>
            <a:lvl5pPr lvl="4">
              <a:buNone/>
              <a:defRPr sz="2200"/>
            </a:lvl5pPr>
            <a:lvl6pPr lvl="5">
              <a:buNone/>
              <a:defRPr sz="2200"/>
            </a:lvl6pPr>
            <a:lvl7pPr lvl="6">
              <a:buNone/>
              <a:defRPr sz="2200"/>
            </a:lvl7pPr>
            <a:lvl8pPr lvl="7">
              <a:buNone/>
              <a:defRPr sz="2200"/>
            </a:lvl8pPr>
            <a:lvl9pPr lvl="8">
              <a:buNone/>
              <a:defRPr sz="2200"/>
            </a:lvl9pPr>
          </a:lstStyle>
          <a:p>
            <a:pPr indent="0" lvl="0" mar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Big number">
  <p:cSld name="BIG_NUMBER">
    <p:spTree>
      <p:nvGrpSpPr>
        <p:cNvPr id="41" name="Shape 41"/>
        <p:cNvGrpSpPr/>
        <p:nvPr/>
      </p:nvGrpSpPr>
      <p:grpSpPr>
        <a:xfrm>
          <a:off x="0" y="0"/>
          <a:ext cx="0" cy="0"/>
          <a:chOff x="0" y="0"/>
          <a:chExt cx="0" cy="0"/>
        </a:xfrm>
      </p:grpSpPr>
      <p:sp>
        <p:nvSpPr>
          <p:cNvPr id="42" name="Google Shape;42;p11"/>
          <p:cNvSpPr txBox="1"/>
          <p:nvPr>
            <p:ph hasCustomPrompt="1" type="title"/>
          </p:nvPr>
        </p:nvSpPr>
        <p:spPr>
          <a:xfrm>
            <a:off x="1246800" y="8849000"/>
            <a:ext cx="34082400" cy="15707400"/>
          </a:xfrm>
          <a:prstGeom prst="rect">
            <a:avLst/>
          </a:prstGeom>
          <a:noFill/>
          <a:ln>
            <a:noFill/>
          </a:ln>
        </p:spPr>
        <p:txBody>
          <a:bodyPr anchorCtr="0" anchor="b" bIns="519950" lIns="519950" spcFirstLastPara="1" rIns="519950" wrap="square" tIns="519950"/>
          <a:lstStyle>
            <a:lvl1pPr lvl="0" algn="ctr">
              <a:spcBef>
                <a:spcPts val="0"/>
              </a:spcBef>
              <a:spcAft>
                <a:spcPts val="0"/>
              </a:spcAft>
              <a:buSzPts val="68200"/>
              <a:buChar char="●"/>
              <a:defRPr sz="68200"/>
            </a:lvl1pPr>
            <a:lvl2pPr lvl="1" algn="ctr">
              <a:spcBef>
                <a:spcPts val="0"/>
              </a:spcBef>
              <a:spcAft>
                <a:spcPts val="0"/>
              </a:spcAft>
              <a:buSzPts val="68200"/>
              <a:buChar char="○"/>
              <a:defRPr sz="68200"/>
            </a:lvl2pPr>
            <a:lvl3pPr lvl="2" algn="ctr">
              <a:spcBef>
                <a:spcPts val="0"/>
              </a:spcBef>
              <a:spcAft>
                <a:spcPts val="0"/>
              </a:spcAft>
              <a:buSzPts val="68200"/>
              <a:buChar char="■"/>
              <a:defRPr sz="68200"/>
            </a:lvl3pPr>
            <a:lvl4pPr lvl="3" algn="ctr">
              <a:spcBef>
                <a:spcPts val="0"/>
              </a:spcBef>
              <a:spcAft>
                <a:spcPts val="0"/>
              </a:spcAft>
              <a:buSzPts val="68200"/>
              <a:buChar char="●"/>
              <a:defRPr sz="68200"/>
            </a:lvl4pPr>
            <a:lvl5pPr lvl="4" algn="ctr">
              <a:spcBef>
                <a:spcPts val="0"/>
              </a:spcBef>
              <a:spcAft>
                <a:spcPts val="0"/>
              </a:spcAft>
              <a:buSzPts val="68200"/>
              <a:buChar char="○"/>
              <a:defRPr sz="68200"/>
            </a:lvl5pPr>
            <a:lvl6pPr lvl="5" algn="ctr">
              <a:spcBef>
                <a:spcPts val="0"/>
              </a:spcBef>
              <a:spcAft>
                <a:spcPts val="0"/>
              </a:spcAft>
              <a:buSzPts val="68200"/>
              <a:buChar char="■"/>
              <a:defRPr sz="68200"/>
            </a:lvl6pPr>
            <a:lvl7pPr lvl="6" algn="ctr">
              <a:spcBef>
                <a:spcPts val="0"/>
              </a:spcBef>
              <a:spcAft>
                <a:spcPts val="0"/>
              </a:spcAft>
              <a:buSzPts val="68200"/>
              <a:buChar char="●"/>
              <a:defRPr sz="68200"/>
            </a:lvl7pPr>
            <a:lvl8pPr lvl="7" algn="ctr">
              <a:spcBef>
                <a:spcPts val="0"/>
              </a:spcBef>
              <a:spcAft>
                <a:spcPts val="0"/>
              </a:spcAft>
              <a:buSzPts val="68200"/>
              <a:buChar char="○"/>
              <a:defRPr sz="68200"/>
            </a:lvl8pPr>
            <a:lvl9pPr lvl="8" algn="ctr">
              <a:spcBef>
                <a:spcPts val="0"/>
              </a:spcBef>
              <a:spcAft>
                <a:spcPts val="0"/>
              </a:spcAft>
              <a:buSzPts val="68200"/>
              <a:buChar char="■"/>
              <a:defRPr sz="68200"/>
            </a:lvl9pPr>
          </a:lstStyle>
          <a:p>
            <a:r>
              <a:t>xx%</a:t>
            </a:r>
          </a:p>
        </p:txBody>
      </p:sp>
      <p:sp>
        <p:nvSpPr>
          <p:cNvPr id="43" name="Google Shape;43;p11"/>
          <p:cNvSpPr txBox="1"/>
          <p:nvPr>
            <p:ph idx="1" type="body"/>
          </p:nvPr>
        </p:nvSpPr>
        <p:spPr>
          <a:xfrm>
            <a:off x="1246800" y="25217800"/>
            <a:ext cx="34082400" cy="10407000"/>
          </a:xfrm>
          <a:prstGeom prst="rect">
            <a:avLst/>
          </a:prstGeom>
          <a:noFill/>
          <a:ln>
            <a:noFill/>
          </a:ln>
        </p:spPr>
        <p:txBody>
          <a:bodyPr anchorCtr="0" anchor="ctr" bIns="519950" lIns="519950" spcFirstLastPara="1" rIns="519950" wrap="square" tIns="519950"/>
          <a:lstStyle>
            <a:lvl1pPr indent="-742950" lvl="0" marL="457200" algn="ctr">
              <a:spcBef>
                <a:spcPts val="0"/>
              </a:spcBef>
              <a:spcAft>
                <a:spcPts val="0"/>
              </a:spcAft>
              <a:buSzPts val="8100"/>
              <a:buChar char="●"/>
              <a:defRPr sz="8100"/>
            </a:lvl1pPr>
            <a:lvl2pPr indent="-742950" lvl="1" marL="914400" algn="ctr">
              <a:spcBef>
                <a:spcPts val="0"/>
              </a:spcBef>
              <a:spcAft>
                <a:spcPts val="0"/>
              </a:spcAft>
              <a:buSzPts val="8100"/>
              <a:buChar char="○"/>
              <a:defRPr sz="8100"/>
            </a:lvl2pPr>
            <a:lvl3pPr indent="-742950" lvl="2" marL="1371600" algn="ctr">
              <a:spcBef>
                <a:spcPts val="0"/>
              </a:spcBef>
              <a:spcAft>
                <a:spcPts val="0"/>
              </a:spcAft>
              <a:buSzPts val="8100"/>
              <a:buChar char="■"/>
              <a:defRPr sz="8100"/>
            </a:lvl3pPr>
            <a:lvl4pPr indent="-742950" lvl="3" marL="1828800" algn="ctr">
              <a:spcBef>
                <a:spcPts val="0"/>
              </a:spcBef>
              <a:spcAft>
                <a:spcPts val="0"/>
              </a:spcAft>
              <a:buSzPts val="8100"/>
              <a:buChar char="●"/>
              <a:defRPr sz="8100"/>
            </a:lvl4pPr>
            <a:lvl5pPr indent="-742950" lvl="4" marL="2286000" algn="ctr">
              <a:spcBef>
                <a:spcPts val="0"/>
              </a:spcBef>
              <a:spcAft>
                <a:spcPts val="0"/>
              </a:spcAft>
              <a:buSzPts val="8100"/>
              <a:buChar char="○"/>
              <a:defRPr sz="8100"/>
            </a:lvl5pPr>
            <a:lvl6pPr indent="-742950" lvl="5" marL="2743200" algn="ctr">
              <a:spcBef>
                <a:spcPts val="0"/>
              </a:spcBef>
              <a:spcAft>
                <a:spcPts val="0"/>
              </a:spcAft>
              <a:buSzPts val="8100"/>
              <a:buChar char="■"/>
              <a:defRPr sz="8100"/>
            </a:lvl6pPr>
            <a:lvl7pPr indent="-742950" lvl="6" marL="3200400" algn="ctr">
              <a:spcBef>
                <a:spcPts val="0"/>
              </a:spcBef>
              <a:spcAft>
                <a:spcPts val="0"/>
              </a:spcAft>
              <a:buSzPts val="8100"/>
              <a:buChar char="●"/>
              <a:defRPr sz="8100"/>
            </a:lvl7pPr>
            <a:lvl8pPr indent="-742950" lvl="7" marL="3657600" algn="ctr">
              <a:spcBef>
                <a:spcPts val="0"/>
              </a:spcBef>
              <a:spcAft>
                <a:spcPts val="0"/>
              </a:spcAft>
              <a:buSzPts val="8100"/>
              <a:buChar char="○"/>
              <a:defRPr sz="8100"/>
            </a:lvl8pPr>
            <a:lvl9pPr indent="-742950" lvl="8" marL="4114800" algn="ctr">
              <a:spcBef>
                <a:spcPts val="0"/>
              </a:spcBef>
              <a:spcAft>
                <a:spcPts val="0"/>
              </a:spcAft>
              <a:buSzPts val="8100"/>
              <a:buChar char="■"/>
              <a:defRPr sz="8100"/>
            </a:lvl9pPr>
          </a:lstStyle>
          <a:p/>
        </p:txBody>
      </p:sp>
      <p:sp>
        <p:nvSpPr>
          <p:cNvPr id="44" name="Google Shape;44;p11"/>
          <p:cNvSpPr txBox="1"/>
          <p:nvPr>
            <p:ph idx="12" type="sldNum"/>
          </p:nvPr>
        </p:nvSpPr>
        <p:spPr>
          <a:xfrm>
            <a:off x="33889831" y="37305734"/>
            <a:ext cx="2195100" cy="3149400"/>
          </a:xfrm>
          <a:prstGeom prst="rect">
            <a:avLst/>
          </a:prstGeom>
          <a:noFill/>
          <a:ln>
            <a:noFill/>
          </a:ln>
        </p:spPr>
        <p:txBody>
          <a:bodyPr anchorCtr="0" anchor="ctr" bIns="145100" lIns="145100" spcFirstLastPara="1" rIns="145100" wrap="square" tIns="145100">
            <a:noAutofit/>
          </a:bodyPr>
          <a:lstStyle>
            <a:lvl1pPr lvl="0">
              <a:buNone/>
              <a:defRPr sz="2200"/>
            </a:lvl1pPr>
            <a:lvl2pPr lvl="1">
              <a:buNone/>
              <a:defRPr sz="2200"/>
            </a:lvl2pPr>
            <a:lvl3pPr lvl="2">
              <a:buNone/>
              <a:defRPr sz="2200"/>
            </a:lvl3pPr>
            <a:lvl4pPr lvl="3">
              <a:buNone/>
              <a:defRPr sz="2200"/>
            </a:lvl4pPr>
            <a:lvl5pPr lvl="4">
              <a:buNone/>
              <a:defRPr sz="2200"/>
            </a:lvl5pPr>
            <a:lvl6pPr lvl="5">
              <a:buNone/>
              <a:defRPr sz="2200"/>
            </a:lvl6pPr>
            <a:lvl7pPr lvl="6">
              <a:buNone/>
              <a:defRPr sz="2200"/>
            </a:lvl7pPr>
            <a:lvl8pPr lvl="7">
              <a:buNone/>
              <a:defRPr sz="2200"/>
            </a:lvl8pPr>
            <a:lvl9pPr lvl="8">
              <a:buNone/>
              <a:defRPr sz="2200"/>
            </a:lvl9pPr>
          </a:lstStyle>
          <a:p>
            <a:pPr indent="0" lvl="0" mar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Blank" type="blank">
  <p:cSld name="BLANK">
    <p:spTree>
      <p:nvGrpSpPr>
        <p:cNvPr id="45" name="Shape 45"/>
        <p:cNvGrpSpPr/>
        <p:nvPr/>
      </p:nvGrpSpPr>
      <p:grpSpPr>
        <a:xfrm>
          <a:off x="0" y="0"/>
          <a:ext cx="0" cy="0"/>
          <a:chOff x="0" y="0"/>
          <a:chExt cx="0" cy="0"/>
        </a:xfrm>
      </p:grpSpPr>
      <p:sp>
        <p:nvSpPr>
          <p:cNvPr id="46" name="Google Shape;46;p12"/>
          <p:cNvSpPr txBox="1"/>
          <p:nvPr>
            <p:ph idx="12" type="sldNum"/>
          </p:nvPr>
        </p:nvSpPr>
        <p:spPr>
          <a:xfrm>
            <a:off x="33889831" y="37305734"/>
            <a:ext cx="2195100" cy="3149400"/>
          </a:xfrm>
          <a:prstGeom prst="rect">
            <a:avLst/>
          </a:prstGeom>
          <a:noFill/>
          <a:ln>
            <a:noFill/>
          </a:ln>
        </p:spPr>
        <p:txBody>
          <a:bodyPr anchorCtr="0" anchor="ctr" bIns="145100" lIns="145100" spcFirstLastPara="1" rIns="145100" wrap="square" tIns="145100">
            <a:noAutofit/>
          </a:bodyPr>
          <a:lstStyle>
            <a:lvl1pPr lvl="0">
              <a:buNone/>
              <a:defRPr sz="2200"/>
            </a:lvl1pPr>
            <a:lvl2pPr lvl="1">
              <a:buNone/>
              <a:defRPr sz="2200"/>
            </a:lvl2pPr>
            <a:lvl3pPr lvl="2">
              <a:buNone/>
              <a:defRPr sz="2200"/>
            </a:lvl3pPr>
            <a:lvl4pPr lvl="3">
              <a:buNone/>
              <a:defRPr sz="2200"/>
            </a:lvl4pPr>
            <a:lvl5pPr lvl="4">
              <a:buNone/>
              <a:defRPr sz="2200"/>
            </a:lvl5pPr>
            <a:lvl6pPr lvl="5">
              <a:buNone/>
              <a:defRPr sz="2200"/>
            </a:lvl6pPr>
            <a:lvl7pPr lvl="6">
              <a:buNone/>
              <a:defRPr sz="2200"/>
            </a:lvl7pPr>
            <a:lvl8pPr lvl="7">
              <a:buNone/>
              <a:defRPr sz="2200"/>
            </a:lvl8pPr>
            <a:lvl9pPr lvl="8">
              <a:buNone/>
              <a:defRPr sz="2200"/>
            </a:lvl9pPr>
          </a:lstStyle>
          <a:p>
            <a:pPr indent="0" lvl="0" marL="0">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0.xml"/><Relationship Id="rId10" Type="http://schemas.openxmlformats.org/officeDocument/2006/relationships/slideLayout" Target="../slideLayouts/slideLayout9.xml"/><Relationship Id="rId13" Type="http://schemas.openxmlformats.org/officeDocument/2006/relationships/theme" Target="../theme/theme1.xml"/><Relationship Id="rId12" Type="http://schemas.openxmlformats.org/officeDocument/2006/relationships/slideLayout" Target="../slideLayouts/slideLayout11.xml"/><Relationship Id="rId1" Type="http://schemas.openxmlformats.org/officeDocument/2006/relationships/image" Target="../media/image1.pn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9" Type="http://schemas.openxmlformats.org/officeDocument/2006/relationships/slideLayout" Target="../slideLayouts/slideLayout8.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name="simple-light-2">
    <p:bg>
      <p:bgPr>
        <a:blipFill>
          <a:blip r:embed="rId1">
            <a:alphaModFix/>
          </a:blip>
          <a:stretch>
            <a:fillRect/>
          </a:stretch>
        </a:blipFill>
      </p:bgPr>
    </p:bg>
    <p:spTree>
      <p:nvGrpSpPr>
        <p:cNvPr id="5" name="Shape 5"/>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8" r:id="rId2"/>
    <p:sldLayoutId id="2147483649" r:id="rId3"/>
    <p:sldLayoutId id="2147483650" r:id="rId4"/>
    <p:sldLayoutId id="2147483651" r:id="rId5"/>
    <p:sldLayoutId id="2147483652" r:id="rId6"/>
    <p:sldLayoutId id="2147483653" r:id="rId7"/>
    <p:sldLayoutId id="2147483654" r:id="rId8"/>
    <p:sldLayoutId id="2147483655" r:id="rId9"/>
    <p:sldLayoutId id="2147483656" r:id="rId10"/>
    <p:sldLayoutId id="2147483657" r:id="rId11"/>
    <p:sldLayoutId id="2147483658"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2.jpg"/><Relationship Id="rId4" Type="http://schemas.openxmlformats.org/officeDocument/2006/relationships/image" Target="../media/image5.jpg"/><Relationship Id="rId5" Type="http://schemas.openxmlformats.org/officeDocument/2006/relationships/image" Target="../media/image3.jpg"/><Relationship Id="rId6" Type="http://schemas.openxmlformats.org/officeDocument/2006/relationships/image" Target="../media/image4.png"/><Relationship Id="rId7" Type="http://schemas.openxmlformats.org/officeDocument/2006/relationships/image" Target="../media/image6.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50" name="Shape 50"/>
        <p:cNvGrpSpPr/>
        <p:nvPr/>
      </p:nvGrpSpPr>
      <p:grpSpPr>
        <a:xfrm>
          <a:off x="0" y="0"/>
          <a:ext cx="0" cy="0"/>
          <a:chOff x="0" y="0"/>
          <a:chExt cx="0" cy="0"/>
        </a:xfrm>
      </p:grpSpPr>
      <p:sp>
        <p:nvSpPr>
          <p:cNvPr id="51" name="Google Shape;51;p13"/>
          <p:cNvSpPr txBox="1"/>
          <p:nvPr/>
        </p:nvSpPr>
        <p:spPr>
          <a:xfrm>
            <a:off x="8270725" y="20125"/>
            <a:ext cx="26601900" cy="2976300"/>
          </a:xfrm>
          <a:prstGeom prst="rect">
            <a:avLst/>
          </a:prstGeom>
          <a:noFill/>
          <a:ln>
            <a:noFill/>
          </a:ln>
        </p:spPr>
        <p:txBody>
          <a:bodyPr anchorCtr="0" anchor="ctr" bIns="156150" lIns="312475" spcFirstLastPara="1" rIns="312475" wrap="square" tIns="156150">
            <a:noAutofit/>
          </a:bodyPr>
          <a:lstStyle/>
          <a:p>
            <a:pPr indent="0" lvl="0" marL="0" marR="0" rtl="0">
              <a:spcBef>
                <a:spcPts val="0"/>
              </a:spcBef>
              <a:spcAft>
                <a:spcPts val="0"/>
              </a:spcAft>
              <a:buNone/>
            </a:pPr>
            <a:r>
              <a:rPr b="1" lang="en" sz="9600">
                <a:solidFill>
                  <a:srgbClr val="141F22"/>
                </a:solidFill>
                <a:latin typeface="Barlow Condensed"/>
                <a:ea typeface="Barlow Condensed"/>
                <a:cs typeface="Barlow Condensed"/>
                <a:sym typeface="Barlow Condensed"/>
              </a:rPr>
              <a:t>Community Profiles of Army Installations</a:t>
            </a:r>
            <a:endParaRPr b="1" sz="9600">
              <a:solidFill>
                <a:srgbClr val="141F22"/>
              </a:solidFill>
              <a:latin typeface="Barlow Condensed"/>
              <a:ea typeface="Barlow Condensed"/>
              <a:cs typeface="Barlow Condensed"/>
              <a:sym typeface="Barlow Condensed"/>
            </a:endParaRPr>
          </a:p>
        </p:txBody>
      </p:sp>
      <p:sp>
        <p:nvSpPr>
          <p:cNvPr id="52" name="Google Shape;52;p13"/>
          <p:cNvSpPr txBox="1"/>
          <p:nvPr/>
        </p:nvSpPr>
        <p:spPr>
          <a:xfrm>
            <a:off x="8270714" y="2996575"/>
            <a:ext cx="25925400" cy="697800"/>
          </a:xfrm>
          <a:prstGeom prst="rect">
            <a:avLst/>
          </a:prstGeom>
          <a:noFill/>
          <a:ln>
            <a:noFill/>
          </a:ln>
        </p:spPr>
        <p:txBody>
          <a:bodyPr anchorCtr="0" anchor="t" bIns="156150" lIns="312475" spcFirstLastPara="1" rIns="312475" wrap="square" tIns="156150">
            <a:noAutofit/>
          </a:bodyPr>
          <a:lstStyle/>
          <a:p>
            <a:pPr indent="0" lvl="0" marL="0" marR="0" rtl="0">
              <a:spcBef>
                <a:spcPts val="0"/>
              </a:spcBef>
              <a:spcAft>
                <a:spcPts val="0"/>
              </a:spcAft>
              <a:buNone/>
            </a:pPr>
            <a:r>
              <a:rPr i="1" lang="en" sz="3600">
                <a:solidFill>
                  <a:srgbClr val="141F22"/>
                </a:solidFill>
                <a:latin typeface="Barlow Condensed"/>
                <a:ea typeface="Barlow Condensed"/>
                <a:cs typeface="Barlow Condensed"/>
                <a:sym typeface="Barlow Condensed"/>
              </a:rPr>
              <a:t>Kelsey McMahon (Virginia Tech), Megan Grondine (Virginia Tech), Emily Sheen (Pennsylvania State University), Daniel Liden (University of Minnesota) </a:t>
            </a:r>
            <a:endParaRPr i="1" sz="3600">
              <a:solidFill>
                <a:srgbClr val="141F22"/>
              </a:solidFill>
              <a:latin typeface="Barlow Condensed"/>
              <a:ea typeface="Barlow Condensed"/>
              <a:cs typeface="Barlow Condensed"/>
              <a:sym typeface="Barlow Condensed"/>
            </a:endParaRPr>
          </a:p>
          <a:p>
            <a:pPr indent="0" lvl="0" marL="0" marR="0" rtl="0">
              <a:spcBef>
                <a:spcPts val="0"/>
              </a:spcBef>
              <a:spcAft>
                <a:spcPts val="0"/>
              </a:spcAft>
              <a:buNone/>
            </a:pPr>
            <a:r>
              <a:rPr i="1" lang="en" sz="3600">
                <a:solidFill>
                  <a:srgbClr val="141F22"/>
                </a:solidFill>
                <a:latin typeface="Barlow Condensed"/>
                <a:ea typeface="Barlow Condensed"/>
                <a:cs typeface="Barlow Condensed"/>
                <a:sym typeface="Barlow Condensed"/>
              </a:rPr>
              <a:t>with Joshua Goldstein and Stephanie Shipp (SDAL)</a:t>
            </a:r>
            <a:endParaRPr i="1" sz="3600">
              <a:solidFill>
                <a:srgbClr val="141F22"/>
              </a:solidFill>
              <a:latin typeface="Barlow Condensed"/>
              <a:ea typeface="Barlow Condensed"/>
              <a:cs typeface="Barlow Condensed"/>
              <a:sym typeface="Barlow Condensed"/>
            </a:endParaRPr>
          </a:p>
          <a:p>
            <a:pPr indent="0" lvl="0" marL="0" marR="0" rtl="0">
              <a:spcBef>
                <a:spcPts val="0"/>
              </a:spcBef>
              <a:spcAft>
                <a:spcPts val="0"/>
              </a:spcAft>
              <a:buNone/>
            </a:pPr>
            <a:r>
              <a:rPr i="1" lang="en" sz="3600">
                <a:solidFill>
                  <a:srgbClr val="141F22"/>
                </a:solidFill>
                <a:latin typeface="Barlow Condensed"/>
                <a:ea typeface="Barlow Condensed"/>
                <a:cs typeface="Barlow Condensed"/>
                <a:sym typeface="Barlow Condensed"/>
              </a:rPr>
              <a:t>Joel Thurston and Nathaniel Ratcliff, US Army Research Institute for Behavioral and Social Science Research</a:t>
            </a:r>
            <a:endParaRPr i="1" sz="3600">
              <a:solidFill>
                <a:srgbClr val="141F22"/>
              </a:solidFill>
              <a:latin typeface="Barlow Condensed"/>
              <a:ea typeface="Barlow Condensed"/>
              <a:cs typeface="Barlow Condensed"/>
              <a:sym typeface="Barlow Condensed"/>
            </a:endParaRPr>
          </a:p>
          <a:p>
            <a:pPr indent="0" lvl="0" marL="0" marR="0" rtl="0">
              <a:spcBef>
                <a:spcPts val="0"/>
              </a:spcBef>
              <a:spcAft>
                <a:spcPts val="0"/>
              </a:spcAft>
              <a:buNone/>
            </a:pPr>
            <a:r>
              <a:t/>
            </a:r>
            <a:endParaRPr i="1" sz="3600">
              <a:solidFill>
                <a:srgbClr val="141F22"/>
              </a:solidFill>
              <a:latin typeface="Barlow Condensed"/>
              <a:ea typeface="Barlow Condensed"/>
              <a:cs typeface="Barlow Condensed"/>
              <a:sym typeface="Barlow Condensed"/>
            </a:endParaRPr>
          </a:p>
        </p:txBody>
      </p:sp>
      <p:sp>
        <p:nvSpPr>
          <p:cNvPr id="53" name="Google Shape;53;p13"/>
          <p:cNvSpPr txBox="1"/>
          <p:nvPr/>
        </p:nvSpPr>
        <p:spPr>
          <a:xfrm>
            <a:off x="24103300" y="15526550"/>
            <a:ext cx="11100600" cy="979200"/>
          </a:xfrm>
          <a:prstGeom prst="rect">
            <a:avLst/>
          </a:prstGeom>
          <a:solidFill>
            <a:srgbClr val="C64600"/>
          </a:solidFill>
          <a:ln>
            <a:noFill/>
          </a:ln>
        </p:spPr>
        <p:txBody>
          <a:bodyPr anchorCtr="0" anchor="t" bIns="156150" lIns="312475" spcFirstLastPara="1" rIns="312475" wrap="square" tIns="156150">
            <a:noAutofit/>
          </a:bodyPr>
          <a:lstStyle/>
          <a:p>
            <a:pPr indent="0" lvl="0" marL="0" rtl="0">
              <a:spcBef>
                <a:spcPts val="0"/>
              </a:spcBef>
              <a:spcAft>
                <a:spcPts val="0"/>
              </a:spcAft>
              <a:buClr>
                <a:srgbClr val="000000"/>
              </a:buClr>
              <a:buFont typeface="Arial"/>
              <a:buNone/>
            </a:pPr>
            <a:r>
              <a:rPr b="1" lang="en" sz="4800">
                <a:solidFill>
                  <a:srgbClr val="FFFFFF"/>
                </a:solidFill>
                <a:latin typeface="Barlow Condensed"/>
                <a:ea typeface="Barlow Condensed"/>
                <a:cs typeface="Barlow Condensed"/>
                <a:sym typeface="Barlow Condensed"/>
              </a:rPr>
              <a:t>Conclusions and Next Steps</a:t>
            </a:r>
            <a:endParaRPr b="1" sz="4800">
              <a:solidFill>
                <a:srgbClr val="FFFFFF"/>
              </a:solidFill>
              <a:latin typeface="Barlow Condensed"/>
              <a:ea typeface="Barlow Condensed"/>
              <a:cs typeface="Barlow Condensed"/>
              <a:sym typeface="Barlow Condensed"/>
            </a:endParaRPr>
          </a:p>
          <a:p>
            <a:pPr indent="0" lvl="0" marL="0" marR="0" rtl="0">
              <a:spcBef>
                <a:spcPts val="0"/>
              </a:spcBef>
              <a:spcAft>
                <a:spcPts val="0"/>
              </a:spcAft>
              <a:buNone/>
            </a:pPr>
            <a:r>
              <a:t/>
            </a:r>
            <a:endParaRPr b="1" sz="4400">
              <a:solidFill>
                <a:srgbClr val="FFFFFF"/>
              </a:solidFill>
              <a:latin typeface="Barlow Condensed"/>
              <a:ea typeface="Barlow Condensed"/>
              <a:cs typeface="Barlow Condensed"/>
              <a:sym typeface="Barlow Condensed"/>
            </a:endParaRPr>
          </a:p>
        </p:txBody>
      </p:sp>
      <p:sp>
        <p:nvSpPr>
          <p:cNvPr id="54" name="Google Shape;54;p13"/>
          <p:cNvSpPr txBox="1"/>
          <p:nvPr/>
        </p:nvSpPr>
        <p:spPr>
          <a:xfrm>
            <a:off x="870500" y="27791900"/>
            <a:ext cx="11498400" cy="979200"/>
          </a:xfrm>
          <a:prstGeom prst="rect">
            <a:avLst/>
          </a:prstGeom>
          <a:solidFill>
            <a:srgbClr val="861F41"/>
          </a:solidFill>
          <a:ln cap="flat" cmpd="sng" w="9525">
            <a:solidFill>
              <a:srgbClr val="FFFFFF"/>
            </a:solidFill>
            <a:prstDash val="solid"/>
            <a:round/>
            <a:headEnd len="sm" w="sm" type="none"/>
            <a:tailEnd len="sm" w="sm" type="none"/>
          </a:ln>
        </p:spPr>
        <p:txBody>
          <a:bodyPr anchorCtr="0" anchor="ctr" bIns="156150" lIns="312475" spcFirstLastPara="1" rIns="312475" wrap="square" tIns="156150">
            <a:noAutofit/>
          </a:bodyPr>
          <a:lstStyle/>
          <a:p>
            <a:pPr indent="0" lvl="0" marL="0" rtl="0">
              <a:spcBef>
                <a:spcPts val="0"/>
              </a:spcBef>
              <a:spcAft>
                <a:spcPts val="0"/>
              </a:spcAft>
              <a:buClr>
                <a:srgbClr val="000000"/>
              </a:buClr>
              <a:buFont typeface="Arial"/>
              <a:buNone/>
            </a:pPr>
            <a:r>
              <a:rPr b="1" lang="en" sz="4800">
                <a:solidFill>
                  <a:srgbClr val="FFFFFF"/>
                </a:solidFill>
                <a:latin typeface="Barlow Condensed"/>
                <a:ea typeface="Barlow Condensed"/>
                <a:cs typeface="Barlow Condensed"/>
                <a:sym typeface="Barlow Condensed"/>
              </a:rPr>
              <a:t>Exploratory Analysis</a:t>
            </a:r>
            <a:endParaRPr b="1" sz="4800">
              <a:solidFill>
                <a:srgbClr val="FFFFFF"/>
              </a:solidFill>
              <a:latin typeface="Barlow Condensed"/>
              <a:ea typeface="Barlow Condensed"/>
              <a:cs typeface="Barlow Condensed"/>
              <a:sym typeface="Barlow Condensed"/>
            </a:endParaRPr>
          </a:p>
        </p:txBody>
      </p:sp>
      <p:sp>
        <p:nvSpPr>
          <p:cNvPr id="55" name="Google Shape;55;p13"/>
          <p:cNvSpPr txBox="1"/>
          <p:nvPr/>
        </p:nvSpPr>
        <p:spPr>
          <a:xfrm>
            <a:off x="12542825" y="9950225"/>
            <a:ext cx="11100600" cy="1105800"/>
          </a:xfrm>
          <a:prstGeom prst="rect">
            <a:avLst/>
          </a:prstGeom>
          <a:solidFill>
            <a:srgbClr val="5D89B4"/>
          </a:solidFill>
          <a:ln>
            <a:noFill/>
          </a:ln>
        </p:spPr>
        <p:txBody>
          <a:bodyPr anchorCtr="0" anchor="ctr" bIns="156150" lIns="312475" spcFirstLastPara="1" rIns="312475" wrap="square" tIns="156150">
            <a:noAutofit/>
          </a:bodyPr>
          <a:lstStyle/>
          <a:p>
            <a:pPr indent="0" lvl="0" marL="0" marR="0" rtl="0">
              <a:spcBef>
                <a:spcPts val="0"/>
              </a:spcBef>
              <a:spcAft>
                <a:spcPts val="0"/>
              </a:spcAft>
              <a:buNone/>
            </a:pPr>
            <a:r>
              <a:rPr b="1" lang="en" sz="4000">
                <a:solidFill>
                  <a:srgbClr val="FFFFFF"/>
                </a:solidFill>
                <a:latin typeface="Barlow Condensed"/>
                <a:ea typeface="Barlow Condensed"/>
                <a:cs typeface="Barlow Condensed"/>
                <a:sym typeface="Barlow Condensed"/>
              </a:rPr>
              <a:t>References/Acknowledgements</a:t>
            </a:r>
            <a:endParaRPr b="1" i="0" sz="4000">
              <a:solidFill>
                <a:srgbClr val="FFFFFF"/>
              </a:solidFill>
              <a:latin typeface="Barlow Condensed"/>
              <a:ea typeface="Barlow Condensed"/>
              <a:cs typeface="Barlow Condensed"/>
              <a:sym typeface="Barlow Condensed"/>
            </a:endParaRPr>
          </a:p>
        </p:txBody>
      </p:sp>
      <p:sp>
        <p:nvSpPr>
          <p:cNvPr id="56" name="Google Shape;56;p13"/>
          <p:cNvSpPr txBox="1"/>
          <p:nvPr/>
        </p:nvSpPr>
        <p:spPr>
          <a:xfrm>
            <a:off x="1124975" y="6058925"/>
            <a:ext cx="10915500" cy="8309700"/>
          </a:xfrm>
          <a:prstGeom prst="rect">
            <a:avLst/>
          </a:prstGeom>
          <a:noFill/>
          <a:ln>
            <a:noFill/>
          </a:ln>
        </p:spPr>
        <p:txBody>
          <a:bodyPr anchorCtr="0" anchor="t" bIns="156150" lIns="312475" spcFirstLastPara="1" rIns="312475" wrap="square" tIns="156150">
            <a:noAutofit/>
          </a:bodyPr>
          <a:lstStyle/>
          <a:p>
            <a:pPr indent="0" lvl="0" marL="0" rtl="0">
              <a:spcBef>
                <a:spcPts val="0"/>
              </a:spcBef>
              <a:spcAft>
                <a:spcPts val="0"/>
              </a:spcAft>
              <a:buClr>
                <a:schemeClr val="dk1"/>
              </a:buClr>
              <a:buFont typeface="Arial"/>
              <a:buNone/>
            </a:pPr>
            <a:r>
              <a:rPr lang="en" sz="3600">
                <a:latin typeface="Barlow Condensed"/>
                <a:ea typeface="Barlow Condensed"/>
                <a:cs typeface="Barlow Condensed"/>
                <a:sym typeface="Barlow Condensed"/>
              </a:rPr>
              <a:t>The goal of this project is to understand and quantify embeddedness of Army Soldiers in their jobs and communities. </a:t>
            </a:r>
            <a:endParaRPr sz="3600">
              <a:latin typeface="Barlow Condensed"/>
              <a:ea typeface="Barlow Condensed"/>
              <a:cs typeface="Barlow Condensed"/>
              <a:sym typeface="Barlow Condensed"/>
            </a:endParaRPr>
          </a:p>
          <a:p>
            <a:pPr indent="0" lvl="0" marL="0" rtl="0">
              <a:spcBef>
                <a:spcPts val="0"/>
              </a:spcBef>
              <a:spcAft>
                <a:spcPts val="0"/>
              </a:spcAft>
              <a:buClr>
                <a:schemeClr val="dk1"/>
              </a:buClr>
              <a:buFont typeface="Arial"/>
              <a:buNone/>
            </a:pPr>
            <a:r>
              <a:t/>
            </a:r>
            <a:endParaRPr sz="1200">
              <a:latin typeface="Barlow Condensed"/>
              <a:ea typeface="Barlow Condensed"/>
              <a:cs typeface="Barlow Condensed"/>
              <a:sym typeface="Barlow Condensed"/>
            </a:endParaRPr>
          </a:p>
          <a:p>
            <a:pPr indent="0" lvl="0" marL="0" rtl="0">
              <a:spcBef>
                <a:spcPts val="0"/>
              </a:spcBef>
              <a:spcAft>
                <a:spcPts val="0"/>
              </a:spcAft>
              <a:buClr>
                <a:schemeClr val="dk1"/>
              </a:buClr>
              <a:buFont typeface="Arial"/>
              <a:buNone/>
            </a:pPr>
            <a:r>
              <a:rPr i="1" lang="en" sz="3600">
                <a:solidFill>
                  <a:schemeClr val="dk1"/>
                </a:solidFill>
                <a:latin typeface="Barlow Condensed"/>
                <a:ea typeface="Barlow Condensed"/>
                <a:cs typeface="Barlow Condensed"/>
                <a:sym typeface="Barlow Condensed"/>
              </a:rPr>
              <a:t>Research Questions: </a:t>
            </a:r>
            <a:endParaRPr i="1" sz="3600">
              <a:solidFill>
                <a:schemeClr val="dk1"/>
              </a:solidFill>
              <a:latin typeface="Barlow Condensed"/>
              <a:ea typeface="Barlow Condensed"/>
              <a:cs typeface="Barlow Condensed"/>
              <a:sym typeface="Barlow Condensed"/>
            </a:endParaRPr>
          </a:p>
          <a:p>
            <a:pPr indent="-457200" lvl="0" marL="457200" rtl="0">
              <a:lnSpc>
                <a:spcPct val="115000"/>
              </a:lnSpc>
              <a:spcBef>
                <a:spcPts val="0"/>
              </a:spcBef>
              <a:spcAft>
                <a:spcPts val="0"/>
              </a:spcAft>
              <a:buClr>
                <a:schemeClr val="dk1"/>
              </a:buClr>
              <a:buSzPts val="3600"/>
              <a:buFont typeface="Barlow Condensed"/>
              <a:buChar char="●"/>
            </a:pPr>
            <a:r>
              <a:rPr b="1" lang="en" sz="3600">
                <a:solidFill>
                  <a:schemeClr val="dk1"/>
                </a:solidFill>
                <a:latin typeface="Barlow Condensed"/>
                <a:ea typeface="Barlow Condensed"/>
                <a:cs typeface="Barlow Condensed"/>
                <a:sym typeface="Barlow Condensed"/>
              </a:rPr>
              <a:t>Can we relate the characteristics of community embeddedness back to metrics of Soldier performance?</a:t>
            </a:r>
            <a:endParaRPr b="1" sz="3600">
              <a:solidFill>
                <a:schemeClr val="dk1"/>
              </a:solidFill>
              <a:latin typeface="Barlow Condensed"/>
              <a:ea typeface="Barlow Condensed"/>
              <a:cs typeface="Barlow Condensed"/>
              <a:sym typeface="Barlow Condensed"/>
            </a:endParaRPr>
          </a:p>
          <a:p>
            <a:pPr indent="-457200" lvl="0" marL="457200" rtl="0">
              <a:lnSpc>
                <a:spcPct val="115000"/>
              </a:lnSpc>
              <a:spcBef>
                <a:spcPts val="0"/>
              </a:spcBef>
              <a:spcAft>
                <a:spcPts val="0"/>
              </a:spcAft>
              <a:buClr>
                <a:schemeClr val="dk1"/>
              </a:buClr>
              <a:buSzPts val="3600"/>
              <a:buFont typeface="Barlow Condensed"/>
              <a:buChar char="●"/>
            </a:pPr>
            <a:r>
              <a:rPr b="1" lang="en" sz="3600">
                <a:solidFill>
                  <a:schemeClr val="dk1"/>
                </a:solidFill>
                <a:latin typeface="Barlow Condensed"/>
                <a:ea typeface="Barlow Condensed"/>
                <a:cs typeface="Barlow Condensed"/>
                <a:sym typeface="Barlow Condensed"/>
              </a:rPr>
              <a:t>Can similar community profiles be clustered into categories using unsupervised learning methods?</a:t>
            </a:r>
            <a:endParaRPr b="1" sz="3600">
              <a:latin typeface="Barlow Condensed"/>
              <a:ea typeface="Barlow Condensed"/>
              <a:cs typeface="Barlow Condensed"/>
              <a:sym typeface="Barlow Condensed"/>
            </a:endParaRPr>
          </a:p>
          <a:p>
            <a:pPr indent="0" lvl="0" marL="0" rtl="0">
              <a:spcBef>
                <a:spcPts val="0"/>
              </a:spcBef>
              <a:spcAft>
                <a:spcPts val="0"/>
              </a:spcAft>
              <a:buClr>
                <a:srgbClr val="000000"/>
              </a:buClr>
              <a:buSzPts val="1100"/>
              <a:buFont typeface="Arial"/>
              <a:buNone/>
            </a:pPr>
            <a:r>
              <a:t/>
            </a:r>
            <a:endParaRPr sz="1200">
              <a:latin typeface="Barlow Condensed"/>
              <a:ea typeface="Barlow Condensed"/>
              <a:cs typeface="Barlow Condensed"/>
              <a:sym typeface="Barlow Condensed"/>
            </a:endParaRPr>
          </a:p>
          <a:p>
            <a:pPr indent="0" lvl="0" marL="0" rtl="0">
              <a:spcBef>
                <a:spcPts val="0"/>
              </a:spcBef>
              <a:spcAft>
                <a:spcPts val="0"/>
              </a:spcAft>
              <a:buClr>
                <a:schemeClr val="dk1"/>
              </a:buClr>
              <a:buFont typeface="Arial"/>
              <a:buNone/>
            </a:pPr>
            <a:r>
              <a:rPr lang="en" sz="3600">
                <a:latin typeface="Barlow Condensed"/>
                <a:ea typeface="Barlow Condensed"/>
                <a:cs typeface="Barlow Condensed"/>
                <a:sym typeface="Barlow Condensed"/>
              </a:rPr>
              <a:t>We searched the web for publicly available data sources that could help expand the installation community profiles that were created by DSPG 2017.  After creating a clean and detailed data product, we examined relationships among variables that may indicate h</a:t>
            </a:r>
            <a:r>
              <a:rPr lang="en" sz="3600">
                <a:highlight>
                  <a:srgbClr val="FFFFFF"/>
                </a:highlight>
                <a:latin typeface="Barlow Condensed"/>
                <a:ea typeface="Barlow Condensed"/>
                <a:cs typeface="Barlow Condensed"/>
                <a:sym typeface="Barlow Condensed"/>
              </a:rPr>
              <a:t>ow social behaviors and external influences drive Soldiers to successfully perform their jobs.  We did not address soldier performance within installations due to delays in obtaining data from ARI.</a:t>
            </a:r>
            <a:endParaRPr sz="3600">
              <a:latin typeface="Barlow Condensed"/>
              <a:ea typeface="Barlow Condensed"/>
              <a:cs typeface="Barlow Condensed"/>
              <a:sym typeface="Barlow Condensed"/>
            </a:endParaRPr>
          </a:p>
        </p:txBody>
      </p:sp>
      <p:sp>
        <p:nvSpPr>
          <p:cNvPr id="57" name="Google Shape;57;p13"/>
          <p:cNvSpPr txBox="1"/>
          <p:nvPr/>
        </p:nvSpPr>
        <p:spPr>
          <a:xfrm>
            <a:off x="12605225" y="11056025"/>
            <a:ext cx="10915500" cy="4495200"/>
          </a:xfrm>
          <a:prstGeom prst="rect">
            <a:avLst/>
          </a:prstGeom>
          <a:noFill/>
          <a:ln>
            <a:noFill/>
          </a:ln>
        </p:spPr>
        <p:txBody>
          <a:bodyPr anchorCtr="0" anchor="t" bIns="156150" lIns="312475" spcFirstLastPara="1" rIns="312475" wrap="square" tIns="156150">
            <a:noAutofit/>
          </a:bodyPr>
          <a:lstStyle/>
          <a:p>
            <a:pPr indent="-419100" lvl="0" marL="457200" rtl="0">
              <a:lnSpc>
                <a:spcPct val="115000"/>
              </a:lnSpc>
              <a:spcBef>
                <a:spcPts val="0"/>
              </a:spcBef>
              <a:spcAft>
                <a:spcPts val="0"/>
              </a:spcAft>
              <a:buClr>
                <a:schemeClr val="dk1"/>
              </a:buClr>
              <a:buSzPts val="3000"/>
              <a:buFont typeface="Barlow Condensed"/>
              <a:buChar char="●"/>
            </a:pPr>
            <a:r>
              <a:rPr lang="en" sz="3000">
                <a:solidFill>
                  <a:schemeClr val="dk1"/>
                </a:solidFill>
                <a:latin typeface="Barlow Condensed"/>
                <a:ea typeface="Barlow Condensed"/>
                <a:cs typeface="Barlow Condensed"/>
                <a:sym typeface="Barlow Condensed"/>
              </a:rPr>
              <a:t>Holtom, Mitchell, and Lee:  "Increasing human and social capital by applying job embeddedness theory"</a:t>
            </a:r>
            <a:endParaRPr sz="3000">
              <a:solidFill>
                <a:schemeClr val="dk1"/>
              </a:solidFill>
              <a:latin typeface="Barlow Condensed"/>
              <a:ea typeface="Barlow Condensed"/>
              <a:cs typeface="Barlow Condensed"/>
              <a:sym typeface="Barlow Condensed"/>
            </a:endParaRPr>
          </a:p>
          <a:p>
            <a:pPr indent="-419100" lvl="0" marL="457200" rtl="0">
              <a:lnSpc>
                <a:spcPct val="115000"/>
              </a:lnSpc>
              <a:spcBef>
                <a:spcPts val="0"/>
              </a:spcBef>
              <a:spcAft>
                <a:spcPts val="0"/>
              </a:spcAft>
              <a:buClr>
                <a:schemeClr val="dk1"/>
              </a:buClr>
              <a:buSzPts val="3000"/>
              <a:buFont typeface="Barlow Condensed"/>
              <a:buChar char="●"/>
            </a:pPr>
            <a:r>
              <a:rPr lang="en" sz="3000">
                <a:solidFill>
                  <a:schemeClr val="dk1"/>
                </a:solidFill>
                <a:latin typeface="Barlow Condensed"/>
                <a:ea typeface="Barlow Condensed"/>
                <a:cs typeface="Barlow Condensed"/>
                <a:sym typeface="Barlow Condensed"/>
              </a:rPr>
              <a:t>Kiazad, Holton, Hom, and Newman: "Job Embeddedness: A Multifoci Theoretical Extension"</a:t>
            </a:r>
            <a:endParaRPr sz="3000">
              <a:solidFill>
                <a:schemeClr val="dk1"/>
              </a:solidFill>
              <a:latin typeface="Barlow Condensed"/>
              <a:ea typeface="Barlow Condensed"/>
              <a:cs typeface="Barlow Condensed"/>
              <a:sym typeface="Barlow Condensed"/>
            </a:endParaRPr>
          </a:p>
          <a:p>
            <a:pPr indent="-419100" lvl="0" marL="457200" rtl="0">
              <a:lnSpc>
                <a:spcPct val="115000"/>
              </a:lnSpc>
              <a:spcBef>
                <a:spcPts val="0"/>
              </a:spcBef>
              <a:spcAft>
                <a:spcPts val="0"/>
              </a:spcAft>
              <a:buClr>
                <a:schemeClr val="dk1"/>
              </a:buClr>
              <a:buSzPts val="3000"/>
              <a:buFont typeface="Barlow Condensed"/>
              <a:buChar char="●"/>
            </a:pPr>
            <a:r>
              <a:rPr lang="en" sz="3000">
                <a:solidFill>
                  <a:schemeClr val="dk1"/>
                </a:solidFill>
                <a:latin typeface="Barlow Condensed"/>
                <a:ea typeface="Barlow Condensed"/>
                <a:cs typeface="Barlow Condensed"/>
                <a:sym typeface="Barlow Condensed"/>
              </a:rPr>
              <a:t>Lee et. al.: "The Effects of Job Embeddedness on Organizational Citizenship, Job Performance, Volitional Absences, and Voluntary Turnover" </a:t>
            </a:r>
            <a:endParaRPr sz="3000">
              <a:solidFill>
                <a:schemeClr val="dk1"/>
              </a:solidFill>
              <a:latin typeface="Barlow Condensed"/>
              <a:ea typeface="Barlow Condensed"/>
              <a:cs typeface="Barlow Condensed"/>
              <a:sym typeface="Barlow Condensed"/>
            </a:endParaRPr>
          </a:p>
          <a:p>
            <a:pPr indent="-419100" lvl="0" marL="457200" rtl="0">
              <a:lnSpc>
                <a:spcPct val="115000"/>
              </a:lnSpc>
              <a:spcBef>
                <a:spcPts val="0"/>
              </a:spcBef>
              <a:spcAft>
                <a:spcPts val="0"/>
              </a:spcAft>
              <a:buClr>
                <a:schemeClr val="dk1"/>
              </a:buClr>
              <a:buSzPts val="3000"/>
              <a:buFont typeface="Barlow Condensed"/>
              <a:buChar char="●"/>
            </a:pPr>
            <a:r>
              <a:rPr lang="en" sz="3000">
                <a:solidFill>
                  <a:schemeClr val="dk1"/>
                </a:solidFill>
                <a:latin typeface="Barlow Condensed"/>
                <a:ea typeface="Barlow Condensed"/>
                <a:cs typeface="Barlow Condensed"/>
                <a:sym typeface="Barlow Condensed"/>
              </a:rPr>
              <a:t>Zhang, Fried, and Griffeth: "A review of job embeddedness: Conceptual, measurement issues, and directions for future research"</a:t>
            </a:r>
            <a:endParaRPr sz="3000">
              <a:solidFill>
                <a:srgbClr val="141F22"/>
              </a:solidFill>
              <a:latin typeface="Barlow Condensed"/>
              <a:ea typeface="Barlow Condensed"/>
              <a:cs typeface="Barlow Condensed"/>
              <a:sym typeface="Barlow Condensed"/>
            </a:endParaRPr>
          </a:p>
        </p:txBody>
      </p:sp>
      <p:sp>
        <p:nvSpPr>
          <p:cNvPr id="58" name="Google Shape;58;p13"/>
          <p:cNvSpPr txBox="1"/>
          <p:nvPr/>
        </p:nvSpPr>
        <p:spPr>
          <a:xfrm>
            <a:off x="4052879" y="39256750"/>
            <a:ext cx="2801100" cy="412800"/>
          </a:xfrm>
          <a:prstGeom prst="rect">
            <a:avLst/>
          </a:prstGeom>
          <a:noFill/>
          <a:ln>
            <a:noFill/>
          </a:ln>
        </p:spPr>
        <p:txBody>
          <a:bodyPr anchorCtr="0" anchor="b" bIns="156150" lIns="312475" spcFirstLastPara="1" rIns="312475" wrap="square" tIns="156150">
            <a:noAutofit/>
          </a:bodyPr>
          <a:lstStyle/>
          <a:p>
            <a:pPr indent="0" lvl="0" marL="0" marR="0" rtl="0">
              <a:spcBef>
                <a:spcPts val="0"/>
              </a:spcBef>
              <a:spcAft>
                <a:spcPts val="0"/>
              </a:spcAft>
              <a:buNone/>
            </a:pPr>
            <a:r>
              <a:rPr b="1" i="1" lang="en" sz="2400">
                <a:solidFill>
                  <a:srgbClr val="5D89B4"/>
                </a:solidFill>
                <a:latin typeface="Barlow Condensed"/>
                <a:ea typeface="Barlow Condensed"/>
                <a:cs typeface="Barlow Condensed"/>
                <a:sym typeface="Barlow Condensed"/>
              </a:rPr>
              <a:t>Stay Connected:</a:t>
            </a:r>
            <a:endParaRPr b="1" i="1" sz="2400">
              <a:solidFill>
                <a:srgbClr val="5D89B4"/>
              </a:solidFill>
              <a:latin typeface="Barlow Condensed"/>
              <a:ea typeface="Barlow Condensed"/>
              <a:cs typeface="Barlow Condensed"/>
              <a:sym typeface="Barlow Condensed"/>
            </a:endParaRPr>
          </a:p>
        </p:txBody>
      </p:sp>
      <p:sp>
        <p:nvSpPr>
          <p:cNvPr id="59" name="Google Shape;59;p13"/>
          <p:cNvSpPr txBox="1"/>
          <p:nvPr/>
        </p:nvSpPr>
        <p:spPr>
          <a:xfrm>
            <a:off x="5914225" y="39089750"/>
            <a:ext cx="3199500" cy="1499400"/>
          </a:xfrm>
          <a:prstGeom prst="rect">
            <a:avLst/>
          </a:prstGeom>
          <a:noFill/>
          <a:ln>
            <a:noFill/>
          </a:ln>
        </p:spPr>
        <p:txBody>
          <a:bodyPr anchorCtr="0" anchor="t" bIns="156150" lIns="312475" spcFirstLastPara="1" rIns="312475" wrap="square" tIns="156150">
            <a:noAutofit/>
          </a:bodyPr>
          <a:lstStyle/>
          <a:p>
            <a:pPr indent="0" lvl="0" marL="0" rtl="0">
              <a:lnSpc>
                <a:spcPct val="100000"/>
              </a:lnSpc>
              <a:spcBef>
                <a:spcPts val="0"/>
              </a:spcBef>
              <a:spcAft>
                <a:spcPts val="0"/>
              </a:spcAft>
              <a:buClr>
                <a:srgbClr val="000000"/>
              </a:buClr>
              <a:buSzPts val="1100"/>
              <a:buFont typeface="Arial"/>
              <a:buNone/>
            </a:pPr>
            <a:r>
              <a:rPr i="1" lang="en" sz="1800">
                <a:solidFill>
                  <a:srgbClr val="5D89B4"/>
                </a:solidFill>
                <a:latin typeface="Barlow Condensed"/>
                <a:ea typeface="Barlow Condensed"/>
                <a:cs typeface="Barlow Condensed"/>
                <a:sym typeface="Barlow Condensed"/>
              </a:rPr>
              <a:t>facebook.com/biocomplexity</a:t>
            </a:r>
            <a:endParaRPr i="1" sz="1800">
              <a:solidFill>
                <a:srgbClr val="5D89B4"/>
              </a:solidFill>
              <a:latin typeface="Barlow Condensed"/>
              <a:ea typeface="Barlow Condensed"/>
              <a:cs typeface="Barlow Condensed"/>
              <a:sym typeface="Barlow Condensed"/>
            </a:endParaRPr>
          </a:p>
          <a:p>
            <a:pPr indent="0" lvl="0" marL="0" rtl="0">
              <a:lnSpc>
                <a:spcPct val="100000"/>
              </a:lnSpc>
              <a:spcBef>
                <a:spcPts val="0"/>
              </a:spcBef>
              <a:spcAft>
                <a:spcPts val="0"/>
              </a:spcAft>
              <a:buClr>
                <a:srgbClr val="000000"/>
              </a:buClr>
              <a:buSzPts val="1100"/>
              <a:buFont typeface="Arial"/>
              <a:buNone/>
            </a:pPr>
            <a:r>
              <a:rPr i="1" lang="en" sz="1800">
                <a:solidFill>
                  <a:srgbClr val="5D89B4"/>
                </a:solidFill>
                <a:latin typeface="Barlow Condensed"/>
                <a:ea typeface="Barlow Condensed"/>
                <a:cs typeface="Barlow Condensed"/>
                <a:sym typeface="Barlow Condensed"/>
              </a:rPr>
              <a:t>twitter.com/biocomplexityvt</a:t>
            </a:r>
            <a:endParaRPr i="1" sz="1800">
              <a:solidFill>
                <a:srgbClr val="5D89B4"/>
              </a:solidFill>
              <a:latin typeface="Barlow Condensed"/>
              <a:ea typeface="Barlow Condensed"/>
              <a:cs typeface="Barlow Condensed"/>
              <a:sym typeface="Barlow Condensed"/>
            </a:endParaRPr>
          </a:p>
          <a:p>
            <a:pPr indent="0" lvl="0" marL="0" rtl="0">
              <a:lnSpc>
                <a:spcPct val="100000"/>
              </a:lnSpc>
              <a:spcBef>
                <a:spcPts val="0"/>
              </a:spcBef>
              <a:spcAft>
                <a:spcPts val="0"/>
              </a:spcAft>
              <a:buClr>
                <a:srgbClr val="000000"/>
              </a:buClr>
              <a:buSzPts val="1100"/>
              <a:buFont typeface="Arial"/>
              <a:buNone/>
            </a:pPr>
            <a:r>
              <a:rPr i="1" lang="en" sz="1800">
                <a:solidFill>
                  <a:srgbClr val="5D89B4"/>
                </a:solidFill>
                <a:latin typeface="Barlow Condensed"/>
                <a:ea typeface="Barlow Condensed"/>
                <a:cs typeface="Barlow Condensed"/>
                <a:sym typeface="Barlow Condensed"/>
              </a:rPr>
              <a:t>youtube.com/c/biocomplexity</a:t>
            </a:r>
            <a:endParaRPr i="1" sz="1800">
              <a:solidFill>
                <a:srgbClr val="5D89B4"/>
              </a:solidFill>
              <a:latin typeface="Barlow Condensed"/>
              <a:ea typeface="Barlow Condensed"/>
              <a:cs typeface="Barlow Condensed"/>
              <a:sym typeface="Barlow Condensed"/>
            </a:endParaRPr>
          </a:p>
          <a:p>
            <a:pPr indent="0" lvl="0" marL="0" rtl="0">
              <a:lnSpc>
                <a:spcPct val="100000"/>
              </a:lnSpc>
              <a:spcBef>
                <a:spcPts val="0"/>
              </a:spcBef>
              <a:spcAft>
                <a:spcPts val="0"/>
              </a:spcAft>
              <a:buClr>
                <a:srgbClr val="000000"/>
              </a:buClr>
              <a:buSzPts val="1100"/>
              <a:buFont typeface="Arial"/>
              <a:buNone/>
            </a:pPr>
            <a:r>
              <a:rPr i="1" lang="en" sz="1800">
                <a:solidFill>
                  <a:srgbClr val="5D89B4"/>
                </a:solidFill>
                <a:latin typeface="Barlow Condensed"/>
                <a:ea typeface="Barlow Condensed"/>
                <a:cs typeface="Barlow Condensed"/>
                <a:sym typeface="Barlow Condensed"/>
              </a:rPr>
              <a:t>google.com/+biocomplexity</a:t>
            </a:r>
            <a:endParaRPr b="1" i="1" sz="1800">
              <a:solidFill>
                <a:srgbClr val="5D89B4"/>
              </a:solidFill>
              <a:latin typeface="Barlow Condensed"/>
              <a:ea typeface="Barlow Condensed"/>
              <a:cs typeface="Barlow Condensed"/>
              <a:sym typeface="Barlow Condensed"/>
            </a:endParaRPr>
          </a:p>
        </p:txBody>
      </p:sp>
      <p:sp>
        <p:nvSpPr>
          <p:cNvPr id="60" name="Google Shape;60;p13"/>
          <p:cNvSpPr txBox="1"/>
          <p:nvPr/>
        </p:nvSpPr>
        <p:spPr>
          <a:xfrm>
            <a:off x="12376700" y="6109175"/>
            <a:ext cx="11100600" cy="3840900"/>
          </a:xfrm>
          <a:prstGeom prst="rect">
            <a:avLst/>
          </a:prstGeom>
          <a:noFill/>
          <a:ln>
            <a:noFill/>
          </a:ln>
        </p:spPr>
        <p:txBody>
          <a:bodyPr anchorCtr="0" anchor="t" bIns="156150" lIns="312475" spcFirstLastPara="1" rIns="312475" wrap="square" tIns="156150">
            <a:noAutofit/>
          </a:bodyPr>
          <a:lstStyle/>
          <a:p>
            <a:pPr indent="0" lvl="0" marL="0" rtl="0">
              <a:spcBef>
                <a:spcPts val="0"/>
              </a:spcBef>
              <a:spcAft>
                <a:spcPts val="0"/>
              </a:spcAft>
              <a:buSzPts val="1100"/>
              <a:buNone/>
            </a:pPr>
            <a:r>
              <a:rPr i="1" lang="en" sz="3600">
                <a:latin typeface="Barlow Condensed"/>
                <a:ea typeface="Barlow Condensed"/>
                <a:cs typeface="Barlow Condensed"/>
                <a:sym typeface="Barlow Condensed"/>
              </a:rPr>
              <a:t>Publicly available data sources</a:t>
            </a:r>
            <a:endParaRPr i="1" sz="3600">
              <a:latin typeface="Barlow Condensed"/>
              <a:ea typeface="Barlow Condensed"/>
              <a:cs typeface="Barlow Condensed"/>
              <a:sym typeface="Barlow Condensed"/>
            </a:endParaRPr>
          </a:p>
          <a:p>
            <a:pPr indent="-533400" lvl="0" marL="609600" rtl="0">
              <a:spcBef>
                <a:spcPts val="0"/>
              </a:spcBef>
              <a:spcAft>
                <a:spcPts val="0"/>
              </a:spcAft>
              <a:buClr>
                <a:srgbClr val="000000"/>
              </a:buClr>
              <a:buSzPts val="3600"/>
              <a:buFont typeface="Barlow Condensed Light"/>
              <a:buAutoNum type="arabicPeriod"/>
            </a:pPr>
            <a:r>
              <a:rPr lang="en" sz="3600">
                <a:latin typeface="Barlow Condensed"/>
                <a:ea typeface="Barlow Condensed"/>
                <a:cs typeface="Barlow Condensed"/>
                <a:sym typeface="Barlow Condensed"/>
              </a:rPr>
              <a:t>County Health Rankings </a:t>
            </a:r>
            <a:r>
              <a:rPr lang="en" sz="3600">
                <a:latin typeface="Barlow Condensed Light"/>
                <a:ea typeface="Barlow Condensed Light"/>
                <a:cs typeface="Barlow Condensed Light"/>
                <a:sym typeface="Barlow Condensed Light"/>
              </a:rPr>
              <a:t>- overall health data</a:t>
            </a:r>
            <a:endParaRPr sz="3600">
              <a:latin typeface="Barlow Condensed Light"/>
              <a:ea typeface="Barlow Condensed Light"/>
              <a:cs typeface="Barlow Condensed Light"/>
              <a:sym typeface="Barlow Condensed Light"/>
            </a:endParaRPr>
          </a:p>
          <a:p>
            <a:pPr indent="-533400" lvl="0" marL="609600" rtl="0">
              <a:spcBef>
                <a:spcPts val="0"/>
              </a:spcBef>
              <a:spcAft>
                <a:spcPts val="0"/>
              </a:spcAft>
              <a:buClr>
                <a:srgbClr val="000000"/>
              </a:buClr>
              <a:buSzPts val="3600"/>
              <a:buFont typeface="Barlow Condensed Light"/>
              <a:buAutoNum type="arabicPeriod"/>
            </a:pPr>
            <a:r>
              <a:rPr lang="en" sz="3600">
                <a:latin typeface="Barlow Condensed"/>
                <a:ea typeface="Barlow Condensed"/>
                <a:cs typeface="Barlow Condensed"/>
                <a:sym typeface="Barlow Condensed"/>
              </a:rPr>
              <a:t>Simply Analytics</a:t>
            </a:r>
            <a:r>
              <a:rPr lang="en" sz="3600">
                <a:latin typeface="Barlow Condensed Light"/>
                <a:ea typeface="Barlow Condensed Light"/>
                <a:cs typeface="Barlow Condensed Light"/>
                <a:sym typeface="Barlow Condensed Light"/>
              </a:rPr>
              <a:t> - popular data, business data, location data</a:t>
            </a:r>
            <a:endParaRPr sz="3600">
              <a:latin typeface="Barlow Condensed Light"/>
              <a:ea typeface="Barlow Condensed Light"/>
              <a:cs typeface="Barlow Condensed Light"/>
              <a:sym typeface="Barlow Condensed Light"/>
            </a:endParaRPr>
          </a:p>
          <a:p>
            <a:pPr indent="-533400" lvl="0" marL="609600" rtl="0">
              <a:spcBef>
                <a:spcPts val="0"/>
              </a:spcBef>
              <a:spcAft>
                <a:spcPts val="0"/>
              </a:spcAft>
              <a:buClr>
                <a:srgbClr val="000000"/>
              </a:buClr>
              <a:buSzPts val="3600"/>
              <a:buFont typeface="Barlow Condensed Light"/>
              <a:buAutoNum type="arabicPeriod"/>
            </a:pPr>
            <a:r>
              <a:rPr lang="en" sz="3600">
                <a:latin typeface="Barlow Condensed"/>
                <a:ea typeface="Barlow Condensed"/>
                <a:cs typeface="Barlow Condensed"/>
                <a:sym typeface="Barlow Condensed"/>
              </a:rPr>
              <a:t>NCES</a:t>
            </a:r>
            <a:r>
              <a:rPr lang="en" sz="3600">
                <a:latin typeface="Barlow Condensed Light"/>
                <a:ea typeface="Barlow Condensed Light"/>
                <a:cs typeface="Barlow Condensed Light"/>
                <a:sym typeface="Barlow Condensed Light"/>
              </a:rPr>
              <a:t> - public &amp; private elementary through high school in US</a:t>
            </a:r>
            <a:endParaRPr sz="3600">
              <a:latin typeface="Barlow Condensed Light"/>
              <a:ea typeface="Barlow Condensed Light"/>
              <a:cs typeface="Barlow Condensed Light"/>
              <a:sym typeface="Barlow Condensed Light"/>
            </a:endParaRPr>
          </a:p>
          <a:p>
            <a:pPr indent="-533400" lvl="0" marL="609600" rtl="0">
              <a:spcBef>
                <a:spcPts val="0"/>
              </a:spcBef>
              <a:spcAft>
                <a:spcPts val="0"/>
              </a:spcAft>
              <a:buClr>
                <a:srgbClr val="000000"/>
              </a:buClr>
              <a:buSzPts val="3600"/>
              <a:buFont typeface="Barlow Condensed Light"/>
              <a:buAutoNum type="arabicPeriod"/>
            </a:pPr>
            <a:r>
              <a:rPr lang="en" sz="3600">
                <a:latin typeface="Barlow Condensed"/>
                <a:ea typeface="Barlow Condensed"/>
                <a:cs typeface="Barlow Condensed"/>
                <a:sym typeface="Barlow Condensed"/>
              </a:rPr>
              <a:t>ACS </a:t>
            </a:r>
            <a:r>
              <a:rPr lang="en" sz="3600">
                <a:latin typeface="Barlow Condensed Light"/>
                <a:ea typeface="Barlow Condensed Light"/>
                <a:cs typeface="Barlow Condensed Light"/>
                <a:sym typeface="Barlow Condensed Light"/>
              </a:rPr>
              <a:t>- from last year’s ARI profiling project</a:t>
            </a:r>
            <a:endParaRPr sz="3600">
              <a:latin typeface="Barlow Condensed Light"/>
              <a:ea typeface="Barlow Condensed Light"/>
              <a:cs typeface="Barlow Condensed Light"/>
              <a:sym typeface="Barlow Condensed Light"/>
            </a:endParaRPr>
          </a:p>
          <a:p>
            <a:pPr indent="0" lvl="0" marL="0" rtl="0">
              <a:spcBef>
                <a:spcPts val="0"/>
              </a:spcBef>
              <a:spcAft>
                <a:spcPts val="0"/>
              </a:spcAft>
              <a:buNone/>
            </a:pPr>
            <a:r>
              <a:rPr i="1" lang="en" sz="3600">
                <a:latin typeface="Barlow Condensed"/>
                <a:ea typeface="Barlow Condensed"/>
                <a:cs typeface="Barlow Condensed"/>
                <a:sym typeface="Barlow Condensed"/>
              </a:rPr>
              <a:t>Reviews of embeddedness literature (Shown in References below)</a:t>
            </a:r>
            <a:endParaRPr sz="3600">
              <a:latin typeface="Barlow Condensed"/>
              <a:ea typeface="Barlow Condensed"/>
              <a:cs typeface="Barlow Condensed"/>
              <a:sym typeface="Barlow Condensed"/>
            </a:endParaRPr>
          </a:p>
        </p:txBody>
      </p:sp>
      <p:sp>
        <p:nvSpPr>
          <p:cNvPr id="61" name="Google Shape;61;p13"/>
          <p:cNvSpPr txBox="1"/>
          <p:nvPr/>
        </p:nvSpPr>
        <p:spPr>
          <a:xfrm>
            <a:off x="12605225" y="16921300"/>
            <a:ext cx="11100600" cy="10891800"/>
          </a:xfrm>
          <a:prstGeom prst="rect">
            <a:avLst/>
          </a:prstGeom>
          <a:noFill/>
          <a:ln>
            <a:noFill/>
          </a:ln>
        </p:spPr>
        <p:txBody>
          <a:bodyPr anchorCtr="0" anchor="t" bIns="156150" lIns="312475" spcFirstLastPara="1" rIns="312475" wrap="square" tIns="156150">
            <a:noAutofit/>
          </a:bodyPr>
          <a:lstStyle/>
          <a:p>
            <a:pPr indent="0" lvl="0" marL="0" rtl="0">
              <a:spcBef>
                <a:spcPts val="0"/>
              </a:spcBef>
              <a:spcAft>
                <a:spcPts val="0"/>
              </a:spcAft>
              <a:buNone/>
            </a:pPr>
            <a:r>
              <a:rPr lang="en" sz="3600">
                <a:solidFill>
                  <a:srgbClr val="141F22"/>
                </a:solidFill>
                <a:latin typeface="Barlow Condensed"/>
                <a:ea typeface="Barlow Condensed"/>
                <a:cs typeface="Barlow Condensed"/>
                <a:sym typeface="Barlow Condensed"/>
              </a:rPr>
              <a:t>We implemented K-means and Partitioning Around Medoids (PAM) clustering with Random Forest, extracting variable importance measures from the Random Forest.  </a:t>
            </a:r>
            <a:r>
              <a:rPr lang="en" sz="3600">
                <a:solidFill>
                  <a:srgbClr val="141F22"/>
                </a:solidFill>
                <a:latin typeface="Barlow Condensed"/>
                <a:ea typeface="Barlow Condensed"/>
                <a:cs typeface="Barlow Condensed"/>
                <a:sym typeface="Barlow Condensed"/>
              </a:rPr>
              <a:t>We chose the PAM random forest clustering method as optimal because it is less sensitive to outliers than K-means, and we can extract variable importance measures to guide our exploratory analysis. </a:t>
            </a:r>
            <a:endParaRPr sz="3600">
              <a:solidFill>
                <a:srgbClr val="141F22"/>
              </a:solidFill>
              <a:latin typeface="Barlow Condensed"/>
              <a:ea typeface="Barlow Condensed"/>
              <a:cs typeface="Barlow Condensed"/>
              <a:sym typeface="Barlow Condensed"/>
            </a:endParaRPr>
          </a:p>
          <a:p>
            <a:pPr indent="0" lvl="0" marL="0" rtl="0">
              <a:spcBef>
                <a:spcPts val="0"/>
              </a:spcBef>
              <a:spcAft>
                <a:spcPts val="0"/>
              </a:spcAft>
              <a:buNone/>
            </a:pPr>
            <a:r>
              <a:t/>
            </a:r>
            <a:endParaRPr sz="3600">
              <a:solidFill>
                <a:srgbClr val="141F22"/>
              </a:solidFill>
              <a:latin typeface="Barlow Condensed"/>
              <a:ea typeface="Barlow Condensed"/>
              <a:cs typeface="Barlow Condensed"/>
              <a:sym typeface="Barlow Condensed"/>
            </a:endParaRPr>
          </a:p>
          <a:p>
            <a:pPr indent="0" lvl="0" marL="0" rtl="0">
              <a:spcBef>
                <a:spcPts val="0"/>
              </a:spcBef>
              <a:spcAft>
                <a:spcPts val="0"/>
              </a:spcAft>
              <a:buClr>
                <a:schemeClr val="dk1"/>
              </a:buClr>
              <a:buSzPts val="1100"/>
              <a:buFont typeface="Arial"/>
              <a:buNone/>
            </a:pPr>
            <a:r>
              <a:rPr lang="en" sz="3600">
                <a:solidFill>
                  <a:srgbClr val="141F22"/>
                </a:solidFill>
                <a:latin typeface="Barlow Condensed"/>
                <a:ea typeface="Barlow Condensed"/>
                <a:cs typeface="Barlow Condensed"/>
                <a:sym typeface="Barlow Condensed"/>
              </a:rPr>
              <a:t>We selected the optimal number of clusters as 3 using the elbow, silhouette, and gap statistic methods.  The PAM Random Forest technique results in installation clustering shown in the graph on the left. As you can see, there is a strong geographic relationship within clusters. </a:t>
            </a:r>
            <a:endParaRPr>
              <a:solidFill>
                <a:schemeClr val="dk1"/>
              </a:solidFill>
            </a:endParaRPr>
          </a:p>
          <a:p>
            <a:pPr indent="0" lvl="0" marL="0" rtl="0">
              <a:spcBef>
                <a:spcPts val="0"/>
              </a:spcBef>
              <a:spcAft>
                <a:spcPts val="0"/>
              </a:spcAft>
              <a:buNone/>
            </a:pPr>
            <a:r>
              <a:t/>
            </a:r>
            <a:endParaRPr sz="3600">
              <a:solidFill>
                <a:srgbClr val="141F22"/>
              </a:solidFill>
              <a:latin typeface="Barlow Condensed"/>
              <a:ea typeface="Barlow Condensed"/>
              <a:cs typeface="Barlow Condensed"/>
              <a:sym typeface="Barlow Condensed"/>
            </a:endParaRPr>
          </a:p>
          <a:p>
            <a:pPr indent="0" lvl="0" marL="0" rtl="0">
              <a:spcBef>
                <a:spcPts val="0"/>
              </a:spcBef>
              <a:spcAft>
                <a:spcPts val="0"/>
              </a:spcAft>
              <a:buNone/>
            </a:pPr>
            <a:r>
              <a:rPr lang="en" sz="3600">
                <a:solidFill>
                  <a:srgbClr val="141F22"/>
                </a:solidFill>
                <a:latin typeface="Barlow Condensed"/>
                <a:ea typeface="Barlow Condensed"/>
                <a:cs typeface="Barlow Condensed"/>
                <a:sym typeface="Barlow Condensed"/>
              </a:rPr>
              <a:t>The most significant variables identified by the Random forest clustering algorithm include:</a:t>
            </a:r>
            <a:endParaRPr sz="3600">
              <a:solidFill>
                <a:srgbClr val="141F22"/>
              </a:solidFill>
              <a:latin typeface="Barlow Condensed"/>
              <a:ea typeface="Barlow Condensed"/>
              <a:cs typeface="Barlow Condensed"/>
              <a:sym typeface="Barlow Condensed"/>
            </a:endParaRPr>
          </a:p>
          <a:p>
            <a:pPr indent="-457200" lvl="0" marL="1371600" rtl="0">
              <a:spcBef>
                <a:spcPts val="0"/>
              </a:spcBef>
              <a:spcAft>
                <a:spcPts val="0"/>
              </a:spcAft>
              <a:buClr>
                <a:srgbClr val="141F22"/>
              </a:buClr>
              <a:buSzPts val="3600"/>
              <a:buFont typeface="Barlow Condensed"/>
              <a:buChar char="●"/>
            </a:pPr>
            <a:r>
              <a:rPr lang="en" sz="3600">
                <a:solidFill>
                  <a:srgbClr val="141F22"/>
                </a:solidFill>
                <a:latin typeface="Barlow Condensed"/>
                <a:ea typeface="Barlow Condensed"/>
                <a:cs typeface="Barlow Condensed"/>
                <a:sym typeface="Barlow Condensed"/>
              </a:rPr>
              <a:t>Median home ownership costs, Air pollution, Transportation costs, Exercise access, Obesity, Household density, Mentally unhealthy days, Intersection density, Public transportation use, Smoking</a:t>
            </a:r>
            <a:endParaRPr sz="3600">
              <a:solidFill>
                <a:srgbClr val="141F22"/>
              </a:solidFill>
              <a:latin typeface="Barlow Condensed"/>
              <a:ea typeface="Barlow Condensed"/>
              <a:cs typeface="Barlow Condensed"/>
              <a:sym typeface="Barlow Condensed"/>
            </a:endParaRPr>
          </a:p>
          <a:p>
            <a:pPr indent="0" lvl="0" marL="0" rtl="0">
              <a:spcBef>
                <a:spcPts val="0"/>
              </a:spcBef>
              <a:spcAft>
                <a:spcPts val="0"/>
              </a:spcAft>
              <a:buNone/>
            </a:pPr>
            <a:r>
              <a:t/>
            </a:r>
            <a:endParaRPr sz="3600">
              <a:solidFill>
                <a:srgbClr val="141F22"/>
              </a:solidFill>
              <a:latin typeface="Barlow Condensed"/>
              <a:ea typeface="Barlow Condensed"/>
              <a:cs typeface="Barlow Condensed"/>
              <a:sym typeface="Barlow Condensed"/>
            </a:endParaRPr>
          </a:p>
          <a:p>
            <a:pPr indent="0" lvl="0" marL="0" rtl="0">
              <a:spcBef>
                <a:spcPts val="0"/>
              </a:spcBef>
              <a:spcAft>
                <a:spcPts val="0"/>
              </a:spcAft>
              <a:buNone/>
            </a:pPr>
            <a:r>
              <a:t/>
            </a:r>
            <a:endParaRPr sz="3600">
              <a:solidFill>
                <a:srgbClr val="141F22"/>
              </a:solidFill>
              <a:latin typeface="Barlow Condensed"/>
              <a:ea typeface="Barlow Condensed"/>
              <a:cs typeface="Barlow Condensed"/>
              <a:sym typeface="Barlow Condensed"/>
            </a:endParaRPr>
          </a:p>
        </p:txBody>
      </p:sp>
      <p:sp>
        <p:nvSpPr>
          <p:cNvPr id="62" name="Google Shape;62;p13"/>
          <p:cNvSpPr txBox="1"/>
          <p:nvPr/>
        </p:nvSpPr>
        <p:spPr>
          <a:xfrm>
            <a:off x="840300" y="28854350"/>
            <a:ext cx="10915500" cy="7388100"/>
          </a:xfrm>
          <a:prstGeom prst="rect">
            <a:avLst/>
          </a:prstGeom>
          <a:noFill/>
          <a:ln>
            <a:noFill/>
          </a:ln>
        </p:spPr>
        <p:txBody>
          <a:bodyPr anchorCtr="0" anchor="t" bIns="156150" lIns="312475" spcFirstLastPara="1" rIns="312475" wrap="square" tIns="156150">
            <a:noAutofit/>
          </a:bodyPr>
          <a:lstStyle/>
          <a:p>
            <a:pPr indent="0" lvl="0" marL="0" rtl="0">
              <a:lnSpc>
                <a:spcPct val="100000"/>
              </a:lnSpc>
              <a:spcBef>
                <a:spcPts val="0"/>
              </a:spcBef>
              <a:spcAft>
                <a:spcPts val="0"/>
              </a:spcAft>
              <a:buClr>
                <a:schemeClr val="dk1"/>
              </a:buClr>
              <a:buSzPts val="1100"/>
              <a:buFont typeface="Arial"/>
              <a:buNone/>
            </a:pPr>
            <a:r>
              <a:rPr lang="en" sz="3600">
                <a:solidFill>
                  <a:schemeClr val="dk1"/>
                </a:solidFill>
                <a:latin typeface="Barlow Condensed"/>
                <a:ea typeface="Barlow Condensed"/>
                <a:cs typeface="Barlow Condensed"/>
                <a:sym typeface="Barlow Condensed"/>
              </a:rPr>
              <a:t>We started our exploratory analysis with the important variables identified by the random forest clustering algorithm.  We plotted every combination of these top 10 variables in a matrix, and identified trends and correlations between them.</a:t>
            </a:r>
            <a:endParaRPr sz="3600">
              <a:solidFill>
                <a:schemeClr val="dk1"/>
              </a:solidFill>
              <a:latin typeface="Barlow Condensed"/>
              <a:ea typeface="Barlow Condensed"/>
              <a:cs typeface="Barlow Condensed"/>
              <a:sym typeface="Barlow Condensed"/>
            </a:endParaRPr>
          </a:p>
          <a:p>
            <a:pPr indent="0" lvl="0" marL="0" rtl="0">
              <a:lnSpc>
                <a:spcPct val="100000"/>
              </a:lnSpc>
              <a:spcBef>
                <a:spcPts val="0"/>
              </a:spcBef>
              <a:spcAft>
                <a:spcPts val="0"/>
              </a:spcAft>
              <a:buClr>
                <a:schemeClr val="dk1"/>
              </a:buClr>
              <a:buSzPts val="1100"/>
              <a:buFont typeface="Arial"/>
              <a:buNone/>
            </a:pPr>
            <a:r>
              <a:t/>
            </a:r>
            <a:endParaRPr sz="3600">
              <a:solidFill>
                <a:schemeClr val="dk1"/>
              </a:solidFill>
              <a:latin typeface="Barlow Condensed"/>
              <a:ea typeface="Barlow Condensed"/>
              <a:cs typeface="Barlow Condensed"/>
              <a:sym typeface="Barlow Condensed"/>
            </a:endParaRPr>
          </a:p>
          <a:p>
            <a:pPr indent="0" lvl="0" marL="0" rtl="0">
              <a:lnSpc>
                <a:spcPct val="100000"/>
              </a:lnSpc>
              <a:spcBef>
                <a:spcPts val="0"/>
              </a:spcBef>
              <a:spcAft>
                <a:spcPts val="0"/>
              </a:spcAft>
              <a:buClr>
                <a:schemeClr val="dk1"/>
              </a:buClr>
              <a:buSzPts val="1100"/>
              <a:buFont typeface="Arial"/>
              <a:buNone/>
            </a:pPr>
            <a:r>
              <a:rPr lang="en" sz="3600">
                <a:solidFill>
                  <a:schemeClr val="dk1"/>
                </a:solidFill>
                <a:latin typeface="Barlow Condensed"/>
                <a:ea typeface="Barlow Condensed"/>
                <a:cs typeface="Barlow Condensed"/>
                <a:sym typeface="Barlow Condensed"/>
              </a:rPr>
              <a:t>We also plotted other variables not identified by random forest to gain additional insights the algorithm may have missed.  We explored histograms and scatter plots of many chosen variables we expected may be important for future analysis.</a:t>
            </a:r>
            <a:endParaRPr sz="3600">
              <a:solidFill>
                <a:schemeClr val="dk1"/>
              </a:solidFill>
              <a:latin typeface="Barlow Condensed"/>
              <a:ea typeface="Barlow Condensed"/>
              <a:cs typeface="Barlow Condensed"/>
              <a:sym typeface="Barlow Condensed"/>
            </a:endParaRPr>
          </a:p>
          <a:p>
            <a:pPr indent="0" lvl="0" marL="0" rtl="0">
              <a:lnSpc>
                <a:spcPct val="100000"/>
              </a:lnSpc>
              <a:spcBef>
                <a:spcPts val="0"/>
              </a:spcBef>
              <a:spcAft>
                <a:spcPts val="0"/>
              </a:spcAft>
              <a:buNone/>
            </a:pPr>
            <a:r>
              <a:t/>
            </a:r>
            <a:endParaRPr sz="3600">
              <a:solidFill>
                <a:srgbClr val="141F22"/>
              </a:solidFill>
              <a:latin typeface="Barlow Condensed"/>
              <a:ea typeface="Barlow Condensed"/>
              <a:cs typeface="Barlow Condensed"/>
              <a:sym typeface="Barlow Condensed"/>
            </a:endParaRPr>
          </a:p>
          <a:p>
            <a:pPr indent="0" lvl="0" marL="0" rtl="0">
              <a:lnSpc>
                <a:spcPct val="100000"/>
              </a:lnSpc>
              <a:spcBef>
                <a:spcPts val="0"/>
              </a:spcBef>
              <a:spcAft>
                <a:spcPts val="0"/>
              </a:spcAft>
              <a:buNone/>
            </a:pPr>
            <a:r>
              <a:rPr lang="en" sz="3600">
                <a:solidFill>
                  <a:srgbClr val="141F22"/>
                </a:solidFill>
                <a:latin typeface="Barlow Condensed"/>
                <a:ea typeface="Barlow Condensed"/>
                <a:cs typeface="Barlow Condensed"/>
                <a:sym typeface="Barlow Condensed"/>
              </a:rPr>
              <a:t>Separate from the data exploration, we performed a detailed qualitative analysis on a subset of 12 installations, diving into the history, population, installation resources, and community characteristics.</a:t>
            </a:r>
            <a:endParaRPr sz="3600">
              <a:solidFill>
                <a:srgbClr val="141F22"/>
              </a:solidFill>
              <a:latin typeface="Barlow Condensed"/>
              <a:ea typeface="Barlow Condensed"/>
              <a:cs typeface="Barlow Condensed"/>
              <a:sym typeface="Barlow Condensed"/>
            </a:endParaRPr>
          </a:p>
          <a:p>
            <a:pPr indent="0" lvl="0" marL="0" rtl="0">
              <a:lnSpc>
                <a:spcPct val="100000"/>
              </a:lnSpc>
              <a:spcBef>
                <a:spcPts val="0"/>
              </a:spcBef>
              <a:spcAft>
                <a:spcPts val="0"/>
              </a:spcAft>
              <a:buNone/>
            </a:pPr>
            <a:r>
              <a:t/>
            </a:r>
            <a:endParaRPr sz="3600">
              <a:solidFill>
                <a:srgbClr val="141F22"/>
              </a:solidFill>
              <a:latin typeface="Barlow Condensed"/>
              <a:ea typeface="Barlow Condensed"/>
              <a:cs typeface="Barlow Condensed"/>
              <a:sym typeface="Barlow Condensed"/>
            </a:endParaRPr>
          </a:p>
          <a:p>
            <a:pPr indent="0" lvl="0" marL="0" rtl="0">
              <a:lnSpc>
                <a:spcPct val="100000"/>
              </a:lnSpc>
              <a:spcBef>
                <a:spcPts val="0"/>
              </a:spcBef>
              <a:spcAft>
                <a:spcPts val="0"/>
              </a:spcAft>
              <a:buClr>
                <a:schemeClr val="dk1"/>
              </a:buClr>
              <a:buFont typeface="Arial"/>
              <a:buNone/>
            </a:pPr>
            <a:r>
              <a:t/>
            </a:r>
            <a:endParaRPr sz="3600">
              <a:solidFill>
                <a:srgbClr val="141F22"/>
              </a:solidFill>
              <a:latin typeface="Barlow Condensed"/>
              <a:ea typeface="Barlow Condensed"/>
              <a:cs typeface="Barlow Condensed"/>
              <a:sym typeface="Barlow Condensed"/>
            </a:endParaRPr>
          </a:p>
          <a:p>
            <a:pPr indent="0" lvl="0" marL="0" rtl="0">
              <a:lnSpc>
                <a:spcPct val="100000"/>
              </a:lnSpc>
              <a:spcBef>
                <a:spcPts val="0"/>
              </a:spcBef>
              <a:spcAft>
                <a:spcPts val="0"/>
              </a:spcAft>
              <a:buClr>
                <a:schemeClr val="dk1"/>
              </a:buClr>
              <a:buFont typeface="Arial"/>
              <a:buNone/>
            </a:pPr>
            <a:r>
              <a:t/>
            </a:r>
            <a:endParaRPr sz="3600">
              <a:solidFill>
                <a:srgbClr val="141F22"/>
              </a:solidFill>
              <a:latin typeface="Barlow Condensed"/>
              <a:ea typeface="Barlow Condensed"/>
              <a:cs typeface="Barlow Condensed"/>
              <a:sym typeface="Barlow Condensed"/>
            </a:endParaRPr>
          </a:p>
        </p:txBody>
      </p:sp>
      <p:sp>
        <p:nvSpPr>
          <p:cNvPr id="63" name="Google Shape;63;p13"/>
          <p:cNvSpPr txBox="1"/>
          <p:nvPr/>
        </p:nvSpPr>
        <p:spPr>
          <a:xfrm>
            <a:off x="893363" y="15551100"/>
            <a:ext cx="22844100" cy="979200"/>
          </a:xfrm>
          <a:prstGeom prst="rect">
            <a:avLst/>
          </a:prstGeom>
          <a:solidFill>
            <a:srgbClr val="861F41"/>
          </a:solidFill>
          <a:ln>
            <a:noFill/>
          </a:ln>
        </p:spPr>
        <p:txBody>
          <a:bodyPr anchorCtr="0" anchor="ctr" bIns="156150" lIns="312475" spcFirstLastPara="1" rIns="312475" wrap="square" tIns="156150">
            <a:noAutofit/>
          </a:bodyPr>
          <a:lstStyle/>
          <a:p>
            <a:pPr indent="0" lvl="0" marL="0" rtl="0">
              <a:spcBef>
                <a:spcPts val="0"/>
              </a:spcBef>
              <a:spcAft>
                <a:spcPts val="0"/>
              </a:spcAft>
              <a:buClr>
                <a:schemeClr val="dk1"/>
              </a:buClr>
              <a:buFont typeface="Arial"/>
              <a:buNone/>
            </a:pPr>
            <a:r>
              <a:rPr b="1" lang="en" sz="4800">
                <a:solidFill>
                  <a:srgbClr val="FFFFFF"/>
                </a:solidFill>
                <a:latin typeface="Barlow Condensed"/>
                <a:ea typeface="Barlow Condensed"/>
                <a:cs typeface="Barlow Condensed"/>
                <a:sym typeface="Barlow Condensed"/>
              </a:rPr>
              <a:t>Clustering Results </a:t>
            </a:r>
            <a:endParaRPr b="1" sz="4800">
              <a:solidFill>
                <a:srgbClr val="FFFFFF"/>
              </a:solidFill>
              <a:latin typeface="Barlow Condensed"/>
              <a:ea typeface="Barlow Condensed"/>
              <a:cs typeface="Barlow Condensed"/>
              <a:sym typeface="Barlow Condensed"/>
            </a:endParaRPr>
          </a:p>
        </p:txBody>
      </p:sp>
      <p:sp>
        <p:nvSpPr>
          <p:cNvPr id="64" name="Google Shape;64;p13"/>
          <p:cNvSpPr txBox="1"/>
          <p:nvPr/>
        </p:nvSpPr>
        <p:spPr>
          <a:xfrm>
            <a:off x="1048775" y="5061800"/>
            <a:ext cx="11100600" cy="979200"/>
          </a:xfrm>
          <a:prstGeom prst="rect">
            <a:avLst/>
          </a:prstGeom>
          <a:solidFill>
            <a:srgbClr val="5D89B4"/>
          </a:solidFill>
          <a:ln>
            <a:noFill/>
          </a:ln>
        </p:spPr>
        <p:txBody>
          <a:bodyPr anchorCtr="0" anchor="ctr" bIns="156150" lIns="312475" spcFirstLastPara="1" rIns="312475" wrap="square" tIns="156150">
            <a:noAutofit/>
          </a:bodyPr>
          <a:lstStyle/>
          <a:p>
            <a:pPr indent="0" lvl="0" marL="0" rtl="0">
              <a:spcBef>
                <a:spcPts val="0"/>
              </a:spcBef>
              <a:spcAft>
                <a:spcPts val="0"/>
              </a:spcAft>
              <a:buClr>
                <a:srgbClr val="000000"/>
              </a:buClr>
              <a:buFont typeface="Arial"/>
              <a:buNone/>
            </a:pPr>
            <a:r>
              <a:rPr b="1" lang="en" sz="4800">
                <a:solidFill>
                  <a:srgbClr val="FFFFFF"/>
                </a:solidFill>
                <a:latin typeface="Barlow Condensed"/>
                <a:ea typeface="Barlow Condensed"/>
                <a:cs typeface="Barlow Condensed"/>
                <a:sym typeface="Barlow Condensed"/>
              </a:rPr>
              <a:t>Project Description</a:t>
            </a:r>
            <a:endParaRPr b="1" sz="4800">
              <a:solidFill>
                <a:srgbClr val="FFFFFF"/>
              </a:solidFill>
              <a:latin typeface="Barlow Condensed"/>
              <a:ea typeface="Barlow Condensed"/>
              <a:cs typeface="Barlow Condensed"/>
              <a:sym typeface="Barlow Condensed"/>
            </a:endParaRPr>
          </a:p>
        </p:txBody>
      </p:sp>
      <p:sp>
        <p:nvSpPr>
          <p:cNvPr id="65" name="Google Shape;65;p13"/>
          <p:cNvSpPr txBox="1"/>
          <p:nvPr/>
        </p:nvSpPr>
        <p:spPr>
          <a:xfrm>
            <a:off x="11947525" y="35384250"/>
            <a:ext cx="23231700" cy="2441700"/>
          </a:xfrm>
          <a:prstGeom prst="rect">
            <a:avLst/>
          </a:prstGeom>
          <a:noFill/>
          <a:ln>
            <a:noFill/>
          </a:ln>
        </p:spPr>
        <p:txBody>
          <a:bodyPr anchorCtr="0" anchor="t" bIns="156150" lIns="312475" spcFirstLastPara="1" rIns="312475" wrap="square" tIns="156150">
            <a:noAutofit/>
          </a:bodyPr>
          <a:lstStyle/>
          <a:p>
            <a:pPr indent="0" lvl="0" marL="0" rtl="0">
              <a:spcBef>
                <a:spcPts val="0"/>
              </a:spcBef>
              <a:spcAft>
                <a:spcPts val="0"/>
              </a:spcAft>
              <a:buNone/>
            </a:pPr>
            <a:r>
              <a:rPr b="1" i="1" lang="en" sz="2000">
                <a:solidFill>
                  <a:srgbClr val="5D89B4"/>
                </a:solidFill>
                <a:highlight>
                  <a:srgbClr val="FFFFFF"/>
                </a:highlight>
                <a:latin typeface="Barlow Condensed"/>
                <a:ea typeface="Barlow Condensed"/>
                <a:cs typeface="Barlow Condensed"/>
                <a:sym typeface="Barlow Condensed"/>
              </a:rPr>
              <a:t>Figure 3</a:t>
            </a:r>
            <a:r>
              <a:rPr b="1" i="1" lang="en" sz="2000">
                <a:solidFill>
                  <a:srgbClr val="5D89B4"/>
                </a:solidFill>
                <a:highlight>
                  <a:srgbClr val="FFFFFF"/>
                </a:highlight>
                <a:latin typeface="Barlow Condensed"/>
                <a:ea typeface="Barlow Condensed"/>
                <a:cs typeface="Barlow Condensed"/>
                <a:sym typeface="Barlow Condensed"/>
              </a:rPr>
              <a:t>:</a:t>
            </a:r>
            <a:r>
              <a:rPr i="1" lang="en" sz="2000">
                <a:solidFill>
                  <a:srgbClr val="5D89B4"/>
                </a:solidFill>
                <a:highlight>
                  <a:srgbClr val="FFFFFF"/>
                </a:highlight>
                <a:latin typeface="Barlow Condensed"/>
                <a:ea typeface="Barlow Condensed"/>
                <a:cs typeface="Barlow Condensed"/>
                <a:sym typeface="Barlow Condensed"/>
              </a:rPr>
              <a:t> Scatter plot of Employment Access Index vs. Mentally Unhealthy Days, colored by Random Forest Cluster.  Employment Access Index is a Job Access Score from 0 to 10 computed by H+T based on access to jobs and variety of employment types.  Mentally Unhealthy Days is from the </a:t>
            </a:r>
            <a:r>
              <a:rPr i="1" lang="en" sz="2000">
                <a:solidFill>
                  <a:srgbClr val="5D89B4"/>
                </a:solidFill>
                <a:latin typeface="Barlow Condensed"/>
                <a:ea typeface="Barlow Condensed"/>
                <a:cs typeface="Barlow Condensed"/>
                <a:sym typeface="Barlow Condensed"/>
              </a:rPr>
              <a:t>Behavioral Risk Factor Surveillance System (BRFSS)</a:t>
            </a:r>
            <a:r>
              <a:rPr i="1" lang="en" sz="2000">
                <a:solidFill>
                  <a:srgbClr val="5D89B4"/>
                </a:solidFill>
                <a:highlight>
                  <a:srgbClr val="FFFFFF"/>
                </a:highlight>
                <a:latin typeface="Barlow Condensed"/>
                <a:ea typeface="Barlow Condensed"/>
                <a:cs typeface="Barlow Condensed"/>
                <a:sym typeface="Barlow Condensed"/>
              </a:rPr>
              <a:t> telephone survey, giving the average number of mentally unhealthy days reported per month for respondents from the county.</a:t>
            </a:r>
            <a:endParaRPr i="1" sz="2000">
              <a:solidFill>
                <a:srgbClr val="5D89B4"/>
              </a:solidFill>
              <a:highlight>
                <a:srgbClr val="FFFFFF"/>
              </a:highlight>
              <a:latin typeface="Barlow Condensed"/>
              <a:ea typeface="Barlow Condensed"/>
              <a:cs typeface="Barlow Condensed"/>
              <a:sym typeface="Barlow Condensed"/>
            </a:endParaRPr>
          </a:p>
          <a:p>
            <a:pPr indent="0" lvl="0" marL="0" rtl="0">
              <a:spcBef>
                <a:spcPts val="0"/>
              </a:spcBef>
              <a:spcAft>
                <a:spcPts val="0"/>
              </a:spcAft>
              <a:buClr>
                <a:schemeClr val="dk1"/>
              </a:buClr>
              <a:buFont typeface="Arial"/>
              <a:buNone/>
            </a:pPr>
            <a:r>
              <a:rPr b="1" i="1" lang="en" sz="2000">
                <a:solidFill>
                  <a:srgbClr val="5D89B4"/>
                </a:solidFill>
                <a:highlight>
                  <a:schemeClr val="lt1"/>
                </a:highlight>
                <a:latin typeface="Barlow Condensed"/>
                <a:ea typeface="Barlow Condensed"/>
                <a:cs typeface="Barlow Condensed"/>
                <a:sym typeface="Barlow Condensed"/>
              </a:rPr>
              <a:t>Figure 4:</a:t>
            </a:r>
            <a:r>
              <a:rPr i="1" lang="en" sz="2000">
                <a:solidFill>
                  <a:srgbClr val="5D89B4"/>
                </a:solidFill>
                <a:highlight>
                  <a:schemeClr val="lt1"/>
                </a:highlight>
                <a:latin typeface="Barlow Condensed"/>
                <a:ea typeface="Barlow Condensed"/>
                <a:cs typeface="Barlow Condensed"/>
                <a:sym typeface="Barlow Condensed"/>
              </a:rPr>
              <a:t> Scatter plot of Obese Population vs. Mentally Unhealthy Days, colored by Random Forest Cluster.  Adult Obesity is calculated by the CDC Diabetes Interactive Atlas and represents the percentage of adults that report a BMI of 30 or more. Mentally Unhealthy Days is from the </a:t>
            </a:r>
            <a:r>
              <a:rPr i="1" lang="en" sz="2000">
                <a:solidFill>
                  <a:srgbClr val="5D89B4"/>
                </a:solidFill>
                <a:latin typeface="Barlow Condensed"/>
                <a:ea typeface="Barlow Condensed"/>
                <a:cs typeface="Barlow Condensed"/>
                <a:sym typeface="Barlow Condensed"/>
              </a:rPr>
              <a:t>Behavioral Risk Factor Surveillance System (BRFSS)</a:t>
            </a:r>
            <a:r>
              <a:rPr i="1" lang="en" sz="2000">
                <a:solidFill>
                  <a:srgbClr val="5D89B4"/>
                </a:solidFill>
                <a:highlight>
                  <a:schemeClr val="lt1"/>
                </a:highlight>
                <a:latin typeface="Barlow Condensed"/>
                <a:ea typeface="Barlow Condensed"/>
                <a:cs typeface="Barlow Condensed"/>
                <a:sym typeface="Barlow Condensed"/>
              </a:rPr>
              <a:t> telephone survey, giving the average number of mentally unhealthy days reported per month for respondents from the county.</a:t>
            </a:r>
            <a:endParaRPr i="1" sz="2000">
              <a:solidFill>
                <a:srgbClr val="5D89B4"/>
              </a:solidFill>
              <a:highlight>
                <a:schemeClr val="lt1"/>
              </a:highlight>
              <a:latin typeface="Barlow Condensed"/>
              <a:ea typeface="Barlow Condensed"/>
              <a:cs typeface="Barlow Condensed"/>
              <a:sym typeface="Barlow Condensed"/>
            </a:endParaRPr>
          </a:p>
          <a:p>
            <a:pPr indent="0" lvl="0" marL="0" rtl="0">
              <a:spcBef>
                <a:spcPts val="0"/>
              </a:spcBef>
              <a:spcAft>
                <a:spcPts val="0"/>
              </a:spcAft>
              <a:buNone/>
            </a:pPr>
            <a:r>
              <a:rPr b="1" i="1" lang="en" sz="2000">
                <a:solidFill>
                  <a:srgbClr val="5D89B4"/>
                </a:solidFill>
                <a:highlight>
                  <a:schemeClr val="lt1"/>
                </a:highlight>
                <a:latin typeface="Barlow Condensed"/>
                <a:ea typeface="Barlow Condensed"/>
                <a:cs typeface="Barlow Condensed"/>
                <a:sym typeface="Barlow Condensed"/>
              </a:rPr>
              <a:t>Figure 5: </a:t>
            </a:r>
            <a:r>
              <a:rPr i="1" lang="en" sz="2000">
                <a:solidFill>
                  <a:srgbClr val="5D89B4"/>
                </a:solidFill>
                <a:highlight>
                  <a:schemeClr val="lt1"/>
                </a:highlight>
                <a:latin typeface="Barlow Condensed"/>
                <a:ea typeface="Barlow Condensed"/>
                <a:cs typeface="Barlow Condensed"/>
                <a:sym typeface="Barlow Condensed"/>
              </a:rPr>
              <a:t> Scatter plot of Median SMOC vs. Annual GHG per Acre, colored by Random Forest Cluster.  Median Selected Monthly Ownership Costs are from the American Community Survey (ACS)  and represent owners with a mortgage. According to H+T, ownership costs include mortgage payments, real estate taxes, various insurances, fuels, mobile home costs, and condo fees.  Annual Greenhouse Gas Emissions per Acre is from the H+T Index. According to the H+T Glossary of Terms, “This variable is  calculated </a:t>
            </a:r>
            <a:r>
              <a:rPr lang="en" sz="2000">
                <a:solidFill>
                  <a:srgbClr val="5D89B4"/>
                </a:solidFill>
                <a:latin typeface="Barlow Condensed"/>
                <a:ea typeface="Barlow Condensed"/>
                <a:cs typeface="Barlow Condensed"/>
                <a:sym typeface="Barlow Condensed"/>
              </a:rPr>
              <a:t>using the values for Vehicle Miles Traveled, national average fuel efficiency (20.7 mpg), and an average emissions factor (0.438 metric tonnes of CO2 per mile). This per acre measure divides the total block group emissions by the total land acres in the block group.”</a:t>
            </a:r>
            <a:endParaRPr i="1" sz="2000">
              <a:solidFill>
                <a:srgbClr val="5D89B4"/>
              </a:solidFill>
              <a:highlight>
                <a:srgbClr val="FFFFFF"/>
              </a:highlight>
              <a:latin typeface="Barlow Condensed"/>
              <a:ea typeface="Barlow Condensed"/>
              <a:cs typeface="Barlow Condensed"/>
              <a:sym typeface="Barlow Condensed"/>
            </a:endParaRPr>
          </a:p>
        </p:txBody>
      </p:sp>
      <p:sp>
        <p:nvSpPr>
          <p:cNvPr id="66" name="Google Shape;66;p13"/>
          <p:cNvSpPr txBox="1"/>
          <p:nvPr/>
        </p:nvSpPr>
        <p:spPr>
          <a:xfrm>
            <a:off x="24078650" y="16507950"/>
            <a:ext cx="11100600" cy="6408000"/>
          </a:xfrm>
          <a:prstGeom prst="rect">
            <a:avLst/>
          </a:prstGeom>
          <a:solidFill>
            <a:srgbClr val="C64600">
              <a:alpha val="11120"/>
            </a:srgbClr>
          </a:solidFill>
          <a:ln>
            <a:noFill/>
          </a:ln>
        </p:spPr>
        <p:txBody>
          <a:bodyPr anchorCtr="0" anchor="t" bIns="156150" lIns="312475" spcFirstLastPara="1" rIns="312475" wrap="square" tIns="156150">
            <a:noAutofit/>
          </a:bodyPr>
          <a:lstStyle/>
          <a:p>
            <a:pPr indent="0" lvl="0" marL="0" rtl="0">
              <a:spcBef>
                <a:spcPts val="0"/>
              </a:spcBef>
              <a:spcAft>
                <a:spcPts val="0"/>
              </a:spcAft>
              <a:buNone/>
            </a:pPr>
            <a:r>
              <a:rPr lang="en" sz="3600">
                <a:solidFill>
                  <a:srgbClr val="141F22"/>
                </a:solidFill>
                <a:latin typeface="Barlow Condensed"/>
                <a:ea typeface="Barlow Condensed"/>
                <a:cs typeface="Barlow Condensed"/>
                <a:sym typeface="Barlow Condensed"/>
              </a:rPr>
              <a:t>Our research provides detailed community profiles for the Army installations across the United States, as well as a preliminary look at which communities are most similar, identified by our clustering methods.</a:t>
            </a:r>
            <a:endParaRPr sz="3600">
              <a:solidFill>
                <a:srgbClr val="141F22"/>
              </a:solidFill>
              <a:latin typeface="Barlow Condensed"/>
              <a:ea typeface="Barlow Condensed"/>
              <a:cs typeface="Barlow Condensed"/>
              <a:sym typeface="Barlow Condensed"/>
            </a:endParaRPr>
          </a:p>
          <a:p>
            <a:pPr indent="0" lvl="0" marL="0" rtl="0">
              <a:spcBef>
                <a:spcPts val="0"/>
              </a:spcBef>
              <a:spcAft>
                <a:spcPts val="0"/>
              </a:spcAft>
              <a:buNone/>
            </a:pPr>
            <a:r>
              <a:t/>
            </a:r>
            <a:endParaRPr sz="3600">
              <a:solidFill>
                <a:srgbClr val="141F22"/>
              </a:solidFill>
              <a:latin typeface="Barlow Condensed"/>
              <a:ea typeface="Barlow Condensed"/>
              <a:cs typeface="Barlow Condensed"/>
              <a:sym typeface="Barlow Condensed"/>
            </a:endParaRPr>
          </a:p>
          <a:p>
            <a:pPr indent="0" lvl="0" marL="0" rtl="0">
              <a:spcBef>
                <a:spcPts val="0"/>
              </a:spcBef>
              <a:spcAft>
                <a:spcPts val="0"/>
              </a:spcAft>
              <a:buNone/>
            </a:pPr>
            <a:r>
              <a:rPr lang="en" sz="3600">
                <a:solidFill>
                  <a:srgbClr val="141F22"/>
                </a:solidFill>
                <a:latin typeface="Barlow Condensed"/>
                <a:ea typeface="Barlow Condensed"/>
                <a:cs typeface="Barlow Condensed"/>
                <a:sym typeface="Barlow Condensed"/>
              </a:rPr>
              <a:t>Now that the community profiles have been expanded to include many interesting characteristics, the community data must be linked back to Soldier performance data.  Future research should attempt to link soldier performance to community health and risk factors, and identify which community variables share the strongest relationship with Soldier performance.</a:t>
            </a:r>
            <a:endParaRPr sz="3600">
              <a:solidFill>
                <a:srgbClr val="141F22"/>
              </a:solidFill>
              <a:latin typeface="Barlow Condensed"/>
              <a:ea typeface="Barlow Condensed"/>
              <a:cs typeface="Barlow Condensed"/>
              <a:sym typeface="Barlow Condensed"/>
            </a:endParaRPr>
          </a:p>
        </p:txBody>
      </p:sp>
      <p:grpSp>
        <p:nvGrpSpPr>
          <p:cNvPr id="67" name="Google Shape;67;p13"/>
          <p:cNvGrpSpPr/>
          <p:nvPr/>
        </p:nvGrpSpPr>
        <p:grpSpPr>
          <a:xfrm>
            <a:off x="23867964" y="5112055"/>
            <a:ext cx="8668555" cy="8646940"/>
            <a:chOff x="6056633" y="8996700"/>
            <a:chExt cx="3798000" cy="3897300"/>
          </a:xfrm>
        </p:grpSpPr>
        <p:sp>
          <p:nvSpPr>
            <p:cNvPr id="68" name="Google Shape;68;p13"/>
            <p:cNvSpPr/>
            <p:nvPr/>
          </p:nvSpPr>
          <p:spPr>
            <a:xfrm>
              <a:off x="6056633" y="8996700"/>
              <a:ext cx="3798000" cy="3897300"/>
            </a:xfrm>
            <a:prstGeom prst="ellipse">
              <a:avLst/>
            </a:prstGeom>
            <a:solidFill>
              <a:srgbClr val="C4E0B2"/>
            </a:solidFill>
            <a:ln cap="flat" cmpd="sng" w="12700">
              <a:solidFill>
                <a:srgbClr val="7F7F7F"/>
              </a:solidFill>
              <a:prstDash val="solid"/>
              <a:miter lim="800000"/>
              <a:headEnd len="sm" w="sm" type="none"/>
              <a:tailEnd len="sm" w="sm" type="none"/>
            </a:ln>
          </p:spPr>
          <p:txBody>
            <a:bodyPr anchorCtr="0" anchor="t" bIns="60925" lIns="121900" spcFirstLastPara="1" rIns="121900" wrap="square" tIns="60925">
              <a:noAutofit/>
            </a:bodyPr>
            <a:lstStyle/>
            <a:p>
              <a:pPr indent="0" lvl="0" marL="0" marR="0" rtl="0" algn="ctr">
                <a:spcBef>
                  <a:spcPts val="0"/>
                </a:spcBef>
                <a:spcAft>
                  <a:spcPts val="0"/>
                </a:spcAft>
                <a:buNone/>
              </a:pPr>
              <a:r>
                <a:t/>
              </a:r>
              <a:endParaRPr i="0" sz="1100" u="none" cap="none" strike="noStrike">
                <a:solidFill>
                  <a:srgbClr val="000000"/>
                </a:solidFill>
                <a:latin typeface="Barlow Condensed"/>
                <a:ea typeface="Barlow Condensed"/>
                <a:cs typeface="Barlow Condensed"/>
                <a:sym typeface="Barlow Condensed"/>
              </a:endParaRPr>
            </a:p>
          </p:txBody>
        </p:sp>
        <p:sp>
          <p:nvSpPr>
            <p:cNvPr id="69" name="Google Shape;69;p13"/>
            <p:cNvSpPr/>
            <p:nvPr/>
          </p:nvSpPr>
          <p:spPr>
            <a:xfrm>
              <a:off x="6817642" y="10653490"/>
              <a:ext cx="2330100" cy="2240400"/>
            </a:xfrm>
            <a:prstGeom prst="ellipse">
              <a:avLst/>
            </a:prstGeom>
            <a:solidFill>
              <a:srgbClr val="385623"/>
            </a:solidFill>
            <a:ln cap="flat" cmpd="sng" w="12700">
              <a:solidFill>
                <a:srgbClr val="7F7F7F"/>
              </a:solidFill>
              <a:prstDash val="solid"/>
              <a:miter lim="800000"/>
              <a:headEnd len="sm" w="sm" type="none"/>
              <a:tailEnd len="sm" w="sm" type="none"/>
            </a:ln>
          </p:spPr>
          <p:txBody>
            <a:bodyPr anchorCtr="0" anchor="b" bIns="60925" lIns="121900" spcFirstLastPara="1" rIns="121900" wrap="square" tIns="60925">
              <a:noAutofit/>
            </a:bodyPr>
            <a:lstStyle/>
            <a:p>
              <a:pPr indent="0" lvl="0" marL="0" marR="0" rtl="0" algn="ctr">
                <a:spcBef>
                  <a:spcPts val="0"/>
                </a:spcBef>
                <a:spcAft>
                  <a:spcPts val="0"/>
                </a:spcAft>
                <a:buNone/>
              </a:pPr>
              <a:r>
                <a:t/>
              </a:r>
              <a:endParaRPr i="0" sz="1600" u="none" cap="none" strike="noStrike">
                <a:solidFill>
                  <a:srgbClr val="FFFFFF"/>
                </a:solidFill>
                <a:latin typeface="Barlow Condensed"/>
                <a:ea typeface="Barlow Condensed"/>
                <a:cs typeface="Barlow Condensed"/>
                <a:sym typeface="Barlow Condensed"/>
              </a:endParaRPr>
            </a:p>
          </p:txBody>
        </p:sp>
        <p:sp>
          <p:nvSpPr>
            <p:cNvPr id="70" name="Google Shape;70;p13"/>
            <p:cNvSpPr/>
            <p:nvPr/>
          </p:nvSpPr>
          <p:spPr>
            <a:xfrm>
              <a:off x="6958494" y="10135573"/>
              <a:ext cx="2090700" cy="2010300"/>
            </a:xfrm>
            <a:prstGeom prst="ellipse">
              <a:avLst/>
            </a:prstGeom>
            <a:solidFill>
              <a:srgbClr val="009193"/>
            </a:solidFill>
            <a:ln cap="flat" cmpd="sng" w="12700">
              <a:solidFill>
                <a:srgbClr val="7F7F7F"/>
              </a:solidFill>
              <a:prstDash val="solid"/>
              <a:miter lim="800000"/>
              <a:headEnd len="sm" w="sm" type="none"/>
              <a:tailEnd len="sm" w="sm" type="none"/>
            </a:ln>
          </p:spPr>
          <p:txBody>
            <a:bodyPr anchorCtr="0" anchor="t" bIns="60925" lIns="121900" spcFirstLastPara="1" rIns="121900" wrap="square" tIns="60925">
              <a:noAutofit/>
            </a:bodyPr>
            <a:lstStyle/>
            <a:p>
              <a:pPr indent="0" lvl="0" marL="0" marR="0" rtl="0" algn="ctr">
                <a:spcBef>
                  <a:spcPts val="0"/>
                </a:spcBef>
                <a:spcAft>
                  <a:spcPts val="0"/>
                </a:spcAft>
                <a:buNone/>
              </a:pPr>
              <a:r>
                <a:t/>
              </a:r>
              <a:endParaRPr i="0" sz="1100" u="none" cap="none" strike="noStrike">
                <a:solidFill>
                  <a:srgbClr val="FFFFFF"/>
                </a:solidFill>
                <a:latin typeface="Barlow Condensed"/>
                <a:ea typeface="Barlow Condensed"/>
                <a:cs typeface="Barlow Condensed"/>
                <a:sym typeface="Barlow Condensed"/>
              </a:endParaRPr>
            </a:p>
          </p:txBody>
        </p:sp>
        <p:sp>
          <p:nvSpPr>
            <p:cNvPr id="71" name="Google Shape;71;p13"/>
            <p:cNvSpPr/>
            <p:nvPr/>
          </p:nvSpPr>
          <p:spPr>
            <a:xfrm>
              <a:off x="7332898" y="11006240"/>
              <a:ext cx="1454100" cy="1153200"/>
            </a:xfrm>
            <a:prstGeom prst="ellipse">
              <a:avLst/>
            </a:prstGeom>
            <a:solidFill>
              <a:srgbClr val="002060"/>
            </a:solidFill>
            <a:ln cap="flat" cmpd="sng" w="12700">
              <a:solidFill>
                <a:srgbClr val="7F7F7F"/>
              </a:solidFill>
              <a:prstDash val="solid"/>
              <a:miter lim="800000"/>
              <a:headEnd len="sm" w="sm" type="none"/>
              <a:tailEnd len="sm" w="sm" type="none"/>
            </a:ln>
          </p:spPr>
          <p:txBody>
            <a:bodyPr anchorCtr="0" anchor="ctr" bIns="60925" lIns="121900" spcFirstLastPara="1" rIns="121900" wrap="square" tIns="60925">
              <a:noAutofit/>
            </a:bodyPr>
            <a:lstStyle/>
            <a:p>
              <a:pPr indent="0" lvl="0" marL="0" marR="0" rtl="0" algn="ctr">
                <a:spcBef>
                  <a:spcPts val="0"/>
                </a:spcBef>
                <a:spcAft>
                  <a:spcPts val="0"/>
                </a:spcAft>
                <a:buNone/>
              </a:pPr>
              <a:r>
                <a:t/>
              </a:r>
              <a:endParaRPr i="0" sz="1900" u="none" cap="none" strike="noStrike">
                <a:solidFill>
                  <a:srgbClr val="000000"/>
                </a:solidFill>
                <a:latin typeface="Barlow Condensed"/>
                <a:ea typeface="Barlow Condensed"/>
                <a:cs typeface="Barlow Condensed"/>
                <a:sym typeface="Barlow Condensed"/>
              </a:endParaRPr>
            </a:p>
          </p:txBody>
        </p:sp>
        <p:sp>
          <p:nvSpPr>
            <p:cNvPr id="72" name="Google Shape;72;p13"/>
            <p:cNvSpPr txBox="1"/>
            <p:nvPr/>
          </p:nvSpPr>
          <p:spPr>
            <a:xfrm>
              <a:off x="6894623" y="11328058"/>
              <a:ext cx="2330100" cy="553200"/>
            </a:xfrm>
            <a:prstGeom prst="rect">
              <a:avLst/>
            </a:prstGeom>
            <a:noFill/>
            <a:ln>
              <a:noFill/>
            </a:ln>
          </p:spPr>
          <p:txBody>
            <a:bodyPr anchorCtr="0" anchor="t" bIns="60925" lIns="121900" spcFirstLastPara="1" rIns="121900" wrap="square" tIns="60925">
              <a:noAutofit/>
            </a:bodyPr>
            <a:lstStyle/>
            <a:p>
              <a:pPr indent="0" lvl="0" marL="0" marR="0" rtl="0" algn="ctr">
                <a:spcBef>
                  <a:spcPts val="0"/>
                </a:spcBef>
                <a:spcAft>
                  <a:spcPts val="0"/>
                </a:spcAft>
                <a:buNone/>
              </a:pPr>
              <a:r>
                <a:rPr b="1" lang="en" sz="3600">
                  <a:solidFill>
                    <a:srgbClr val="FFFFFF"/>
                  </a:solidFill>
                  <a:latin typeface="Barlow Condensed"/>
                  <a:ea typeface="Barlow Condensed"/>
                  <a:cs typeface="Barlow Condensed"/>
                  <a:sym typeface="Barlow Condensed"/>
                </a:rPr>
                <a:t>Soldier</a:t>
              </a:r>
              <a:endParaRPr sz="3600">
                <a:latin typeface="Barlow Condensed"/>
                <a:ea typeface="Barlow Condensed"/>
                <a:cs typeface="Barlow Condensed"/>
                <a:sym typeface="Barlow Condensed"/>
              </a:endParaRPr>
            </a:p>
          </p:txBody>
        </p:sp>
        <p:sp>
          <p:nvSpPr>
            <p:cNvPr id="73" name="Google Shape;73;p13"/>
            <p:cNvSpPr txBox="1"/>
            <p:nvPr/>
          </p:nvSpPr>
          <p:spPr>
            <a:xfrm>
              <a:off x="6636401" y="9366944"/>
              <a:ext cx="2541900" cy="553200"/>
            </a:xfrm>
            <a:prstGeom prst="rect">
              <a:avLst/>
            </a:prstGeom>
            <a:noFill/>
            <a:ln>
              <a:noFill/>
            </a:ln>
          </p:spPr>
          <p:txBody>
            <a:bodyPr anchorCtr="0" anchor="t" bIns="60925" lIns="121900" spcFirstLastPara="1" rIns="121900" wrap="square" tIns="60925">
              <a:noAutofit/>
            </a:bodyPr>
            <a:lstStyle/>
            <a:p>
              <a:pPr indent="0" lvl="0" marL="0" marR="0" rtl="0" algn="ctr">
                <a:spcBef>
                  <a:spcPts val="0"/>
                </a:spcBef>
                <a:spcAft>
                  <a:spcPts val="0"/>
                </a:spcAft>
                <a:buNone/>
              </a:pPr>
              <a:r>
                <a:rPr b="1" i="0" lang="en" sz="3600" u="none" cap="none" strike="noStrike">
                  <a:solidFill>
                    <a:srgbClr val="000000"/>
                  </a:solidFill>
                  <a:latin typeface="Barlow Condensed"/>
                  <a:ea typeface="Barlow Condensed"/>
                  <a:cs typeface="Barlow Condensed"/>
                  <a:sym typeface="Barlow Condensed"/>
                </a:rPr>
                <a:t>Community</a:t>
              </a:r>
              <a:endParaRPr b="1" i="0" sz="3600" u="none" cap="none" strike="noStrike">
                <a:solidFill>
                  <a:srgbClr val="000000"/>
                </a:solidFill>
                <a:latin typeface="Barlow Condensed"/>
                <a:ea typeface="Barlow Condensed"/>
                <a:cs typeface="Barlow Condensed"/>
                <a:sym typeface="Barlow Condensed"/>
              </a:endParaRPr>
            </a:p>
            <a:p>
              <a:pPr indent="0" lvl="0" marL="0" marR="0" rtl="0" algn="ctr">
                <a:spcBef>
                  <a:spcPts val="0"/>
                </a:spcBef>
                <a:spcAft>
                  <a:spcPts val="0"/>
                </a:spcAft>
                <a:buNone/>
              </a:pPr>
              <a:r>
                <a:rPr b="1" lang="en" sz="3600">
                  <a:latin typeface="Barlow Condensed"/>
                  <a:ea typeface="Barlow Condensed"/>
                  <a:cs typeface="Barlow Condensed"/>
                  <a:sym typeface="Barlow Condensed"/>
                </a:rPr>
                <a:t>(county)</a:t>
              </a:r>
              <a:endParaRPr b="1" sz="3600">
                <a:latin typeface="Barlow Condensed"/>
                <a:ea typeface="Barlow Condensed"/>
                <a:cs typeface="Barlow Condensed"/>
                <a:sym typeface="Barlow Condensed"/>
              </a:endParaRPr>
            </a:p>
          </p:txBody>
        </p:sp>
        <p:sp>
          <p:nvSpPr>
            <p:cNvPr id="74" name="Google Shape;74;p13"/>
            <p:cNvSpPr txBox="1"/>
            <p:nvPr/>
          </p:nvSpPr>
          <p:spPr>
            <a:xfrm>
              <a:off x="6838847" y="10398309"/>
              <a:ext cx="2330100" cy="553200"/>
            </a:xfrm>
            <a:prstGeom prst="rect">
              <a:avLst/>
            </a:prstGeom>
            <a:noFill/>
            <a:ln>
              <a:noFill/>
            </a:ln>
          </p:spPr>
          <p:txBody>
            <a:bodyPr anchorCtr="0" anchor="t" bIns="60925" lIns="121900" spcFirstLastPara="1" rIns="121900" wrap="square" tIns="60925">
              <a:noAutofit/>
            </a:bodyPr>
            <a:lstStyle/>
            <a:p>
              <a:pPr indent="0" lvl="0" marL="0" marR="0" rtl="0" algn="ctr">
                <a:spcBef>
                  <a:spcPts val="0"/>
                </a:spcBef>
                <a:spcAft>
                  <a:spcPts val="0"/>
                </a:spcAft>
                <a:buNone/>
              </a:pPr>
              <a:r>
                <a:rPr b="1" lang="en" sz="3600">
                  <a:latin typeface="Barlow Condensed"/>
                  <a:ea typeface="Barlow Condensed"/>
                  <a:cs typeface="Barlow Condensed"/>
                  <a:sym typeface="Barlow Condensed"/>
                </a:rPr>
                <a:t>Family</a:t>
              </a:r>
              <a:endParaRPr sz="3600">
                <a:latin typeface="Barlow Condensed"/>
                <a:ea typeface="Barlow Condensed"/>
                <a:cs typeface="Barlow Condensed"/>
                <a:sym typeface="Barlow Condensed"/>
              </a:endParaRPr>
            </a:p>
          </p:txBody>
        </p:sp>
        <p:sp>
          <p:nvSpPr>
            <p:cNvPr id="75" name="Google Shape;75;p13"/>
            <p:cNvSpPr txBox="1"/>
            <p:nvPr/>
          </p:nvSpPr>
          <p:spPr>
            <a:xfrm>
              <a:off x="6848357" y="12132222"/>
              <a:ext cx="2330100" cy="553200"/>
            </a:xfrm>
            <a:prstGeom prst="rect">
              <a:avLst/>
            </a:prstGeom>
            <a:noFill/>
            <a:ln>
              <a:noFill/>
            </a:ln>
          </p:spPr>
          <p:txBody>
            <a:bodyPr anchorCtr="0" anchor="t" bIns="60925" lIns="121900" spcFirstLastPara="1" rIns="121900" wrap="square" tIns="60925">
              <a:noAutofit/>
            </a:bodyPr>
            <a:lstStyle/>
            <a:p>
              <a:pPr indent="0" lvl="0" marL="0" marR="0" rtl="0" algn="ctr">
                <a:spcBef>
                  <a:spcPts val="0"/>
                </a:spcBef>
                <a:spcAft>
                  <a:spcPts val="0"/>
                </a:spcAft>
                <a:buNone/>
              </a:pPr>
              <a:r>
                <a:rPr b="1" lang="en" sz="3600">
                  <a:solidFill>
                    <a:srgbClr val="000000"/>
                  </a:solidFill>
                  <a:latin typeface="Barlow Condensed"/>
                  <a:ea typeface="Barlow Condensed"/>
                  <a:cs typeface="Barlow Condensed"/>
                  <a:sym typeface="Barlow Condensed"/>
                </a:rPr>
                <a:t>Army</a:t>
              </a:r>
              <a:endParaRPr sz="3600">
                <a:latin typeface="Barlow Condensed"/>
                <a:ea typeface="Barlow Condensed"/>
                <a:cs typeface="Barlow Condensed"/>
                <a:sym typeface="Barlow Condensed"/>
              </a:endParaRPr>
            </a:p>
          </p:txBody>
        </p:sp>
      </p:grpSp>
      <p:sp>
        <p:nvSpPr>
          <p:cNvPr id="76" name="Google Shape;76;p13"/>
          <p:cNvSpPr txBox="1"/>
          <p:nvPr/>
        </p:nvSpPr>
        <p:spPr>
          <a:xfrm>
            <a:off x="30226863" y="6224238"/>
            <a:ext cx="5008200" cy="1937700"/>
          </a:xfrm>
          <a:prstGeom prst="rect">
            <a:avLst/>
          </a:prstGeom>
          <a:solidFill>
            <a:srgbClr val="C4E0B2"/>
          </a:solidFill>
          <a:ln cap="flat" cmpd="sng" w="76200">
            <a:solidFill>
              <a:srgbClr val="FFFFFF"/>
            </a:solidFill>
            <a:prstDash val="solid"/>
            <a:round/>
            <a:headEnd len="sm" w="sm" type="none"/>
            <a:tailEnd len="sm" w="sm" type="none"/>
          </a:ln>
        </p:spPr>
        <p:txBody>
          <a:bodyPr anchorCtr="0" anchor="t" bIns="91425" lIns="91425" spcFirstLastPara="1" rIns="91425" wrap="square" tIns="91425">
            <a:noAutofit/>
          </a:bodyPr>
          <a:lstStyle/>
          <a:p>
            <a:pPr indent="0" lvl="0" marL="0">
              <a:spcBef>
                <a:spcPts val="0"/>
              </a:spcBef>
              <a:spcAft>
                <a:spcPts val="0"/>
              </a:spcAft>
              <a:buClr>
                <a:schemeClr val="dk1"/>
              </a:buClr>
              <a:buSzPts val="1100"/>
              <a:buFont typeface="Arial"/>
              <a:buNone/>
            </a:pPr>
            <a:r>
              <a:rPr i="1" lang="en" sz="3000">
                <a:solidFill>
                  <a:schemeClr val="dk1"/>
                </a:solidFill>
                <a:latin typeface="Barlow Condensed"/>
                <a:ea typeface="Barlow Condensed"/>
                <a:cs typeface="Barlow Condensed"/>
                <a:sym typeface="Barlow Condensed"/>
              </a:rPr>
              <a:t>Community Variables:</a:t>
            </a:r>
            <a:endParaRPr i="1" sz="3000">
              <a:solidFill>
                <a:schemeClr val="dk1"/>
              </a:solidFill>
              <a:latin typeface="Barlow Condensed"/>
              <a:ea typeface="Barlow Condensed"/>
              <a:cs typeface="Barlow Condensed"/>
              <a:sym typeface="Barlow Condensed"/>
            </a:endParaRPr>
          </a:p>
          <a:p>
            <a:pPr indent="-495300" lvl="0" marL="609600" rtl="0">
              <a:spcBef>
                <a:spcPts val="0"/>
              </a:spcBef>
              <a:spcAft>
                <a:spcPts val="0"/>
              </a:spcAft>
              <a:buClr>
                <a:schemeClr val="dk1"/>
              </a:buClr>
              <a:buSzPts val="3000"/>
              <a:buFont typeface="Barlow Condensed Light"/>
              <a:buChar char="-"/>
            </a:pPr>
            <a:r>
              <a:rPr lang="en" sz="3000">
                <a:solidFill>
                  <a:schemeClr val="dk1"/>
                </a:solidFill>
                <a:latin typeface="Barlow Condensed Light"/>
                <a:ea typeface="Barlow Condensed Light"/>
                <a:cs typeface="Barlow Condensed Light"/>
                <a:sym typeface="Barlow Condensed Light"/>
              </a:rPr>
              <a:t>Median SMOC</a:t>
            </a:r>
            <a:endParaRPr sz="3000">
              <a:solidFill>
                <a:schemeClr val="dk1"/>
              </a:solidFill>
              <a:latin typeface="Barlow Condensed Light"/>
              <a:ea typeface="Barlow Condensed Light"/>
              <a:cs typeface="Barlow Condensed Light"/>
              <a:sym typeface="Barlow Condensed Light"/>
            </a:endParaRPr>
          </a:p>
          <a:p>
            <a:pPr indent="-495300" lvl="0" marL="609600" rtl="0">
              <a:spcBef>
                <a:spcPts val="0"/>
              </a:spcBef>
              <a:spcAft>
                <a:spcPts val="0"/>
              </a:spcAft>
              <a:buClr>
                <a:schemeClr val="dk1"/>
              </a:buClr>
              <a:buSzPts val="3000"/>
              <a:buFont typeface="Barlow Condensed Light"/>
              <a:buChar char="-"/>
            </a:pPr>
            <a:r>
              <a:rPr lang="en" sz="3000">
                <a:solidFill>
                  <a:schemeClr val="dk1"/>
                </a:solidFill>
                <a:latin typeface="Barlow Condensed Light"/>
                <a:ea typeface="Barlow Condensed Light"/>
                <a:cs typeface="Barlow Condensed Light"/>
                <a:sym typeface="Barlow Condensed Light"/>
              </a:rPr>
              <a:t>Job opportunities</a:t>
            </a:r>
            <a:endParaRPr sz="3000">
              <a:solidFill>
                <a:schemeClr val="dk1"/>
              </a:solidFill>
              <a:latin typeface="Barlow Condensed Light"/>
              <a:ea typeface="Barlow Condensed Light"/>
              <a:cs typeface="Barlow Condensed Light"/>
              <a:sym typeface="Barlow Condensed Light"/>
            </a:endParaRPr>
          </a:p>
          <a:p>
            <a:pPr indent="-495300" lvl="0" marL="609600" rtl="0">
              <a:spcBef>
                <a:spcPts val="0"/>
              </a:spcBef>
              <a:spcAft>
                <a:spcPts val="0"/>
              </a:spcAft>
              <a:buClr>
                <a:schemeClr val="dk1"/>
              </a:buClr>
              <a:buSzPts val="3000"/>
              <a:buFont typeface="Barlow Condensed Light"/>
              <a:buChar char="-"/>
            </a:pPr>
            <a:r>
              <a:rPr lang="en" sz="3000">
                <a:solidFill>
                  <a:schemeClr val="dk1"/>
                </a:solidFill>
                <a:latin typeface="Barlow Condensed Light"/>
                <a:ea typeface="Barlow Condensed Light"/>
                <a:cs typeface="Barlow Condensed Light"/>
                <a:sym typeface="Barlow Condensed Light"/>
              </a:rPr>
              <a:t>Educational opportunities</a:t>
            </a:r>
            <a:endParaRPr sz="3000">
              <a:latin typeface="Barlow Condensed"/>
              <a:ea typeface="Barlow Condensed"/>
              <a:cs typeface="Barlow Condensed"/>
              <a:sym typeface="Barlow Condensed"/>
            </a:endParaRPr>
          </a:p>
        </p:txBody>
      </p:sp>
      <p:sp>
        <p:nvSpPr>
          <p:cNvPr id="77" name="Google Shape;77;p13"/>
          <p:cNvSpPr txBox="1"/>
          <p:nvPr/>
        </p:nvSpPr>
        <p:spPr>
          <a:xfrm>
            <a:off x="30895275" y="8214673"/>
            <a:ext cx="4339800" cy="2441700"/>
          </a:xfrm>
          <a:prstGeom prst="rect">
            <a:avLst/>
          </a:prstGeom>
          <a:solidFill>
            <a:srgbClr val="009193"/>
          </a:solidFill>
          <a:ln cap="flat" cmpd="sng" w="76200">
            <a:solidFill>
              <a:srgbClr val="FFFFFF"/>
            </a:solidFill>
            <a:prstDash val="solid"/>
            <a:round/>
            <a:headEnd len="sm" w="sm" type="none"/>
            <a:tailEnd len="sm" w="sm" type="none"/>
          </a:ln>
        </p:spPr>
        <p:txBody>
          <a:bodyPr anchorCtr="0" anchor="t" bIns="91425" lIns="91425" spcFirstLastPara="1" rIns="91425" wrap="square" tIns="91425">
            <a:noAutofit/>
          </a:bodyPr>
          <a:lstStyle/>
          <a:p>
            <a:pPr indent="0" lvl="0" marL="0">
              <a:spcBef>
                <a:spcPts val="0"/>
              </a:spcBef>
              <a:spcAft>
                <a:spcPts val="0"/>
              </a:spcAft>
              <a:buClr>
                <a:schemeClr val="dk1"/>
              </a:buClr>
              <a:buSzPts val="1100"/>
              <a:buFont typeface="Arial"/>
              <a:buNone/>
            </a:pPr>
            <a:r>
              <a:rPr i="1" lang="en" sz="3000">
                <a:solidFill>
                  <a:schemeClr val="dk1"/>
                </a:solidFill>
                <a:latin typeface="Barlow Condensed"/>
                <a:ea typeface="Barlow Condensed"/>
                <a:cs typeface="Barlow Condensed"/>
                <a:sym typeface="Barlow Condensed"/>
              </a:rPr>
              <a:t>Family Variables</a:t>
            </a:r>
            <a:endParaRPr sz="3000">
              <a:solidFill>
                <a:schemeClr val="dk1"/>
              </a:solidFill>
              <a:latin typeface="Barlow Condensed Light"/>
              <a:ea typeface="Barlow Condensed Light"/>
              <a:cs typeface="Barlow Condensed Light"/>
              <a:sym typeface="Barlow Condensed Light"/>
            </a:endParaRPr>
          </a:p>
          <a:p>
            <a:pPr indent="-495300" lvl="0" marL="609600" rtl="0">
              <a:spcBef>
                <a:spcPts val="0"/>
              </a:spcBef>
              <a:spcAft>
                <a:spcPts val="0"/>
              </a:spcAft>
              <a:buClr>
                <a:schemeClr val="dk1"/>
              </a:buClr>
              <a:buSzPts val="3000"/>
              <a:buFont typeface="Barlow Condensed Light"/>
              <a:buChar char="-"/>
            </a:pPr>
            <a:r>
              <a:rPr lang="en" sz="3000">
                <a:solidFill>
                  <a:schemeClr val="dk1"/>
                </a:solidFill>
                <a:latin typeface="Barlow Condensed Light"/>
                <a:ea typeface="Barlow Condensed Light"/>
                <a:cs typeface="Barlow Condensed Light"/>
                <a:sym typeface="Barlow Condensed Light"/>
              </a:rPr>
              <a:t>Health insurance</a:t>
            </a:r>
            <a:endParaRPr sz="3000">
              <a:solidFill>
                <a:schemeClr val="dk1"/>
              </a:solidFill>
              <a:latin typeface="Barlow Condensed Light"/>
              <a:ea typeface="Barlow Condensed Light"/>
              <a:cs typeface="Barlow Condensed Light"/>
              <a:sym typeface="Barlow Condensed Light"/>
            </a:endParaRPr>
          </a:p>
          <a:p>
            <a:pPr indent="-495300" lvl="0" marL="609600" rtl="0">
              <a:spcBef>
                <a:spcPts val="0"/>
              </a:spcBef>
              <a:spcAft>
                <a:spcPts val="0"/>
              </a:spcAft>
              <a:buClr>
                <a:schemeClr val="dk1"/>
              </a:buClr>
              <a:buSzPts val="3000"/>
              <a:buFont typeface="Barlow Condensed Light"/>
              <a:buChar char="-"/>
            </a:pPr>
            <a:r>
              <a:rPr lang="en" sz="3000">
                <a:solidFill>
                  <a:schemeClr val="dk1"/>
                </a:solidFill>
                <a:latin typeface="Barlow Condensed Light"/>
                <a:ea typeface="Barlow Condensed Light"/>
                <a:cs typeface="Barlow Condensed Light"/>
                <a:sym typeface="Barlow Condensed Light"/>
              </a:rPr>
              <a:t>Spousal Employment opportunities</a:t>
            </a:r>
            <a:endParaRPr sz="3000">
              <a:solidFill>
                <a:schemeClr val="dk1"/>
              </a:solidFill>
              <a:latin typeface="Barlow Condensed Light"/>
              <a:ea typeface="Barlow Condensed Light"/>
              <a:cs typeface="Barlow Condensed Light"/>
              <a:sym typeface="Barlow Condensed Light"/>
            </a:endParaRPr>
          </a:p>
          <a:p>
            <a:pPr indent="-495300" lvl="0" marL="609600" rtl="0">
              <a:spcBef>
                <a:spcPts val="0"/>
              </a:spcBef>
              <a:spcAft>
                <a:spcPts val="0"/>
              </a:spcAft>
              <a:buClr>
                <a:schemeClr val="dk1"/>
              </a:buClr>
              <a:buSzPts val="3000"/>
              <a:buFont typeface="Barlow Condensed Light"/>
              <a:buChar char="-"/>
            </a:pPr>
            <a:r>
              <a:rPr lang="en" sz="3000">
                <a:solidFill>
                  <a:schemeClr val="dk1"/>
                </a:solidFill>
                <a:latin typeface="Barlow Condensed Light"/>
                <a:ea typeface="Barlow Condensed Light"/>
                <a:cs typeface="Barlow Condensed Light"/>
                <a:sym typeface="Barlow Condensed Light"/>
              </a:rPr>
              <a:t>Welfare</a:t>
            </a:r>
            <a:endParaRPr sz="3000">
              <a:latin typeface="Barlow Condensed"/>
              <a:ea typeface="Barlow Condensed"/>
              <a:cs typeface="Barlow Condensed"/>
              <a:sym typeface="Barlow Condensed"/>
            </a:endParaRPr>
          </a:p>
        </p:txBody>
      </p:sp>
      <p:sp>
        <p:nvSpPr>
          <p:cNvPr id="78" name="Google Shape;78;p13"/>
          <p:cNvSpPr txBox="1"/>
          <p:nvPr/>
        </p:nvSpPr>
        <p:spPr>
          <a:xfrm>
            <a:off x="31799463" y="10709098"/>
            <a:ext cx="3435600" cy="1937700"/>
          </a:xfrm>
          <a:prstGeom prst="rect">
            <a:avLst/>
          </a:prstGeom>
          <a:solidFill>
            <a:srgbClr val="002060"/>
          </a:solidFill>
          <a:ln cap="flat" cmpd="sng" w="76200">
            <a:solidFill>
              <a:srgbClr val="FFFFFF"/>
            </a:solidFill>
            <a:prstDash val="solid"/>
            <a:round/>
            <a:headEnd len="sm" w="sm" type="none"/>
            <a:tailEnd len="sm" w="sm" type="none"/>
          </a:ln>
        </p:spPr>
        <p:txBody>
          <a:bodyPr anchorCtr="0" anchor="t" bIns="91425" lIns="91425" spcFirstLastPara="1" rIns="91425" wrap="square" tIns="91425">
            <a:noAutofit/>
          </a:bodyPr>
          <a:lstStyle/>
          <a:p>
            <a:pPr indent="0" lvl="0" marL="0">
              <a:spcBef>
                <a:spcPts val="0"/>
              </a:spcBef>
              <a:spcAft>
                <a:spcPts val="0"/>
              </a:spcAft>
              <a:buClr>
                <a:schemeClr val="dk1"/>
              </a:buClr>
              <a:buSzPts val="1100"/>
              <a:buFont typeface="Arial"/>
              <a:buNone/>
            </a:pPr>
            <a:r>
              <a:rPr i="1" lang="en" sz="3000">
                <a:solidFill>
                  <a:srgbClr val="FFFFFF"/>
                </a:solidFill>
                <a:latin typeface="Barlow Condensed"/>
                <a:ea typeface="Barlow Condensed"/>
                <a:cs typeface="Barlow Condensed"/>
                <a:sym typeface="Barlow Condensed"/>
              </a:rPr>
              <a:t>Soldier Variables</a:t>
            </a:r>
            <a:endParaRPr i="1" sz="3000">
              <a:solidFill>
                <a:srgbClr val="FFFFFF"/>
              </a:solidFill>
              <a:latin typeface="Barlow Condensed"/>
              <a:ea typeface="Barlow Condensed"/>
              <a:cs typeface="Barlow Condensed"/>
              <a:sym typeface="Barlow Condensed"/>
            </a:endParaRPr>
          </a:p>
          <a:p>
            <a:pPr indent="-495300" lvl="0" marL="609600" rtl="0">
              <a:spcBef>
                <a:spcPts val="0"/>
              </a:spcBef>
              <a:spcAft>
                <a:spcPts val="0"/>
              </a:spcAft>
              <a:buClr>
                <a:srgbClr val="FFFFFF"/>
              </a:buClr>
              <a:buSzPts val="3000"/>
              <a:buFont typeface="Barlow Condensed Light"/>
              <a:buChar char="-"/>
            </a:pPr>
            <a:r>
              <a:rPr lang="en" sz="3000">
                <a:solidFill>
                  <a:srgbClr val="FFFFFF"/>
                </a:solidFill>
                <a:latin typeface="Barlow Condensed Light"/>
                <a:ea typeface="Barlow Condensed Light"/>
                <a:cs typeface="Barlow Condensed Light"/>
                <a:sym typeface="Barlow Condensed Light"/>
              </a:rPr>
              <a:t>Marital Status</a:t>
            </a:r>
            <a:endParaRPr sz="3000">
              <a:solidFill>
                <a:srgbClr val="FFFFFF"/>
              </a:solidFill>
              <a:latin typeface="Barlow Condensed Light"/>
              <a:ea typeface="Barlow Condensed Light"/>
              <a:cs typeface="Barlow Condensed Light"/>
              <a:sym typeface="Barlow Condensed Light"/>
            </a:endParaRPr>
          </a:p>
          <a:p>
            <a:pPr indent="-495300" lvl="0" marL="609600" rtl="0">
              <a:spcBef>
                <a:spcPts val="0"/>
              </a:spcBef>
              <a:spcAft>
                <a:spcPts val="0"/>
              </a:spcAft>
              <a:buClr>
                <a:srgbClr val="FFFFFF"/>
              </a:buClr>
              <a:buSzPts val="3000"/>
              <a:buFont typeface="Barlow Condensed Light"/>
              <a:buChar char="-"/>
            </a:pPr>
            <a:r>
              <a:rPr lang="en" sz="3000">
                <a:solidFill>
                  <a:srgbClr val="FFFFFF"/>
                </a:solidFill>
                <a:latin typeface="Barlow Condensed Light"/>
                <a:ea typeface="Barlow Condensed Light"/>
                <a:cs typeface="Barlow Condensed Light"/>
                <a:sym typeface="Barlow Condensed Light"/>
              </a:rPr>
              <a:t>Income</a:t>
            </a:r>
            <a:endParaRPr sz="3000">
              <a:solidFill>
                <a:srgbClr val="FFFFFF"/>
              </a:solidFill>
              <a:latin typeface="Barlow Condensed Light"/>
              <a:ea typeface="Barlow Condensed Light"/>
              <a:cs typeface="Barlow Condensed Light"/>
              <a:sym typeface="Barlow Condensed Light"/>
            </a:endParaRPr>
          </a:p>
          <a:p>
            <a:pPr indent="-495300" lvl="0" marL="609600" rtl="0">
              <a:spcBef>
                <a:spcPts val="0"/>
              </a:spcBef>
              <a:spcAft>
                <a:spcPts val="0"/>
              </a:spcAft>
              <a:buClr>
                <a:srgbClr val="FFFFFF"/>
              </a:buClr>
              <a:buSzPts val="3000"/>
              <a:buFont typeface="Barlow Condensed Light"/>
              <a:buChar char="-"/>
            </a:pPr>
            <a:r>
              <a:rPr lang="en" sz="3000">
                <a:solidFill>
                  <a:srgbClr val="FFFFFF"/>
                </a:solidFill>
                <a:latin typeface="Barlow Condensed Light"/>
                <a:ea typeface="Barlow Condensed Light"/>
                <a:cs typeface="Barlow Condensed Light"/>
                <a:sym typeface="Barlow Condensed Light"/>
              </a:rPr>
              <a:t>Children</a:t>
            </a:r>
            <a:endParaRPr sz="3000">
              <a:solidFill>
                <a:srgbClr val="FFFFFF"/>
              </a:solidFill>
              <a:latin typeface="Barlow Condensed"/>
              <a:ea typeface="Barlow Condensed"/>
              <a:cs typeface="Barlow Condensed"/>
              <a:sym typeface="Barlow Condensed"/>
            </a:endParaRPr>
          </a:p>
        </p:txBody>
      </p:sp>
      <p:sp>
        <p:nvSpPr>
          <p:cNvPr id="79" name="Google Shape;79;p13"/>
          <p:cNvSpPr txBox="1"/>
          <p:nvPr/>
        </p:nvSpPr>
        <p:spPr>
          <a:xfrm>
            <a:off x="23989725" y="14193375"/>
            <a:ext cx="11379300" cy="1356000"/>
          </a:xfrm>
          <a:prstGeom prst="rect">
            <a:avLst/>
          </a:prstGeom>
          <a:noFill/>
          <a:ln>
            <a:noFill/>
          </a:ln>
        </p:spPr>
        <p:txBody>
          <a:bodyPr anchorCtr="0" anchor="t" bIns="91425" lIns="91425" spcFirstLastPara="1" rIns="91425" wrap="square" tIns="91425">
            <a:noAutofit/>
          </a:bodyPr>
          <a:lstStyle/>
          <a:p>
            <a:pPr indent="0" lvl="0" marL="0">
              <a:spcBef>
                <a:spcPts val="0"/>
              </a:spcBef>
              <a:spcAft>
                <a:spcPts val="0"/>
              </a:spcAft>
              <a:buNone/>
            </a:pPr>
            <a:r>
              <a:rPr i="1" lang="en" sz="2400">
                <a:solidFill>
                  <a:srgbClr val="5D89B4"/>
                </a:solidFill>
                <a:latin typeface="Barlow Condensed"/>
                <a:ea typeface="Barlow Condensed"/>
                <a:cs typeface="Barlow Condensed"/>
                <a:sym typeface="Barlow Condensed"/>
              </a:rPr>
              <a:t>Figure 1: Graphic showing embeddedness of the Soldier within the Army, the family, and the community, and relevant variables related to each. Note SMOC is “Selected monthly owner costs” - the sum of payments for mortgages, including home equity loans and other junior mortgages</a:t>
            </a:r>
            <a:r>
              <a:rPr i="1" lang="en" sz="2400">
                <a:solidFill>
                  <a:srgbClr val="5D89B4"/>
                </a:solidFill>
                <a:latin typeface="Barlow Condensed"/>
                <a:ea typeface="Barlow Condensed"/>
                <a:cs typeface="Barlow Condensed"/>
                <a:sym typeface="Barlow Condensed"/>
              </a:rPr>
              <a:t>; for example insurance and utilities.</a:t>
            </a:r>
            <a:endParaRPr i="1" sz="2400">
              <a:solidFill>
                <a:srgbClr val="5D89B4"/>
              </a:solidFill>
              <a:latin typeface="Barlow Condensed"/>
              <a:ea typeface="Barlow Condensed"/>
              <a:cs typeface="Barlow Condensed"/>
              <a:sym typeface="Barlow Condensed"/>
            </a:endParaRPr>
          </a:p>
        </p:txBody>
      </p:sp>
      <p:pic>
        <p:nvPicPr>
          <p:cNvPr id="80" name="Google Shape;80;p13"/>
          <p:cNvPicPr preferRelativeResize="0"/>
          <p:nvPr/>
        </p:nvPicPr>
        <p:blipFill rotWithShape="1">
          <a:blip r:embed="rId3">
            <a:alphaModFix/>
          </a:blip>
          <a:srcRect b="0" l="130" r="-129" t="0"/>
          <a:stretch/>
        </p:blipFill>
        <p:spPr>
          <a:xfrm>
            <a:off x="24106300" y="23146750"/>
            <a:ext cx="10915500" cy="6076250"/>
          </a:xfrm>
          <a:prstGeom prst="rect">
            <a:avLst/>
          </a:prstGeom>
          <a:noFill/>
          <a:ln>
            <a:noFill/>
          </a:ln>
        </p:spPr>
      </p:pic>
      <p:pic>
        <p:nvPicPr>
          <p:cNvPr id="81" name="Google Shape;81;p13"/>
          <p:cNvPicPr preferRelativeResize="0"/>
          <p:nvPr/>
        </p:nvPicPr>
        <p:blipFill rotWithShape="1">
          <a:blip r:embed="rId4">
            <a:alphaModFix/>
          </a:blip>
          <a:srcRect b="0" l="-939" r="-111" t="0"/>
          <a:stretch/>
        </p:blipFill>
        <p:spPr>
          <a:xfrm>
            <a:off x="11991750" y="29480600"/>
            <a:ext cx="11498451" cy="5979850"/>
          </a:xfrm>
          <a:prstGeom prst="rect">
            <a:avLst/>
          </a:prstGeom>
          <a:noFill/>
          <a:ln>
            <a:noFill/>
          </a:ln>
        </p:spPr>
      </p:pic>
      <p:sp>
        <p:nvSpPr>
          <p:cNvPr id="82" name="Google Shape;82;p13"/>
          <p:cNvSpPr txBox="1"/>
          <p:nvPr/>
        </p:nvSpPr>
        <p:spPr>
          <a:xfrm>
            <a:off x="861700" y="24951200"/>
            <a:ext cx="11498400" cy="1105800"/>
          </a:xfrm>
          <a:prstGeom prst="rect">
            <a:avLst/>
          </a:prstGeom>
          <a:noFill/>
          <a:ln>
            <a:noFill/>
          </a:ln>
        </p:spPr>
        <p:txBody>
          <a:bodyPr anchorCtr="0" anchor="ctr" bIns="91425" lIns="91425" spcFirstLastPara="1" rIns="91425" wrap="square" tIns="91425">
            <a:noAutofit/>
          </a:bodyPr>
          <a:lstStyle/>
          <a:p>
            <a:pPr indent="0" lvl="0" marL="0" rtl="0">
              <a:spcBef>
                <a:spcPts val="0"/>
              </a:spcBef>
              <a:spcAft>
                <a:spcPts val="0"/>
              </a:spcAft>
              <a:buClr>
                <a:schemeClr val="dk1"/>
              </a:buClr>
              <a:buFont typeface="Arial"/>
              <a:buNone/>
            </a:pPr>
            <a:r>
              <a:rPr i="1" lang="en" sz="2000">
                <a:solidFill>
                  <a:srgbClr val="5D89B4"/>
                </a:solidFill>
                <a:latin typeface="Barlow Condensed"/>
                <a:ea typeface="Barlow Condensed"/>
                <a:cs typeface="Barlow Condensed"/>
                <a:sym typeface="Barlow Condensed"/>
              </a:rPr>
              <a:t>Figure 2:</a:t>
            </a:r>
            <a:r>
              <a:rPr i="1" lang="en" sz="2000">
                <a:solidFill>
                  <a:srgbClr val="5D89B4"/>
                </a:solidFill>
                <a:latin typeface="Barlow Condensed"/>
                <a:ea typeface="Barlow Condensed"/>
                <a:cs typeface="Barlow Condensed"/>
                <a:sym typeface="Barlow Condensed"/>
              </a:rPr>
              <a:t> Map of Installations in the contiguous US, colored by random forest clustering algorithm with K = 3 clusters.  Notice the geographic correlation of the clustering, with the orange installations clustered in more major metropolitan areas, green scattered across the country, and blue in the Northwestern US.</a:t>
            </a:r>
            <a:endParaRPr sz="2000">
              <a:latin typeface="Barlow Condensed"/>
              <a:ea typeface="Barlow Condensed"/>
              <a:cs typeface="Barlow Condensed"/>
              <a:sym typeface="Barlow Condensed"/>
            </a:endParaRPr>
          </a:p>
        </p:txBody>
      </p:sp>
      <p:pic>
        <p:nvPicPr>
          <p:cNvPr id="83" name="Google Shape;83;p13"/>
          <p:cNvPicPr preferRelativeResize="0"/>
          <p:nvPr/>
        </p:nvPicPr>
        <p:blipFill rotWithShape="1">
          <a:blip r:embed="rId5">
            <a:alphaModFix/>
          </a:blip>
          <a:srcRect b="0" l="-170" r="170" t="0"/>
          <a:stretch/>
        </p:blipFill>
        <p:spPr>
          <a:xfrm>
            <a:off x="24015275" y="29404400"/>
            <a:ext cx="10915500" cy="6076250"/>
          </a:xfrm>
          <a:prstGeom prst="rect">
            <a:avLst/>
          </a:prstGeom>
          <a:noFill/>
          <a:ln>
            <a:noFill/>
          </a:ln>
        </p:spPr>
      </p:pic>
      <p:sp>
        <p:nvSpPr>
          <p:cNvPr id="84" name="Google Shape;84;p13"/>
          <p:cNvSpPr txBox="1"/>
          <p:nvPr/>
        </p:nvSpPr>
        <p:spPr>
          <a:xfrm>
            <a:off x="12631175" y="5061800"/>
            <a:ext cx="11100600" cy="979200"/>
          </a:xfrm>
          <a:prstGeom prst="rect">
            <a:avLst/>
          </a:prstGeom>
          <a:solidFill>
            <a:srgbClr val="5D89B4"/>
          </a:solidFill>
          <a:ln>
            <a:noFill/>
          </a:ln>
        </p:spPr>
        <p:txBody>
          <a:bodyPr anchorCtr="0" anchor="ctr" bIns="156150" lIns="312475" spcFirstLastPara="1" rIns="312475" wrap="square" tIns="156150">
            <a:noAutofit/>
          </a:bodyPr>
          <a:lstStyle/>
          <a:p>
            <a:pPr indent="0" lvl="0" marL="0" rtl="0">
              <a:spcBef>
                <a:spcPts val="0"/>
              </a:spcBef>
              <a:spcAft>
                <a:spcPts val="0"/>
              </a:spcAft>
              <a:buClr>
                <a:srgbClr val="000000"/>
              </a:buClr>
              <a:buFont typeface="Arial"/>
              <a:buNone/>
            </a:pPr>
            <a:r>
              <a:rPr b="1" lang="en" sz="4800">
                <a:solidFill>
                  <a:srgbClr val="FFFFFF"/>
                </a:solidFill>
                <a:latin typeface="Barlow Condensed"/>
                <a:ea typeface="Barlow Condensed"/>
                <a:cs typeface="Barlow Condensed"/>
                <a:sym typeface="Barlow Condensed"/>
              </a:rPr>
              <a:t>Data Sources</a:t>
            </a:r>
            <a:endParaRPr b="1" sz="4800">
              <a:solidFill>
                <a:srgbClr val="FFFFFF"/>
              </a:solidFill>
              <a:latin typeface="Barlow Condensed"/>
              <a:ea typeface="Barlow Condensed"/>
              <a:cs typeface="Barlow Condensed"/>
              <a:sym typeface="Barlow Condensed"/>
            </a:endParaRPr>
          </a:p>
        </p:txBody>
      </p:sp>
      <p:pic>
        <p:nvPicPr>
          <p:cNvPr id="85" name="Google Shape;85;p13"/>
          <p:cNvPicPr preferRelativeResize="0"/>
          <p:nvPr/>
        </p:nvPicPr>
        <p:blipFill>
          <a:blip r:embed="rId6">
            <a:alphaModFix/>
          </a:blip>
          <a:stretch>
            <a:fillRect/>
          </a:stretch>
        </p:blipFill>
        <p:spPr>
          <a:xfrm>
            <a:off x="864037" y="18256104"/>
            <a:ext cx="11437386" cy="6408000"/>
          </a:xfrm>
          <a:prstGeom prst="rect">
            <a:avLst/>
          </a:prstGeom>
          <a:noFill/>
          <a:ln cap="flat" cmpd="sng" w="19050">
            <a:solidFill>
              <a:srgbClr val="861F41"/>
            </a:solidFill>
            <a:prstDash val="solid"/>
            <a:round/>
            <a:headEnd len="sm" w="sm" type="none"/>
            <a:tailEnd len="sm" w="sm" type="none"/>
          </a:ln>
          <a:effectLst>
            <a:outerShdw blurRad="57150" rotWithShape="0" algn="bl" dir="5400000" dist="19050">
              <a:srgbClr val="000000">
                <a:alpha val="50000"/>
              </a:srgbClr>
            </a:outerShdw>
          </a:effectLst>
        </p:spPr>
      </p:pic>
      <p:pic>
        <p:nvPicPr>
          <p:cNvPr id="86" name="Google Shape;86;p13"/>
          <p:cNvPicPr preferRelativeResize="0"/>
          <p:nvPr/>
        </p:nvPicPr>
        <p:blipFill>
          <a:blip r:embed="rId7">
            <a:alphaModFix/>
          </a:blip>
          <a:stretch>
            <a:fillRect/>
          </a:stretch>
        </p:blipFill>
        <p:spPr>
          <a:xfrm>
            <a:off x="9691325" y="38034400"/>
            <a:ext cx="2857500" cy="2857500"/>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D45AE3D1135F4E41AB498540A40487BD" ma:contentTypeVersion="18" ma:contentTypeDescription="Create a new document." ma:contentTypeScope="" ma:versionID="15adbd330118f8d06bc6615d15ac85a9">
  <xsd:schema xmlns:xsd="http://www.w3.org/2001/XMLSchema" xmlns:xs="http://www.w3.org/2001/XMLSchema" xmlns:p="http://schemas.microsoft.com/office/2006/metadata/properties" xmlns:ns2="7a2657dd-b8a5-4c99-8d51-b0b9d254c989" xmlns:ns3="5ba80a41-9917-4a22-8f13-cb051ddce64c" targetNamespace="http://schemas.microsoft.com/office/2006/metadata/properties" ma:root="true" ma:fieldsID="f6a41e235a72bf34fead84cba91ed4b2" ns2:_="" ns3:_="">
    <xsd:import namespace="7a2657dd-b8a5-4c99-8d51-b0b9d254c989"/>
    <xsd:import namespace="5ba80a41-9917-4a22-8f13-cb051ddce64c"/>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2:MediaServiceDateTaken" minOccurs="0"/>
                <xsd:element ref="ns2:MediaServiceAutoTags" minOccurs="0"/>
                <xsd:element ref="ns2:MediaServiceOCR" minOccurs="0"/>
                <xsd:element ref="ns2:MediaServiceGenerationTime" minOccurs="0"/>
                <xsd:element ref="ns2:MediaServiceEventHashCode" minOccurs="0"/>
                <xsd:element ref="ns2:MediaServiceLocation" minOccurs="0"/>
                <xsd:element ref="ns3:SharedWithUsers" minOccurs="0"/>
                <xsd:element ref="ns3:SharedWithDetails" minOccurs="0"/>
                <xsd:element ref="ns2:MediaLengthInSeconds" minOccurs="0"/>
                <xsd:element ref="ns2:lcf76f155ced4ddcb4097134ff3c332f" minOccurs="0"/>
                <xsd:element ref="ns3:TaxCatchAll" minOccurs="0"/>
                <xsd:element ref="ns2:MediaServiceObjectDetectorVersions"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a2657dd-b8a5-4c99-8d51-b0b9d254c989"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DateTaken" ma:index="12" nillable="true" ma:displayName="MediaServiceDateTaken" ma:hidden="true" ma:internalName="MediaServiceDateTaken" ma:readOnly="true">
      <xsd:simpleType>
        <xsd:restriction base="dms:Text"/>
      </xsd:simpleType>
    </xsd:element>
    <xsd:element name="MediaServiceAutoTags" ma:index="13" nillable="true" ma:displayName="Tags" ma:internalName="MediaServiceAutoTags" ma:readOnly="true">
      <xsd:simpleType>
        <xsd:restriction base="dms:Text"/>
      </xsd:simpleType>
    </xsd:element>
    <xsd:element name="MediaServiceOCR" ma:index="14" nillable="true" ma:displayName="Extracted Text" ma:internalName="MediaServiceOCR" ma:readOnly="true">
      <xsd:simpleType>
        <xsd:restriction base="dms:Note">
          <xsd:maxLength value="255"/>
        </xsd:restriction>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ServiceLocation" ma:index="17" nillable="true" ma:displayName="Location" ma:internalName="MediaServiceLocation" ma:readOnly="true">
      <xsd:simpleType>
        <xsd:restriction base="dms:Text"/>
      </xsd:simpleType>
    </xsd:element>
    <xsd:element name="MediaLengthInSeconds" ma:index="20" nillable="true" ma:displayName="Length (seconds)" ma:internalName="MediaLengthInSeconds" ma:readOnly="true">
      <xsd:simpleType>
        <xsd:restriction base="dms:Unknown"/>
      </xsd:simpleType>
    </xsd:element>
    <xsd:element name="lcf76f155ced4ddcb4097134ff3c332f" ma:index="22" nillable="true" ma:taxonomy="true" ma:internalName="lcf76f155ced4ddcb4097134ff3c332f" ma:taxonomyFieldName="MediaServiceImageTags" ma:displayName="Image Tags" ma:readOnly="false" ma:fieldId="{5cf76f15-5ced-4ddc-b409-7134ff3c332f}" ma:taxonomyMulti="true" ma:sspId="1d038b50-52dc-447d-ac2e-a29bd036c4b1"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4" nillable="true" ma:displayName="MediaServiceObjectDetectorVersions" ma:description="" ma:hidden="true" ma:indexed="true" ma:internalName="MediaServiceObjectDetectorVersions" ma:readOnly="true">
      <xsd:simpleType>
        <xsd:restriction base="dms:Text"/>
      </xsd:simpleType>
    </xsd:element>
    <xsd:element name="MediaServiceSearchProperties" ma:index="25"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5ba80a41-9917-4a22-8f13-cb051ddce64c" elementFormDefault="qualified">
    <xsd:import namespace="http://schemas.microsoft.com/office/2006/documentManagement/types"/>
    <xsd:import namespace="http://schemas.microsoft.com/office/infopath/2007/PartnerControls"/>
    <xsd:element name="SharedWithUsers" ma:index="1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9" nillable="true" ma:displayName="Shared With Details" ma:internalName="SharedWithDetails" ma:readOnly="true">
      <xsd:simpleType>
        <xsd:restriction base="dms:Note">
          <xsd:maxLength value="255"/>
        </xsd:restriction>
      </xsd:simpleType>
    </xsd:element>
    <xsd:element name="TaxCatchAll" ma:index="23" nillable="true" ma:displayName="Taxonomy Catch All Column" ma:hidden="true" ma:list="{fceef030-0fd2-4c4f-af00-feafa4f18198}" ma:internalName="TaxCatchAll" ma:showField="CatchAllData" ma:web="5ba80a41-9917-4a22-8f13-cb051ddce64c">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7a2657dd-b8a5-4c99-8d51-b0b9d254c989">
      <Terms xmlns="http://schemas.microsoft.com/office/infopath/2007/PartnerControls"/>
    </lcf76f155ced4ddcb4097134ff3c332f>
    <TaxCatchAll xmlns="5ba80a41-9917-4a22-8f13-cb051ddce64c" xsi:nil="true"/>
  </documentManagement>
</p:properties>
</file>

<file path=customXml/itemProps1.xml><?xml version="1.0" encoding="utf-8"?>
<ds:datastoreItem xmlns:ds="http://schemas.openxmlformats.org/officeDocument/2006/customXml" ds:itemID="{A50CFB5D-0492-4F4B-867B-45C0B41F11B4}"/>
</file>

<file path=customXml/itemProps2.xml><?xml version="1.0" encoding="utf-8"?>
<ds:datastoreItem xmlns:ds="http://schemas.openxmlformats.org/officeDocument/2006/customXml" ds:itemID="{F16768AC-9C6C-4AA6-B2BB-DB2C8A9FECBA}"/>
</file>

<file path=customXml/itemProps3.xml><?xml version="1.0" encoding="utf-8"?>
<ds:datastoreItem xmlns:ds="http://schemas.openxmlformats.org/officeDocument/2006/customXml" ds:itemID="{E4F07FB2-14B7-4E82-8326-CE1C074D8849}"/>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0x010100D45AE3D1135F4E41AB498540A40487BD</vt:lpwstr>
  </property>
</Properties>
</file>
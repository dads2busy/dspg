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slides/slide3.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presentation.xml" ContentType="application/vnd.openxmlformats-officedocument.presentationml.presentation.main+xml"/>
  <Override PartName="/ppt/slides/slide2.xml" ContentType="application/vnd.openxmlformats-officedocument.presentationml.slide+xml"/>
  <Override PartName="/ppt/slides/slide1.xml" ContentType="application/vnd.openxmlformats-officedocument.presentationml.slide+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20.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slideMasters/slideMaster9.xml" ContentType="application/vnd.openxmlformats-officedocument.presentationml.slideMaster+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8.xml" ContentType="application/vnd.openxmlformats-officedocument.theme+xml"/>
  <Override PartName="/ppt/theme/theme3.xml" ContentType="application/vnd.openxmlformats-officedocument.theme+xml"/>
  <Override PartName="/ppt/theme/theme7.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4" r:id="rId2"/>
    <p:sldMasterId id="2147483666" r:id="rId3"/>
    <p:sldMasterId id="2147483672" r:id="rId4"/>
    <p:sldMasterId id="2147483674" r:id="rId5"/>
    <p:sldMasterId id="2147483680" r:id="rId6"/>
    <p:sldMasterId id="2147483682" r:id="rId7"/>
    <p:sldMasterId id="2147483688" r:id="rId8"/>
    <p:sldMasterId id="2147483690" r:id="rId9"/>
  </p:sldMasterIdLst>
  <p:notesMasterIdLst>
    <p:notesMasterId r:id="rId15"/>
  </p:notesMasterIdLst>
  <p:sldIdLst>
    <p:sldId id="261" r:id="rId10"/>
    <p:sldId id="265" r:id="rId11"/>
    <p:sldId id="266" r:id="rId12"/>
    <p:sldId id="267" r:id="rId13"/>
    <p:sldId id="268" r:id="rId14"/>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70" autoAdjust="0"/>
    <p:restoredTop sz="91944" autoAdjust="0"/>
  </p:normalViewPr>
  <p:slideViewPr>
    <p:cSldViewPr snapToGrid="0">
      <p:cViewPr varScale="1">
        <p:scale>
          <a:sx n="115" d="100"/>
          <a:sy n="115" d="100"/>
        </p:scale>
        <p:origin x="37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4.xml"/><Relationship Id="rId18"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customXml" Target="../customXml/item2.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5" Type="http://schemas.openxmlformats.org/officeDocument/2006/relationships/slideMaster" Target="slideMasters/slideMaster5.xml"/><Relationship Id="rId15" Type="http://schemas.openxmlformats.org/officeDocument/2006/relationships/notesMaster" Target="notesMasters/notesMaster1.xml"/><Relationship Id="rId10" Type="http://schemas.openxmlformats.org/officeDocument/2006/relationships/slide" Target="slides/slide1.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3408"/>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3408"/>
          </a:xfrm>
          <a:prstGeom prst="rect">
            <a:avLst/>
          </a:prstGeom>
        </p:spPr>
        <p:txBody>
          <a:bodyPr vert="horz" lIns="92492" tIns="46246" rIns="92492" bIns="46246" rtlCol="0"/>
          <a:lstStyle>
            <a:lvl1pPr algn="r">
              <a:defRPr sz="1200"/>
            </a:lvl1pPr>
          </a:lstStyle>
          <a:p>
            <a:fld id="{166F972D-C9C3-4684-8F04-4EE2130473DA}" type="datetimeFigureOut">
              <a:rPr lang="en-US" smtClean="0"/>
              <a:t>5/23/19</a:t>
            </a:fld>
            <a:endParaRPr lang="en-US"/>
          </a:p>
        </p:txBody>
      </p:sp>
      <p:sp>
        <p:nvSpPr>
          <p:cNvPr id="4" name="Slide Image Placeholder 3"/>
          <p:cNvSpPr>
            <a:spLocks noGrp="1" noRot="1" noChangeAspect="1"/>
          </p:cNvSpPr>
          <p:nvPr>
            <p:ph type="sldImg" idx="2"/>
          </p:nvPr>
        </p:nvSpPr>
        <p:spPr>
          <a:xfrm>
            <a:off x="703263" y="1154113"/>
            <a:ext cx="5543550" cy="3117850"/>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444861"/>
            <a:ext cx="5560060" cy="3636705"/>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3407"/>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3407"/>
          </a:xfrm>
          <a:prstGeom prst="rect">
            <a:avLst/>
          </a:prstGeom>
        </p:spPr>
        <p:txBody>
          <a:bodyPr vert="horz" lIns="92492" tIns="46246" rIns="92492" bIns="46246" rtlCol="0" anchor="b"/>
          <a:lstStyle>
            <a:lvl1pPr algn="r">
              <a:defRPr sz="1200"/>
            </a:lvl1pPr>
          </a:lstStyle>
          <a:p>
            <a:fld id="{E75BB4DF-6A98-4887-994B-147B4CA115E4}" type="slidenum">
              <a:rPr lang="en-US" smtClean="0"/>
              <a:t>‹#›</a:t>
            </a:fld>
            <a:endParaRPr lang="en-US"/>
          </a:p>
        </p:txBody>
      </p:sp>
    </p:spTree>
    <p:extLst>
      <p:ext uri="{BB962C8B-B14F-4D97-AF65-F5344CB8AC3E}">
        <p14:creationId xmlns:p14="http://schemas.microsoft.com/office/powerpoint/2010/main" val="3668110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75BB4DF-6A98-4887-994B-147B4CA115E4}" type="slidenum">
              <a:rPr lang="en-US" smtClean="0"/>
              <a:t>2</a:t>
            </a:fld>
            <a:endParaRPr lang="en-US"/>
          </a:p>
        </p:txBody>
      </p:sp>
    </p:spTree>
    <p:extLst>
      <p:ext uri="{BB962C8B-B14F-4D97-AF65-F5344CB8AC3E}">
        <p14:creationId xmlns:p14="http://schemas.microsoft.com/office/powerpoint/2010/main" val="2190279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75BB4DF-6A98-4887-994B-147B4CA115E4}" type="slidenum">
              <a:rPr lang="en-US" smtClean="0"/>
              <a:t>3</a:t>
            </a:fld>
            <a:endParaRPr lang="en-US"/>
          </a:p>
        </p:txBody>
      </p:sp>
    </p:spTree>
    <p:extLst>
      <p:ext uri="{BB962C8B-B14F-4D97-AF65-F5344CB8AC3E}">
        <p14:creationId xmlns:p14="http://schemas.microsoft.com/office/powerpoint/2010/main" val="206558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75BB4DF-6A98-4887-994B-147B4CA115E4}" type="slidenum">
              <a:rPr lang="en-US" smtClean="0"/>
              <a:t>4</a:t>
            </a:fld>
            <a:endParaRPr lang="en-US"/>
          </a:p>
        </p:txBody>
      </p:sp>
    </p:spTree>
    <p:extLst>
      <p:ext uri="{BB962C8B-B14F-4D97-AF65-F5344CB8AC3E}">
        <p14:creationId xmlns:p14="http://schemas.microsoft.com/office/powerpoint/2010/main" val="963013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75BB4DF-6A98-4887-994B-147B4CA115E4}" type="slidenum">
              <a:rPr lang="en-US" smtClean="0"/>
              <a:t>5</a:t>
            </a:fld>
            <a:endParaRPr lang="en-US"/>
          </a:p>
        </p:txBody>
      </p:sp>
    </p:spTree>
    <p:extLst>
      <p:ext uri="{BB962C8B-B14F-4D97-AF65-F5344CB8AC3E}">
        <p14:creationId xmlns:p14="http://schemas.microsoft.com/office/powerpoint/2010/main" val="679541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ag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0" y="1682757"/>
            <a:ext cx="12192000" cy="732883"/>
          </a:xfrm>
          <a:prstGeom prst="rect">
            <a:avLst/>
          </a:prstGeom>
        </p:spPr>
        <p:txBody>
          <a:bodyPr vert="horz"/>
          <a:lstStyle>
            <a:lvl1pPr marL="0" indent="0" algn="ctr">
              <a:buFontTx/>
              <a:buNone/>
              <a:defRPr sz="5400">
                <a:solidFill>
                  <a:schemeClr val="bg1"/>
                </a:solidFill>
                <a:latin typeface="ITC Franklin Gothic Std Demi Compressed"/>
              </a:defRPr>
            </a:lvl1pPr>
          </a:lstStyle>
          <a:p>
            <a:pPr lvl="0"/>
            <a:r>
              <a:rPr lang="en-US" dirty="0"/>
              <a:t>PRESENTATION TITLE</a:t>
            </a:r>
          </a:p>
        </p:txBody>
      </p:sp>
      <p:sp>
        <p:nvSpPr>
          <p:cNvPr id="10" name="Text Placeholder 9"/>
          <p:cNvSpPr>
            <a:spLocks noGrp="1"/>
          </p:cNvSpPr>
          <p:nvPr>
            <p:ph type="body" sz="quarter" idx="11" hasCustomPrompt="1"/>
          </p:nvPr>
        </p:nvSpPr>
        <p:spPr>
          <a:xfrm>
            <a:off x="11289" y="2415639"/>
            <a:ext cx="12192000" cy="773112"/>
          </a:xfrm>
          <a:prstGeom prst="rect">
            <a:avLst/>
          </a:prstGeom>
        </p:spPr>
        <p:txBody>
          <a:bodyPr vert="horz"/>
          <a:lstStyle>
            <a:lvl1pPr marL="0" indent="0" algn="ctr">
              <a:buFontTx/>
              <a:buNone/>
              <a:defRPr sz="4400" baseline="0">
                <a:solidFill>
                  <a:schemeClr val="bg1"/>
                </a:solidFill>
                <a:latin typeface="ITC Franklin Gothic Std Demi Extra Compressed"/>
              </a:defRPr>
            </a:lvl1pPr>
          </a:lstStyle>
          <a:p>
            <a:pPr lvl="0"/>
            <a:r>
              <a:rPr lang="en-US" dirty="0"/>
              <a:t>Subtitle Here</a:t>
            </a:r>
          </a:p>
        </p:txBody>
      </p:sp>
      <p:sp>
        <p:nvSpPr>
          <p:cNvPr id="14" name="Text Placeholder 13"/>
          <p:cNvSpPr>
            <a:spLocks noGrp="1"/>
          </p:cNvSpPr>
          <p:nvPr>
            <p:ph type="body" sz="quarter" idx="12" hasCustomPrompt="1"/>
          </p:nvPr>
        </p:nvSpPr>
        <p:spPr>
          <a:xfrm>
            <a:off x="12095" y="3644103"/>
            <a:ext cx="12192000" cy="419581"/>
          </a:xfrm>
          <a:prstGeom prst="rect">
            <a:avLst/>
          </a:prstGeom>
        </p:spPr>
        <p:txBody>
          <a:bodyPr vert="horz"/>
          <a:lstStyle>
            <a:lvl1pPr marL="0" indent="0" algn="ctr">
              <a:buFontTx/>
              <a:buNone/>
              <a:defRPr sz="2800" baseline="0">
                <a:solidFill>
                  <a:schemeClr val="bg1"/>
                </a:solidFill>
                <a:latin typeface="ITC Franklin Gothic Std Book Compressed"/>
              </a:defRPr>
            </a:lvl1pPr>
          </a:lstStyle>
          <a:p>
            <a:pPr lvl="0"/>
            <a:r>
              <a:rPr lang="en-US" dirty="0"/>
              <a:t>OPTIONAL AUTHOR NAME</a:t>
            </a:r>
          </a:p>
        </p:txBody>
      </p:sp>
      <p:sp>
        <p:nvSpPr>
          <p:cNvPr id="16" name="Text Placeholder 15"/>
          <p:cNvSpPr>
            <a:spLocks noGrp="1"/>
          </p:cNvSpPr>
          <p:nvPr>
            <p:ph type="body" sz="quarter" idx="13" hasCustomPrompt="1"/>
          </p:nvPr>
        </p:nvSpPr>
        <p:spPr>
          <a:xfrm>
            <a:off x="0" y="4063684"/>
            <a:ext cx="12192000" cy="346075"/>
          </a:xfrm>
          <a:prstGeom prst="rect">
            <a:avLst/>
          </a:prstGeom>
        </p:spPr>
        <p:txBody>
          <a:bodyPr vert="horz"/>
          <a:lstStyle>
            <a:lvl1pPr marL="0" indent="0" algn="ctr">
              <a:buFontTx/>
              <a:buNone/>
              <a:defRPr sz="1600" b="0" i="1" baseline="0">
                <a:solidFill>
                  <a:schemeClr val="bg1"/>
                </a:solidFill>
                <a:latin typeface="ITC Franklin Gothic Std Book"/>
              </a:defRPr>
            </a:lvl1pPr>
          </a:lstStyle>
          <a:p>
            <a:pPr lvl="0"/>
            <a:r>
              <a:rPr lang="en-US" dirty="0"/>
              <a:t>August 27th, 2016</a:t>
            </a:r>
          </a:p>
        </p:txBody>
      </p:sp>
    </p:spTree>
    <p:extLst>
      <p:ext uri="{BB962C8B-B14F-4D97-AF65-F5344CB8AC3E}">
        <p14:creationId xmlns:p14="http://schemas.microsoft.com/office/powerpoint/2010/main" val="1648117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29EBCE-22B7-494E-B774-A0AAD151798F}" type="datetimeFigureOut">
              <a:rPr lang="en-US" smtClean="0"/>
              <a:t>5/23/19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B8AC6-6724-4257-871B-749BDAA99D81}" type="slidenum">
              <a:rPr lang="en-US" smtClean="0"/>
              <a:t>‹#›</a:t>
            </a:fld>
            <a:endParaRPr lang="en-US"/>
          </a:p>
        </p:txBody>
      </p:sp>
    </p:spTree>
    <p:extLst>
      <p:ext uri="{BB962C8B-B14F-4D97-AF65-F5344CB8AC3E}">
        <p14:creationId xmlns:p14="http://schemas.microsoft.com/office/powerpoint/2010/main" val="1505204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C29EBCE-22B7-494E-B774-A0AAD151798F}" type="datetimeFigureOut">
              <a:rPr lang="en-US" smtClean="0"/>
              <a:t>5/23/19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B8AC6-6724-4257-871B-749BDAA99D81}" type="slidenum">
              <a:rPr lang="en-US" smtClean="0"/>
              <a:t>‹#›</a:t>
            </a:fld>
            <a:endParaRPr lang="en-US"/>
          </a:p>
        </p:txBody>
      </p:sp>
    </p:spTree>
    <p:extLst>
      <p:ext uri="{BB962C8B-B14F-4D97-AF65-F5344CB8AC3E}">
        <p14:creationId xmlns:p14="http://schemas.microsoft.com/office/powerpoint/2010/main" val="1698841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11" name="Text Placeholder 10"/>
          <p:cNvSpPr>
            <a:spLocks noGrp="1"/>
          </p:cNvSpPr>
          <p:nvPr>
            <p:ph type="body" sz="quarter" idx="11" hasCustomPrompt="1"/>
          </p:nvPr>
        </p:nvSpPr>
        <p:spPr>
          <a:xfrm>
            <a:off x="5607897" y="1473518"/>
            <a:ext cx="6431704" cy="5219382"/>
          </a:xfrm>
          <a:prstGeom prst="rect">
            <a:avLst/>
          </a:prstGeom>
        </p:spPr>
        <p:txBody>
          <a:bodyPr vert="horz"/>
          <a:lstStyle>
            <a:lvl1pPr marL="0" indent="0">
              <a:buFontTx/>
              <a:buNone/>
              <a:defRPr sz="4400" baseline="30000">
                <a:solidFill>
                  <a:schemeClr val="tx1">
                    <a:lumMod val="65000"/>
                    <a:lumOff val="35000"/>
                  </a:schemeClr>
                </a:solidFill>
                <a:latin typeface="ITC Franklin Gothic Std Book Extra Compressed"/>
              </a:defRPr>
            </a:lvl1pPr>
          </a:lstStyle>
          <a:p>
            <a:pPr lvl="0"/>
            <a:r>
              <a:rPr lang="en-US" dirty="0"/>
              <a:t>1. Introduction Title Placed Here</a:t>
            </a:r>
          </a:p>
          <a:p>
            <a:pPr lvl="0"/>
            <a:r>
              <a:rPr lang="en-US" dirty="0"/>
              <a:t>2. Purpose Title Here</a:t>
            </a:r>
          </a:p>
          <a:p>
            <a:pPr lvl="0"/>
            <a:r>
              <a:rPr lang="en-US" dirty="0"/>
              <a:t>3. Description Title Would Go Here</a:t>
            </a:r>
          </a:p>
          <a:p>
            <a:pPr lvl="0"/>
            <a:r>
              <a:rPr lang="en-US" dirty="0"/>
              <a:t>4. </a:t>
            </a:r>
            <a:r>
              <a:rPr lang="en-US" dirty="0" err="1"/>
              <a:t>Lorem</a:t>
            </a:r>
            <a:r>
              <a:rPr lang="en-US" dirty="0"/>
              <a:t> </a:t>
            </a:r>
            <a:r>
              <a:rPr lang="en-US" dirty="0" err="1"/>
              <a:t>Etam</a:t>
            </a:r>
            <a:r>
              <a:rPr lang="en-US" dirty="0"/>
              <a:t> Would Go Here</a:t>
            </a:r>
          </a:p>
          <a:p>
            <a:pPr lvl="0"/>
            <a:r>
              <a:rPr lang="en-US" dirty="0"/>
              <a:t>5. </a:t>
            </a:r>
            <a:r>
              <a:rPr lang="en-US" dirty="0" err="1"/>
              <a:t>Ipsum</a:t>
            </a:r>
            <a:r>
              <a:rPr lang="en-US" dirty="0"/>
              <a:t> Dolor Would Go Here</a:t>
            </a:r>
          </a:p>
          <a:p>
            <a:pPr lvl="0"/>
            <a:r>
              <a:rPr lang="en-US" dirty="0"/>
              <a:t>6. Methodology Would Be Placed Here</a:t>
            </a:r>
          </a:p>
          <a:p>
            <a:pPr lvl="0"/>
            <a:r>
              <a:rPr lang="en-US" dirty="0"/>
              <a:t>7. Research Title Would Go Here</a:t>
            </a:r>
          </a:p>
          <a:p>
            <a:pPr lvl="0"/>
            <a:r>
              <a:rPr lang="en-US" dirty="0"/>
              <a:t>8. Findings Another Title Would Go Here</a:t>
            </a:r>
          </a:p>
        </p:txBody>
      </p:sp>
    </p:spTree>
    <p:extLst>
      <p:ext uri="{BB962C8B-B14F-4D97-AF65-F5344CB8AC3E}">
        <p14:creationId xmlns:p14="http://schemas.microsoft.com/office/powerpoint/2010/main" val="3789545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C29EBCE-22B7-494E-B774-A0AAD151798F}" type="datetimeFigureOut">
              <a:rPr lang="en-US" smtClean="0"/>
              <a:t>5/23/19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B8AC6-6724-4257-871B-749BDAA99D81}" type="slidenum">
              <a:rPr lang="en-US" smtClean="0"/>
              <a:t>‹#›</a:t>
            </a:fld>
            <a:endParaRPr lang="en-US"/>
          </a:p>
        </p:txBody>
      </p:sp>
    </p:spTree>
    <p:extLst>
      <p:ext uri="{BB962C8B-B14F-4D97-AF65-F5344CB8AC3E}">
        <p14:creationId xmlns:p14="http://schemas.microsoft.com/office/powerpoint/2010/main" val="4142521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1: backgroun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0F418C06-167A-E646-9EF6-18275B625F6B}" type="slidenum">
              <a:rPr lang="en-US" smtClean="0"/>
              <a:pPr/>
              <a:t>‹#›</a:t>
            </a:fld>
            <a:endParaRPr lang="en-US" dirty="0"/>
          </a:p>
        </p:txBody>
      </p:sp>
    </p:spTree>
    <p:extLst>
      <p:ext uri="{BB962C8B-B14F-4D97-AF65-F5344CB8AC3E}">
        <p14:creationId xmlns:p14="http://schemas.microsoft.com/office/powerpoint/2010/main" val="3370597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1: long text">
    <p:spTree>
      <p:nvGrpSpPr>
        <p:cNvPr id="1" name=""/>
        <p:cNvGrpSpPr/>
        <p:nvPr/>
      </p:nvGrpSpPr>
      <p:grpSpPr>
        <a:xfrm>
          <a:off x="0" y="0"/>
          <a:ext cx="0" cy="0"/>
          <a:chOff x="0" y="0"/>
          <a:chExt cx="0" cy="0"/>
        </a:xfrm>
      </p:grpSpPr>
      <p:sp>
        <p:nvSpPr>
          <p:cNvPr id="8" name="Text Placeholder 7"/>
          <p:cNvSpPr>
            <a:spLocks noGrp="1"/>
          </p:cNvSpPr>
          <p:nvPr>
            <p:ph type="body" sz="quarter" idx="13" hasCustomPrompt="1"/>
          </p:nvPr>
        </p:nvSpPr>
        <p:spPr>
          <a:xfrm>
            <a:off x="0" y="614069"/>
            <a:ext cx="12192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dirty="0"/>
              <a:t>LONG PARAGRAPH TEMPLATE TITLE</a:t>
            </a:r>
          </a:p>
        </p:txBody>
      </p:sp>
      <p:sp>
        <p:nvSpPr>
          <p:cNvPr id="10" name="Text Placeholder 9"/>
          <p:cNvSpPr>
            <a:spLocks noGrp="1"/>
          </p:cNvSpPr>
          <p:nvPr>
            <p:ph type="body" sz="quarter" idx="14" hasCustomPrompt="1"/>
          </p:nvPr>
        </p:nvSpPr>
        <p:spPr>
          <a:xfrm>
            <a:off x="645585" y="1817688"/>
            <a:ext cx="5419628"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dirty="0" err="1"/>
              <a:t>Suspendisse</a:t>
            </a:r>
            <a:r>
              <a:rPr lang="en-US" dirty="0"/>
              <a:t> </a:t>
            </a:r>
            <a:r>
              <a:rPr lang="en-US" dirty="0" err="1"/>
              <a:t>potenti</a:t>
            </a:r>
            <a:r>
              <a:rPr lang="en-US" dirty="0"/>
              <a:t>. </a:t>
            </a:r>
            <a:r>
              <a:rPr lang="en-US" dirty="0" err="1"/>
              <a:t>Nunc</a:t>
            </a:r>
            <a:r>
              <a:rPr lang="en-US" dirty="0"/>
              <a:t> vitae </a:t>
            </a:r>
            <a:r>
              <a:rPr lang="en-US" dirty="0" err="1"/>
              <a:t>neque</a:t>
            </a:r>
            <a:r>
              <a:rPr lang="en-US" dirty="0"/>
              <a:t> et </a:t>
            </a:r>
            <a:r>
              <a:rPr lang="en-US" dirty="0" err="1"/>
              <a:t>purus</a:t>
            </a:r>
            <a:r>
              <a:rPr lang="en-US" dirty="0"/>
              <a:t> </a:t>
            </a:r>
            <a:r>
              <a:rPr lang="en-US" dirty="0" err="1"/>
              <a:t>tincidunt</a:t>
            </a:r>
            <a:r>
              <a:rPr lang="en-US" dirty="0"/>
              <a:t> </a:t>
            </a:r>
            <a:r>
              <a:rPr lang="en-US" dirty="0" err="1"/>
              <a:t>bibendum</a:t>
            </a:r>
            <a:r>
              <a:rPr lang="en-US" dirty="0"/>
              <a:t> vitae </a:t>
            </a:r>
            <a:r>
              <a:rPr lang="en-US" dirty="0" err="1"/>
              <a:t>sollicitudin</a:t>
            </a:r>
            <a:r>
              <a:rPr lang="en-US" dirty="0"/>
              <a:t> </a:t>
            </a:r>
            <a:r>
              <a:rPr lang="en-US" dirty="0" err="1"/>
              <a:t>urna</a:t>
            </a:r>
            <a:r>
              <a:rPr lang="en-US" dirty="0"/>
              <a:t>. </a:t>
            </a:r>
            <a:r>
              <a:rPr lang="en-US" dirty="0" err="1"/>
              <a:t>Cras</a:t>
            </a:r>
            <a:r>
              <a:rPr lang="en-US" dirty="0"/>
              <a:t> </a:t>
            </a:r>
            <a:r>
              <a:rPr lang="en-US" dirty="0" err="1"/>
              <a:t>eros</a:t>
            </a:r>
            <a:r>
              <a:rPr lang="en-US" dirty="0"/>
              <a:t> dolor, </a:t>
            </a:r>
            <a:r>
              <a:rPr lang="en-US" dirty="0" err="1"/>
              <a:t>finibus</a:t>
            </a:r>
            <a:r>
              <a:rPr lang="en-US" dirty="0"/>
              <a:t> in </a:t>
            </a:r>
            <a:r>
              <a:rPr lang="en-US" dirty="0" err="1"/>
              <a:t>risus</a:t>
            </a:r>
            <a:r>
              <a:rPr lang="en-US" dirty="0"/>
              <a:t> </a:t>
            </a:r>
            <a:r>
              <a:rPr lang="en-US" dirty="0" err="1"/>
              <a:t>etus</a:t>
            </a:r>
            <a:r>
              <a:rPr lang="en-US" dirty="0"/>
              <a:t>, </a:t>
            </a:r>
            <a:r>
              <a:rPr lang="en-US" dirty="0" err="1"/>
              <a:t>hendrerit</a:t>
            </a:r>
            <a:r>
              <a:rPr lang="en-US" dirty="0"/>
              <a:t> </a:t>
            </a:r>
            <a:r>
              <a:rPr lang="en-US" dirty="0" err="1"/>
              <a:t>porta</a:t>
            </a:r>
            <a:r>
              <a:rPr lang="en-US" dirty="0"/>
              <a:t> </a:t>
            </a:r>
            <a:r>
              <a:rPr lang="en-US" dirty="0" err="1"/>
              <a:t>augue</a:t>
            </a:r>
            <a:r>
              <a:rPr lang="en-US" dirty="0"/>
              <a:t>. </a:t>
            </a:r>
            <a:r>
              <a:rPr lang="en-US" dirty="0" err="1"/>
              <a:t>Suspendisse</a:t>
            </a:r>
            <a:r>
              <a:rPr lang="en-US" dirty="0"/>
              <a:t> com </a:t>
            </a:r>
            <a:r>
              <a:rPr lang="en-US" dirty="0" err="1"/>
              <a:t>turpis</a:t>
            </a:r>
            <a:r>
              <a:rPr lang="en-US" dirty="0"/>
              <a:t> </a:t>
            </a:r>
            <a:r>
              <a:rPr lang="en-US" dirty="0" err="1"/>
              <a:t>nec</a:t>
            </a:r>
            <a:r>
              <a:rPr lang="en-US" dirty="0"/>
              <a:t> </a:t>
            </a:r>
            <a:r>
              <a:rPr lang="en-US" dirty="0" err="1"/>
              <a:t>vulputate</a:t>
            </a:r>
            <a:r>
              <a:rPr lang="en-US" dirty="0"/>
              <a:t> </a:t>
            </a:r>
            <a:r>
              <a:rPr lang="en-US" dirty="0" err="1"/>
              <a:t>vehicula</a:t>
            </a:r>
            <a:r>
              <a:rPr lang="en-US" dirty="0"/>
              <a:t>. </a:t>
            </a:r>
            <a:r>
              <a:rPr lang="en-US" dirty="0" err="1"/>
              <a:t>Nunc</a:t>
            </a:r>
            <a:r>
              <a:rPr lang="en-US" dirty="0"/>
              <a:t> </a:t>
            </a:r>
            <a:r>
              <a:rPr lang="en-US" dirty="0" err="1"/>
              <a:t>commodo</a:t>
            </a:r>
            <a:r>
              <a:rPr lang="en-US" dirty="0"/>
              <a:t> </a:t>
            </a:r>
            <a:r>
              <a:rPr lang="en-US" dirty="0" err="1"/>
              <a:t>leo</a:t>
            </a:r>
            <a:r>
              <a:rPr lang="en-US" dirty="0"/>
              <a:t> </a:t>
            </a:r>
            <a:r>
              <a:rPr lang="en-US" dirty="0" err="1"/>
              <a:t>justo</a:t>
            </a:r>
            <a:r>
              <a:rPr lang="en-US" dirty="0"/>
              <a:t> </a:t>
            </a:r>
            <a:r>
              <a:rPr lang="en-US" dirty="0" err="1"/>
              <a:t>cursus</a:t>
            </a:r>
            <a:r>
              <a:rPr lang="en-US" dirty="0"/>
              <a:t>, </a:t>
            </a:r>
            <a:r>
              <a:rPr lang="en-US" dirty="0" err="1"/>
              <a:t>vel</a:t>
            </a:r>
            <a:r>
              <a:rPr lang="en-US" dirty="0"/>
              <a:t> </a:t>
            </a:r>
            <a:r>
              <a:rPr lang="en-US" dirty="0" err="1"/>
              <a:t>ultricies</a:t>
            </a:r>
            <a:r>
              <a:rPr lang="en-US" dirty="0"/>
              <a:t> </a:t>
            </a:r>
            <a:r>
              <a:rPr lang="en-US" dirty="0" err="1"/>
              <a:t>odio</a:t>
            </a:r>
            <a:r>
              <a:rPr lang="en-US" dirty="0"/>
              <a:t> </a:t>
            </a:r>
            <a:r>
              <a:rPr lang="en-US" dirty="0" err="1"/>
              <a:t>varius</a:t>
            </a:r>
            <a:r>
              <a:rPr lang="en-US" dirty="0"/>
              <a:t>. </a:t>
            </a:r>
            <a:r>
              <a:rPr lang="en-US" dirty="0" err="1"/>
              <a:t>Quisquety</a:t>
            </a:r>
            <a:r>
              <a:rPr lang="en-US" dirty="0"/>
              <a:t> </a:t>
            </a:r>
            <a:r>
              <a:rPr lang="en-US" dirty="0" err="1"/>
              <a:t>pharetra</a:t>
            </a:r>
            <a:r>
              <a:rPr lang="en-US" dirty="0"/>
              <a:t> dolor </a:t>
            </a:r>
            <a:r>
              <a:rPr lang="en-US" dirty="0" err="1"/>
              <a:t>eu</a:t>
            </a:r>
            <a:r>
              <a:rPr lang="en-US" dirty="0"/>
              <a:t> </a:t>
            </a:r>
            <a:r>
              <a:rPr lang="en-US" dirty="0" err="1"/>
              <a:t>aliquam</a:t>
            </a:r>
            <a:r>
              <a:rPr lang="en-US" dirty="0"/>
              <a:t> </a:t>
            </a:r>
            <a:r>
              <a:rPr lang="en-US" dirty="0" err="1"/>
              <a:t>sagittis</a:t>
            </a:r>
            <a:r>
              <a:rPr lang="en-US" dirty="0"/>
              <a:t>. </a:t>
            </a:r>
            <a:r>
              <a:rPr lang="en-US" dirty="0" err="1"/>
              <a:t>Aliquam</a:t>
            </a:r>
            <a:r>
              <a:rPr lang="en-US" dirty="0"/>
              <a:t> </a:t>
            </a:r>
            <a:r>
              <a:rPr lang="en-US" dirty="0" err="1"/>
              <a:t>neque</a:t>
            </a:r>
            <a:r>
              <a:rPr lang="en-US" dirty="0"/>
              <a:t> </a:t>
            </a:r>
            <a:r>
              <a:rPr lang="en-US" dirty="0" err="1"/>
              <a:t>massa</a:t>
            </a:r>
            <a:r>
              <a:rPr lang="en-US" dirty="0"/>
              <a:t>, </a:t>
            </a:r>
            <a:r>
              <a:rPr lang="en-US" dirty="0" err="1"/>
              <a:t>ornare</a:t>
            </a:r>
            <a:r>
              <a:rPr lang="en-US" dirty="0"/>
              <a:t> at </a:t>
            </a:r>
            <a:r>
              <a:rPr lang="en-US" dirty="0" err="1"/>
              <a:t>commodo</a:t>
            </a:r>
            <a:r>
              <a:rPr lang="en-US" dirty="0"/>
              <a:t> sit </a:t>
            </a:r>
            <a:r>
              <a:rPr lang="en-US" dirty="0" err="1"/>
              <a:t>amet</a:t>
            </a:r>
            <a:r>
              <a:rPr lang="en-US" dirty="0"/>
              <a:t>, un semper </a:t>
            </a:r>
            <a:r>
              <a:rPr lang="en-US" dirty="0" err="1"/>
              <a:t>sed</a:t>
            </a:r>
            <a:r>
              <a:rPr lang="en-US" dirty="0"/>
              <a:t> </a:t>
            </a:r>
            <a:r>
              <a:rPr lang="en-US" dirty="0" err="1"/>
              <a:t>erat</a:t>
            </a:r>
            <a:r>
              <a:rPr lang="en-US" dirty="0"/>
              <a:t>. </a:t>
            </a:r>
            <a:r>
              <a:rPr lang="en-US" dirty="0" err="1"/>
              <a:t>Suspendisse</a:t>
            </a:r>
            <a:r>
              <a:rPr lang="en-US" dirty="0"/>
              <a:t> </a:t>
            </a:r>
            <a:r>
              <a:rPr lang="en-US" dirty="0" err="1"/>
              <a:t>rhoncus</a:t>
            </a:r>
            <a:r>
              <a:rPr lang="en-US" dirty="0"/>
              <a:t>, </a:t>
            </a:r>
            <a:r>
              <a:rPr lang="en-US" dirty="0" err="1"/>
              <a:t>nunc</a:t>
            </a:r>
            <a:r>
              <a:rPr lang="en-US" dirty="0"/>
              <a:t> vitae dictum </a:t>
            </a:r>
            <a:r>
              <a:rPr lang="en-US" dirty="0" err="1"/>
              <a:t>pretium</a:t>
            </a:r>
            <a:r>
              <a:rPr lang="en-US" dirty="0"/>
              <a:t>, </a:t>
            </a:r>
            <a:r>
              <a:rPr lang="en-US" dirty="0" err="1"/>
              <a:t>libero</a:t>
            </a:r>
            <a:r>
              <a:rPr lang="en-US" dirty="0"/>
              <a:t> </a:t>
            </a:r>
            <a:r>
              <a:rPr lang="en-US" dirty="0" err="1"/>
              <a:t>purus</a:t>
            </a:r>
            <a:r>
              <a:rPr lang="en-US" dirty="0"/>
              <a:t> </a:t>
            </a:r>
            <a:r>
              <a:rPr lang="en-US" dirty="0" err="1"/>
              <a:t>convallis</a:t>
            </a:r>
            <a:r>
              <a:rPr lang="en-US" dirty="0"/>
              <a:t> </a:t>
            </a:r>
            <a:r>
              <a:rPr lang="en-US" dirty="0" err="1"/>
              <a:t>tortor</a:t>
            </a:r>
            <a:r>
              <a:rPr lang="en-US" dirty="0"/>
              <a:t>, </a:t>
            </a:r>
            <a:r>
              <a:rPr lang="en-US" dirty="0" err="1"/>
              <a:t>eget</a:t>
            </a:r>
            <a:r>
              <a:rPr lang="en-US" dirty="0"/>
              <a:t> </a:t>
            </a:r>
            <a:r>
              <a:rPr lang="en-US" dirty="0" err="1"/>
              <a:t>ultricies</a:t>
            </a:r>
            <a:r>
              <a:rPr lang="en-US" dirty="0"/>
              <a:t> </a:t>
            </a:r>
            <a:r>
              <a:rPr lang="en-US" dirty="0" err="1"/>
              <a:t>sapien</a:t>
            </a:r>
            <a:r>
              <a:rPr lang="en-US" dirty="0"/>
              <a:t>.</a:t>
            </a:r>
          </a:p>
        </p:txBody>
      </p:sp>
      <p:sp>
        <p:nvSpPr>
          <p:cNvPr id="11" name="Text Placeholder 9"/>
          <p:cNvSpPr>
            <a:spLocks noGrp="1"/>
          </p:cNvSpPr>
          <p:nvPr>
            <p:ph type="body" sz="quarter" idx="15" hasCustomPrompt="1"/>
          </p:nvPr>
        </p:nvSpPr>
        <p:spPr>
          <a:xfrm>
            <a:off x="6284386" y="1817688"/>
            <a:ext cx="5264149"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dirty="0" err="1"/>
              <a:t>suspendisse</a:t>
            </a:r>
            <a:r>
              <a:rPr lang="en-US" dirty="0"/>
              <a:t> </a:t>
            </a:r>
            <a:r>
              <a:rPr lang="en-US" dirty="0" err="1"/>
              <a:t>potenti</a:t>
            </a:r>
            <a:r>
              <a:rPr lang="en-US" dirty="0"/>
              <a:t>. </a:t>
            </a:r>
            <a:r>
              <a:rPr lang="en-US" dirty="0" err="1"/>
              <a:t>Nunc</a:t>
            </a:r>
            <a:r>
              <a:rPr lang="en-US" dirty="0"/>
              <a:t> vitae </a:t>
            </a:r>
            <a:r>
              <a:rPr lang="en-US" dirty="0" err="1"/>
              <a:t>neque</a:t>
            </a:r>
            <a:r>
              <a:rPr lang="en-US" dirty="0"/>
              <a:t> et </a:t>
            </a:r>
            <a:r>
              <a:rPr lang="en-US" dirty="0" err="1"/>
              <a:t>puri</a:t>
            </a:r>
            <a:r>
              <a:rPr lang="en-US" dirty="0"/>
              <a:t> </a:t>
            </a:r>
            <a:r>
              <a:rPr lang="en-US" dirty="0" err="1"/>
              <a:t>tincidunt</a:t>
            </a:r>
            <a:r>
              <a:rPr lang="en-US" dirty="0"/>
              <a:t> </a:t>
            </a:r>
            <a:r>
              <a:rPr lang="en-US" dirty="0" err="1"/>
              <a:t>bibendum</a:t>
            </a:r>
            <a:r>
              <a:rPr lang="en-US" dirty="0"/>
              <a:t> vitae </a:t>
            </a:r>
            <a:r>
              <a:rPr lang="en-US" dirty="0" err="1"/>
              <a:t>sollicitudin</a:t>
            </a:r>
            <a:r>
              <a:rPr lang="en-US" dirty="0"/>
              <a:t> </a:t>
            </a:r>
            <a:r>
              <a:rPr lang="en-US" dirty="0" err="1"/>
              <a:t>urna</a:t>
            </a:r>
            <a:r>
              <a:rPr lang="en-US" dirty="0"/>
              <a:t>. </a:t>
            </a:r>
            <a:r>
              <a:rPr lang="en-US" dirty="0" err="1"/>
              <a:t>Cras</a:t>
            </a:r>
            <a:r>
              <a:rPr lang="en-US" dirty="0"/>
              <a:t> </a:t>
            </a:r>
            <a:r>
              <a:rPr lang="en-US" dirty="0" err="1"/>
              <a:t>eros</a:t>
            </a:r>
            <a:r>
              <a:rPr lang="en-US" dirty="0"/>
              <a:t> dolor, </a:t>
            </a:r>
            <a:r>
              <a:rPr lang="en-US" dirty="0" err="1"/>
              <a:t>finibus</a:t>
            </a:r>
            <a:r>
              <a:rPr lang="en-US" dirty="0"/>
              <a:t> in </a:t>
            </a:r>
            <a:r>
              <a:rPr lang="en-US" dirty="0" err="1"/>
              <a:t>risus</a:t>
            </a:r>
            <a:r>
              <a:rPr lang="en-US" dirty="0"/>
              <a:t> et, </a:t>
            </a:r>
            <a:r>
              <a:rPr lang="en-US" dirty="0" err="1"/>
              <a:t>hendrerit</a:t>
            </a:r>
            <a:r>
              <a:rPr lang="en-US" dirty="0"/>
              <a:t> </a:t>
            </a:r>
            <a:r>
              <a:rPr lang="en-US" dirty="0" err="1"/>
              <a:t>porta</a:t>
            </a:r>
            <a:r>
              <a:rPr lang="en-US" dirty="0"/>
              <a:t> </a:t>
            </a:r>
            <a:r>
              <a:rPr lang="en-US" dirty="0" err="1"/>
              <a:t>augue</a:t>
            </a:r>
            <a:r>
              <a:rPr lang="en-US" dirty="0"/>
              <a:t>. </a:t>
            </a:r>
            <a:r>
              <a:rPr lang="en-US" dirty="0" err="1"/>
              <a:t>Suspendisse</a:t>
            </a:r>
            <a:r>
              <a:rPr lang="en-US" dirty="0"/>
              <a:t> com </a:t>
            </a:r>
            <a:r>
              <a:rPr lang="en-US" dirty="0" err="1"/>
              <a:t>turpis</a:t>
            </a:r>
            <a:r>
              <a:rPr lang="en-US" dirty="0"/>
              <a:t> </a:t>
            </a:r>
            <a:r>
              <a:rPr lang="en-US" dirty="0" err="1"/>
              <a:t>nec</a:t>
            </a:r>
            <a:r>
              <a:rPr lang="en-US" dirty="0"/>
              <a:t> </a:t>
            </a:r>
            <a:r>
              <a:rPr lang="en-US" dirty="0" err="1"/>
              <a:t>vulputate</a:t>
            </a:r>
            <a:r>
              <a:rPr lang="en-US" dirty="0"/>
              <a:t> </a:t>
            </a:r>
            <a:r>
              <a:rPr lang="en-US" dirty="0" err="1"/>
              <a:t>vehicula</a:t>
            </a:r>
            <a:r>
              <a:rPr lang="en-US" dirty="0"/>
              <a:t>. </a:t>
            </a:r>
            <a:r>
              <a:rPr lang="en-US" dirty="0" err="1"/>
              <a:t>Nunc</a:t>
            </a:r>
            <a:r>
              <a:rPr lang="en-US" dirty="0"/>
              <a:t> </a:t>
            </a:r>
            <a:r>
              <a:rPr lang="en-US" dirty="0" err="1"/>
              <a:t>commodo</a:t>
            </a:r>
            <a:r>
              <a:rPr lang="en-US" dirty="0"/>
              <a:t> </a:t>
            </a:r>
            <a:r>
              <a:rPr lang="en-US" dirty="0" err="1"/>
              <a:t>leo</a:t>
            </a:r>
            <a:r>
              <a:rPr lang="en-US" dirty="0"/>
              <a:t> et </a:t>
            </a:r>
            <a:r>
              <a:rPr lang="en-US" dirty="0" err="1"/>
              <a:t>justo</a:t>
            </a:r>
            <a:r>
              <a:rPr lang="en-US" dirty="0"/>
              <a:t> </a:t>
            </a:r>
            <a:r>
              <a:rPr lang="en-US" dirty="0" err="1"/>
              <a:t>cursus</a:t>
            </a:r>
            <a:r>
              <a:rPr lang="en-US" dirty="0"/>
              <a:t>, </a:t>
            </a:r>
            <a:r>
              <a:rPr lang="en-US" dirty="0" err="1"/>
              <a:t>vel</a:t>
            </a:r>
            <a:r>
              <a:rPr lang="en-US" dirty="0"/>
              <a:t> </a:t>
            </a:r>
            <a:r>
              <a:rPr lang="en-US" dirty="0" err="1"/>
              <a:t>ultricies</a:t>
            </a:r>
            <a:r>
              <a:rPr lang="en-US" dirty="0"/>
              <a:t> </a:t>
            </a:r>
            <a:r>
              <a:rPr lang="en-US" dirty="0" err="1"/>
              <a:t>odio</a:t>
            </a:r>
            <a:r>
              <a:rPr lang="en-US" dirty="0"/>
              <a:t> </a:t>
            </a:r>
            <a:r>
              <a:rPr lang="en-US" dirty="0" err="1"/>
              <a:t>varius</a:t>
            </a:r>
            <a:r>
              <a:rPr lang="en-US" dirty="0"/>
              <a:t>. </a:t>
            </a:r>
            <a:r>
              <a:rPr lang="en-US" dirty="0" err="1"/>
              <a:t>Quisque</a:t>
            </a:r>
            <a:r>
              <a:rPr lang="en-US" dirty="0"/>
              <a:t> </a:t>
            </a:r>
            <a:r>
              <a:rPr lang="en-US" dirty="0" err="1"/>
              <a:t>pharetra</a:t>
            </a:r>
            <a:r>
              <a:rPr lang="en-US" dirty="0"/>
              <a:t> dolor </a:t>
            </a:r>
            <a:r>
              <a:rPr lang="en-US" dirty="0" err="1"/>
              <a:t>eu</a:t>
            </a:r>
            <a:r>
              <a:rPr lang="en-US" dirty="0"/>
              <a:t> </a:t>
            </a:r>
            <a:r>
              <a:rPr lang="en-US" dirty="0" err="1"/>
              <a:t>aliquam</a:t>
            </a:r>
            <a:r>
              <a:rPr lang="en-US" dirty="0"/>
              <a:t> </a:t>
            </a:r>
            <a:r>
              <a:rPr lang="en-US" dirty="0" err="1"/>
              <a:t>sagittis</a:t>
            </a:r>
            <a:r>
              <a:rPr lang="en-US" dirty="0"/>
              <a:t>. </a:t>
            </a:r>
            <a:r>
              <a:rPr lang="en-US" dirty="0" err="1"/>
              <a:t>Aliquam</a:t>
            </a:r>
            <a:r>
              <a:rPr lang="en-US" dirty="0"/>
              <a:t> </a:t>
            </a:r>
            <a:r>
              <a:rPr lang="en-US" dirty="0" err="1"/>
              <a:t>neque</a:t>
            </a:r>
            <a:r>
              <a:rPr lang="en-US" dirty="0"/>
              <a:t> </a:t>
            </a:r>
            <a:r>
              <a:rPr lang="en-US" dirty="0" err="1"/>
              <a:t>massa</a:t>
            </a:r>
            <a:r>
              <a:rPr lang="en-US" dirty="0"/>
              <a:t>, </a:t>
            </a:r>
            <a:r>
              <a:rPr lang="en-US" dirty="0" err="1"/>
              <a:t>orn</a:t>
            </a:r>
            <a:r>
              <a:rPr lang="en-US" dirty="0"/>
              <a:t> at </a:t>
            </a:r>
            <a:r>
              <a:rPr lang="en-US" dirty="0" err="1"/>
              <a:t>commodo</a:t>
            </a:r>
            <a:r>
              <a:rPr lang="en-US" dirty="0"/>
              <a:t> sit </a:t>
            </a:r>
            <a:r>
              <a:rPr lang="en-US" dirty="0" err="1"/>
              <a:t>amet</a:t>
            </a:r>
            <a:r>
              <a:rPr lang="en-US" dirty="0"/>
              <a:t>, semper </a:t>
            </a:r>
            <a:r>
              <a:rPr lang="en-US" dirty="0" err="1"/>
              <a:t>sed</a:t>
            </a:r>
            <a:r>
              <a:rPr lang="en-US" dirty="0"/>
              <a:t> </a:t>
            </a:r>
            <a:r>
              <a:rPr lang="en-US" dirty="0" err="1"/>
              <a:t>erat</a:t>
            </a:r>
            <a:r>
              <a:rPr lang="en-US" dirty="0"/>
              <a:t>. </a:t>
            </a:r>
            <a:r>
              <a:rPr lang="en-US" dirty="0" err="1"/>
              <a:t>Disse</a:t>
            </a:r>
            <a:r>
              <a:rPr lang="en-US" dirty="0"/>
              <a:t> </a:t>
            </a:r>
            <a:r>
              <a:rPr lang="en-US" dirty="0" err="1"/>
              <a:t>rhoncus</a:t>
            </a:r>
            <a:r>
              <a:rPr lang="en-US" dirty="0"/>
              <a:t>, </a:t>
            </a:r>
            <a:r>
              <a:rPr lang="en-US" dirty="0" err="1"/>
              <a:t>nunc</a:t>
            </a:r>
            <a:r>
              <a:rPr lang="en-US" dirty="0"/>
              <a:t> vitae dictum </a:t>
            </a:r>
            <a:r>
              <a:rPr lang="en-US" dirty="0" err="1"/>
              <a:t>pretium</a:t>
            </a:r>
            <a:r>
              <a:rPr lang="en-US" dirty="0"/>
              <a:t>, </a:t>
            </a:r>
            <a:r>
              <a:rPr lang="en-US" dirty="0" err="1"/>
              <a:t>libero</a:t>
            </a:r>
            <a:r>
              <a:rPr lang="en-US" dirty="0"/>
              <a:t> </a:t>
            </a:r>
            <a:r>
              <a:rPr lang="en-US" dirty="0" err="1"/>
              <a:t>purus</a:t>
            </a:r>
            <a:r>
              <a:rPr lang="en-US" dirty="0"/>
              <a:t> </a:t>
            </a:r>
            <a:r>
              <a:rPr lang="en-US" dirty="0" err="1"/>
              <a:t>convallis</a:t>
            </a:r>
            <a:r>
              <a:rPr lang="en-US" dirty="0"/>
              <a:t> </a:t>
            </a:r>
            <a:r>
              <a:rPr lang="en-US" dirty="0" err="1"/>
              <a:t>tortor</a:t>
            </a:r>
            <a:r>
              <a:rPr lang="en-US" dirty="0"/>
              <a:t>, </a:t>
            </a:r>
            <a:r>
              <a:rPr lang="en-US" dirty="0" err="1"/>
              <a:t>eget</a:t>
            </a:r>
            <a:r>
              <a:rPr lang="en-US" dirty="0"/>
              <a:t> </a:t>
            </a:r>
            <a:r>
              <a:rPr lang="en-US" dirty="0" err="1"/>
              <a:t>ultricies</a:t>
            </a:r>
            <a:r>
              <a:rPr lang="en-US" dirty="0"/>
              <a:t>.</a:t>
            </a:r>
          </a:p>
        </p:txBody>
      </p:sp>
      <p:sp>
        <p:nvSpPr>
          <p:cNvPr id="13" name="Slide Number Placeholder 5"/>
          <p:cNvSpPr>
            <a:spLocks noGrp="1"/>
          </p:cNvSpPr>
          <p:nvPr>
            <p:ph type="sldNum" sz="quarter" idx="4"/>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dirty="0"/>
          </a:p>
        </p:txBody>
      </p:sp>
    </p:spTree>
    <p:extLst>
      <p:ext uri="{BB962C8B-B14F-4D97-AF65-F5344CB8AC3E}">
        <p14:creationId xmlns:p14="http://schemas.microsoft.com/office/powerpoint/2010/main" val="64347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1: bulleted text">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0" y="622300"/>
            <a:ext cx="12192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dirty="0"/>
              <a:t>TITLE FOR A LIST HERE</a:t>
            </a:r>
          </a:p>
        </p:txBody>
      </p:sp>
      <p:sp>
        <p:nvSpPr>
          <p:cNvPr id="12" name="Text Placeholder 11"/>
          <p:cNvSpPr>
            <a:spLocks noGrp="1"/>
          </p:cNvSpPr>
          <p:nvPr>
            <p:ph type="body" sz="quarter" idx="11" hasCustomPrompt="1"/>
          </p:nvPr>
        </p:nvSpPr>
        <p:spPr>
          <a:xfrm>
            <a:off x="4006426" y="1689100"/>
            <a:ext cx="4240107" cy="4013200"/>
          </a:xfrm>
          <a:prstGeom prst="rect">
            <a:avLst/>
          </a:prstGeom>
        </p:spPr>
        <p:txBody>
          <a:bodyPr vert="horz"/>
          <a:lstStyle>
            <a:lvl1pPr marL="342900" indent="-342900">
              <a:buFont typeface="Arial"/>
              <a:buChar char="•"/>
              <a:defRPr sz="2000" baseline="0">
                <a:solidFill>
                  <a:schemeClr val="tx2">
                    <a:lumMod val="75000"/>
                  </a:schemeClr>
                </a:solidFill>
                <a:latin typeface="ITC Franklin Gothic Std Book Compressed"/>
              </a:defRPr>
            </a:lvl1pPr>
          </a:lstStyle>
          <a:p>
            <a:pPr lvl="0"/>
            <a:r>
              <a:rPr lang="en-US" dirty="0" err="1"/>
              <a:t>Lorem</a:t>
            </a:r>
            <a:r>
              <a:rPr lang="en-US" dirty="0"/>
              <a:t> </a:t>
            </a:r>
            <a:r>
              <a:rPr lang="en-US" dirty="0" err="1"/>
              <a:t>Ipsum</a:t>
            </a:r>
            <a:r>
              <a:rPr lang="en-US" dirty="0"/>
              <a:t> Dolor </a:t>
            </a:r>
          </a:p>
          <a:p>
            <a:pPr lvl="0"/>
            <a:r>
              <a:rPr lang="en-US" dirty="0" err="1"/>
              <a:t>Ishnack</a:t>
            </a:r>
            <a:r>
              <a:rPr lang="en-US" dirty="0"/>
              <a:t> Mansions Epson</a:t>
            </a:r>
          </a:p>
          <a:p>
            <a:pPr lvl="0"/>
            <a:r>
              <a:rPr lang="en-US" dirty="0"/>
              <a:t>Et Su </a:t>
            </a:r>
            <a:r>
              <a:rPr lang="en-US" dirty="0" err="1"/>
              <a:t>Domine</a:t>
            </a:r>
            <a:r>
              <a:rPr lang="en-US" dirty="0"/>
              <a:t> Antes</a:t>
            </a:r>
          </a:p>
          <a:p>
            <a:pPr lvl="0"/>
            <a:r>
              <a:rPr lang="en-US" dirty="0" err="1"/>
              <a:t>Lorem</a:t>
            </a:r>
            <a:r>
              <a:rPr lang="en-US" dirty="0"/>
              <a:t> </a:t>
            </a:r>
            <a:r>
              <a:rPr lang="en-US" dirty="0" err="1"/>
              <a:t>Ipsum</a:t>
            </a:r>
            <a:r>
              <a:rPr lang="en-US" dirty="0"/>
              <a:t> Dolor </a:t>
            </a:r>
          </a:p>
          <a:p>
            <a:pPr lvl="0"/>
            <a:r>
              <a:rPr lang="en-US" dirty="0" err="1"/>
              <a:t>Ishnack</a:t>
            </a:r>
            <a:r>
              <a:rPr lang="en-US" dirty="0"/>
              <a:t> Mansions Epson</a:t>
            </a:r>
          </a:p>
          <a:p>
            <a:pPr lvl="0"/>
            <a:r>
              <a:rPr lang="en-US" dirty="0" err="1"/>
              <a:t>Lorem</a:t>
            </a:r>
            <a:r>
              <a:rPr lang="en-US" dirty="0"/>
              <a:t> </a:t>
            </a:r>
            <a:r>
              <a:rPr lang="en-US" dirty="0" err="1"/>
              <a:t>Ipsum</a:t>
            </a:r>
            <a:r>
              <a:rPr lang="en-US" dirty="0"/>
              <a:t> Dolor </a:t>
            </a:r>
          </a:p>
          <a:p>
            <a:pPr lvl="0"/>
            <a:r>
              <a:rPr lang="en-US" dirty="0" err="1"/>
              <a:t>Ishnack</a:t>
            </a:r>
            <a:r>
              <a:rPr lang="en-US" dirty="0"/>
              <a:t> Mansions Epson</a:t>
            </a:r>
          </a:p>
          <a:p>
            <a:pPr lvl="0"/>
            <a:r>
              <a:rPr lang="en-US" dirty="0"/>
              <a:t>Et Su </a:t>
            </a:r>
            <a:r>
              <a:rPr lang="en-US" dirty="0" err="1"/>
              <a:t>Domine</a:t>
            </a:r>
            <a:r>
              <a:rPr lang="en-US" dirty="0"/>
              <a:t> Antes</a:t>
            </a:r>
          </a:p>
          <a:p>
            <a:pPr lvl="0"/>
            <a:r>
              <a:rPr lang="en-US" dirty="0" err="1"/>
              <a:t>Lorem</a:t>
            </a:r>
            <a:r>
              <a:rPr lang="en-US" dirty="0"/>
              <a:t> </a:t>
            </a:r>
            <a:r>
              <a:rPr lang="en-US" dirty="0" err="1"/>
              <a:t>Ipsum</a:t>
            </a:r>
            <a:r>
              <a:rPr lang="en-US" dirty="0"/>
              <a:t> Dolor </a:t>
            </a:r>
          </a:p>
          <a:p>
            <a:pPr lvl="0"/>
            <a:r>
              <a:rPr lang="en-US" dirty="0" err="1"/>
              <a:t>Ishnack</a:t>
            </a:r>
            <a:r>
              <a:rPr lang="en-US" dirty="0"/>
              <a:t> Mansions Epson</a:t>
            </a:r>
          </a:p>
        </p:txBody>
      </p:sp>
      <p:sp>
        <p:nvSpPr>
          <p:cNvPr id="13" name="Slide Number Placeholder 5"/>
          <p:cNvSpPr>
            <a:spLocks noGrp="1"/>
          </p:cNvSpPr>
          <p:nvPr>
            <p:ph type="sldNum" sz="quarter" idx="4"/>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dirty="0"/>
          </a:p>
        </p:txBody>
      </p:sp>
    </p:spTree>
    <p:extLst>
      <p:ext uri="{BB962C8B-B14F-4D97-AF65-F5344CB8AC3E}">
        <p14:creationId xmlns:p14="http://schemas.microsoft.com/office/powerpoint/2010/main" val="1717390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1: short text">
    <p:spTree>
      <p:nvGrpSpPr>
        <p:cNvPr id="1" name=""/>
        <p:cNvGrpSpPr/>
        <p:nvPr/>
      </p:nvGrpSpPr>
      <p:grpSpPr>
        <a:xfrm>
          <a:off x="0" y="0"/>
          <a:ext cx="0" cy="0"/>
          <a:chOff x="0" y="0"/>
          <a:chExt cx="0" cy="0"/>
        </a:xfrm>
      </p:grpSpPr>
      <p:sp>
        <p:nvSpPr>
          <p:cNvPr id="9" name="Text Placeholder 7"/>
          <p:cNvSpPr>
            <a:spLocks noGrp="1"/>
          </p:cNvSpPr>
          <p:nvPr>
            <p:ph type="body" sz="quarter" idx="13" hasCustomPrompt="1"/>
          </p:nvPr>
        </p:nvSpPr>
        <p:spPr>
          <a:xfrm>
            <a:off x="0" y="614069"/>
            <a:ext cx="12192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dirty="0"/>
              <a:t>SHORT PARAGRAPH TEMPLATE TITLE</a:t>
            </a:r>
          </a:p>
        </p:txBody>
      </p:sp>
      <p:sp>
        <p:nvSpPr>
          <p:cNvPr id="11" name="Text Placeholder 10"/>
          <p:cNvSpPr>
            <a:spLocks noGrp="1"/>
          </p:cNvSpPr>
          <p:nvPr>
            <p:ph type="body" sz="quarter" idx="14" hasCustomPrompt="1"/>
          </p:nvPr>
        </p:nvSpPr>
        <p:spPr>
          <a:xfrm>
            <a:off x="1930400" y="1816100"/>
            <a:ext cx="8263467" cy="2273300"/>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dirty="0" err="1"/>
              <a:t>Suspendisse</a:t>
            </a:r>
            <a:r>
              <a:rPr lang="en-US" dirty="0"/>
              <a:t> </a:t>
            </a:r>
            <a:r>
              <a:rPr lang="en-US" dirty="0" err="1"/>
              <a:t>potenti</a:t>
            </a:r>
            <a:r>
              <a:rPr lang="en-US" dirty="0"/>
              <a:t>. </a:t>
            </a:r>
            <a:r>
              <a:rPr lang="en-US" dirty="0" err="1"/>
              <a:t>Nunc</a:t>
            </a:r>
            <a:r>
              <a:rPr lang="en-US" dirty="0"/>
              <a:t> vitae </a:t>
            </a:r>
            <a:r>
              <a:rPr lang="en-US" dirty="0" err="1"/>
              <a:t>neque</a:t>
            </a:r>
            <a:r>
              <a:rPr lang="en-US" dirty="0"/>
              <a:t> et </a:t>
            </a:r>
            <a:r>
              <a:rPr lang="en-US" dirty="0" err="1"/>
              <a:t>purus</a:t>
            </a:r>
            <a:r>
              <a:rPr lang="en-US" dirty="0"/>
              <a:t> </a:t>
            </a:r>
            <a:r>
              <a:rPr lang="en-US" dirty="0" err="1"/>
              <a:t>tincidunt</a:t>
            </a:r>
            <a:r>
              <a:rPr lang="en-US" dirty="0"/>
              <a:t> </a:t>
            </a:r>
            <a:r>
              <a:rPr lang="en-US" dirty="0" err="1"/>
              <a:t>bibendum</a:t>
            </a:r>
            <a:r>
              <a:rPr lang="en-US" dirty="0"/>
              <a:t> vitae </a:t>
            </a:r>
            <a:r>
              <a:rPr lang="en-US" dirty="0" err="1"/>
              <a:t>sollicitudin</a:t>
            </a:r>
            <a:r>
              <a:rPr lang="en-US" dirty="0"/>
              <a:t> </a:t>
            </a:r>
            <a:r>
              <a:rPr lang="en-US" dirty="0" err="1"/>
              <a:t>urna</a:t>
            </a:r>
            <a:r>
              <a:rPr lang="en-US" dirty="0"/>
              <a:t>. </a:t>
            </a:r>
            <a:r>
              <a:rPr lang="en-US" dirty="0" err="1"/>
              <a:t>Cras</a:t>
            </a:r>
            <a:r>
              <a:rPr lang="en-US" dirty="0"/>
              <a:t> </a:t>
            </a:r>
            <a:r>
              <a:rPr lang="en-US" dirty="0" err="1"/>
              <a:t>eros</a:t>
            </a:r>
            <a:r>
              <a:rPr lang="en-US" dirty="0"/>
              <a:t> dolor, </a:t>
            </a:r>
            <a:r>
              <a:rPr lang="en-US" dirty="0" err="1"/>
              <a:t>finibus</a:t>
            </a:r>
            <a:r>
              <a:rPr lang="en-US" dirty="0"/>
              <a:t> in </a:t>
            </a:r>
            <a:r>
              <a:rPr lang="en-US" dirty="0" err="1"/>
              <a:t>risus</a:t>
            </a:r>
            <a:r>
              <a:rPr lang="en-US" dirty="0"/>
              <a:t> </a:t>
            </a:r>
            <a:r>
              <a:rPr lang="en-US" dirty="0" err="1"/>
              <a:t>etus</a:t>
            </a:r>
            <a:r>
              <a:rPr lang="en-US" dirty="0"/>
              <a:t>, </a:t>
            </a:r>
            <a:r>
              <a:rPr lang="en-US" dirty="0" err="1"/>
              <a:t>hendrerit</a:t>
            </a:r>
            <a:r>
              <a:rPr lang="en-US" dirty="0"/>
              <a:t> </a:t>
            </a:r>
            <a:r>
              <a:rPr lang="en-US" dirty="0" err="1"/>
              <a:t>porta</a:t>
            </a:r>
            <a:r>
              <a:rPr lang="en-US" dirty="0"/>
              <a:t> </a:t>
            </a:r>
            <a:r>
              <a:rPr lang="en-US" dirty="0" err="1"/>
              <a:t>augue</a:t>
            </a:r>
            <a:r>
              <a:rPr lang="en-US" dirty="0"/>
              <a:t>. </a:t>
            </a:r>
            <a:r>
              <a:rPr lang="en-US" dirty="0" err="1"/>
              <a:t>Suspendisse</a:t>
            </a:r>
            <a:r>
              <a:rPr lang="en-US" dirty="0"/>
              <a:t> com </a:t>
            </a:r>
            <a:r>
              <a:rPr lang="en-US" dirty="0" err="1"/>
              <a:t>turpis</a:t>
            </a:r>
            <a:r>
              <a:rPr lang="en-US" dirty="0"/>
              <a:t> </a:t>
            </a:r>
            <a:r>
              <a:rPr lang="en-US" dirty="0" err="1"/>
              <a:t>nec</a:t>
            </a:r>
            <a:r>
              <a:rPr lang="en-US" dirty="0"/>
              <a:t> </a:t>
            </a:r>
            <a:r>
              <a:rPr lang="en-US" dirty="0" err="1"/>
              <a:t>vulputate</a:t>
            </a:r>
            <a:r>
              <a:rPr lang="en-US" dirty="0"/>
              <a:t> </a:t>
            </a:r>
            <a:r>
              <a:rPr lang="en-US" dirty="0" err="1"/>
              <a:t>vehicula</a:t>
            </a:r>
            <a:r>
              <a:rPr lang="en-US" dirty="0"/>
              <a:t>. </a:t>
            </a:r>
            <a:r>
              <a:rPr lang="en-US" dirty="0" err="1"/>
              <a:t>Nunc</a:t>
            </a:r>
            <a:r>
              <a:rPr lang="en-US" dirty="0"/>
              <a:t> </a:t>
            </a:r>
            <a:r>
              <a:rPr lang="en-US" dirty="0" err="1"/>
              <a:t>commodo</a:t>
            </a:r>
            <a:r>
              <a:rPr lang="en-US" dirty="0"/>
              <a:t> </a:t>
            </a:r>
            <a:r>
              <a:rPr lang="en-US" dirty="0" err="1"/>
              <a:t>leo</a:t>
            </a:r>
            <a:r>
              <a:rPr lang="en-US" dirty="0"/>
              <a:t> </a:t>
            </a:r>
            <a:r>
              <a:rPr lang="en-US" dirty="0" err="1"/>
              <a:t>justo</a:t>
            </a:r>
            <a:r>
              <a:rPr lang="en-US" dirty="0"/>
              <a:t> </a:t>
            </a:r>
            <a:r>
              <a:rPr lang="en-US" dirty="0" err="1"/>
              <a:t>cursus</a:t>
            </a:r>
            <a:r>
              <a:rPr lang="en-US" dirty="0"/>
              <a:t>, </a:t>
            </a:r>
            <a:r>
              <a:rPr lang="en-US" dirty="0" err="1"/>
              <a:t>vel</a:t>
            </a:r>
            <a:r>
              <a:rPr lang="en-US" dirty="0"/>
              <a:t> </a:t>
            </a:r>
            <a:r>
              <a:rPr lang="en-US" dirty="0" err="1"/>
              <a:t>ultricies</a:t>
            </a:r>
            <a:r>
              <a:rPr lang="en-US" dirty="0"/>
              <a:t> </a:t>
            </a:r>
            <a:r>
              <a:rPr lang="en-US" dirty="0" err="1"/>
              <a:t>odio</a:t>
            </a:r>
            <a:r>
              <a:rPr lang="en-US" dirty="0"/>
              <a:t> </a:t>
            </a:r>
            <a:r>
              <a:rPr lang="en-US" dirty="0" err="1"/>
              <a:t>varius</a:t>
            </a:r>
            <a:r>
              <a:rPr lang="en-US" dirty="0"/>
              <a:t>. </a:t>
            </a:r>
            <a:r>
              <a:rPr lang="en-US" dirty="0" err="1"/>
              <a:t>Quisquety</a:t>
            </a:r>
            <a:r>
              <a:rPr lang="en-US" dirty="0"/>
              <a:t> </a:t>
            </a:r>
            <a:r>
              <a:rPr lang="en-US" dirty="0" err="1"/>
              <a:t>pharetra</a:t>
            </a:r>
            <a:r>
              <a:rPr lang="en-US" dirty="0"/>
              <a:t> dolor </a:t>
            </a:r>
            <a:r>
              <a:rPr lang="en-US" dirty="0" err="1"/>
              <a:t>eu</a:t>
            </a:r>
            <a:r>
              <a:rPr lang="en-US" dirty="0"/>
              <a:t> </a:t>
            </a:r>
            <a:r>
              <a:rPr lang="en-US" dirty="0" err="1"/>
              <a:t>aliquam</a:t>
            </a:r>
            <a:r>
              <a:rPr lang="en-US" dirty="0"/>
              <a:t> </a:t>
            </a:r>
            <a:r>
              <a:rPr lang="en-US" dirty="0" err="1"/>
              <a:t>sagittis</a:t>
            </a:r>
            <a:r>
              <a:rPr lang="en-US" dirty="0"/>
              <a:t>. </a:t>
            </a:r>
            <a:r>
              <a:rPr lang="en-US" dirty="0" err="1"/>
              <a:t>Aliquam</a:t>
            </a:r>
            <a:r>
              <a:rPr lang="en-US" dirty="0"/>
              <a:t> </a:t>
            </a:r>
            <a:r>
              <a:rPr lang="en-US" dirty="0" err="1"/>
              <a:t>neque</a:t>
            </a:r>
            <a:r>
              <a:rPr lang="en-US" dirty="0"/>
              <a:t> </a:t>
            </a:r>
            <a:r>
              <a:rPr lang="en-US" dirty="0" err="1"/>
              <a:t>massa</a:t>
            </a:r>
            <a:r>
              <a:rPr lang="en-US" dirty="0"/>
              <a:t>, </a:t>
            </a:r>
            <a:r>
              <a:rPr lang="en-US" dirty="0" err="1"/>
              <a:t>ornare</a:t>
            </a:r>
            <a:r>
              <a:rPr lang="en-US" dirty="0"/>
              <a:t> at </a:t>
            </a:r>
            <a:r>
              <a:rPr lang="en-US" dirty="0" err="1"/>
              <a:t>commodo</a:t>
            </a:r>
            <a:r>
              <a:rPr lang="en-US" dirty="0"/>
              <a:t> sit </a:t>
            </a:r>
            <a:r>
              <a:rPr lang="en-US" dirty="0" err="1"/>
              <a:t>amet</a:t>
            </a:r>
            <a:r>
              <a:rPr lang="en-US" dirty="0"/>
              <a:t>, un semper </a:t>
            </a:r>
            <a:r>
              <a:rPr lang="en-US" dirty="0" err="1"/>
              <a:t>sed</a:t>
            </a:r>
            <a:r>
              <a:rPr lang="en-US" dirty="0"/>
              <a:t> </a:t>
            </a:r>
            <a:r>
              <a:rPr lang="en-US" dirty="0" err="1"/>
              <a:t>erat</a:t>
            </a:r>
            <a:r>
              <a:rPr lang="en-US" dirty="0"/>
              <a:t>. </a:t>
            </a:r>
            <a:r>
              <a:rPr lang="en-US" dirty="0" err="1"/>
              <a:t>Suspendisse</a:t>
            </a:r>
            <a:r>
              <a:rPr lang="en-US" dirty="0"/>
              <a:t> </a:t>
            </a:r>
            <a:r>
              <a:rPr lang="en-US" dirty="0" err="1"/>
              <a:t>rhoncus</a:t>
            </a:r>
            <a:r>
              <a:rPr lang="en-US" dirty="0"/>
              <a:t>, </a:t>
            </a:r>
            <a:r>
              <a:rPr lang="en-US" dirty="0" err="1"/>
              <a:t>nunc</a:t>
            </a:r>
            <a:r>
              <a:rPr lang="en-US" dirty="0"/>
              <a:t> vitae dictum </a:t>
            </a:r>
            <a:r>
              <a:rPr lang="en-US" dirty="0" err="1"/>
              <a:t>pretium</a:t>
            </a:r>
            <a:r>
              <a:rPr lang="en-US" dirty="0"/>
              <a:t>, </a:t>
            </a:r>
            <a:r>
              <a:rPr lang="en-US" dirty="0" err="1"/>
              <a:t>libero</a:t>
            </a:r>
            <a:r>
              <a:rPr lang="en-US" dirty="0"/>
              <a:t> </a:t>
            </a:r>
            <a:r>
              <a:rPr lang="en-US" dirty="0" err="1"/>
              <a:t>purus</a:t>
            </a:r>
            <a:r>
              <a:rPr lang="en-US" dirty="0"/>
              <a:t> </a:t>
            </a:r>
            <a:r>
              <a:rPr lang="en-US" dirty="0" err="1"/>
              <a:t>convallis</a:t>
            </a:r>
            <a:r>
              <a:rPr lang="en-US" dirty="0"/>
              <a:t> </a:t>
            </a:r>
            <a:r>
              <a:rPr lang="en-US" dirty="0" err="1"/>
              <a:t>tortor</a:t>
            </a:r>
            <a:r>
              <a:rPr lang="en-US" dirty="0"/>
              <a:t>, </a:t>
            </a:r>
            <a:r>
              <a:rPr lang="en-US" dirty="0" err="1"/>
              <a:t>eget</a:t>
            </a:r>
            <a:r>
              <a:rPr lang="en-US" dirty="0"/>
              <a:t> </a:t>
            </a:r>
            <a:r>
              <a:rPr lang="en-US" dirty="0" err="1"/>
              <a:t>ultricies</a:t>
            </a:r>
            <a:r>
              <a:rPr lang="en-US" dirty="0"/>
              <a:t> </a:t>
            </a:r>
            <a:r>
              <a:rPr lang="en-US" dirty="0" err="1"/>
              <a:t>sapien</a:t>
            </a:r>
            <a:r>
              <a:rPr lang="en-US" dirty="0"/>
              <a:t> </a:t>
            </a:r>
            <a:r>
              <a:rPr lang="en-US" dirty="0" err="1"/>
              <a:t>odio</a:t>
            </a:r>
            <a:r>
              <a:rPr lang="en-US" dirty="0"/>
              <a:t> non ant. Lore </a:t>
            </a:r>
            <a:r>
              <a:rPr lang="en-US" dirty="0" err="1"/>
              <a:t>ipsum</a:t>
            </a:r>
            <a:r>
              <a:rPr lang="en-US" dirty="0"/>
              <a:t> </a:t>
            </a:r>
            <a:r>
              <a:rPr lang="en-US" dirty="0" err="1"/>
              <a:t>lunpt</a:t>
            </a:r>
            <a:r>
              <a:rPr lang="en-US" dirty="0"/>
              <a:t> and </a:t>
            </a:r>
            <a:r>
              <a:rPr lang="en-US" dirty="0" err="1"/>
              <a:t>ishlam</a:t>
            </a:r>
            <a:r>
              <a:rPr lang="en-US" dirty="0"/>
              <a:t>. </a:t>
            </a:r>
            <a:r>
              <a:rPr lang="en-US" dirty="0" err="1"/>
              <a:t>Nunc</a:t>
            </a:r>
            <a:r>
              <a:rPr lang="en-US" dirty="0"/>
              <a:t> vitae </a:t>
            </a:r>
            <a:r>
              <a:rPr lang="en-US" dirty="0" err="1"/>
              <a:t>neque</a:t>
            </a:r>
            <a:r>
              <a:rPr lang="en-US" dirty="0"/>
              <a:t> </a:t>
            </a:r>
            <a:r>
              <a:rPr lang="en-US" dirty="0" err="1"/>
              <a:t>etus</a:t>
            </a:r>
            <a:r>
              <a:rPr lang="en-US" dirty="0"/>
              <a:t>.</a:t>
            </a:r>
          </a:p>
        </p:txBody>
      </p:sp>
      <p:sp>
        <p:nvSpPr>
          <p:cNvPr id="12" name="Slide Number Placeholder 5"/>
          <p:cNvSpPr>
            <a:spLocks noGrp="1"/>
          </p:cNvSpPr>
          <p:nvPr>
            <p:ph type="sldNum" sz="quarter" idx="4"/>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dirty="0"/>
          </a:p>
        </p:txBody>
      </p:sp>
    </p:spTree>
    <p:extLst>
      <p:ext uri="{BB962C8B-B14F-4D97-AF65-F5344CB8AC3E}">
        <p14:creationId xmlns:p14="http://schemas.microsoft.com/office/powerpoint/2010/main" val="2944729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1: table">
    <p:spTree>
      <p:nvGrpSpPr>
        <p:cNvPr id="1" name=""/>
        <p:cNvGrpSpPr/>
        <p:nvPr/>
      </p:nvGrpSpPr>
      <p:grpSpPr>
        <a:xfrm>
          <a:off x="0" y="0"/>
          <a:ext cx="0" cy="0"/>
          <a:chOff x="0" y="0"/>
          <a:chExt cx="0" cy="0"/>
        </a:xfrm>
      </p:grpSpPr>
      <p:sp>
        <p:nvSpPr>
          <p:cNvPr id="11" name="Slide Number Placeholder 5"/>
          <p:cNvSpPr>
            <a:spLocks noGrp="1"/>
          </p:cNvSpPr>
          <p:nvPr>
            <p:ph type="sldNum" sz="quarter" idx="10"/>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dirty="0"/>
          </a:p>
        </p:txBody>
      </p:sp>
      <p:sp>
        <p:nvSpPr>
          <p:cNvPr id="12" name="Text Placeholder 7"/>
          <p:cNvSpPr>
            <a:spLocks noGrp="1"/>
          </p:cNvSpPr>
          <p:nvPr>
            <p:ph type="body" sz="quarter" idx="11" hasCustomPrompt="1"/>
          </p:nvPr>
        </p:nvSpPr>
        <p:spPr>
          <a:xfrm>
            <a:off x="0" y="622300"/>
            <a:ext cx="12192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dirty="0"/>
              <a:t>TITLE FOR A TABLE HERE</a:t>
            </a:r>
          </a:p>
        </p:txBody>
      </p:sp>
    </p:spTree>
    <p:extLst>
      <p:ext uri="{BB962C8B-B14F-4D97-AF65-F5344CB8AC3E}">
        <p14:creationId xmlns:p14="http://schemas.microsoft.com/office/powerpoint/2010/main" val="657253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1: im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76542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2: backgroun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0F418C06-167A-E646-9EF6-18275B625F6B}" type="slidenum">
              <a:rPr lang="en-US" smtClean="0"/>
              <a:pPr/>
              <a:t>‹#›</a:t>
            </a:fld>
            <a:endParaRPr lang="en-US" dirty="0"/>
          </a:p>
        </p:txBody>
      </p:sp>
    </p:spTree>
    <p:extLst>
      <p:ext uri="{BB962C8B-B14F-4D97-AF65-F5344CB8AC3E}">
        <p14:creationId xmlns:p14="http://schemas.microsoft.com/office/powerpoint/2010/main" val="17250380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2: long text">
    <p:spTree>
      <p:nvGrpSpPr>
        <p:cNvPr id="1" name=""/>
        <p:cNvGrpSpPr/>
        <p:nvPr/>
      </p:nvGrpSpPr>
      <p:grpSpPr>
        <a:xfrm>
          <a:off x="0" y="0"/>
          <a:ext cx="0" cy="0"/>
          <a:chOff x="0" y="0"/>
          <a:chExt cx="0" cy="0"/>
        </a:xfrm>
      </p:grpSpPr>
      <p:sp>
        <p:nvSpPr>
          <p:cNvPr id="7" name="Slide Number Placeholder 6"/>
          <p:cNvSpPr>
            <a:spLocks noGrp="1"/>
          </p:cNvSpPr>
          <p:nvPr>
            <p:ph type="sldNum" sz="quarter" idx="10"/>
          </p:nvPr>
        </p:nvSpPr>
        <p:spPr/>
        <p:txBody>
          <a:bodyPr/>
          <a:lstStyle/>
          <a:p>
            <a:fld id="{0F418C06-167A-E646-9EF6-18275B625F6B}" type="slidenum">
              <a:rPr lang="en-US" smtClean="0"/>
              <a:pPr/>
              <a:t>‹#›</a:t>
            </a:fld>
            <a:endParaRPr lang="en-US" dirty="0"/>
          </a:p>
        </p:txBody>
      </p:sp>
      <p:sp>
        <p:nvSpPr>
          <p:cNvPr id="8" name="Text Placeholder 7"/>
          <p:cNvSpPr>
            <a:spLocks noGrp="1"/>
          </p:cNvSpPr>
          <p:nvPr>
            <p:ph type="body" sz="quarter" idx="13" hasCustomPrompt="1"/>
          </p:nvPr>
        </p:nvSpPr>
        <p:spPr>
          <a:xfrm>
            <a:off x="0" y="614069"/>
            <a:ext cx="12192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dirty="0"/>
              <a:t>LONG PARAGRAPH TEMPLATE TITLE</a:t>
            </a:r>
          </a:p>
        </p:txBody>
      </p:sp>
      <p:sp>
        <p:nvSpPr>
          <p:cNvPr id="9" name="Text Placeholder 9"/>
          <p:cNvSpPr>
            <a:spLocks noGrp="1"/>
          </p:cNvSpPr>
          <p:nvPr>
            <p:ph type="body" sz="quarter" idx="14" hasCustomPrompt="1"/>
          </p:nvPr>
        </p:nvSpPr>
        <p:spPr>
          <a:xfrm>
            <a:off x="645585" y="1817688"/>
            <a:ext cx="5419628"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dirty="0" err="1"/>
              <a:t>Suspendisse</a:t>
            </a:r>
            <a:r>
              <a:rPr lang="en-US" dirty="0"/>
              <a:t> </a:t>
            </a:r>
            <a:r>
              <a:rPr lang="en-US" dirty="0" err="1"/>
              <a:t>potenti</a:t>
            </a:r>
            <a:r>
              <a:rPr lang="en-US" dirty="0"/>
              <a:t>. </a:t>
            </a:r>
            <a:r>
              <a:rPr lang="en-US" dirty="0" err="1"/>
              <a:t>Nunc</a:t>
            </a:r>
            <a:r>
              <a:rPr lang="en-US" dirty="0"/>
              <a:t> vitae </a:t>
            </a:r>
            <a:r>
              <a:rPr lang="en-US" dirty="0" err="1"/>
              <a:t>neque</a:t>
            </a:r>
            <a:r>
              <a:rPr lang="en-US" dirty="0"/>
              <a:t> et </a:t>
            </a:r>
            <a:r>
              <a:rPr lang="en-US" dirty="0" err="1"/>
              <a:t>purus</a:t>
            </a:r>
            <a:r>
              <a:rPr lang="en-US" dirty="0"/>
              <a:t> </a:t>
            </a:r>
            <a:r>
              <a:rPr lang="en-US" dirty="0" err="1"/>
              <a:t>tincidunt</a:t>
            </a:r>
            <a:r>
              <a:rPr lang="en-US" dirty="0"/>
              <a:t> </a:t>
            </a:r>
            <a:r>
              <a:rPr lang="en-US" dirty="0" err="1"/>
              <a:t>bibendum</a:t>
            </a:r>
            <a:r>
              <a:rPr lang="en-US" dirty="0"/>
              <a:t> vitae </a:t>
            </a:r>
            <a:r>
              <a:rPr lang="en-US" dirty="0" err="1"/>
              <a:t>sollicitudin</a:t>
            </a:r>
            <a:r>
              <a:rPr lang="en-US" dirty="0"/>
              <a:t> </a:t>
            </a:r>
            <a:r>
              <a:rPr lang="en-US" dirty="0" err="1"/>
              <a:t>urna</a:t>
            </a:r>
            <a:r>
              <a:rPr lang="en-US" dirty="0"/>
              <a:t>. </a:t>
            </a:r>
            <a:r>
              <a:rPr lang="en-US" dirty="0" err="1"/>
              <a:t>Cras</a:t>
            </a:r>
            <a:r>
              <a:rPr lang="en-US" dirty="0"/>
              <a:t> </a:t>
            </a:r>
            <a:r>
              <a:rPr lang="en-US" dirty="0" err="1"/>
              <a:t>eros</a:t>
            </a:r>
            <a:r>
              <a:rPr lang="en-US" dirty="0"/>
              <a:t> dolor, </a:t>
            </a:r>
            <a:r>
              <a:rPr lang="en-US" dirty="0" err="1"/>
              <a:t>finibus</a:t>
            </a:r>
            <a:r>
              <a:rPr lang="en-US" dirty="0"/>
              <a:t> in </a:t>
            </a:r>
            <a:r>
              <a:rPr lang="en-US" dirty="0" err="1"/>
              <a:t>risus</a:t>
            </a:r>
            <a:r>
              <a:rPr lang="en-US" dirty="0"/>
              <a:t> </a:t>
            </a:r>
            <a:r>
              <a:rPr lang="en-US" dirty="0" err="1"/>
              <a:t>etus</a:t>
            </a:r>
            <a:r>
              <a:rPr lang="en-US" dirty="0"/>
              <a:t>, </a:t>
            </a:r>
            <a:r>
              <a:rPr lang="en-US" dirty="0" err="1"/>
              <a:t>hendrerit</a:t>
            </a:r>
            <a:r>
              <a:rPr lang="en-US" dirty="0"/>
              <a:t> </a:t>
            </a:r>
            <a:r>
              <a:rPr lang="en-US" dirty="0" err="1"/>
              <a:t>porta</a:t>
            </a:r>
            <a:r>
              <a:rPr lang="en-US" dirty="0"/>
              <a:t> </a:t>
            </a:r>
            <a:r>
              <a:rPr lang="en-US" dirty="0" err="1"/>
              <a:t>augue</a:t>
            </a:r>
            <a:r>
              <a:rPr lang="en-US" dirty="0"/>
              <a:t>. </a:t>
            </a:r>
            <a:r>
              <a:rPr lang="en-US" dirty="0" err="1"/>
              <a:t>Suspendisse</a:t>
            </a:r>
            <a:r>
              <a:rPr lang="en-US" dirty="0"/>
              <a:t> com </a:t>
            </a:r>
            <a:r>
              <a:rPr lang="en-US" dirty="0" err="1"/>
              <a:t>turpis</a:t>
            </a:r>
            <a:r>
              <a:rPr lang="en-US" dirty="0"/>
              <a:t> </a:t>
            </a:r>
            <a:r>
              <a:rPr lang="en-US" dirty="0" err="1"/>
              <a:t>nec</a:t>
            </a:r>
            <a:r>
              <a:rPr lang="en-US" dirty="0"/>
              <a:t> </a:t>
            </a:r>
            <a:r>
              <a:rPr lang="en-US" dirty="0" err="1"/>
              <a:t>vulputate</a:t>
            </a:r>
            <a:r>
              <a:rPr lang="en-US" dirty="0"/>
              <a:t> </a:t>
            </a:r>
            <a:r>
              <a:rPr lang="en-US" dirty="0" err="1"/>
              <a:t>vehicula</a:t>
            </a:r>
            <a:r>
              <a:rPr lang="en-US" dirty="0"/>
              <a:t>. </a:t>
            </a:r>
            <a:r>
              <a:rPr lang="en-US" dirty="0" err="1"/>
              <a:t>Nunc</a:t>
            </a:r>
            <a:r>
              <a:rPr lang="en-US" dirty="0"/>
              <a:t> </a:t>
            </a:r>
            <a:r>
              <a:rPr lang="en-US" dirty="0" err="1"/>
              <a:t>commodo</a:t>
            </a:r>
            <a:r>
              <a:rPr lang="en-US" dirty="0"/>
              <a:t> </a:t>
            </a:r>
            <a:r>
              <a:rPr lang="en-US" dirty="0" err="1"/>
              <a:t>leo</a:t>
            </a:r>
            <a:r>
              <a:rPr lang="en-US" dirty="0"/>
              <a:t> </a:t>
            </a:r>
            <a:r>
              <a:rPr lang="en-US" dirty="0" err="1"/>
              <a:t>justo</a:t>
            </a:r>
            <a:r>
              <a:rPr lang="en-US" dirty="0"/>
              <a:t> </a:t>
            </a:r>
            <a:r>
              <a:rPr lang="en-US" dirty="0" err="1"/>
              <a:t>cursus</a:t>
            </a:r>
            <a:r>
              <a:rPr lang="en-US" dirty="0"/>
              <a:t>, </a:t>
            </a:r>
            <a:r>
              <a:rPr lang="en-US" dirty="0" err="1"/>
              <a:t>vel</a:t>
            </a:r>
            <a:r>
              <a:rPr lang="en-US" dirty="0"/>
              <a:t> </a:t>
            </a:r>
            <a:r>
              <a:rPr lang="en-US" dirty="0" err="1"/>
              <a:t>ultricies</a:t>
            </a:r>
            <a:r>
              <a:rPr lang="en-US" dirty="0"/>
              <a:t> </a:t>
            </a:r>
            <a:r>
              <a:rPr lang="en-US" dirty="0" err="1"/>
              <a:t>odio</a:t>
            </a:r>
            <a:r>
              <a:rPr lang="en-US" dirty="0"/>
              <a:t> </a:t>
            </a:r>
            <a:r>
              <a:rPr lang="en-US" dirty="0" err="1"/>
              <a:t>varius</a:t>
            </a:r>
            <a:r>
              <a:rPr lang="en-US" dirty="0"/>
              <a:t>. </a:t>
            </a:r>
            <a:r>
              <a:rPr lang="en-US" dirty="0" err="1"/>
              <a:t>Quisquety</a:t>
            </a:r>
            <a:r>
              <a:rPr lang="en-US" dirty="0"/>
              <a:t> </a:t>
            </a:r>
            <a:r>
              <a:rPr lang="en-US" dirty="0" err="1"/>
              <a:t>pharetra</a:t>
            </a:r>
            <a:r>
              <a:rPr lang="en-US" dirty="0"/>
              <a:t> dolor </a:t>
            </a:r>
            <a:r>
              <a:rPr lang="en-US" dirty="0" err="1"/>
              <a:t>eu</a:t>
            </a:r>
            <a:r>
              <a:rPr lang="en-US" dirty="0"/>
              <a:t> </a:t>
            </a:r>
            <a:r>
              <a:rPr lang="en-US" dirty="0" err="1"/>
              <a:t>aliquam</a:t>
            </a:r>
            <a:r>
              <a:rPr lang="en-US" dirty="0"/>
              <a:t> </a:t>
            </a:r>
            <a:r>
              <a:rPr lang="en-US" dirty="0" err="1"/>
              <a:t>sagittis</a:t>
            </a:r>
            <a:r>
              <a:rPr lang="en-US" dirty="0"/>
              <a:t>. </a:t>
            </a:r>
            <a:r>
              <a:rPr lang="en-US" dirty="0" err="1"/>
              <a:t>Aliquam</a:t>
            </a:r>
            <a:r>
              <a:rPr lang="en-US" dirty="0"/>
              <a:t> </a:t>
            </a:r>
            <a:r>
              <a:rPr lang="en-US" dirty="0" err="1"/>
              <a:t>neque</a:t>
            </a:r>
            <a:r>
              <a:rPr lang="en-US" dirty="0"/>
              <a:t> </a:t>
            </a:r>
            <a:r>
              <a:rPr lang="en-US" dirty="0" err="1"/>
              <a:t>massa</a:t>
            </a:r>
            <a:r>
              <a:rPr lang="en-US" dirty="0"/>
              <a:t>, </a:t>
            </a:r>
            <a:r>
              <a:rPr lang="en-US" dirty="0" err="1"/>
              <a:t>ornare</a:t>
            </a:r>
            <a:r>
              <a:rPr lang="en-US" dirty="0"/>
              <a:t> at </a:t>
            </a:r>
            <a:r>
              <a:rPr lang="en-US" dirty="0" err="1"/>
              <a:t>commodo</a:t>
            </a:r>
            <a:r>
              <a:rPr lang="en-US" dirty="0"/>
              <a:t> sit </a:t>
            </a:r>
            <a:r>
              <a:rPr lang="en-US" dirty="0" err="1"/>
              <a:t>amet</a:t>
            </a:r>
            <a:r>
              <a:rPr lang="en-US" dirty="0"/>
              <a:t>, un semper </a:t>
            </a:r>
            <a:r>
              <a:rPr lang="en-US" dirty="0" err="1"/>
              <a:t>sed</a:t>
            </a:r>
            <a:r>
              <a:rPr lang="en-US" dirty="0"/>
              <a:t> </a:t>
            </a:r>
            <a:r>
              <a:rPr lang="en-US" dirty="0" err="1"/>
              <a:t>erat</a:t>
            </a:r>
            <a:r>
              <a:rPr lang="en-US" dirty="0"/>
              <a:t>. </a:t>
            </a:r>
            <a:r>
              <a:rPr lang="en-US" dirty="0" err="1"/>
              <a:t>Suspendisse</a:t>
            </a:r>
            <a:r>
              <a:rPr lang="en-US" dirty="0"/>
              <a:t> </a:t>
            </a:r>
            <a:r>
              <a:rPr lang="en-US" dirty="0" err="1"/>
              <a:t>rhoncus</a:t>
            </a:r>
            <a:r>
              <a:rPr lang="en-US" dirty="0"/>
              <a:t>, </a:t>
            </a:r>
            <a:r>
              <a:rPr lang="en-US" dirty="0" err="1"/>
              <a:t>nunc</a:t>
            </a:r>
            <a:r>
              <a:rPr lang="en-US" dirty="0"/>
              <a:t> vitae dictum </a:t>
            </a:r>
            <a:r>
              <a:rPr lang="en-US" dirty="0" err="1"/>
              <a:t>pretium</a:t>
            </a:r>
            <a:r>
              <a:rPr lang="en-US" dirty="0"/>
              <a:t>, </a:t>
            </a:r>
            <a:r>
              <a:rPr lang="en-US" dirty="0" err="1"/>
              <a:t>libero</a:t>
            </a:r>
            <a:r>
              <a:rPr lang="en-US" dirty="0"/>
              <a:t> </a:t>
            </a:r>
            <a:r>
              <a:rPr lang="en-US" dirty="0" err="1"/>
              <a:t>purus</a:t>
            </a:r>
            <a:r>
              <a:rPr lang="en-US" dirty="0"/>
              <a:t> </a:t>
            </a:r>
            <a:r>
              <a:rPr lang="en-US" dirty="0" err="1"/>
              <a:t>convallis</a:t>
            </a:r>
            <a:r>
              <a:rPr lang="en-US" dirty="0"/>
              <a:t> </a:t>
            </a:r>
            <a:r>
              <a:rPr lang="en-US" dirty="0" err="1"/>
              <a:t>tortor</a:t>
            </a:r>
            <a:r>
              <a:rPr lang="en-US" dirty="0"/>
              <a:t>, </a:t>
            </a:r>
            <a:r>
              <a:rPr lang="en-US" dirty="0" err="1"/>
              <a:t>eget</a:t>
            </a:r>
            <a:r>
              <a:rPr lang="en-US" dirty="0"/>
              <a:t> </a:t>
            </a:r>
            <a:r>
              <a:rPr lang="en-US" dirty="0" err="1"/>
              <a:t>ultricies</a:t>
            </a:r>
            <a:r>
              <a:rPr lang="en-US" dirty="0"/>
              <a:t> </a:t>
            </a:r>
            <a:r>
              <a:rPr lang="en-US" dirty="0" err="1"/>
              <a:t>sapien</a:t>
            </a:r>
            <a:r>
              <a:rPr lang="en-US" dirty="0"/>
              <a:t>.</a:t>
            </a:r>
          </a:p>
        </p:txBody>
      </p:sp>
      <p:sp>
        <p:nvSpPr>
          <p:cNvPr id="10" name="Text Placeholder 9"/>
          <p:cNvSpPr>
            <a:spLocks noGrp="1"/>
          </p:cNvSpPr>
          <p:nvPr>
            <p:ph type="body" sz="quarter" idx="15" hasCustomPrompt="1"/>
          </p:nvPr>
        </p:nvSpPr>
        <p:spPr>
          <a:xfrm>
            <a:off x="6284386" y="1817688"/>
            <a:ext cx="5264149"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dirty="0" err="1"/>
              <a:t>suspendisse</a:t>
            </a:r>
            <a:r>
              <a:rPr lang="en-US" dirty="0"/>
              <a:t> </a:t>
            </a:r>
            <a:r>
              <a:rPr lang="en-US" dirty="0" err="1"/>
              <a:t>potenti</a:t>
            </a:r>
            <a:r>
              <a:rPr lang="en-US" dirty="0"/>
              <a:t>. </a:t>
            </a:r>
            <a:r>
              <a:rPr lang="en-US" dirty="0" err="1"/>
              <a:t>Nunc</a:t>
            </a:r>
            <a:r>
              <a:rPr lang="en-US" dirty="0"/>
              <a:t> vitae </a:t>
            </a:r>
            <a:r>
              <a:rPr lang="en-US" dirty="0" err="1"/>
              <a:t>neque</a:t>
            </a:r>
            <a:r>
              <a:rPr lang="en-US" dirty="0"/>
              <a:t> et </a:t>
            </a:r>
            <a:r>
              <a:rPr lang="en-US" dirty="0" err="1"/>
              <a:t>puri</a:t>
            </a:r>
            <a:r>
              <a:rPr lang="en-US" dirty="0"/>
              <a:t> </a:t>
            </a:r>
            <a:r>
              <a:rPr lang="en-US" dirty="0" err="1"/>
              <a:t>tincidunt</a:t>
            </a:r>
            <a:r>
              <a:rPr lang="en-US" dirty="0"/>
              <a:t> </a:t>
            </a:r>
            <a:r>
              <a:rPr lang="en-US" dirty="0" err="1"/>
              <a:t>bibendum</a:t>
            </a:r>
            <a:r>
              <a:rPr lang="en-US" dirty="0"/>
              <a:t> vitae </a:t>
            </a:r>
            <a:r>
              <a:rPr lang="en-US" dirty="0" err="1"/>
              <a:t>sollicitudin</a:t>
            </a:r>
            <a:r>
              <a:rPr lang="en-US" dirty="0"/>
              <a:t> </a:t>
            </a:r>
            <a:r>
              <a:rPr lang="en-US" dirty="0" err="1"/>
              <a:t>urna</a:t>
            </a:r>
            <a:r>
              <a:rPr lang="en-US" dirty="0"/>
              <a:t>. </a:t>
            </a:r>
            <a:r>
              <a:rPr lang="en-US" dirty="0" err="1"/>
              <a:t>Cras</a:t>
            </a:r>
            <a:r>
              <a:rPr lang="en-US" dirty="0"/>
              <a:t> </a:t>
            </a:r>
            <a:r>
              <a:rPr lang="en-US" dirty="0" err="1"/>
              <a:t>eros</a:t>
            </a:r>
            <a:r>
              <a:rPr lang="en-US" dirty="0"/>
              <a:t> dolor, </a:t>
            </a:r>
            <a:r>
              <a:rPr lang="en-US" dirty="0" err="1"/>
              <a:t>finibus</a:t>
            </a:r>
            <a:r>
              <a:rPr lang="en-US" dirty="0"/>
              <a:t> in </a:t>
            </a:r>
            <a:r>
              <a:rPr lang="en-US" dirty="0" err="1"/>
              <a:t>risus</a:t>
            </a:r>
            <a:r>
              <a:rPr lang="en-US" dirty="0"/>
              <a:t> et, </a:t>
            </a:r>
            <a:r>
              <a:rPr lang="en-US" dirty="0" err="1"/>
              <a:t>hendrerit</a:t>
            </a:r>
            <a:r>
              <a:rPr lang="en-US" dirty="0"/>
              <a:t> </a:t>
            </a:r>
            <a:r>
              <a:rPr lang="en-US" dirty="0" err="1"/>
              <a:t>porta</a:t>
            </a:r>
            <a:r>
              <a:rPr lang="en-US" dirty="0"/>
              <a:t> </a:t>
            </a:r>
            <a:r>
              <a:rPr lang="en-US" dirty="0" err="1"/>
              <a:t>augue</a:t>
            </a:r>
            <a:r>
              <a:rPr lang="en-US" dirty="0"/>
              <a:t>. </a:t>
            </a:r>
            <a:r>
              <a:rPr lang="en-US" dirty="0" err="1"/>
              <a:t>Suspendisse</a:t>
            </a:r>
            <a:r>
              <a:rPr lang="en-US" dirty="0"/>
              <a:t> com </a:t>
            </a:r>
            <a:r>
              <a:rPr lang="en-US" dirty="0" err="1"/>
              <a:t>turpis</a:t>
            </a:r>
            <a:r>
              <a:rPr lang="en-US" dirty="0"/>
              <a:t> </a:t>
            </a:r>
            <a:r>
              <a:rPr lang="en-US" dirty="0" err="1"/>
              <a:t>nec</a:t>
            </a:r>
            <a:r>
              <a:rPr lang="en-US" dirty="0"/>
              <a:t> </a:t>
            </a:r>
            <a:r>
              <a:rPr lang="en-US" dirty="0" err="1"/>
              <a:t>vulputate</a:t>
            </a:r>
            <a:r>
              <a:rPr lang="en-US" dirty="0"/>
              <a:t> </a:t>
            </a:r>
            <a:r>
              <a:rPr lang="en-US" dirty="0" err="1"/>
              <a:t>vehicula</a:t>
            </a:r>
            <a:r>
              <a:rPr lang="en-US" dirty="0"/>
              <a:t>. </a:t>
            </a:r>
            <a:r>
              <a:rPr lang="en-US" dirty="0" err="1"/>
              <a:t>Nunc</a:t>
            </a:r>
            <a:r>
              <a:rPr lang="en-US" dirty="0"/>
              <a:t> </a:t>
            </a:r>
            <a:r>
              <a:rPr lang="en-US" dirty="0" err="1"/>
              <a:t>commodo</a:t>
            </a:r>
            <a:r>
              <a:rPr lang="en-US" dirty="0"/>
              <a:t> </a:t>
            </a:r>
            <a:r>
              <a:rPr lang="en-US" dirty="0" err="1"/>
              <a:t>leo</a:t>
            </a:r>
            <a:r>
              <a:rPr lang="en-US" dirty="0"/>
              <a:t> et </a:t>
            </a:r>
            <a:r>
              <a:rPr lang="en-US" dirty="0" err="1"/>
              <a:t>justo</a:t>
            </a:r>
            <a:r>
              <a:rPr lang="en-US" dirty="0"/>
              <a:t> </a:t>
            </a:r>
            <a:r>
              <a:rPr lang="en-US" dirty="0" err="1"/>
              <a:t>cursus</a:t>
            </a:r>
            <a:r>
              <a:rPr lang="en-US" dirty="0"/>
              <a:t>, </a:t>
            </a:r>
            <a:r>
              <a:rPr lang="en-US" dirty="0" err="1"/>
              <a:t>vel</a:t>
            </a:r>
            <a:r>
              <a:rPr lang="en-US" dirty="0"/>
              <a:t> </a:t>
            </a:r>
            <a:r>
              <a:rPr lang="en-US" dirty="0" err="1"/>
              <a:t>ultricies</a:t>
            </a:r>
            <a:r>
              <a:rPr lang="en-US" dirty="0"/>
              <a:t> </a:t>
            </a:r>
            <a:r>
              <a:rPr lang="en-US" dirty="0" err="1"/>
              <a:t>odio</a:t>
            </a:r>
            <a:r>
              <a:rPr lang="en-US" dirty="0"/>
              <a:t> </a:t>
            </a:r>
            <a:r>
              <a:rPr lang="en-US" dirty="0" err="1"/>
              <a:t>varius</a:t>
            </a:r>
            <a:r>
              <a:rPr lang="en-US" dirty="0"/>
              <a:t>. </a:t>
            </a:r>
            <a:r>
              <a:rPr lang="en-US" dirty="0" err="1"/>
              <a:t>Quisque</a:t>
            </a:r>
            <a:r>
              <a:rPr lang="en-US" dirty="0"/>
              <a:t> </a:t>
            </a:r>
            <a:r>
              <a:rPr lang="en-US" dirty="0" err="1"/>
              <a:t>pharetra</a:t>
            </a:r>
            <a:r>
              <a:rPr lang="en-US" dirty="0"/>
              <a:t> dolor </a:t>
            </a:r>
            <a:r>
              <a:rPr lang="en-US" dirty="0" err="1"/>
              <a:t>eu</a:t>
            </a:r>
            <a:r>
              <a:rPr lang="en-US" dirty="0"/>
              <a:t> </a:t>
            </a:r>
            <a:r>
              <a:rPr lang="en-US" dirty="0" err="1"/>
              <a:t>aliquam</a:t>
            </a:r>
            <a:r>
              <a:rPr lang="en-US" dirty="0"/>
              <a:t> </a:t>
            </a:r>
            <a:r>
              <a:rPr lang="en-US" dirty="0" err="1"/>
              <a:t>sagittis</a:t>
            </a:r>
            <a:r>
              <a:rPr lang="en-US" dirty="0"/>
              <a:t>. </a:t>
            </a:r>
            <a:r>
              <a:rPr lang="en-US" dirty="0" err="1"/>
              <a:t>Aliquam</a:t>
            </a:r>
            <a:r>
              <a:rPr lang="en-US" dirty="0"/>
              <a:t> </a:t>
            </a:r>
            <a:r>
              <a:rPr lang="en-US" dirty="0" err="1"/>
              <a:t>neque</a:t>
            </a:r>
            <a:r>
              <a:rPr lang="en-US" dirty="0"/>
              <a:t> </a:t>
            </a:r>
            <a:r>
              <a:rPr lang="en-US" dirty="0" err="1"/>
              <a:t>massa</a:t>
            </a:r>
            <a:r>
              <a:rPr lang="en-US" dirty="0"/>
              <a:t>, </a:t>
            </a:r>
            <a:r>
              <a:rPr lang="en-US" dirty="0" err="1"/>
              <a:t>orn</a:t>
            </a:r>
            <a:r>
              <a:rPr lang="en-US" dirty="0"/>
              <a:t> at </a:t>
            </a:r>
            <a:r>
              <a:rPr lang="en-US" dirty="0" err="1"/>
              <a:t>commodo</a:t>
            </a:r>
            <a:r>
              <a:rPr lang="en-US" dirty="0"/>
              <a:t> sit </a:t>
            </a:r>
            <a:r>
              <a:rPr lang="en-US" dirty="0" err="1"/>
              <a:t>amet</a:t>
            </a:r>
            <a:r>
              <a:rPr lang="en-US" dirty="0"/>
              <a:t>, semper </a:t>
            </a:r>
            <a:r>
              <a:rPr lang="en-US" dirty="0" err="1"/>
              <a:t>sed</a:t>
            </a:r>
            <a:r>
              <a:rPr lang="en-US" dirty="0"/>
              <a:t> </a:t>
            </a:r>
            <a:r>
              <a:rPr lang="en-US" dirty="0" err="1"/>
              <a:t>erat</a:t>
            </a:r>
            <a:r>
              <a:rPr lang="en-US" dirty="0"/>
              <a:t>. </a:t>
            </a:r>
            <a:r>
              <a:rPr lang="en-US" dirty="0" err="1"/>
              <a:t>Disse</a:t>
            </a:r>
            <a:r>
              <a:rPr lang="en-US" dirty="0"/>
              <a:t> </a:t>
            </a:r>
            <a:r>
              <a:rPr lang="en-US" dirty="0" err="1"/>
              <a:t>rhoncus</a:t>
            </a:r>
            <a:r>
              <a:rPr lang="en-US" dirty="0"/>
              <a:t>, </a:t>
            </a:r>
            <a:r>
              <a:rPr lang="en-US" dirty="0" err="1"/>
              <a:t>nunc</a:t>
            </a:r>
            <a:r>
              <a:rPr lang="en-US" dirty="0"/>
              <a:t> vitae dictum </a:t>
            </a:r>
            <a:r>
              <a:rPr lang="en-US" dirty="0" err="1"/>
              <a:t>pretium</a:t>
            </a:r>
            <a:r>
              <a:rPr lang="en-US" dirty="0"/>
              <a:t>, </a:t>
            </a:r>
            <a:r>
              <a:rPr lang="en-US" dirty="0" err="1"/>
              <a:t>libero</a:t>
            </a:r>
            <a:r>
              <a:rPr lang="en-US" dirty="0"/>
              <a:t> </a:t>
            </a:r>
            <a:r>
              <a:rPr lang="en-US" dirty="0" err="1"/>
              <a:t>purus</a:t>
            </a:r>
            <a:r>
              <a:rPr lang="en-US" dirty="0"/>
              <a:t> </a:t>
            </a:r>
            <a:r>
              <a:rPr lang="en-US" dirty="0" err="1"/>
              <a:t>convallis</a:t>
            </a:r>
            <a:r>
              <a:rPr lang="en-US" dirty="0"/>
              <a:t> </a:t>
            </a:r>
            <a:r>
              <a:rPr lang="en-US" dirty="0" err="1"/>
              <a:t>tortor</a:t>
            </a:r>
            <a:r>
              <a:rPr lang="en-US" dirty="0"/>
              <a:t>, </a:t>
            </a:r>
            <a:r>
              <a:rPr lang="en-US" dirty="0" err="1"/>
              <a:t>eget</a:t>
            </a:r>
            <a:r>
              <a:rPr lang="en-US" dirty="0"/>
              <a:t> </a:t>
            </a:r>
            <a:r>
              <a:rPr lang="en-US" dirty="0" err="1"/>
              <a:t>ultricies</a:t>
            </a:r>
            <a:r>
              <a:rPr lang="en-US" dirty="0"/>
              <a:t>.</a:t>
            </a:r>
          </a:p>
        </p:txBody>
      </p:sp>
    </p:spTree>
    <p:extLst>
      <p:ext uri="{BB962C8B-B14F-4D97-AF65-F5344CB8AC3E}">
        <p14:creationId xmlns:p14="http://schemas.microsoft.com/office/powerpoint/2010/main" val="3945226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2: bulleted text">
    <p:spTree>
      <p:nvGrpSpPr>
        <p:cNvPr id="1" name=""/>
        <p:cNvGrpSpPr/>
        <p:nvPr/>
      </p:nvGrpSpPr>
      <p:grpSpPr>
        <a:xfrm>
          <a:off x="0" y="0"/>
          <a:ext cx="0" cy="0"/>
          <a:chOff x="0" y="0"/>
          <a:chExt cx="0" cy="0"/>
        </a:xfrm>
      </p:grpSpPr>
      <p:sp>
        <p:nvSpPr>
          <p:cNvPr id="8" name="Text Placeholder 11"/>
          <p:cNvSpPr>
            <a:spLocks noGrp="1"/>
          </p:cNvSpPr>
          <p:nvPr>
            <p:ph type="body" sz="quarter" idx="11" hasCustomPrompt="1"/>
          </p:nvPr>
        </p:nvSpPr>
        <p:spPr>
          <a:xfrm>
            <a:off x="4006426" y="1689100"/>
            <a:ext cx="4240107" cy="4013200"/>
          </a:xfrm>
          <a:prstGeom prst="rect">
            <a:avLst/>
          </a:prstGeom>
        </p:spPr>
        <p:txBody>
          <a:bodyPr vert="horz"/>
          <a:lstStyle>
            <a:lvl1pPr marL="342900" indent="-342900">
              <a:buFont typeface="Arial"/>
              <a:buChar char="•"/>
              <a:defRPr sz="2000" baseline="0">
                <a:solidFill>
                  <a:schemeClr val="tx2">
                    <a:lumMod val="75000"/>
                  </a:schemeClr>
                </a:solidFill>
                <a:latin typeface="ITC Franklin Gothic Std Book Compressed"/>
              </a:defRPr>
            </a:lvl1pPr>
          </a:lstStyle>
          <a:p>
            <a:pPr lvl="0"/>
            <a:r>
              <a:rPr lang="en-US" dirty="0" err="1"/>
              <a:t>Lorem</a:t>
            </a:r>
            <a:r>
              <a:rPr lang="en-US" dirty="0"/>
              <a:t> </a:t>
            </a:r>
            <a:r>
              <a:rPr lang="en-US" dirty="0" err="1"/>
              <a:t>Ipsum</a:t>
            </a:r>
            <a:r>
              <a:rPr lang="en-US" dirty="0"/>
              <a:t> Dolor </a:t>
            </a:r>
          </a:p>
          <a:p>
            <a:pPr lvl="0"/>
            <a:r>
              <a:rPr lang="en-US" dirty="0" err="1"/>
              <a:t>Ishnack</a:t>
            </a:r>
            <a:r>
              <a:rPr lang="en-US" dirty="0"/>
              <a:t> Mansions Epson</a:t>
            </a:r>
          </a:p>
          <a:p>
            <a:pPr lvl="0"/>
            <a:r>
              <a:rPr lang="en-US" dirty="0"/>
              <a:t>Et Su </a:t>
            </a:r>
            <a:r>
              <a:rPr lang="en-US" dirty="0" err="1"/>
              <a:t>Domine</a:t>
            </a:r>
            <a:r>
              <a:rPr lang="en-US" dirty="0"/>
              <a:t> Antes</a:t>
            </a:r>
          </a:p>
          <a:p>
            <a:pPr lvl="0"/>
            <a:r>
              <a:rPr lang="en-US" dirty="0" err="1"/>
              <a:t>Lorem</a:t>
            </a:r>
            <a:r>
              <a:rPr lang="en-US" dirty="0"/>
              <a:t> </a:t>
            </a:r>
            <a:r>
              <a:rPr lang="en-US" dirty="0" err="1"/>
              <a:t>Ipsum</a:t>
            </a:r>
            <a:r>
              <a:rPr lang="en-US" dirty="0"/>
              <a:t> Dolor </a:t>
            </a:r>
          </a:p>
          <a:p>
            <a:pPr lvl="0"/>
            <a:r>
              <a:rPr lang="en-US" dirty="0" err="1"/>
              <a:t>Ishnack</a:t>
            </a:r>
            <a:r>
              <a:rPr lang="en-US" dirty="0"/>
              <a:t> Mansions Epson</a:t>
            </a:r>
          </a:p>
          <a:p>
            <a:pPr lvl="0"/>
            <a:r>
              <a:rPr lang="en-US" dirty="0" err="1"/>
              <a:t>Lorem</a:t>
            </a:r>
            <a:r>
              <a:rPr lang="en-US" dirty="0"/>
              <a:t> </a:t>
            </a:r>
            <a:r>
              <a:rPr lang="en-US" dirty="0" err="1"/>
              <a:t>Ipsum</a:t>
            </a:r>
            <a:r>
              <a:rPr lang="en-US" dirty="0"/>
              <a:t> Dolor </a:t>
            </a:r>
          </a:p>
          <a:p>
            <a:pPr lvl="0"/>
            <a:r>
              <a:rPr lang="en-US" dirty="0" err="1"/>
              <a:t>Ishnack</a:t>
            </a:r>
            <a:r>
              <a:rPr lang="en-US" dirty="0"/>
              <a:t> Mansions Epson</a:t>
            </a:r>
          </a:p>
          <a:p>
            <a:pPr lvl="0"/>
            <a:r>
              <a:rPr lang="en-US" dirty="0"/>
              <a:t>Et Su </a:t>
            </a:r>
            <a:r>
              <a:rPr lang="en-US" dirty="0" err="1"/>
              <a:t>Domine</a:t>
            </a:r>
            <a:r>
              <a:rPr lang="en-US" dirty="0"/>
              <a:t> Antes</a:t>
            </a:r>
          </a:p>
          <a:p>
            <a:pPr lvl="0"/>
            <a:r>
              <a:rPr lang="en-US" dirty="0" err="1"/>
              <a:t>Lorem</a:t>
            </a:r>
            <a:r>
              <a:rPr lang="en-US" dirty="0"/>
              <a:t> </a:t>
            </a:r>
            <a:r>
              <a:rPr lang="en-US" dirty="0" err="1"/>
              <a:t>Ipsum</a:t>
            </a:r>
            <a:r>
              <a:rPr lang="en-US" dirty="0"/>
              <a:t> Dolor </a:t>
            </a:r>
          </a:p>
          <a:p>
            <a:pPr lvl="0"/>
            <a:r>
              <a:rPr lang="en-US" dirty="0" err="1"/>
              <a:t>Ishnack</a:t>
            </a:r>
            <a:r>
              <a:rPr lang="en-US" dirty="0"/>
              <a:t> Mansions Epson</a:t>
            </a:r>
          </a:p>
        </p:txBody>
      </p:sp>
      <p:sp>
        <p:nvSpPr>
          <p:cNvPr id="9" name="Slide Number Placeholder 8"/>
          <p:cNvSpPr>
            <a:spLocks noGrp="1"/>
          </p:cNvSpPr>
          <p:nvPr>
            <p:ph type="sldNum" sz="quarter" idx="12"/>
          </p:nvPr>
        </p:nvSpPr>
        <p:spPr/>
        <p:txBody>
          <a:bodyPr/>
          <a:lstStyle/>
          <a:p>
            <a:fld id="{0F418C06-167A-E646-9EF6-18275B625F6B}" type="slidenum">
              <a:rPr lang="en-US" smtClean="0"/>
              <a:pPr/>
              <a:t>‹#›</a:t>
            </a:fld>
            <a:endParaRPr lang="en-US" dirty="0"/>
          </a:p>
        </p:txBody>
      </p:sp>
      <p:sp>
        <p:nvSpPr>
          <p:cNvPr id="10" name="Text Placeholder 7"/>
          <p:cNvSpPr>
            <a:spLocks noGrp="1"/>
          </p:cNvSpPr>
          <p:nvPr>
            <p:ph type="body" sz="quarter" idx="10" hasCustomPrompt="1"/>
          </p:nvPr>
        </p:nvSpPr>
        <p:spPr>
          <a:xfrm>
            <a:off x="0" y="622300"/>
            <a:ext cx="12192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dirty="0"/>
              <a:t>TITLE FOR A LIST HERE</a:t>
            </a:r>
          </a:p>
        </p:txBody>
      </p:sp>
    </p:spTree>
    <p:extLst>
      <p:ext uri="{BB962C8B-B14F-4D97-AF65-F5344CB8AC3E}">
        <p14:creationId xmlns:p14="http://schemas.microsoft.com/office/powerpoint/2010/main" val="28899769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2: short text">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0F418C06-167A-E646-9EF6-18275B625F6B}" type="slidenum">
              <a:rPr lang="en-US" smtClean="0"/>
              <a:pPr/>
              <a:t>‹#›</a:t>
            </a:fld>
            <a:endParaRPr lang="en-US" dirty="0"/>
          </a:p>
        </p:txBody>
      </p:sp>
      <p:sp>
        <p:nvSpPr>
          <p:cNvPr id="5" name="Text Placeholder 7"/>
          <p:cNvSpPr>
            <a:spLocks noGrp="1"/>
          </p:cNvSpPr>
          <p:nvPr>
            <p:ph type="body" sz="quarter" idx="13" hasCustomPrompt="1"/>
          </p:nvPr>
        </p:nvSpPr>
        <p:spPr>
          <a:xfrm>
            <a:off x="0" y="614069"/>
            <a:ext cx="12192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dirty="0"/>
              <a:t>SHORT PARAGRAPH TEMPLATE TITLE</a:t>
            </a:r>
          </a:p>
        </p:txBody>
      </p:sp>
      <p:sp>
        <p:nvSpPr>
          <p:cNvPr id="6" name="Text Placeholder 10"/>
          <p:cNvSpPr>
            <a:spLocks noGrp="1"/>
          </p:cNvSpPr>
          <p:nvPr>
            <p:ph type="body" sz="quarter" idx="14" hasCustomPrompt="1"/>
          </p:nvPr>
        </p:nvSpPr>
        <p:spPr>
          <a:xfrm>
            <a:off x="1930400" y="1816100"/>
            <a:ext cx="8263467" cy="2273300"/>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dirty="0" err="1"/>
              <a:t>Suspendisse</a:t>
            </a:r>
            <a:r>
              <a:rPr lang="en-US" dirty="0"/>
              <a:t> </a:t>
            </a:r>
            <a:r>
              <a:rPr lang="en-US" dirty="0" err="1"/>
              <a:t>potenti</a:t>
            </a:r>
            <a:r>
              <a:rPr lang="en-US" dirty="0"/>
              <a:t>. </a:t>
            </a:r>
            <a:r>
              <a:rPr lang="en-US" dirty="0" err="1"/>
              <a:t>Nunc</a:t>
            </a:r>
            <a:r>
              <a:rPr lang="en-US" dirty="0"/>
              <a:t> vitae </a:t>
            </a:r>
            <a:r>
              <a:rPr lang="en-US" dirty="0" err="1"/>
              <a:t>neque</a:t>
            </a:r>
            <a:r>
              <a:rPr lang="en-US" dirty="0"/>
              <a:t> et </a:t>
            </a:r>
            <a:r>
              <a:rPr lang="en-US" dirty="0" err="1"/>
              <a:t>purus</a:t>
            </a:r>
            <a:r>
              <a:rPr lang="en-US" dirty="0"/>
              <a:t> </a:t>
            </a:r>
            <a:r>
              <a:rPr lang="en-US" dirty="0" err="1"/>
              <a:t>tincidunt</a:t>
            </a:r>
            <a:r>
              <a:rPr lang="en-US" dirty="0"/>
              <a:t> </a:t>
            </a:r>
            <a:r>
              <a:rPr lang="en-US" dirty="0" err="1"/>
              <a:t>bibendum</a:t>
            </a:r>
            <a:r>
              <a:rPr lang="en-US" dirty="0"/>
              <a:t> vitae </a:t>
            </a:r>
            <a:r>
              <a:rPr lang="en-US" dirty="0" err="1"/>
              <a:t>sollicitudin</a:t>
            </a:r>
            <a:r>
              <a:rPr lang="en-US" dirty="0"/>
              <a:t> </a:t>
            </a:r>
            <a:r>
              <a:rPr lang="en-US" dirty="0" err="1"/>
              <a:t>urna</a:t>
            </a:r>
            <a:r>
              <a:rPr lang="en-US" dirty="0"/>
              <a:t>. </a:t>
            </a:r>
            <a:r>
              <a:rPr lang="en-US" dirty="0" err="1"/>
              <a:t>Cras</a:t>
            </a:r>
            <a:r>
              <a:rPr lang="en-US" dirty="0"/>
              <a:t> </a:t>
            </a:r>
            <a:r>
              <a:rPr lang="en-US" dirty="0" err="1"/>
              <a:t>eros</a:t>
            </a:r>
            <a:r>
              <a:rPr lang="en-US" dirty="0"/>
              <a:t> dolor, </a:t>
            </a:r>
            <a:r>
              <a:rPr lang="en-US" dirty="0" err="1"/>
              <a:t>finibus</a:t>
            </a:r>
            <a:r>
              <a:rPr lang="en-US" dirty="0"/>
              <a:t> in </a:t>
            </a:r>
            <a:r>
              <a:rPr lang="en-US" dirty="0" err="1"/>
              <a:t>risus</a:t>
            </a:r>
            <a:r>
              <a:rPr lang="en-US" dirty="0"/>
              <a:t> </a:t>
            </a:r>
            <a:r>
              <a:rPr lang="en-US" dirty="0" err="1"/>
              <a:t>etus</a:t>
            </a:r>
            <a:r>
              <a:rPr lang="en-US" dirty="0"/>
              <a:t>, </a:t>
            </a:r>
            <a:r>
              <a:rPr lang="en-US" dirty="0" err="1"/>
              <a:t>hendrerit</a:t>
            </a:r>
            <a:r>
              <a:rPr lang="en-US" dirty="0"/>
              <a:t> </a:t>
            </a:r>
            <a:r>
              <a:rPr lang="en-US" dirty="0" err="1"/>
              <a:t>porta</a:t>
            </a:r>
            <a:r>
              <a:rPr lang="en-US" dirty="0"/>
              <a:t> </a:t>
            </a:r>
            <a:r>
              <a:rPr lang="en-US" dirty="0" err="1"/>
              <a:t>augue</a:t>
            </a:r>
            <a:r>
              <a:rPr lang="en-US" dirty="0"/>
              <a:t>. </a:t>
            </a:r>
            <a:r>
              <a:rPr lang="en-US" dirty="0" err="1"/>
              <a:t>Suspendisse</a:t>
            </a:r>
            <a:r>
              <a:rPr lang="en-US" dirty="0"/>
              <a:t> com </a:t>
            </a:r>
            <a:r>
              <a:rPr lang="en-US" dirty="0" err="1"/>
              <a:t>turpis</a:t>
            </a:r>
            <a:r>
              <a:rPr lang="en-US" dirty="0"/>
              <a:t> </a:t>
            </a:r>
            <a:r>
              <a:rPr lang="en-US" dirty="0" err="1"/>
              <a:t>nec</a:t>
            </a:r>
            <a:r>
              <a:rPr lang="en-US" dirty="0"/>
              <a:t> </a:t>
            </a:r>
            <a:r>
              <a:rPr lang="en-US" dirty="0" err="1"/>
              <a:t>vulputate</a:t>
            </a:r>
            <a:r>
              <a:rPr lang="en-US" dirty="0"/>
              <a:t> </a:t>
            </a:r>
            <a:r>
              <a:rPr lang="en-US" dirty="0" err="1"/>
              <a:t>vehicula</a:t>
            </a:r>
            <a:r>
              <a:rPr lang="en-US" dirty="0"/>
              <a:t>. </a:t>
            </a:r>
            <a:r>
              <a:rPr lang="en-US" dirty="0" err="1"/>
              <a:t>Nunc</a:t>
            </a:r>
            <a:r>
              <a:rPr lang="en-US" dirty="0"/>
              <a:t> </a:t>
            </a:r>
            <a:r>
              <a:rPr lang="en-US" dirty="0" err="1"/>
              <a:t>commodo</a:t>
            </a:r>
            <a:r>
              <a:rPr lang="en-US" dirty="0"/>
              <a:t> </a:t>
            </a:r>
            <a:r>
              <a:rPr lang="en-US" dirty="0" err="1"/>
              <a:t>leo</a:t>
            </a:r>
            <a:r>
              <a:rPr lang="en-US" dirty="0"/>
              <a:t> </a:t>
            </a:r>
            <a:r>
              <a:rPr lang="en-US" dirty="0" err="1"/>
              <a:t>justo</a:t>
            </a:r>
            <a:r>
              <a:rPr lang="en-US" dirty="0"/>
              <a:t> </a:t>
            </a:r>
            <a:r>
              <a:rPr lang="en-US" dirty="0" err="1"/>
              <a:t>cursus</a:t>
            </a:r>
            <a:r>
              <a:rPr lang="en-US" dirty="0"/>
              <a:t>, </a:t>
            </a:r>
            <a:r>
              <a:rPr lang="en-US" dirty="0" err="1"/>
              <a:t>vel</a:t>
            </a:r>
            <a:r>
              <a:rPr lang="en-US" dirty="0"/>
              <a:t> </a:t>
            </a:r>
            <a:r>
              <a:rPr lang="en-US" dirty="0" err="1"/>
              <a:t>ultricies</a:t>
            </a:r>
            <a:r>
              <a:rPr lang="en-US" dirty="0"/>
              <a:t> </a:t>
            </a:r>
            <a:r>
              <a:rPr lang="en-US" dirty="0" err="1"/>
              <a:t>odio</a:t>
            </a:r>
            <a:r>
              <a:rPr lang="en-US" dirty="0"/>
              <a:t> </a:t>
            </a:r>
            <a:r>
              <a:rPr lang="en-US" dirty="0" err="1"/>
              <a:t>varius</a:t>
            </a:r>
            <a:r>
              <a:rPr lang="en-US" dirty="0"/>
              <a:t>. </a:t>
            </a:r>
            <a:r>
              <a:rPr lang="en-US" dirty="0" err="1"/>
              <a:t>Quisquety</a:t>
            </a:r>
            <a:r>
              <a:rPr lang="en-US" dirty="0"/>
              <a:t> </a:t>
            </a:r>
            <a:r>
              <a:rPr lang="en-US" dirty="0" err="1"/>
              <a:t>pharetra</a:t>
            </a:r>
            <a:r>
              <a:rPr lang="en-US" dirty="0"/>
              <a:t> dolor </a:t>
            </a:r>
            <a:r>
              <a:rPr lang="en-US" dirty="0" err="1"/>
              <a:t>eu</a:t>
            </a:r>
            <a:r>
              <a:rPr lang="en-US" dirty="0"/>
              <a:t> </a:t>
            </a:r>
            <a:r>
              <a:rPr lang="en-US" dirty="0" err="1"/>
              <a:t>aliquam</a:t>
            </a:r>
            <a:r>
              <a:rPr lang="en-US" dirty="0"/>
              <a:t> </a:t>
            </a:r>
            <a:r>
              <a:rPr lang="en-US" dirty="0" err="1"/>
              <a:t>sagittis</a:t>
            </a:r>
            <a:r>
              <a:rPr lang="en-US" dirty="0"/>
              <a:t>. </a:t>
            </a:r>
            <a:r>
              <a:rPr lang="en-US" dirty="0" err="1"/>
              <a:t>Aliquam</a:t>
            </a:r>
            <a:r>
              <a:rPr lang="en-US" dirty="0"/>
              <a:t> </a:t>
            </a:r>
            <a:r>
              <a:rPr lang="en-US" dirty="0" err="1"/>
              <a:t>neque</a:t>
            </a:r>
            <a:r>
              <a:rPr lang="en-US" dirty="0"/>
              <a:t> </a:t>
            </a:r>
            <a:r>
              <a:rPr lang="en-US" dirty="0" err="1"/>
              <a:t>massa</a:t>
            </a:r>
            <a:r>
              <a:rPr lang="en-US" dirty="0"/>
              <a:t>, </a:t>
            </a:r>
            <a:r>
              <a:rPr lang="en-US" dirty="0" err="1"/>
              <a:t>ornare</a:t>
            </a:r>
            <a:r>
              <a:rPr lang="en-US" dirty="0"/>
              <a:t> at </a:t>
            </a:r>
            <a:r>
              <a:rPr lang="en-US" dirty="0" err="1"/>
              <a:t>commodo</a:t>
            </a:r>
            <a:r>
              <a:rPr lang="en-US" dirty="0"/>
              <a:t> sit </a:t>
            </a:r>
            <a:r>
              <a:rPr lang="en-US" dirty="0" err="1"/>
              <a:t>amet</a:t>
            </a:r>
            <a:r>
              <a:rPr lang="en-US" dirty="0"/>
              <a:t>, un semper </a:t>
            </a:r>
            <a:r>
              <a:rPr lang="en-US" dirty="0" err="1"/>
              <a:t>sed</a:t>
            </a:r>
            <a:r>
              <a:rPr lang="en-US" dirty="0"/>
              <a:t> </a:t>
            </a:r>
            <a:r>
              <a:rPr lang="en-US" dirty="0" err="1"/>
              <a:t>erat</a:t>
            </a:r>
            <a:r>
              <a:rPr lang="en-US" dirty="0"/>
              <a:t>. </a:t>
            </a:r>
            <a:r>
              <a:rPr lang="en-US" dirty="0" err="1"/>
              <a:t>Suspendisse</a:t>
            </a:r>
            <a:r>
              <a:rPr lang="en-US" dirty="0"/>
              <a:t> </a:t>
            </a:r>
            <a:r>
              <a:rPr lang="en-US" dirty="0" err="1"/>
              <a:t>rhoncus</a:t>
            </a:r>
            <a:r>
              <a:rPr lang="en-US" dirty="0"/>
              <a:t>, </a:t>
            </a:r>
            <a:r>
              <a:rPr lang="en-US" dirty="0" err="1"/>
              <a:t>nunc</a:t>
            </a:r>
            <a:r>
              <a:rPr lang="en-US" dirty="0"/>
              <a:t> vitae dictum </a:t>
            </a:r>
            <a:r>
              <a:rPr lang="en-US" dirty="0" err="1"/>
              <a:t>pretium</a:t>
            </a:r>
            <a:r>
              <a:rPr lang="en-US" dirty="0"/>
              <a:t>, </a:t>
            </a:r>
            <a:r>
              <a:rPr lang="en-US" dirty="0" err="1"/>
              <a:t>libero</a:t>
            </a:r>
            <a:r>
              <a:rPr lang="en-US" dirty="0"/>
              <a:t> </a:t>
            </a:r>
            <a:r>
              <a:rPr lang="en-US" dirty="0" err="1"/>
              <a:t>purus</a:t>
            </a:r>
            <a:r>
              <a:rPr lang="en-US" dirty="0"/>
              <a:t> </a:t>
            </a:r>
            <a:r>
              <a:rPr lang="en-US" dirty="0" err="1"/>
              <a:t>convallis</a:t>
            </a:r>
            <a:r>
              <a:rPr lang="en-US" dirty="0"/>
              <a:t> </a:t>
            </a:r>
            <a:r>
              <a:rPr lang="en-US" dirty="0" err="1"/>
              <a:t>tortor</a:t>
            </a:r>
            <a:r>
              <a:rPr lang="en-US" dirty="0"/>
              <a:t>, </a:t>
            </a:r>
            <a:r>
              <a:rPr lang="en-US" dirty="0" err="1"/>
              <a:t>eget</a:t>
            </a:r>
            <a:r>
              <a:rPr lang="en-US" dirty="0"/>
              <a:t> </a:t>
            </a:r>
            <a:r>
              <a:rPr lang="en-US" dirty="0" err="1"/>
              <a:t>ultricies</a:t>
            </a:r>
            <a:r>
              <a:rPr lang="en-US" dirty="0"/>
              <a:t> </a:t>
            </a:r>
            <a:r>
              <a:rPr lang="en-US" dirty="0" err="1"/>
              <a:t>sapien</a:t>
            </a:r>
            <a:r>
              <a:rPr lang="en-US" dirty="0"/>
              <a:t> </a:t>
            </a:r>
            <a:r>
              <a:rPr lang="en-US" dirty="0" err="1"/>
              <a:t>odio</a:t>
            </a:r>
            <a:r>
              <a:rPr lang="en-US" dirty="0"/>
              <a:t> non ant. Lore </a:t>
            </a:r>
            <a:r>
              <a:rPr lang="en-US" dirty="0" err="1"/>
              <a:t>ipsum</a:t>
            </a:r>
            <a:r>
              <a:rPr lang="en-US" dirty="0"/>
              <a:t> </a:t>
            </a:r>
            <a:r>
              <a:rPr lang="en-US" dirty="0" err="1"/>
              <a:t>lunpt</a:t>
            </a:r>
            <a:r>
              <a:rPr lang="en-US" dirty="0"/>
              <a:t> and </a:t>
            </a:r>
            <a:r>
              <a:rPr lang="en-US" dirty="0" err="1"/>
              <a:t>ishlam</a:t>
            </a:r>
            <a:r>
              <a:rPr lang="en-US" dirty="0"/>
              <a:t>. </a:t>
            </a:r>
            <a:r>
              <a:rPr lang="en-US" dirty="0" err="1"/>
              <a:t>Nunc</a:t>
            </a:r>
            <a:r>
              <a:rPr lang="en-US" dirty="0"/>
              <a:t> vitae </a:t>
            </a:r>
            <a:r>
              <a:rPr lang="en-US" dirty="0" err="1"/>
              <a:t>neque</a:t>
            </a:r>
            <a:r>
              <a:rPr lang="en-US" dirty="0"/>
              <a:t> </a:t>
            </a:r>
            <a:r>
              <a:rPr lang="en-US" dirty="0" err="1"/>
              <a:t>etus</a:t>
            </a:r>
            <a:r>
              <a:rPr lang="en-US" dirty="0"/>
              <a:t>.</a:t>
            </a:r>
          </a:p>
        </p:txBody>
      </p:sp>
    </p:spTree>
    <p:extLst>
      <p:ext uri="{BB962C8B-B14F-4D97-AF65-F5344CB8AC3E}">
        <p14:creationId xmlns:p14="http://schemas.microsoft.com/office/powerpoint/2010/main" val="29005489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2: table">
    <p:spTree>
      <p:nvGrpSpPr>
        <p:cNvPr id="1" name=""/>
        <p:cNvGrpSpPr/>
        <p:nvPr/>
      </p:nvGrpSpPr>
      <p:grpSpPr>
        <a:xfrm>
          <a:off x="0" y="0"/>
          <a:ext cx="0" cy="0"/>
          <a:chOff x="0" y="0"/>
          <a:chExt cx="0" cy="0"/>
        </a:xfrm>
      </p:grpSpPr>
      <p:sp>
        <p:nvSpPr>
          <p:cNvPr id="10" name="Slide Number Placeholder 9"/>
          <p:cNvSpPr>
            <a:spLocks noGrp="1"/>
          </p:cNvSpPr>
          <p:nvPr>
            <p:ph type="sldNum" sz="quarter" idx="10"/>
          </p:nvPr>
        </p:nvSpPr>
        <p:spPr/>
        <p:txBody>
          <a:bodyPr/>
          <a:lstStyle/>
          <a:p>
            <a:fld id="{0F418C06-167A-E646-9EF6-18275B625F6B}" type="slidenum">
              <a:rPr lang="en-US" smtClean="0"/>
              <a:pPr/>
              <a:t>‹#›</a:t>
            </a:fld>
            <a:endParaRPr lang="en-US" dirty="0"/>
          </a:p>
        </p:txBody>
      </p:sp>
      <p:sp>
        <p:nvSpPr>
          <p:cNvPr id="13" name="Text Placeholder 7"/>
          <p:cNvSpPr>
            <a:spLocks noGrp="1"/>
          </p:cNvSpPr>
          <p:nvPr>
            <p:ph type="body" sz="quarter" idx="11" hasCustomPrompt="1"/>
          </p:nvPr>
        </p:nvSpPr>
        <p:spPr>
          <a:xfrm>
            <a:off x="0" y="622300"/>
            <a:ext cx="12192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dirty="0"/>
              <a:t>TITLE FOR A TABLE HERE</a:t>
            </a:r>
          </a:p>
        </p:txBody>
      </p:sp>
    </p:spTree>
    <p:extLst>
      <p:ext uri="{BB962C8B-B14F-4D97-AF65-F5344CB8AC3E}">
        <p14:creationId xmlns:p14="http://schemas.microsoft.com/office/powerpoint/2010/main" val="31675533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2: im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76483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3: backgroun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0F418C06-167A-E646-9EF6-18275B625F6B}" type="slidenum">
              <a:rPr lang="en-US" smtClean="0"/>
              <a:pPr/>
              <a:t>‹#›</a:t>
            </a:fld>
            <a:endParaRPr lang="en-US" dirty="0"/>
          </a:p>
        </p:txBody>
      </p:sp>
    </p:spTree>
    <p:extLst>
      <p:ext uri="{BB962C8B-B14F-4D97-AF65-F5344CB8AC3E}">
        <p14:creationId xmlns:p14="http://schemas.microsoft.com/office/powerpoint/2010/main" val="24978936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3: long text">
    <p:spTree>
      <p:nvGrpSpPr>
        <p:cNvPr id="1" name=""/>
        <p:cNvGrpSpPr/>
        <p:nvPr/>
      </p:nvGrpSpPr>
      <p:grpSpPr>
        <a:xfrm>
          <a:off x="0" y="0"/>
          <a:ext cx="0" cy="0"/>
          <a:chOff x="0" y="0"/>
          <a:chExt cx="0" cy="0"/>
        </a:xfrm>
      </p:grpSpPr>
      <p:sp>
        <p:nvSpPr>
          <p:cNvPr id="7" name="Slide Number Placeholder 6"/>
          <p:cNvSpPr>
            <a:spLocks noGrp="1"/>
          </p:cNvSpPr>
          <p:nvPr>
            <p:ph type="sldNum" sz="quarter" idx="10"/>
          </p:nvPr>
        </p:nvSpPr>
        <p:spPr/>
        <p:txBody>
          <a:bodyPr/>
          <a:lstStyle/>
          <a:p>
            <a:fld id="{0F418C06-167A-E646-9EF6-18275B625F6B}" type="slidenum">
              <a:rPr lang="en-US" smtClean="0"/>
              <a:pPr/>
              <a:t>‹#›</a:t>
            </a:fld>
            <a:endParaRPr lang="en-US" dirty="0"/>
          </a:p>
        </p:txBody>
      </p:sp>
      <p:sp>
        <p:nvSpPr>
          <p:cNvPr id="8" name="Text Placeholder 7"/>
          <p:cNvSpPr>
            <a:spLocks noGrp="1"/>
          </p:cNvSpPr>
          <p:nvPr>
            <p:ph type="body" sz="quarter" idx="13" hasCustomPrompt="1"/>
          </p:nvPr>
        </p:nvSpPr>
        <p:spPr>
          <a:xfrm>
            <a:off x="0" y="1223669"/>
            <a:ext cx="12192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dirty="0"/>
              <a:t>LONG PARAGRAPH TEMPLATE TITLE</a:t>
            </a:r>
          </a:p>
        </p:txBody>
      </p:sp>
      <p:sp>
        <p:nvSpPr>
          <p:cNvPr id="9" name="Text Placeholder 9"/>
          <p:cNvSpPr>
            <a:spLocks noGrp="1"/>
          </p:cNvSpPr>
          <p:nvPr>
            <p:ph type="body" sz="quarter" idx="14" hasCustomPrompt="1"/>
          </p:nvPr>
        </p:nvSpPr>
        <p:spPr>
          <a:xfrm>
            <a:off x="645585" y="2185434"/>
            <a:ext cx="5419628" cy="3491467"/>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dirty="0" err="1"/>
              <a:t>Suspendisse</a:t>
            </a:r>
            <a:r>
              <a:rPr lang="en-US" dirty="0"/>
              <a:t> </a:t>
            </a:r>
            <a:r>
              <a:rPr lang="en-US" dirty="0" err="1"/>
              <a:t>potenti</a:t>
            </a:r>
            <a:r>
              <a:rPr lang="en-US" dirty="0"/>
              <a:t>. </a:t>
            </a:r>
            <a:r>
              <a:rPr lang="en-US" dirty="0" err="1"/>
              <a:t>Nunc</a:t>
            </a:r>
            <a:r>
              <a:rPr lang="en-US" dirty="0"/>
              <a:t> vitae </a:t>
            </a:r>
            <a:r>
              <a:rPr lang="en-US" dirty="0" err="1"/>
              <a:t>neque</a:t>
            </a:r>
            <a:r>
              <a:rPr lang="en-US" dirty="0"/>
              <a:t> et </a:t>
            </a:r>
            <a:r>
              <a:rPr lang="en-US" dirty="0" err="1"/>
              <a:t>purus</a:t>
            </a:r>
            <a:r>
              <a:rPr lang="en-US" dirty="0"/>
              <a:t> </a:t>
            </a:r>
            <a:r>
              <a:rPr lang="en-US" dirty="0" err="1"/>
              <a:t>tincidunt</a:t>
            </a:r>
            <a:r>
              <a:rPr lang="en-US" dirty="0"/>
              <a:t> </a:t>
            </a:r>
            <a:r>
              <a:rPr lang="en-US" dirty="0" err="1"/>
              <a:t>bibendum</a:t>
            </a:r>
            <a:r>
              <a:rPr lang="en-US" dirty="0"/>
              <a:t> vitae </a:t>
            </a:r>
            <a:r>
              <a:rPr lang="en-US" dirty="0" err="1"/>
              <a:t>sollicitudin</a:t>
            </a:r>
            <a:r>
              <a:rPr lang="en-US" dirty="0"/>
              <a:t> </a:t>
            </a:r>
            <a:r>
              <a:rPr lang="en-US" dirty="0" err="1"/>
              <a:t>urna</a:t>
            </a:r>
            <a:r>
              <a:rPr lang="en-US" dirty="0"/>
              <a:t>. </a:t>
            </a:r>
            <a:r>
              <a:rPr lang="en-US" dirty="0" err="1"/>
              <a:t>Cras</a:t>
            </a:r>
            <a:r>
              <a:rPr lang="en-US" dirty="0"/>
              <a:t> </a:t>
            </a:r>
            <a:r>
              <a:rPr lang="en-US" dirty="0" err="1"/>
              <a:t>eros</a:t>
            </a:r>
            <a:r>
              <a:rPr lang="en-US" dirty="0"/>
              <a:t> dolor, </a:t>
            </a:r>
            <a:r>
              <a:rPr lang="en-US" dirty="0" err="1"/>
              <a:t>finibus</a:t>
            </a:r>
            <a:r>
              <a:rPr lang="en-US" dirty="0"/>
              <a:t> in </a:t>
            </a:r>
            <a:r>
              <a:rPr lang="en-US" dirty="0" err="1"/>
              <a:t>risus</a:t>
            </a:r>
            <a:r>
              <a:rPr lang="en-US" dirty="0"/>
              <a:t> </a:t>
            </a:r>
            <a:r>
              <a:rPr lang="en-US" dirty="0" err="1"/>
              <a:t>etus</a:t>
            </a:r>
            <a:r>
              <a:rPr lang="en-US" dirty="0"/>
              <a:t>, </a:t>
            </a:r>
            <a:r>
              <a:rPr lang="en-US" dirty="0" err="1"/>
              <a:t>hendrerit</a:t>
            </a:r>
            <a:r>
              <a:rPr lang="en-US" dirty="0"/>
              <a:t> </a:t>
            </a:r>
            <a:r>
              <a:rPr lang="en-US" dirty="0" err="1"/>
              <a:t>porta</a:t>
            </a:r>
            <a:r>
              <a:rPr lang="en-US" dirty="0"/>
              <a:t> </a:t>
            </a:r>
            <a:r>
              <a:rPr lang="en-US" dirty="0" err="1"/>
              <a:t>augue</a:t>
            </a:r>
            <a:r>
              <a:rPr lang="en-US" dirty="0"/>
              <a:t>. </a:t>
            </a:r>
            <a:r>
              <a:rPr lang="en-US" dirty="0" err="1"/>
              <a:t>Suspendisse</a:t>
            </a:r>
            <a:r>
              <a:rPr lang="en-US" dirty="0"/>
              <a:t> com </a:t>
            </a:r>
            <a:r>
              <a:rPr lang="en-US" dirty="0" err="1"/>
              <a:t>turpis</a:t>
            </a:r>
            <a:r>
              <a:rPr lang="en-US" dirty="0"/>
              <a:t> </a:t>
            </a:r>
            <a:r>
              <a:rPr lang="en-US" dirty="0" err="1"/>
              <a:t>nec</a:t>
            </a:r>
            <a:r>
              <a:rPr lang="en-US" dirty="0"/>
              <a:t> </a:t>
            </a:r>
            <a:r>
              <a:rPr lang="en-US" dirty="0" err="1"/>
              <a:t>vulputate</a:t>
            </a:r>
            <a:r>
              <a:rPr lang="en-US" dirty="0"/>
              <a:t> </a:t>
            </a:r>
            <a:r>
              <a:rPr lang="en-US" dirty="0" err="1"/>
              <a:t>vehicula</a:t>
            </a:r>
            <a:r>
              <a:rPr lang="en-US" dirty="0"/>
              <a:t>. </a:t>
            </a:r>
            <a:r>
              <a:rPr lang="en-US" dirty="0" err="1"/>
              <a:t>Nunc</a:t>
            </a:r>
            <a:r>
              <a:rPr lang="en-US" dirty="0"/>
              <a:t> </a:t>
            </a:r>
            <a:r>
              <a:rPr lang="en-US" dirty="0" err="1"/>
              <a:t>commodo</a:t>
            </a:r>
            <a:r>
              <a:rPr lang="en-US" dirty="0"/>
              <a:t> </a:t>
            </a:r>
            <a:r>
              <a:rPr lang="en-US" dirty="0" err="1"/>
              <a:t>leo</a:t>
            </a:r>
            <a:r>
              <a:rPr lang="en-US" dirty="0"/>
              <a:t> </a:t>
            </a:r>
            <a:r>
              <a:rPr lang="en-US" dirty="0" err="1"/>
              <a:t>justo</a:t>
            </a:r>
            <a:r>
              <a:rPr lang="en-US" dirty="0"/>
              <a:t> </a:t>
            </a:r>
            <a:r>
              <a:rPr lang="en-US" dirty="0" err="1"/>
              <a:t>cursus</a:t>
            </a:r>
            <a:r>
              <a:rPr lang="en-US" dirty="0"/>
              <a:t>, </a:t>
            </a:r>
            <a:r>
              <a:rPr lang="en-US" dirty="0" err="1"/>
              <a:t>vel</a:t>
            </a:r>
            <a:r>
              <a:rPr lang="en-US" dirty="0"/>
              <a:t> </a:t>
            </a:r>
            <a:r>
              <a:rPr lang="en-US" dirty="0" err="1"/>
              <a:t>ultricies</a:t>
            </a:r>
            <a:r>
              <a:rPr lang="en-US" dirty="0"/>
              <a:t> </a:t>
            </a:r>
            <a:r>
              <a:rPr lang="en-US" dirty="0" err="1"/>
              <a:t>odio</a:t>
            </a:r>
            <a:r>
              <a:rPr lang="en-US" dirty="0"/>
              <a:t> </a:t>
            </a:r>
            <a:r>
              <a:rPr lang="en-US" dirty="0" err="1"/>
              <a:t>varius</a:t>
            </a:r>
            <a:r>
              <a:rPr lang="en-US" dirty="0"/>
              <a:t>. </a:t>
            </a:r>
            <a:r>
              <a:rPr lang="en-US" dirty="0" err="1"/>
              <a:t>Quisquety</a:t>
            </a:r>
            <a:r>
              <a:rPr lang="en-US" dirty="0"/>
              <a:t> </a:t>
            </a:r>
            <a:r>
              <a:rPr lang="en-US" dirty="0" err="1"/>
              <a:t>pharetra</a:t>
            </a:r>
            <a:r>
              <a:rPr lang="en-US" dirty="0"/>
              <a:t> dolor </a:t>
            </a:r>
            <a:r>
              <a:rPr lang="en-US" dirty="0" err="1"/>
              <a:t>eu</a:t>
            </a:r>
            <a:r>
              <a:rPr lang="en-US" dirty="0"/>
              <a:t> </a:t>
            </a:r>
            <a:r>
              <a:rPr lang="en-US" dirty="0" err="1"/>
              <a:t>aliquam</a:t>
            </a:r>
            <a:r>
              <a:rPr lang="en-US" dirty="0"/>
              <a:t> </a:t>
            </a:r>
            <a:r>
              <a:rPr lang="en-US" dirty="0" err="1"/>
              <a:t>sagittis</a:t>
            </a:r>
            <a:r>
              <a:rPr lang="en-US" dirty="0"/>
              <a:t>. </a:t>
            </a:r>
            <a:r>
              <a:rPr lang="en-US" dirty="0" err="1"/>
              <a:t>Aliquam</a:t>
            </a:r>
            <a:r>
              <a:rPr lang="en-US" dirty="0"/>
              <a:t> </a:t>
            </a:r>
            <a:r>
              <a:rPr lang="en-US" dirty="0" err="1"/>
              <a:t>neque</a:t>
            </a:r>
            <a:r>
              <a:rPr lang="en-US" dirty="0"/>
              <a:t> </a:t>
            </a:r>
            <a:r>
              <a:rPr lang="en-US" dirty="0" err="1"/>
              <a:t>massa</a:t>
            </a:r>
            <a:r>
              <a:rPr lang="en-US" dirty="0"/>
              <a:t>, </a:t>
            </a:r>
            <a:r>
              <a:rPr lang="en-US" dirty="0" err="1"/>
              <a:t>ornare</a:t>
            </a:r>
            <a:r>
              <a:rPr lang="en-US" dirty="0"/>
              <a:t> at </a:t>
            </a:r>
            <a:r>
              <a:rPr lang="en-US" dirty="0" err="1"/>
              <a:t>commodo</a:t>
            </a:r>
            <a:r>
              <a:rPr lang="en-US" dirty="0"/>
              <a:t> sit </a:t>
            </a:r>
            <a:r>
              <a:rPr lang="en-US" dirty="0" err="1"/>
              <a:t>amet</a:t>
            </a:r>
            <a:r>
              <a:rPr lang="en-US" dirty="0"/>
              <a:t>, un semper </a:t>
            </a:r>
            <a:r>
              <a:rPr lang="en-US" dirty="0" err="1"/>
              <a:t>sed</a:t>
            </a:r>
            <a:r>
              <a:rPr lang="en-US" dirty="0"/>
              <a:t> </a:t>
            </a:r>
            <a:r>
              <a:rPr lang="en-US" dirty="0" err="1"/>
              <a:t>erat</a:t>
            </a:r>
            <a:r>
              <a:rPr lang="en-US" dirty="0"/>
              <a:t>. </a:t>
            </a:r>
            <a:r>
              <a:rPr lang="en-US" dirty="0" err="1"/>
              <a:t>Suspendisse</a:t>
            </a:r>
            <a:r>
              <a:rPr lang="en-US" dirty="0"/>
              <a:t> </a:t>
            </a:r>
            <a:r>
              <a:rPr lang="en-US" dirty="0" err="1"/>
              <a:t>rhoncus</a:t>
            </a:r>
            <a:r>
              <a:rPr lang="en-US" dirty="0"/>
              <a:t>, </a:t>
            </a:r>
            <a:r>
              <a:rPr lang="en-US" dirty="0" err="1"/>
              <a:t>nunc</a:t>
            </a:r>
            <a:r>
              <a:rPr lang="en-US" dirty="0"/>
              <a:t> vitae dictum </a:t>
            </a:r>
            <a:r>
              <a:rPr lang="en-US" dirty="0" err="1"/>
              <a:t>pretium</a:t>
            </a:r>
            <a:r>
              <a:rPr lang="en-US" dirty="0"/>
              <a:t>, </a:t>
            </a:r>
            <a:r>
              <a:rPr lang="en-US" dirty="0" err="1"/>
              <a:t>libero</a:t>
            </a:r>
            <a:r>
              <a:rPr lang="en-US" dirty="0"/>
              <a:t> </a:t>
            </a:r>
            <a:r>
              <a:rPr lang="en-US" dirty="0" err="1"/>
              <a:t>purus</a:t>
            </a:r>
            <a:r>
              <a:rPr lang="en-US" dirty="0"/>
              <a:t> </a:t>
            </a:r>
            <a:r>
              <a:rPr lang="en-US" dirty="0" err="1"/>
              <a:t>convallis</a:t>
            </a:r>
            <a:r>
              <a:rPr lang="en-US" dirty="0"/>
              <a:t> </a:t>
            </a:r>
            <a:r>
              <a:rPr lang="en-US" dirty="0" err="1"/>
              <a:t>tortor</a:t>
            </a:r>
            <a:r>
              <a:rPr lang="en-US" dirty="0"/>
              <a:t>, </a:t>
            </a:r>
            <a:r>
              <a:rPr lang="en-US" dirty="0" err="1"/>
              <a:t>eget</a:t>
            </a:r>
            <a:r>
              <a:rPr lang="en-US" dirty="0"/>
              <a:t> </a:t>
            </a:r>
            <a:r>
              <a:rPr lang="en-US" dirty="0" err="1"/>
              <a:t>ultricies</a:t>
            </a:r>
            <a:r>
              <a:rPr lang="en-US" dirty="0"/>
              <a:t> </a:t>
            </a:r>
            <a:r>
              <a:rPr lang="en-US" dirty="0" err="1"/>
              <a:t>sapien</a:t>
            </a:r>
            <a:r>
              <a:rPr lang="en-US" dirty="0"/>
              <a:t>.</a:t>
            </a:r>
          </a:p>
        </p:txBody>
      </p:sp>
      <p:sp>
        <p:nvSpPr>
          <p:cNvPr id="10" name="Text Placeholder 9"/>
          <p:cNvSpPr>
            <a:spLocks noGrp="1"/>
          </p:cNvSpPr>
          <p:nvPr>
            <p:ph type="body" sz="quarter" idx="15" hasCustomPrompt="1"/>
          </p:nvPr>
        </p:nvSpPr>
        <p:spPr>
          <a:xfrm>
            <a:off x="6284386" y="2185434"/>
            <a:ext cx="5264149" cy="3491467"/>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dirty="0" err="1"/>
              <a:t>suspendisse</a:t>
            </a:r>
            <a:r>
              <a:rPr lang="en-US" dirty="0"/>
              <a:t> </a:t>
            </a:r>
            <a:r>
              <a:rPr lang="en-US" dirty="0" err="1"/>
              <a:t>potenti</a:t>
            </a:r>
            <a:r>
              <a:rPr lang="en-US" dirty="0"/>
              <a:t>. </a:t>
            </a:r>
            <a:r>
              <a:rPr lang="en-US" dirty="0" err="1"/>
              <a:t>Nunc</a:t>
            </a:r>
            <a:r>
              <a:rPr lang="en-US" dirty="0"/>
              <a:t> vitae </a:t>
            </a:r>
            <a:r>
              <a:rPr lang="en-US" dirty="0" err="1"/>
              <a:t>neque</a:t>
            </a:r>
            <a:r>
              <a:rPr lang="en-US" dirty="0"/>
              <a:t> et </a:t>
            </a:r>
            <a:r>
              <a:rPr lang="en-US" dirty="0" err="1"/>
              <a:t>puri</a:t>
            </a:r>
            <a:r>
              <a:rPr lang="en-US" dirty="0"/>
              <a:t> </a:t>
            </a:r>
            <a:r>
              <a:rPr lang="en-US" dirty="0" err="1"/>
              <a:t>tincidunt</a:t>
            </a:r>
            <a:r>
              <a:rPr lang="en-US" dirty="0"/>
              <a:t> </a:t>
            </a:r>
            <a:r>
              <a:rPr lang="en-US" dirty="0" err="1"/>
              <a:t>bibendum</a:t>
            </a:r>
            <a:r>
              <a:rPr lang="en-US" dirty="0"/>
              <a:t> vitae </a:t>
            </a:r>
            <a:r>
              <a:rPr lang="en-US" dirty="0" err="1"/>
              <a:t>sollicitudin</a:t>
            </a:r>
            <a:r>
              <a:rPr lang="en-US" dirty="0"/>
              <a:t> </a:t>
            </a:r>
            <a:r>
              <a:rPr lang="en-US" dirty="0" err="1"/>
              <a:t>urna</a:t>
            </a:r>
            <a:r>
              <a:rPr lang="en-US" dirty="0"/>
              <a:t>. </a:t>
            </a:r>
            <a:r>
              <a:rPr lang="en-US" dirty="0" err="1"/>
              <a:t>Cras</a:t>
            </a:r>
            <a:r>
              <a:rPr lang="en-US" dirty="0"/>
              <a:t> </a:t>
            </a:r>
            <a:r>
              <a:rPr lang="en-US" dirty="0" err="1"/>
              <a:t>eros</a:t>
            </a:r>
            <a:r>
              <a:rPr lang="en-US" dirty="0"/>
              <a:t> dolor, </a:t>
            </a:r>
            <a:r>
              <a:rPr lang="en-US" dirty="0" err="1"/>
              <a:t>finibus</a:t>
            </a:r>
            <a:r>
              <a:rPr lang="en-US" dirty="0"/>
              <a:t> in </a:t>
            </a:r>
            <a:r>
              <a:rPr lang="en-US" dirty="0" err="1"/>
              <a:t>risus</a:t>
            </a:r>
            <a:r>
              <a:rPr lang="en-US" dirty="0"/>
              <a:t> et, </a:t>
            </a:r>
            <a:r>
              <a:rPr lang="en-US" dirty="0" err="1"/>
              <a:t>hendrerit</a:t>
            </a:r>
            <a:r>
              <a:rPr lang="en-US" dirty="0"/>
              <a:t> </a:t>
            </a:r>
            <a:r>
              <a:rPr lang="en-US" dirty="0" err="1"/>
              <a:t>porta</a:t>
            </a:r>
            <a:r>
              <a:rPr lang="en-US" dirty="0"/>
              <a:t> </a:t>
            </a:r>
            <a:r>
              <a:rPr lang="en-US" dirty="0" err="1"/>
              <a:t>augue</a:t>
            </a:r>
            <a:r>
              <a:rPr lang="en-US" dirty="0"/>
              <a:t>. </a:t>
            </a:r>
            <a:r>
              <a:rPr lang="en-US" dirty="0" err="1"/>
              <a:t>Suspendisse</a:t>
            </a:r>
            <a:r>
              <a:rPr lang="en-US" dirty="0"/>
              <a:t> com </a:t>
            </a:r>
            <a:r>
              <a:rPr lang="en-US" dirty="0" err="1"/>
              <a:t>turpis</a:t>
            </a:r>
            <a:r>
              <a:rPr lang="en-US" dirty="0"/>
              <a:t> </a:t>
            </a:r>
            <a:r>
              <a:rPr lang="en-US" dirty="0" err="1"/>
              <a:t>nec</a:t>
            </a:r>
            <a:r>
              <a:rPr lang="en-US" dirty="0"/>
              <a:t> </a:t>
            </a:r>
            <a:r>
              <a:rPr lang="en-US" dirty="0" err="1"/>
              <a:t>vulputate</a:t>
            </a:r>
            <a:r>
              <a:rPr lang="en-US" dirty="0"/>
              <a:t> </a:t>
            </a:r>
            <a:r>
              <a:rPr lang="en-US" dirty="0" err="1"/>
              <a:t>vehicula</a:t>
            </a:r>
            <a:r>
              <a:rPr lang="en-US" dirty="0"/>
              <a:t>. </a:t>
            </a:r>
            <a:r>
              <a:rPr lang="en-US" dirty="0" err="1"/>
              <a:t>Nunc</a:t>
            </a:r>
            <a:r>
              <a:rPr lang="en-US" dirty="0"/>
              <a:t> </a:t>
            </a:r>
            <a:r>
              <a:rPr lang="en-US" dirty="0" err="1"/>
              <a:t>commodo</a:t>
            </a:r>
            <a:r>
              <a:rPr lang="en-US" dirty="0"/>
              <a:t> </a:t>
            </a:r>
            <a:r>
              <a:rPr lang="en-US" dirty="0" err="1"/>
              <a:t>leo</a:t>
            </a:r>
            <a:r>
              <a:rPr lang="en-US" dirty="0"/>
              <a:t> et </a:t>
            </a:r>
            <a:r>
              <a:rPr lang="en-US" dirty="0" err="1"/>
              <a:t>justo</a:t>
            </a:r>
            <a:r>
              <a:rPr lang="en-US" dirty="0"/>
              <a:t> </a:t>
            </a:r>
            <a:r>
              <a:rPr lang="en-US" dirty="0" err="1"/>
              <a:t>cursus</a:t>
            </a:r>
            <a:r>
              <a:rPr lang="en-US" dirty="0"/>
              <a:t>, </a:t>
            </a:r>
            <a:r>
              <a:rPr lang="en-US" dirty="0" err="1"/>
              <a:t>vel</a:t>
            </a:r>
            <a:r>
              <a:rPr lang="en-US" dirty="0"/>
              <a:t> </a:t>
            </a:r>
            <a:r>
              <a:rPr lang="en-US" dirty="0" err="1"/>
              <a:t>ultricies</a:t>
            </a:r>
            <a:r>
              <a:rPr lang="en-US" dirty="0"/>
              <a:t> </a:t>
            </a:r>
            <a:r>
              <a:rPr lang="en-US" dirty="0" err="1"/>
              <a:t>odio</a:t>
            </a:r>
            <a:r>
              <a:rPr lang="en-US" dirty="0"/>
              <a:t> </a:t>
            </a:r>
            <a:r>
              <a:rPr lang="en-US" dirty="0" err="1"/>
              <a:t>varius</a:t>
            </a:r>
            <a:r>
              <a:rPr lang="en-US" dirty="0"/>
              <a:t>. </a:t>
            </a:r>
            <a:r>
              <a:rPr lang="en-US" dirty="0" err="1"/>
              <a:t>Quisque</a:t>
            </a:r>
            <a:r>
              <a:rPr lang="en-US" dirty="0"/>
              <a:t> </a:t>
            </a:r>
            <a:r>
              <a:rPr lang="en-US" dirty="0" err="1"/>
              <a:t>pharetra</a:t>
            </a:r>
            <a:r>
              <a:rPr lang="en-US" dirty="0"/>
              <a:t> dolor </a:t>
            </a:r>
            <a:r>
              <a:rPr lang="en-US" dirty="0" err="1"/>
              <a:t>eu</a:t>
            </a:r>
            <a:r>
              <a:rPr lang="en-US" dirty="0"/>
              <a:t> </a:t>
            </a:r>
            <a:r>
              <a:rPr lang="en-US" dirty="0" err="1"/>
              <a:t>aliquam</a:t>
            </a:r>
            <a:r>
              <a:rPr lang="en-US" dirty="0"/>
              <a:t> </a:t>
            </a:r>
            <a:r>
              <a:rPr lang="en-US" dirty="0" err="1"/>
              <a:t>sagittis</a:t>
            </a:r>
            <a:r>
              <a:rPr lang="en-US" dirty="0"/>
              <a:t>. </a:t>
            </a:r>
            <a:r>
              <a:rPr lang="en-US" dirty="0" err="1"/>
              <a:t>Aliquam</a:t>
            </a:r>
            <a:r>
              <a:rPr lang="en-US" dirty="0"/>
              <a:t> </a:t>
            </a:r>
            <a:r>
              <a:rPr lang="en-US" dirty="0" err="1"/>
              <a:t>neque</a:t>
            </a:r>
            <a:r>
              <a:rPr lang="en-US" dirty="0"/>
              <a:t> </a:t>
            </a:r>
            <a:r>
              <a:rPr lang="en-US" dirty="0" err="1"/>
              <a:t>massa</a:t>
            </a:r>
            <a:r>
              <a:rPr lang="en-US" dirty="0"/>
              <a:t>, </a:t>
            </a:r>
            <a:r>
              <a:rPr lang="en-US" dirty="0" err="1"/>
              <a:t>orn</a:t>
            </a:r>
            <a:r>
              <a:rPr lang="en-US" dirty="0"/>
              <a:t> at </a:t>
            </a:r>
            <a:r>
              <a:rPr lang="en-US" dirty="0" err="1"/>
              <a:t>commodo</a:t>
            </a:r>
            <a:r>
              <a:rPr lang="en-US" dirty="0"/>
              <a:t> sit </a:t>
            </a:r>
            <a:r>
              <a:rPr lang="en-US" dirty="0" err="1"/>
              <a:t>amet</a:t>
            </a:r>
            <a:r>
              <a:rPr lang="en-US" dirty="0"/>
              <a:t>, semper </a:t>
            </a:r>
            <a:r>
              <a:rPr lang="en-US" dirty="0" err="1"/>
              <a:t>sed</a:t>
            </a:r>
            <a:r>
              <a:rPr lang="en-US" dirty="0"/>
              <a:t> </a:t>
            </a:r>
            <a:r>
              <a:rPr lang="en-US" dirty="0" err="1"/>
              <a:t>erat</a:t>
            </a:r>
            <a:r>
              <a:rPr lang="en-US" dirty="0"/>
              <a:t>. </a:t>
            </a:r>
            <a:r>
              <a:rPr lang="en-US" dirty="0" err="1"/>
              <a:t>Disse</a:t>
            </a:r>
            <a:r>
              <a:rPr lang="en-US" dirty="0"/>
              <a:t> </a:t>
            </a:r>
            <a:r>
              <a:rPr lang="en-US" dirty="0" err="1"/>
              <a:t>rhoncus</a:t>
            </a:r>
            <a:r>
              <a:rPr lang="en-US" dirty="0"/>
              <a:t>, </a:t>
            </a:r>
            <a:r>
              <a:rPr lang="en-US" dirty="0" err="1"/>
              <a:t>nunc</a:t>
            </a:r>
            <a:r>
              <a:rPr lang="en-US" dirty="0"/>
              <a:t> vitae dictum </a:t>
            </a:r>
            <a:r>
              <a:rPr lang="en-US" dirty="0" err="1"/>
              <a:t>pretium</a:t>
            </a:r>
            <a:r>
              <a:rPr lang="en-US" dirty="0"/>
              <a:t>, </a:t>
            </a:r>
            <a:r>
              <a:rPr lang="en-US" dirty="0" err="1"/>
              <a:t>libero</a:t>
            </a:r>
            <a:r>
              <a:rPr lang="en-US" dirty="0"/>
              <a:t> </a:t>
            </a:r>
            <a:r>
              <a:rPr lang="en-US" dirty="0" err="1"/>
              <a:t>purus</a:t>
            </a:r>
            <a:r>
              <a:rPr lang="en-US" dirty="0"/>
              <a:t> </a:t>
            </a:r>
            <a:r>
              <a:rPr lang="en-US" dirty="0" err="1"/>
              <a:t>convallis</a:t>
            </a:r>
            <a:r>
              <a:rPr lang="en-US" dirty="0"/>
              <a:t> </a:t>
            </a:r>
            <a:r>
              <a:rPr lang="en-US" dirty="0" err="1"/>
              <a:t>tortor</a:t>
            </a:r>
            <a:r>
              <a:rPr lang="en-US" dirty="0"/>
              <a:t>, </a:t>
            </a:r>
            <a:r>
              <a:rPr lang="en-US" dirty="0" err="1"/>
              <a:t>eget</a:t>
            </a:r>
            <a:r>
              <a:rPr lang="en-US" dirty="0"/>
              <a:t> </a:t>
            </a:r>
            <a:r>
              <a:rPr lang="en-US" dirty="0" err="1"/>
              <a:t>ultricies</a:t>
            </a:r>
            <a:r>
              <a:rPr lang="en-US" dirty="0"/>
              <a:t>.</a:t>
            </a:r>
          </a:p>
        </p:txBody>
      </p:sp>
      <p:sp>
        <p:nvSpPr>
          <p:cNvPr id="11" name="TextBox 10"/>
          <p:cNvSpPr txBox="1"/>
          <p:nvPr userDrawn="1"/>
        </p:nvSpPr>
        <p:spPr>
          <a:xfrm>
            <a:off x="-440267" y="2133600"/>
            <a:ext cx="184731" cy="369332"/>
          </a:xfrm>
          <a:prstGeom prst="rect">
            <a:avLst/>
          </a:prstGeom>
          <a:noFill/>
        </p:spPr>
        <p:txBody>
          <a:bodyPr wrap="none" rtlCol="0">
            <a:spAutoFit/>
          </a:bodyPr>
          <a:lstStyle/>
          <a:p>
            <a:endParaRPr lang="en-US" sz="1800" dirty="0"/>
          </a:p>
        </p:txBody>
      </p:sp>
    </p:spTree>
    <p:extLst>
      <p:ext uri="{BB962C8B-B14F-4D97-AF65-F5344CB8AC3E}">
        <p14:creationId xmlns:p14="http://schemas.microsoft.com/office/powerpoint/2010/main" val="710688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3: bulleted text">
    <p:spTree>
      <p:nvGrpSpPr>
        <p:cNvPr id="1" name=""/>
        <p:cNvGrpSpPr/>
        <p:nvPr/>
      </p:nvGrpSpPr>
      <p:grpSpPr>
        <a:xfrm>
          <a:off x="0" y="0"/>
          <a:ext cx="0" cy="0"/>
          <a:chOff x="0" y="0"/>
          <a:chExt cx="0" cy="0"/>
        </a:xfrm>
      </p:grpSpPr>
      <p:sp>
        <p:nvSpPr>
          <p:cNvPr id="7" name="Slide Number Placeholder 6"/>
          <p:cNvSpPr>
            <a:spLocks noGrp="1"/>
          </p:cNvSpPr>
          <p:nvPr>
            <p:ph type="sldNum" sz="quarter" idx="10"/>
          </p:nvPr>
        </p:nvSpPr>
        <p:spPr/>
        <p:txBody>
          <a:bodyPr/>
          <a:lstStyle/>
          <a:p>
            <a:fld id="{0F418C06-167A-E646-9EF6-18275B625F6B}" type="slidenum">
              <a:rPr lang="en-US" smtClean="0"/>
              <a:pPr/>
              <a:t>‹#›</a:t>
            </a:fld>
            <a:endParaRPr lang="en-US" dirty="0"/>
          </a:p>
        </p:txBody>
      </p:sp>
      <p:sp>
        <p:nvSpPr>
          <p:cNvPr id="8" name="Text Placeholder 7"/>
          <p:cNvSpPr>
            <a:spLocks noGrp="1"/>
          </p:cNvSpPr>
          <p:nvPr>
            <p:ph type="body" sz="quarter" idx="11" hasCustomPrompt="1"/>
          </p:nvPr>
        </p:nvSpPr>
        <p:spPr>
          <a:xfrm>
            <a:off x="0" y="1219200"/>
            <a:ext cx="12192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dirty="0"/>
              <a:t>TITLE FOR A LIST HERE</a:t>
            </a:r>
          </a:p>
        </p:txBody>
      </p:sp>
      <p:sp>
        <p:nvSpPr>
          <p:cNvPr id="9" name="Text Placeholder 11"/>
          <p:cNvSpPr>
            <a:spLocks noGrp="1"/>
          </p:cNvSpPr>
          <p:nvPr>
            <p:ph type="body" sz="quarter" idx="12" hasCustomPrompt="1"/>
          </p:nvPr>
        </p:nvSpPr>
        <p:spPr>
          <a:xfrm>
            <a:off x="4006426" y="2006600"/>
            <a:ext cx="4240107" cy="3886200"/>
          </a:xfrm>
          <a:prstGeom prst="rect">
            <a:avLst/>
          </a:prstGeom>
        </p:spPr>
        <p:txBody>
          <a:bodyPr vert="horz"/>
          <a:lstStyle>
            <a:lvl1pPr marL="342900" indent="-342900">
              <a:buFont typeface="Arial"/>
              <a:buChar char="•"/>
              <a:defRPr sz="2000" baseline="0">
                <a:solidFill>
                  <a:schemeClr val="tx2">
                    <a:lumMod val="75000"/>
                  </a:schemeClr>
                </a:solidFill>
                <a:latin typeface="ITC Franklin Gothic Std Book Compressed"/>
              </a:defRPr>
            </a:lvl1pPr>
          </a:lstStyle>
          <a:p>
            <a:pPr lvl="0"/>
            <a:r>
              <a:rPr lang="en-US" dirty="0" err="1"/>
              <a:t>Lorem</a:t>
            </a:r>
            <a:r>
              <a:rPr lang="en-US" dirty="0"/>
              <a:t> </a:t>
            </a:r>
            <a:r>
              <a:rPr lang="en-US" dirty="0" err="1"/>
              <a:t>Ipsum</a:t>
            </a:r>
            <a:r>
              <a:rPr lang="en-US" dirty="0"/>
              <a:t> Dolor </a:t>
            </a:r>
          </a:p>
          <a:p>
            <a:pPr lvl="0"/>
            <a:r>
              <a:rPr lang="en-US" dirty="0" err="1"/>
              <a:t>Ishnack</a:t>
            </a:r>
            <a:r>
              <a:rPr lang="en-US" dirty="0"/>
              <a:t> Mansions Epson</a:t>
            </a:r>
          </a:p>
          <a:p>
            <a:pPr lvl="0"/>
            <a:r>
              <a:rPr lang="en-US" dirty="0"/>
              <a:t>Et Su </a:t>
            </a:r>
            <a:r>
              <a:rPr lang="en-US" dirty="0" err="1"/>
              <a:t>Domine</a:t>
            </a:r>
            <a:r>
              <a:rPr lang="en-US" dirty="0"/>
              <a:t> Antes</a:t>
            </a:r>
          </a:p>
          <a:p>
            <a:pPr lvl="0"/>
            <a:r>
              <a:rPr lang="en-US" dirty="0" err="1"/>
              <a:t>Lorem</a:t>
            </a:r>
            <a:r>
              <a:rPr lang="en-US" dirty="0"/>
              <a:t> </a:t>
            </a:r>
            <a:r>
              <a:rPr lang="en-US" dirty="0" err="1"/>
              <a:t>Ipsum</a:t>
            </a:r>
            <a:r>
              <a:rPr lang="en-US" dirty="0"/>
              <a:t> Dolor </a:t>
            </a:r>
          </a:p>
          <a:p>
            <a:pPr lvl="0"/>
            <a:r>
              <a:rPr lang="en-US" dirty="0" err="1"/>
              <a:t>Ishnack</a:t>
            </a:r>
            <a:r>
              <a:rPr lang="en-US" dirty="0"/>
              <a:t> Mansions Epson</a:t>
            </a:r>
          </a:p>
          <a:p>
            <a:pPr lvl="0"/>
            <a:r>
              <a:rPr lang="en-US" dirty="0" err="1"/>
              <a:t>Lorem</a:t>
            </a:r>
            <a:r>
              <a:rPr lang="en-US" dirty="0"/>
              <a:t> </a:t>
            </a:r>
            <a:r>
              <a:rPr lang="en-US" dirty="0" err="1"/>
              <a:t>Ipsum</a:t>
            </a:r>
            <a:r>
              <a:rPr lang="en-US" dirty="0"/>
              <a:t> Dolor </a:t>
            </a:r>
          </a:p>
          <a:p>
            <a:pPr lvl="0"/>
            <a:r>
              <a:rPr lang="en-US" dirty="0" err="1"/>
              <a:t>Ishnack</a:t>
            </a:r>
            <a:r>
              <a:rPr lang="en-US" dirty="0"/>
              <a:t> Mansions Epson</a:t>
            </a:r>
          </a:p>
          <a:p>
            <a:pPr lvl="0"/>
            <a:r>
              <a:rPr lang="en-US" dirty="0"/>
              <a:t>Et Su </a:t>
            </a:r>
            <a:r>
              <a:rPr lang="en-US" dirty="0" err="1"/>
              <a:t>Domine</a:t>
            </a:r>
            <a:r>
              <a:rPr lang="en-US" dirty="0"/>
              <a:t> Antes</a:t>
            </a:r>
          </a:p>
          <a:p>
            <a:pPr lvl="0"/>
            <a:r>
              <a:rPr lang="en-US" dirty="0" err="1"/>
              <a:t>Lorem</a:t>
            </a:r>
            <a:r>
              <a:rPr lang="en-US" dirty="0"/>
              <a:t> </a:t>
            </a:r>
            <a:r>
              <a:rPr lang="en-US" dirty="0" err="1"/>
              <a:t>Ipsum</a:t>
            </a:r>
            <a:r>
              <a:rPr lang="en-US" dirty="0"/>
              <a:t> Dolor </a:t>
            </a:r>
          </a:p>
          <a:p>
            <a:pPr lvl="0"/>
            <a:r>
              <a:rPr lang="en-US" dirty="0" err="1"/>
              <a:t>Ishnack</a:t>
            </a:r>
            <a:r>
              <a:rPr lang="en-US" dirty="0"/>
              <a:t> Mansions Epson</a:t>
            </a:r>
          </a:p>
        </p:txBody>
      </p:sp>
    </p:spTree>
    <p:extLst>
      <p:ext uri="{BB962C8B-B14F-4D97-AF65-F5344CB8AC3E}">
        <p14:creationId xmlns:p14="http://schemas.microsoft.com/office/powerpoint/2010/main" val="13715638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3: short text">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0F418C06-167A-E646-9EF6-18275B625F6B}" type="slidenum">
              <a:rPr lang="en-US" smtClean="0"/>
              <a:pPr/>
              <a:t>‹#›</a:t>
            </a:fld>
            <a:endParaRPr lang="en-US" dirty="0"/>
          </a:p>
        </p:txBody>
      </p:sp>
      <p:sp>
        <p:nvSpPr>
          <p:cNvPr id="9" name="Text Placeholder 7"/>
          <p:cNvSpPr>
            <a:spLocks noGrp="1"/>
          </p:cNvSpPr>
          <p:nvPr>
            <p:ph type="body" sz="quarter" idx="13" hasCustomPrompt="1"/>
          </p:nvPr>
        </p:nvSpPr>
        <p:spPr>
          <a:xfrm>
            <a:off x="0" y="1236369"/>
            <a:ext cx="121920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dirty="0"/>
              <a:t>SHORT PARAGRAPH TEMPLATE TITLE</a:t>
            </a:r>
          </a:p>
        </p:txBody>
      </p:sp>
      <p:sp>
        <p:nvSpPr>
          <p:cNvPr id="10" name="Text Placeholder 10"/>
          <p:cNvSpPr>
            <a:spLocks noGrp="1"/>
          </p:cNvSpPr>
          <p:nvPr>
            <p:ph type="body" sz="quarter" idx="14" hasCustomPrompt="1"/>
          </p:nvPr>
        </p:nvSpPr>
        <p:spPr>
          <a:xfrm>
            <a:off x="1930400" y="2298700"/>
            <a:ext cx="8263467" cy="2273300"/>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dirty="0" err="1"/>
              <a:t>Suspendisse</a:t>
            </a:r>
            <a:r>
              <a:rPr lang="en-US" dirty="0"/>
              <a:t> </a:t>
            </a:r>
            <a:r>
              <a:rPr lang="en-US" dirty="0" err="1"/>
              <a:t>potenti</a:t>
            </a:r>
            <a:r>
              <a:rPr lang="en-US" dirty="0"/>
              <a:t>. </a:t>
            </a:r>
            <a:r>
              <a:rPr lang="en-US" dirty="0" err="1"/>
              <a:t>Nunc</a:t>
            </a:r>
            <a:r>
              <a:rPr lang="en-US" dirty="0"/>
              <a:t> vitae </a:t>
            </a:r>
            <a:r>
              <a:rPr lang="en-US" dirty="0" err="1"/>
              <a:t>neque</a:t>
            </a:r>
            <a:r>
              <a:rPr lang="en-US" dirty="0"/>
              <a:t> et </a:t>
            </a:r>
            <a:r>
              <a:rPr lang="en-US" dirty="0" err="1"/>
              <a:t>purus</a:t>
            </a:r>
            <a:r>
              <a:rPr lang="en-US" dirty="0"/>
              <a:t> </a:t>
            </a:r>
            <a:r>
              <a:rPr lang="en-US" dirty="0" err="1"/>
              <a:t>tincidunt</a:t>
            </a:r>
            <a:r>
              <a:rPr lang="en-US" dirty="0"/>
              <a:t> </a:t>
            </a:r>
            <a:r>
              <a:rPr lang="en-US" dirty="0" err="1"/>
              <a:t>bibendum</a:t>
            </a:r>
            <a:r>
              <a:rPr lang="en-US" dirty="0"/>
              <a:t> vitae </a:t>
            </a:r>
            <a:r>
              <a:rPr lang="en-US" dirty="0" err="1"/>
              <a:t>sollicitudin</a:t>
            </a:r>
            <a:r>
              <a:rPr lang="en-US" dirty="0"/>
              <a:t> </a:t>
            </a:r>
            <a:r>
              <a:rPr lang="en-US" dirty="0" err="1"/>
              <a:t>urna</a:t>
            </a:r>
            <a:r>
              <a:rPr lang="en-US" dirty="0"/>
              <a:t>. </a:t>
            </a:r>
            <a:r>
              <a:rPr lang="en-US" dirty="0" err="1"/>
              <a:t>Cras</a:t>
            </a:r>
            <a:r>
              <a:rPr lang="en-US" dirty="0"/>
              <a:t> </a:t>
            </a:r>
            <a:r>
              <a:rPr lang="en-US" dirty="0" err="1"/>
              <a:t>eros</a:t>
            </a:r>
            <a:r>
              <a:rPr lang="en-US" dirty="0"/>
              <a:t> dolor, </a:t>
            </a:r>
            <a:r>
              <a:rPr lang="en-US" dirty="0" err="1"/>
              <a:t>finibus</a:t>
            </a:r>
            <a:r>
              <a:rPr lang="en-US" dirty="0"/>
              <a:t> in </a:t>
            </a:r>
            <a:r>
              <a:rPr lang="en-US" dirty="0" err="1"/>
              <a:t>risus</a:t>
            </a:r>
            <a:r>
              <a:rPr lang="en-US" dirty="0"/>
              <a:t> </a:t>
            </a:r>
            <a:r>
              <a:rPr lang="en-US" dirty="0" err="1"/>
              <a:t>etus</a:t>
            </a:r>
            <a:r>
              <a:rPr lang="en-US" dirty="0"/>
              <a:t>, </a:t>
            </a:r>
            <a:r>
              <a:rPr lang="en-US" dirty="0" err="1"/>
              <a:t>hendrerit</a:t>
            </a:r>
            <a:r>
              <a:rPr lang="en-US" dirty="0"/>
              <a:t> </a:t>
            </a:r>
            <a:r>
              <a:rPr lang="en-US" dirty="0" err="1"/>
              <a:t>porta</a:t>
            </a:r>
            <a:r>
              <a:rPr lang="en-US" dirty="0"/>
              <a:t> </a:t>
            </a:r>
            <a:r>
              <a:rPr lang="en-US" dirty="0" err="1"/>
              <a:t>augue</a:t>
            </a:r>
            <a:r>
              <a:rPr lang="en-US" dirty="0"/>
              <a:t>. </a:t>
            </a:r>
            <a:r>
              <a:rPr lang="en-US" dirty="0" err="1"/>
              <a:t>Suspendisse</a:t>
            </a:r>
            <a:r>
              <a:rPr lang="en-US" dirty="0"/>
              <a:t> com </a:t>
            </a:r>
            <a:r>
              <a:rPr lang="en-US" dirty="0" err="1"/>
              <a:t>turpis</a:t>
            </a:r>
            <a:r>
              <a:rPr lang="en-US" dirty="0"/>
              <a:t> </a:t>
            </a:r>
            <a:r>
              <a:rPr lang="en-US" dirty="0" err="1"/>
              <a:t>nec</a:t>
            </a:r>
            <a:r>
              <a:rPr lang="en-US" dirty="0"/>
              <a:t> </a:t>
            </a:r>
            <a:r>
              <a:rPr lang="en-US" dirty="0" err="1"/>
              <a:t>vulputate</a:t>
            </a:r>
            <a:r>
              <a:rPr lang="en-US" dirty="0"/>
              <a:t> </a:t>
            </a:r>
            <a:r>
              <a:rPr lang="en-US" dirty="0" err="1"/>
              <a:t>vehicula</a:t>
            </a:r>
            <a:r>
              <a:rPr lang="en-US" dirty="0"/>
              <a:t>. </a:t>
            </a:r>
            <a:r>
              <a:rPr lang="en-US" dirty="0" err="1"/>
              <a:t>Nunc</a:t>
            </a:r>
            <a:r>
              <a:rPr lang="en-US" dirty="0"/>
              <a:t> </a:t>
            </a:r>
            <a:r>
              <a:rPr lang="en-US" dirty="0" err="1"/>
              <a:t>commodo</a:t>
            </a:r>
            <a:r>
              <a:rPr lang="en-US" dirty="0"/>
              <a:t> </a:t>
            </a:r>
            <a:r>
              <a:rPr lang="en-US" dirty="0" err="1"/>
              <a:t>leo</a:t>
            </a:r>
            <a:r>
              <a:rPr lang="en-US" dirty="0"/>
              <a:t> </a:t>
            </a:r>
            <a:r>
              <a:rPr lang="en-US" dirty="0" err="1"/>
              <a:t>justo</a:t>
            </a:r>
            <a:r>
              <a:rPr lang="en-US" dirty="0"/>
              <a:t> </a:t>
            </a:r>
            <a:r>
              <a:rPr lang="en-US" dirty="0" err="1"/>
              <a:t>cursus</a:t>
            </a:r>
            <a:r>
              <a:rPr lang="en-US" dirty="0"/>
              <a:t>, </a:t>
            </a:r>
            <a:r>
              <a:rPr lang="en-US" dirty="0" err="1"/>
              <a:t>vel</a:t>
            </a:r>
            <a:r>
              <a:rPr lang="en-US" dirty="0"/>
              <a:t> </a:t>
            </a:r>
            <a:r>
              <a:rPr lang="en-US" dirty="0" err="1"/>
              <a:t>ultricies</a:t>
            </a:r>
            <a:r>
              <a:rPr lang="en-US" dirty="0"/>
              <a:t> </a:t>
            </a:r>
            <a:r>
              <a:rPr lang="en-US" dirty="0" err="1"/>
              <a:t>odio</a:t>
            </a:r>
            <a:r>
              <a:rPr lang="en-US" dirty="0"/>
              <a:t> </a:t>
            </a:r>
            <a:r>
              <a:rPr lang="en-US" dirty="0" err="1"/>
              <a:t>varius</a:t>
            </a:r>
            <a:r>
              <a:rPr lang="en-US" dirty="0"/>
              <a:t>. </a:t>
            </a:r>
            <a:r>
              <a:rPr lang="en-US" dirty="0" err="1"/>
              <a:t>Quisquety</a:t>
            </a:r>
            <a:r>
              <a:rPr lang="en-US" dirty="0"/>
              <a:t> </a:t>
            </a:r>
            <a:r>
              <a:rPr lang="en-US" dirty="0" err="1"/>
              <a:t>pharetra</a:t>
            </a:r>
            <a:r>
              <a:rPr lang="en-US" dirty="0"/>
              <a:t> dolor </a:t>
            </a:r>
            <a:r>
              <a:rPr lang="en-US" dirty="0" err="1"/>
              <a:t>eu</a:t>
            </a:r>
            <a:r>
              <a:rPr lang="en-US" dirty="0"/>
              <a:t> </a:t>
            </a:r>
            <a:r>
              <a:rPr lang="en-US" dirty="0" err="1"/>
              <a:t>aliquam</a:t>
            </a:r>
            <a:r>
              <a:rPr lang="en-US" dirty="0"/>
              <a:t> </a:t>
            </a:r>
            <a:r>
              <a:rPr lang="en-US" dirty="0" err="1"/>
              <a:t>sagittis</a:t>
            </a:r>
            <a:r>
              <a:rPr lang="en-US" dirty="0"/>
              <a:t>. </a:t>
            </a:r>
            <a:r>
              <a:rPr lang="en-US" dirty="0" err="1"/>
              <a:t>Aliquam</a:t>
            </a:r>
            <a:r>
              <a:rPr lang="en-US" dirty="0"/>
              <a:t> </a:t>
            </a:r>
            <a:r>
              <a:rPr lang="en-US" dirty="0" err="1"/>
              <a:t>neque</a:t>
            </a:r>
            <a:r>
              <a:rPr lang="en-US" dirty="0"/>
              <a:t> </a:t>
            </a:r>
            <a:r>
              <a:rPr lang="en-US" dirty="0" err="1"/>
              <a:t>massa</a:t>
            </a:r>
            <a:r>
              <a:rPr lang="en-US" dirty="0"/>
              <a:t>, </a:t>
            </a:r>
            <a:r>
              <a:rPr lang="en-US" dirty="0" err="1"/>
              <a:t>ornare</a:t>
            </a:r>
            <a:r>
              <a:rPr lang="en-US" dirty="0"/>
              <a:t> at </a:t>
            </a:r>
            <a:r>
              <a:rPr lang="en-US" dirty="0" err="1"/>
              <a:t>commodo</a:t>
            </a:r>
            <a:r>
              <a:rPr lang="en-US" dirty="0"/>
              <a:t> sit </a:t>
            </a:r>
            <a:r>
              <a:rPr lang="en-US" dirty="0" err="1"/>
              <a:t>amet</a:t>
            </a:r>
            <a:r>
              <a:rPr lang="en-US" dirty="0"/>
              <a:t>, un semper </a:t>
            </a:r>
            <a:r>
              <a:rPr lang="en-US" dirty="0" err="1"/>
              <a:t>sed</a:t>
            </a:r>
            <a:r>
              <a:rPr lang="en-US" dirty="0"/>
              <a:t> </a:t>
            </a:r>
            <a:r>
              <a:rPr lang="en-US" dirty="0" err="1"/>
              <a:t>erat</a:t>
            </a:r>
            <a:r>
              <a:rPr lang="en-US" dirty="0"/>
              <a:t>. </a:t>
            </a:r>
            <a:r>
              <a:rPr lang="en-US" dirty="0" err="1"/>
              <a:t>Suspendisse</a:t>
            </a:r>
            <a:r>
              <a:rPr lang="en-US" dirty="0"/>
              <a:t> </a:t>
            </a:r>
            <a:r>
              <a:rPr lang="en-US" dirty="0" err="1"/>
              <a:t>rhoncus</a:t>
            </a:r>
            <a:r>
              <a:rPr lang="en-US" dirty="0"/>
              <a:t>, </a:t>
            </a:r>
            <a:r>
              <a:rPr lang="en-US" dirty="0" err="1"/>
              <a:t>nunc</a:t>
            </a:r>
            <a:r>
              <a:rPr lang="en-US" dirty="0"/>
              <a:t> vitae dictum </a:t>
            </a:r>
            <a:r>
              <a:rPr lang="en-US" dirty="0" err="1"/>
              <a:t>pretium</a:t>
            </a:r>
            <a:r>
              <a:rPr lang="en-US" dirty="0"/>
              <a:t>, </a:t>
            </a:r>
            <a:r>
              <a:rPr lang="en-US" dirty="0" err="1"/>
              <a:t>libero</a:t>
            </a:r>
            <a:r>
              <a:rPr lang="en-US" dirty="0"/>
              <a:t> </a:t>
            </a:r>
            <a:r>
              <a:rPr lang="en-US" dirty="0" err="1"/>
              <a:t>purus</a:t>
            </a:r>
            <a:r>
              <a:rPr lang="en-US" dirty="0"/>
              <a:t> </a:t>
            </a:r>
            <a:r>
              <a:rPr lang="en-US" dirty="0" err="1"/>
              <a:t>convallis</a:t>
            </a:r>
            <a:r>
              <a:rPr lang="en-US" dirty="0"/>
              <a:t> </a:t>
            </a:r>
            <a:r>
              <a:rPr lang="en-US" dirty="0" err="1"/>
              <a:t>tortor</a:t>
            </a:r>
            <a:r>
              <a:rPr lang="en-US" dirty="0"/>
              <a:t>, </a:t>
            </a:r>
            <a:r>
              <a:rPr lang="en-US" dirty="0" err="1"/>
              <a:t>eget</a:t>
            </a:r>
            <a:r>
              <a:rPr lang="en-US" dirty="0"/>
              <a:t> </a:t>
            </a:r>
            <a:r>
              <a:rPr lang="en-US" dirty="0" err="1"/>
              <a:t>ultricies</a:t>
            </a:r>
            <a:r>
              <a:rPr lang="en-US" dirty="0"/>
              <a:t> </a:t>
            </a:r>
            <a:r>
              <a:rPr lang="en-US" dirty="0" err="1"/>
              <a:t>sapien</a:t>
            </a:r>
            <a:r>
              <a:rPr lang="en-US" dirty="0"/>
              <a:t> </a:t>
            </a:r>
            <a:r>
              <a:rPr lang="en-US" dirty="0" err="1"/>
              <a:t>odio</a:t>
            </a:r>
            <a:r>
              <a:rPr lang="en-US" dirty="0"/>
              <a:t> non ant. Lore </a:t>
            </a:r>
            <a:r>
              <a:rPr lang="en-US" dirty="0" err="1"/>
              <a:t>ipsum</a:t>
            </a:r>
            <a:r>
              <a:rPr lang="en-US" dirty="0"/>
              <a:t> </a:t>
            </a:r>
            <a:r>
              <a:rPr lang="en-US" dirty="0" err="1"/>
              <a:t>lunpt</a:t>
            </a:r>
            <a:r>
              <a:rPr lang="en-US" dirty="0"/>
              <a:t> and </a:t>
            </a:r>
            <a:r>
              <a:rPr lang="en-US" dirty="0" err="1"/>
              <a:t>ishlam</a:t>
            </a:r>
            <a:r>
              <a:rPr lang="en-US" dirty="0"/>
              <a:t>. </a:t>
            </a:r>
            <a:r>
              <a:rPr lang="en-US" dirty="0" err="1"/>
              <a:t>Nunc</a:t>
            </a:r>
            <a:r>
              <a:rPr lang="en-US" dirty="0"/>
              <a:t> vitae </a:t>
            </a:r>
            <a:r>
              <a:rPr lang="en-US" dirty="0" err="1"/>
              <a:t>neque</a:t>
            </a:r>
            <a:r>
              <a:rPr lang="en-US" dirty="0"/>
              <a:t> </a:t>
            </a:r>
            <a:r>
              <a:rPr lang="en-US" dirty="0" err="1"/>
              <a:t>etus</a:t>
            </a:r>
            <a:r>
              <a:rPr lang="en-US" dirty="0"/>
              <a:t>.</a:t>
            </a:r>
          </a:p>
        </p:txBody>
      </p:sp>
    </p:spTree>
    <p:extLst>
      <p:ext uri="{BB962C8B-B14F-4D97-AF65-F5344CB8AC3E}">
        <p14:creationId xmlns:p14="http://schemas.microsoft.com/office/powerpoint/2010/main" val="28846387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3: table">
    <p:spTree>
      <p:nvGrpSpPr>
        <p:cNvPr id="1" name=""/>
        <p:cNvGrpSpPr/>
        <p:nvPr/>
      </p:nvGrpSpPr>
      <p:grpSpPr>
        <a:xfrm>
          <a:off x="0" y="0"/>
          <a:ext cx="0" cy="0"/>
          <a:chOff x="0" y="0"/>
          <a:chExt cx="0" cy="0"/>
        </a:xfrm>
      </p:grpSpPr>
      <p:sp>
        <p:nvSpPr>
          <p:cNvPr id="10" name="Slide Number Placeholder 9"/>
          <p:cNvSpPr>
            <a:spLocks noGrp="1"/>
          </p:cNvSpPr>
          <p:nvPr>
            <p:ph type="sldNum" sz="quarter" idx="10"/>
          </p:nvPr>
        </p:nvSpPr>
        <p:spPr/>
        <p:txBody>
          <a:bodyPr/>
          <a:lstStyle/>
          <a:p>
            <a:fld id="{0F418C06-167A-E646-9EF6-18275B625F6B}" type="slidenum">
              <a:rPr lang="en-US" smtClean="0"/>
              <a:pPr/>
              <a:t>‹#›</a:t>
            </a:fld>
            <a:endParaRPr lang="en-US" dirty="0"/>
          </a:p>
        </p:txBody>
      </p:sp>
      <p:sp>
        <p:nvSpPr>
          <p:cNvPr id="12" name="Text Placeholder 7"/>
          <p:cNvSpPr>
            <a:spLocks noGrp="1"/>
          </p:cNvSpPr>
          <p:nvPr>
            <p:ph type="body" sz="quarter" idx="11" hasCustomPrompt="1"/>
          </p:nvPr>
        </p:nvSpPr>
        <p:spPr>
          <a:xfrm>
            <a:off x="0" y="1244600"/>
            <a:ext cx="121920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dirty="0"/>
              <a:t>TITLE FOR A TABLE HERE</a:t>
            </a:r>
          </a:p>
        </p:txBody>
      </p:sp>
    </p:spTree>
    <p:extLst>
      <p:ext uri="{BB962C8B-B14F-4D97-AF65-F5344CB8AC3E}">
        <p14:creationId xmlns:p14="http://schemas.microsoft.com/office/powerpoint/2010/main" val="20804490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3: im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50677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 placeholder">
    <p:spTree>
      <p:nvGrpSpPr>
        <p:cNvPr id="1" name=""/>
        <p:cNvGrpSpPr/>
        <p:nvPr/>
      </p:nvGrpSpPr>
      <p:grpSpPr>
        <a:xfrm>
          <a:off x="0" y="0"/>
          <a:ext cx="0" cy="0"/>
          <a:chOff x="0" y="0"/>
          <a:chExt cx="0" cy="0"/>
        </a:xfrm>
      </p:grpSpPr>
      <p:sp>
        <p:nvSpPr>
          <p:cNvPr id="8" name="Picture Placeholder 7"/>
          <p:cNvSpPr>
            <a:spLocks noGrp="1"/>
          </p:cNvSpPr>
          <p:nvPr>
            <p:ph type="pic" sz="quarter" idx="10" hasCustomPrompt="1"/>
          </p:nvPr>
        </p:nvSpPr>
        <p:spPr>
          <a:xfrm>
            <a:off x="1185333" y="660400"/>
            <a:ext cx="9939867" cy="4965700"/>
          </a:xfrm>
          <a:prstGeom prst="rect">
            <a:avLst/>
          </a:prstGeom>
        </p:spPr>
        <p:txBody>
          <a:bodyPr vert="horz"/>
          <a:lstStyle>
            <a:lvl1pPr marL="0" indent="0">
              <a:buFontTx/>
              <a:buNone/>
              <a:defRPr baseline="0"/>
            </a:lvl1pPr>
          </a:lstStyle>
          <a:p>
            <a:r>
              <a:rPr lang="en-US" dirty="0"/>
              <a:t>Drag/Insert Image here</a:t>
            </a:r>
          </a:p>
        </p:txBody>
      </p:sp>
      <p:sp>
        <p:nvSpPr>
          <p:cNvPr id="10" name="Text Placeholder 9"/>
          <p:cNvSpPr>
            <a:spLocks noGrp="1"/>
          </p:cNvSpPr>
          <p:nvPr>
            <p:ph type="body" sz="quarter" idx="11" hasCustomPrompt="1"/>
          </p:nvPr>
        </p:nvSpPr>
        <p:spPr>
          <a:xfrm>
            <a:off x="1185334" y="5786967"/>
            <a:ext cx="6468533" cy="402160"/>
          </a:xfrm>
          <a:prstGeom prst="rect">
            <a:avLst/>
          </a:prstGeom>
        </p:spPr>
        <p:txBody>
          <a:bodyPr vert="horz"/>
          <a:lstStyle>
            <a:lvl1pPr marL="0" indent="0">
              <a:buFontTx/>
              <a:buNone/>
              <a:defRPr sz="2000" baseline="0">
                <a:solidFill>
                  <a:schemeClr val="tx2">
                    <a:lumMod val="75000"/>
                  </a:schemeClr>
                </a:solidFill>
                <a:latin typeface="ITC Franklin Gothic Std Demi Compressed"/>
              </a:defRPr>
            </a:lvl1pPr>
          </a:lstStyle>
          <a:p>
            <a:pPr lvl="0"/>
            <a:r>
              <a:rPr lang="en-US" dirty="0"/>
              <a:t>TITLE FOR IMAGE HERE</a:t>
            </a:r>
          </a:p>
        </p:txBody>
      </p:sp>
      <p:sp>
        <p:nvSpPr>
          <p:cNvPr id="12" name="Text Placeholder 11"/>
          <p:cNvSpPr>
            <a:spLocks noGrp="1"/>
          </p:cNvSpPr>
          <p:nvPr>
            <p:ph type="body" sz="quarter" idx="12" hasCustomPrompt="1"/>
          </p:nvPr>
        </p:nvSpPr>
        <p:spPr>
          <a:xfrm>
            <a:off x="1185333" y="6189127"/>
            <a:ext cx="9939867" cy="355600"/>
          </a:xfrm>
          <a:prstGeom prst="rect">
            <a:avLst/>
          </a:prstGeom>
        </p:spPr>
        <p:txBody>
          <a:bodyPr vert="horz"/>
          <a:lstStyle>
            <a:lvl1pPr marL="0" indent="0">
              <a:buFontTx/>
              <a:buNone/>
              <a:defRPr sz="1400" baseline="0">
                <a:solidFill>
                  <a:schemeClr val="tx2">
                    <a:lumMod val="75000"/>
                  </a:schemeClr>
                </a:solidFill>
                <a:latin typeface="ITC Franklin Gothic Std Book Compressed"/>
              </a:defRPr>
            </a:lvl1pPr>
          </a:lstStyle>
          <a:p>
            <a:pPr lvl="0"/>
            <a:r>
              <a:rPr lang="en-US" dirty="0"/>
              <a:t>Subtitle And Description For Image Here</a:t>
            </a:r>
          </a:p>
        </p:txBody>
      </p:sp>
    </p:spTree>
    <p:extLst>
      <p:ext uri="{BB962C8B-B14F-4D97-AF65-F5344CB8AC3E}">
        <p14:creationId xmlns:p14="http://schemas.microsoft.com/office/powerpoint/2010/main" val="7672908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1.jp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8.xml"/><Relationship Id="rId7" Type="http://schemas.openxmlformats.org/officeDocument/2006/relationships/image" Target="../media/image1.jp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3.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image" Target="../media/image6.emf"/></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11.xml"/><Relationship Id="rId6" Type="http://schemas.openxmlformats.org/officeDocument/2006/relationships/image" Target="../media/image6.emf"/><Relationship Id="rId5" Type="http://schemas.openxmlformats.org/officeDocument/2006/relationships/image" Target="../media/image5.png"/><Relationship Id="rId4" Type="http://schemas.openxmlformats.org/officeDocument/2006/relationships/image" Target="../media/image7.pn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Layout" Target="../slideLayouts/slideLayout14.xml"/><Relationship Id="rId7" Type="http://schemas.openxmlformats.org/officeDocument/2006/relationships/image" Target="../media/image1.jp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5.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6.xml"/><Relationship Id="rId1" Type="http://schemas.openxmlformats.org/officeDocument/2006/relationships/slideLayout" Target="../slideLayouts/slideLayout17.xml"/><Relationship Id="rId5" Type="http://schemas.openxmlformats.org/officeDocument/2006/relationships/image" Target="../media/image6.emf"/><Relationship Id="rId4" Type="http://schemas.openxmlformats.org/officeDocument/2006/relationships/image" Target="../media/image7.png"/></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Layout" Target="../slideLayouts/slideLayout20.xml"/><Relationship Id="rId7" Type="http://schemas.openxmlformats.org/officeDocument/2006/relationships/image" Target="../media/image1.jpg"/><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theme" Target="../theme/theme7.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23.xml"/><Relationship Id="rId5" Type="http://schemas.openxmlformats.org/officeDocument/2006/relationships/image" Target="../media/image6.emf"/><Relationship Id="rId4" Type="http://schemas.openxmlformats.org/officeDocument/2006/relationships/image" Target="../media/image7.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alphaModFix amt="10000"/>
            <a:lum/>
          </a:blip>
          <a:srcRect/>
          <a:stretch>
            <a:fillRect l="30000" t="30000"/>
          </a:stretch>
        </a:blipFill>
        <a:effectLst/>
      </p:bgPr>
    </p:bg>
    <p:spTree>
      <p:nvGrpSpPr>
        <p:cNvPr id="1" name=""/>
        <p:cNvGrpSpPr/>
        <p:nvPr/>
      </p:nvGrpSpPr>
      <p:grpSpPr>
        <a:xfrm>
          <a:off x="0" y="0"/>
          <a:ext cx="0" cy="0"/>
          <a:chOff x="0" y="0"/>
          <a:chExt cx="0" cy="0"/>
        </a:xfrm>
      </p:grpSpPr>
      <p:sp>
        <p:nvSpPr>
          <p:cNvPr id="8" name="Rectangle 7"/>
          <p:cNvSpPr/>
          <p:nvPr/>
        </p:nvSpPr>
        <p:spPr>
          <a:xfrm>
            <a:off x="0" y="-10160"/>
            <a:ext cx="12192000" cy="5232400"/>
          </a:xfrm>
          <a:prstGeom prst="rect">
            <a:avLst/>
          </a:prstGeom>
          <a:solidFill>
            <a:srgbClr val="0121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rgbClr val="012158"/>
              </a:solidFill>
            </a:endParaRPr>
          </a:p>
        </p:txBody>
      </p:sp>
      <p:pic>
        <p:nvPicPr>
          <p:cNvPr id="13" name="Picture 12" descr="dotted_line_white.png"/>
          <p:cNvPicPr>
            <a:picLocks noChangeAspect="1"/>
          </p:cNvPicPr>
          <p:nvPr/>
        </p:nvPicPr>
        <p:blipFill rotWithShape="1">
          <a:blip r:embed="rId6">
            <a:extLst>
              <a:ext uri="{28A0092B-C50C-407E-A947-70E740481C1C}">
                <a14:useLocalDpi xmlns:a14="http://schemas.microsoft.com/office/drawing/2010/main" val="0"/>
              </a:ext>
            </a:extLst>
          </a:blip>
          <a:srcRect r="60437"/>
          <a:stretch/>
        </p:blipFill>
        <p:spPr>
          <a:xfrm>
            <a:off x="1158596" y="3207553"/>
            <a:ext cx="9981755" cy="282039"/>
          </a:xfrm>
          <a:prstGeom prst="rect">
            <a:avLst/>
          </a:prstGeom>
        </p:spPr>
      </p:pic>
      <p:pic>
        <p:nvPicPr>
          <p:cNvPr id="3" name="Picture 2">
            <a:extLst>
              <a:ext uri="{FF2B5EF4-FFF2-40B4-BE49-F238E27FC236}">
                <a16:creationId xmlns:a16="http://schemas.microsoft.com/office/drawing/2014/main" id="{D2163758-D40C-E645-8713-B342A6A913BA}"/>
              </a:ext>
            </a:extLst>
          </p:cNvPr>
          <p:cNvPicPr>
            <a:picLocks noChangeAspect="1"/>
          </p:cNvPicPr>
          <p:nvPr/>
        </p:nvPicPr>
        <p:blipFill>
          <a:blip r:embed="rId7"/>
          <a:stretch>
            <a:fillRect/>
          </a:stretch>
        </p:blipFill>
        <p:spPr>
          <a:xfrm>
            <a:off x="1592055" y="5546195"/>
            <a:ext cx="9114836" cy="1176711"/>
          </a:xfrm>
          <a:prstGeom prst="rect">
            <a:avLst/>
          </a:prstGeom>
        </p:spPr>
      </p:pic>
    </p:spTree>
    <p:extLst>
      <p:ext uri="{BB962C8B-B14F-4D97-AF65-F5344CB8AC3E}">
        <p14:creationId xmlns:p14="http://schemas.microsoft.com/office/powerpoint/2010/main" val="3128535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contents_orange.jpg"/>
          <p:cNvPicPr>
            <a:picLocks noChangeAspect="1"/>
          </p:cNvPicPr>
          <p:nvPr/>
        </p:nvPicPr>
        <p:blipFill>
          <a:blip r:embed="rId5">
            <a:clrChange>
              <a:clrFrom>
                <a:srgbClr val="FFFFFF"/>
              </a:clrFrom>
              <a:clrTo>
                <a:srgbClr val="FFFFFF">
                  <a:alpha val="0"/>
                </a:srgbClr>
              </a:clrTo>
            </a:clrChange>
            <a:alphaModFix/>
            <a:extLst>
              <a:ext uri="{28A0092B-C50C-407E-A947-70E740481C1C}">
                <a14:useLocalDpi xmlns:a14="http://schemas.microsoft.com/office/drawing/2010/main" val="0"/>
              </a:ext>
            </a:extLst>
          </a:blip>
          <a:stretch>
            <a:fillRect/>
          </a:stretch>
        </p:blipFill>
        <p:spPr>
          <a:xfrm>
            <a:off x="116937" y="329676"/>
            <a:ext cx="3711689" cy="2138861"/>
          </a:xfrm>
          <a:prstGeom prst="rect">
            <a:avLst/>
          </a:prstGeom>
        </p:spPr>
      </p:pic>
    </p:spTree>
    <p:extLst>
      <p:ext uri="{BB962C8B-B14F-4D97-AF65-F5344CB8AC3E}">
        <p14:creationId xmlns:p14="http://schemas.microsoft.com/office/powerpoint/2010/main" val="64301462"/>
      </p:ext>
    </p:extLst>
  </p:cSld>
  <p:clrMap bg1="lt1" tx1="dk1" bg2="lt2" tx2="dk2" accent1="accent1" accent2="accent2" accent3="accent3" accent4="accent4" accent5="accent5" accent6="accent6" hlink="hlink" folHlink="folHlink"/>
  <p:sldLayoutIdLst>
    <p:sldLayoutId id="2147483665" r:id="rId1"/>
    <p:sldLayoutId id="2147483693" r:id="rId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brushedge_solid_blue.pn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5" y="5194968"/>
            <a:ext cx="12192000" cy="1676400"/>
          </a:xfrm>
          <a:prstGeom prst="rect">
            <a:avLst/>
          </a:prstGeom>
        </p:spPr>
      </p:pic>
      <p:pic>
        <p:nvPicPr>
          <p:cNvPr id="8" name="Picture 7" descr="UVA_Primary_white.eps"/>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829029" y="6324412"/>
            <a:ext cx="1804172" cy="333562"/>
          </a:xfrm>
          <a:prstGeom prst="rect">
            <a:avLst/>
          </a:prstGeom>
        </p:spPr>
      </p:pic>
      <p:sp>
        <p:nvSpPr>
          <p:cNvPr id="6" name="Slide Number Placeholder 5"/>
          <p:cNvSpPr>
            <a:spLocks noGrp="1"/>
          </p:cNvSpPr>
          <p:nvPr>
            <p:ph type="sldNum" sz="quarter" idx="4"/>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dirty="0"/>
          </a:p>
        </p:txBody>
      </p:sp>
    </p:spTree>
    <p:extLst>
      <p:ext uri="{BB962C8B-B14F-4D97-AF65-F5344CB8AC3E}">
        <p14:creationId xmlns:p14="http://schemas.microsoft.com/office/powerpoint/2010/main" val="252929987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grounds.png"/>
          <p:cNvPicPr>
            <a:picLocks noChangeAspect="1"/>
          </p:cNvPicPr>
          <p:nvPr/>
        </p:nvPicPr>
        <p:blipFill rotWithShape="1">
          <a:blip r:embed="rId4">
            <a:extLst>
              <a:ext uri="{28A0092B-C50C-407E-A947-70E740481C1C}">
                <a14:useLocalDpi xmlns:a14="http://schemas.microsoft.com/office/drawing/2010/main" val="0"/>
              </a:ext>
            </a:extLst>
          </a:blip>
          <a:srcRect l="2060" r="15387" b="-16499"/>
          <a:stretch/>
        </p:blipFill>
        <p:spPr>
          <a:xfrm>
            <a:off x="-1" y="0"/>
            <a:ext cx="12207161" cy="7569200"/>
          </a:xfrm>
          <a:prstGeom prst="rect">
            <a:avLst/>
          </a:prstGeom>
        </p:spPr>
      </p:pic>
      <p:pic>
        <p:nvPicPr>
          <p:cNvPr id="8" name="Picture 7" descr="brushedge_solid_blue.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5" y="5194968"/>
            <a:ext cx="12192000" cy="1676400"/>
          </a:xfrm>
          <a:prstGeom prst="rect">
            <a:avLst/>
          </a:prstGeom>
        </p:spPr>
      </p:pic>
      <p:pic>
        <p:nvPicPr>
          <p:cNvPr id="9" name="Picture 8" descr="UVA_Primary_white.eps"/>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29029" y="6324412"/>
            <a:ext cx="1804172" cy="333562"/>
          </a:xfrm>
          <a:prstGeom prst="rect">
            <a:avLst/>
          </a:prstGeom>
        </p:spPr>
      </p:pic>
    </p:spTree>
    <p:extLst>
      <p:ext uri="{BB962C8B-B14F-4D97-AF65-F5344CB8AC3E}">
        <p14:creationId xmlns:p14="http://schemas.microsoft.com/office/powerpoint/2010/main" val="988963187"/>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alphaModFix amt="10000"/>
            <a:lum/>
          </a:blip>
          <a:srcRect/>
          <a:stretch>
            <a:fillRect l="30000" t="30000"/>
          </a:stretch>
        </a:blipFill>
        <a:effectLst/>
      </p:bgPr>
    </p:bg>
    <p:spTree>
      <p:nvGrpSpPr>
        <p:cNvPr id="1" name=""/>
        <p:cNvGrpSpPr/>
        <p:nvPr/>
      </p:nvGrpSpPr>
      <p:grpSpPr>
        <a:xfrm>
          <a:off x="0" y="0"/>
          <a:ext cx="0" cy="0"/>
          <a:chOff x="0" y="0"/>
          <a:chExt cx="0" cy="0"/>
        </a:xfrm>
      </p:grpSpPr>
      <p:sp>
        <p:nvSpPr>
          <p:cNvPr id="7" name="Rectangle 3"/>
          <p:cNvSpPr/>
          <p:nvPr/>
        </p:nvSpPr>
        <p:spPr>
          <a:xfrm>
            <a:off x="-19614" y="5978148"/>
            <a:ext cx="12226775"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pic>
        <p:nvPicPr>
          <p:cNvPr id="8" name="Picture 7" descr="UVA_Primary_white.eps"/>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829029" y="6324412"/>
            <a:ext cx="1804172" cy="333562"/>
          </a:xfrm>
          <a:prstGeom prst="rect">
            <a:avLst/>
          </a:prstGeom>
        </p:spPr>
      </p:pic>
      <p:sp>
        <p:nvSpPr>
          <p:cNvPr id="9" name="Slide Number Placeholder 5"/>
          <p:cNvSpPr>
            <a:spLocks noGrp="1"/>
          </p:cNvSpPr>
          <p:nvPr>
            <p:ph type="sldNum" sz="quarter" idx="4"/>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dirty="0"/>
          </a:p>
        </p:txBody>
      </p:sp>
    </p:spTree>
    <p:extLst>
      <p:ext uri="{BB962C8B-B14F-4D97-AF65-F5344CB8AC3E}">
        <p14:creationId xmlns:p14="http://schemas.microsoft.com/office/powerpoint/2010/main" val="243852067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grounds.png"/>
          <p:cNvPicPr>
            <a:picLocks noChangeAspect="1"/>
          </p:cNvPicPr>
          <p:nvPr/>
        </p:nvPicPr>
        <p:blipFill rotWithShape="1">
          <a:blip r:embed="rId4">
            <a:extLst>
              <a:ext uri="{28A0092B-C50C-407E-A947-70E740481C1C}">
                <a14:useLocalDpi xmlns:a14="http://schemas.microsoft.com/office/drawing/2010/main" val="0"/>
              </a:ext>
            </a:extLst>
          </a:blip>
          <a:srcRect l="2060" r="15387" b="-16499"/>
          <a:stretch/>
        </p:blipFill>
        <p:spPr>
          <a:xfrm>
            <a:off x="-1" y="0"/>
            <a:ext cx="12207161" cy="7569200"/>
          </a:xfrm>
          <a:prstGeom prst="rect">
            <a:avLst/>
          </a:prstGeom>
        </p:spPr>
      </p:pic>
      <p:sp>
        <p:nvSpPr>
          <p:cNvPr id="8" name="Rectangle 3"/>
          <p:cNvSpPr/>
          <p:nvPr/>
        </p:nvSpPr>
        <p:spPr>
          <a:xfrm>
            <a:off x="-19614" y="5978148"/>
            <a:ext cx="12226775"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pic>
        <p:nvPicPr>
          <p:cNvPr id="9" name="Picture 8" descr="UVA_Primary_white.eps"/>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29029" y="6324412"/>
            <a:ext cx="1804172" cy="333562"/>
          </a:xfrm>
          <a:prstGeom prst="rect">
            <a:avLst/>
          </a:prstGeom>
        </p:spPr>
      </p:pic>
    </p:spTree>
    <p:extLst>
      <p:ext uri="{BB962C8B-B14F-4D97-AF65-F5344CB8AC3E}">
        <p14:creationId xmlns:p14="http://schemas.microsoft.com/office/powerpoint/2010/main" val="2241843726"/>
      </p:ext>
    </p:extLst>
  </p:cSld>
  <p:clrMap bg1="lt1" tx1="dk1" bg2="lt2" tx2="dk2" accent1="accent1" accent2="accent2" accent3="accent3" accent4="accent4" accent5="accent5" accent6="accent6" hlink="hlink" folHlink="folHlink"/>
  <p:sldLayoutIdLst>
    <p:sldLayoutId id="2147483681"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alphaModFix amt="10000"/>
            <a:lum/>
          </a:blip>
          <a:srcRect/>
          <a:stretch>
            <a:fillRect l="30000" t="30000"/>
          </a:stretch>
        </a:blipFill>
        <a:effectLst/>
      </p:bgPr>
    </p:bg>
    <p:spTree>
      <p:nvGrpSpPr>
        <p:cNvPr id="1" name=""/>
        <p:cNvGrpSpPr/>
        <p:nvPr/>
      </p:nvGrpSpPr>
      <p:grpSpPr>
        <a:xfrm>
          <a:off x="0" y="0"/>
          <a:ext cx="0" cy="0"/>
          <a:chOff x="0" y="0"/>
          <a:chExt cx="0" cy="0"/>
        </a:xfrm>
      </p:grpSpPr>
      <p:sp>
        <p:nvSpPr>
          <p:cNvPr id="7" name="Rectangle 3"/>
          <p:cNvSpPr/>
          <p:nvPr/>
        </p:nvSpPr>
        <p:spPr>
          <a:xfrm>
            <a:off x="-19614" y="5978148"/>
            <a:ext cx="12226775"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sp>
        <p:nvSpPr>
          <p:cNvPr id="8" name="Rectangle 6"/>
          <p:cNvSpPr/>
          <p:nvPr/>
        </p:nvSpPr>
        <p:spPr>
          <a:xfrm>
            <a:off x="2" y="1"/>
            <a:ext cx="12193733" cy="996305"/>
          </a:xfrm>
          <a:custGeom>
            <a:avLst/>
            <a:gdLst>
              <a:gd name="connsiteX0" fmla="*/ 0 w 9144000"/>
              <a:gd name="connsiteY0" fmla="*/ 0 h 727363"/>
              <a:gd name="connsiteX1" fmla="*/ 9144000 w 9144000"/>
              <a:gd name="connsiteY1" fmla="*/ 0 h 727363"/>
              <a:gd name="connsiteX2" fmla="*/ 9144000 w 9144000"/>
              <a:gd name="connsiteY2" fmla="*/ 727363 h 727363"/>
              <a:gd name="connsiteX3" fmla="*/ 0 w 9144000"/>
              <a:gd name="connsiteY3" fmla="*/ 727363 h 727363"/>
              <a:gd name="connsiteX4" fmla="*/ 0 w 9144000"/>
              <a:gd name="connsiteY4" fmla="*/ 0 h 727363"/>
              <a:gd name="connsiteX0" fmla="*/ 0 w 9155759"/>
              <a:gd name="connsiteY0" fmla="*/ 0 h 927253"/>
              <a:gd name="connsiteX1" fmla="*/ 9144000 w 9155759"/>
              <a:gd name="connsiteY1" fmla="*/ 0 h 927253"/>
              <a:gd name="connsiteX2" fmla="*/ 9155759 w 9155759"/>
              <a:gd name="connsiteY2" fmla="*/ 927253 h 927253"/>
              <a:gd name="connsiteX3" fmla="*/ 0 w 9155759"/>
              <a:gd name="connsiteY3" fmla="*/ 727363 h 927253"/>
              <a:gd name="connsiteX4" fmla="*/ 0 w 9155759"/>
              <a:gd name="connsiteY4" fmla="*/ 0 h 927253"/>
              <a:gd name="connsiteX0" fmla="*/ 0 w 9155759"/>
              <a:gd name="connsiteY0" fmla="*/ 0 h 936540"/>
              <a:gd name="connsiteX1" fmla="*/ 9144000 w 9155759"/>
              <a:gd name="connsiteY1" fmla="*/ 0 h 936540"/>
              <a:gd name="connsiteX2" fmla="*/ 9155759 w 9155759"/>
              <a:gd name="connsiteY2" fmla="*/ 927253 h 936540"/>
              <a:gd name="connsiteX3" fmla="*/ 29883 w 9155759"/>
              <a:gd name="connsiteY3" fmla="*/ 936540 h 936540"/>
              <a:gd name="connsiteX4" fmla="*/ 0 w 9155759"/>
              <a:gd name="connsiteY4" fmla="*/ 0 h 936540"/>
              <a:gd name="connsiteX0" fmla="*/ 0 w 9170700"/>
              <a:gd name="connsiteY0" fmla="*/ 0 h 936540"/>
              <a:gd name="connsiteX1" fmla="*/ 9144000 w 9170700"/>
              <a:gd name="connsiteY1" fmla="*/ 0 h 936540"/>
              <a:gd name="connsiteX2" fmla="*/ 9170700 w 9170700"/>
              <a:gd name="connsiteY2" fmla="*/ 747959 h 936540"/>
              <a:gd name="connsiteX3" fmla="*/ 29883 w 9170700"/>
              <a:gd name="connsiteY3" fmla="*/ 936540 h 936540"/>
              <a:gd name="connsiteX4" fmla="*/ 0 w 9170700"/>
              <a:gd name="connsiteY4" fmla="*/ 0 h 936540"/>
              <a:gd name="connsiteX0" fmla="*/ 44823 w 9215523"/>
              <a:gd name="connsiteY0" fmla="*/ 0 h 1041128"/>
              <a:gd name="connsiteX1" fmla="*/ 9188823 w 9215523"/>
              <a:gd name="connsiteY1" fmla="*/ 0 h 1041128"/>
              <a:gd name="connsiteX2" fmla="*/ 9215523 w 9215523"/>
              <a:gd name="connsiteY2" fmla="*/ 747959 h 1041128"/>
              <a:gd name="connsiteX3" fmla="*/ 0 w 9215523"/>
              <a:gd name="connsiteY3" fmla="*/ 1041128 h 1041128"/>
              <a:gd name="connsiteX4" fmla="*/ 44823 w 9215523"/>
              <a:gd name="connsiteY4" fmla="*/ 0 h 1041128"/>
              <a:gd name="connsiteX0" fmla="*/ 0 w 9170700"/>
              <a:gd name="connsiteY0" fmla="*/ 0 h 921599"/>
              <a:gd name="connsiteX1" fmla="*/ 9144000 w 9170700"/>
              <a:gd name="connsiteY1" fmla="*/ 0 h 921599"/>
              <a:gd name="connsiteX2" fmla="*/ 9170700 w 9170700"/>
              <a:gd name="connsiteY2" fmla="*/ 747959 h 921599"/>
              <a:gd name="connsiteX3" fmla="*/ 14942 w 9170700"/>
              <a:gd name="connsiteY3" fmla="*/ 921599 h 921599"/>
              <a:gd name="connsiteX4" fmla="*/ 0 w 9170700"/>
              <a:gd name="connsiteY4" fmla="*/ 0 h 921599"/>
              <a:gd name="connsiteX0" fmla="*/ 0 w 9170700"/>
              <a:gd name="connsiteY0" fmla="*/ 0 h 891717"/>
              <a:gd name="connsiteX1" fmla="*/ 9144000 w 9170700"/>
              <a:gd name="connsiteY1" fmla="*/ 0 h 891717"/>
              <a:gd name="connsiteX2" fmla="*/ 9170700 w 9170700"/>
              <a:gd name="connsiteY2" fmla="*/ 747959 h 891717"/>
              <a:gd name="connsiteX3" fmla="*/ 1 w 9170700"/>
              <a:gd name="connsiteY3" fmla="*/ 891717 h 891717"/>
              <a:gd name="connsiteX4" fmla="*/ 0 w 9170700"/>
              <a:gd name="connsiteY4" fmla="*/ 0 h 891717"/>
              <a:gd name="connsiteX0" fmla="*/ 0 w 9170700"/>
              <a:gd name="connsiteY0" fmla="*/ 0 h 891717"/>
              <a:gd name="connsiteX1" fmla="*/ 9144000 w 9170700"/>
              <a:gd name="connsiteY1" fmla="*/ 0 h 891717"/>
              <a:gd name="connsiteX2" fmla="*/ 9170700 w 9170700"/>
              <a:gd name="connsiteY2" fmla="*/ 628429 h 891717"/>
              <a:gd name="connsiteX3" fmla="*/ 1 w 9170700"/>
              <a:gd name="connsiteY3" fmla="*/ 891717 h 891717"/>
              <a:gd name="connsiteX4" fmla="*/ 0 w 9170700"/>
              <a:gd name="connsiteY4" fmla="*/ 0 h 891717"/>
              <a:gd name="connsiteX0" fmla="*/ 0 w 9170700"/>
              <a:gd name="connsiteY0" fmla="*/ 0 h 996305"/>
              <a:gd name="connsiteX1" fmla="*/ 9144000 w 9170700"/>
              <a:gd name="connsiteY1" fmla="*/ 0 h 996305"/>
              <a:gd name="connsiteX2" fmla="*/ 9170700 w 9170700"/>
              <a:gd name="connsiteY2" fmla="*/ 628429 h 996305"/>
              <a:gd name="connsiteX3" fmla="*/ 1 w 9170700"/>
              <a:gd name="connsiteY3" fmla="*/ 996305 h 996305"/>
              <a:gd name="connsiteX4" fmla="*/ 0 w 9170700"/>
              <a:gd name="connsiteY4" fmla="*/ 0 h 996305"/>
              <a:gd name="connsiteX0" fmla="*/ 0 w 9170700"/>
              <a:gd name="connsiteY0" fmla="*/ 0 h 996305"/>
              <a:gd name="connsiteX1" fmla="*/ 9144000 w 9170700"/>
              <a:gd name="connsiteY1" fmla="*/ 0 h 996305"/>
              <a:gd name="connsiteX2" fmla="*/ 9170700 w 9170700"/>
              <a:gd name="connsiteY2" fmla="*/ 553724 h 996305"/>
              <a:gd name="connsiteX3" fmla="*/ 1 w 9170700"/>
              <a:gd name="connsiteY3" fmla="*/ 996305 h 996305"/>
              <a:gd name="connsiteX4" fmla="*/ 0 w 9170700"/>
              <a:gd name="connsiteY4" fmla="*/ 0 h 996305"/>
              <a:gd name="connsiteX0" fmla="*/ 0 w 9144000"/>
              <a:gd name="connsiteY0" fmla="*/ 0 h 996305"/>
              <a:gd name="connsiteX1" fmla="*/ 9144000 w 9144000"/>
              <a:gd name="connsiteY1" fmla="*/ 0 h 996305"/>
              <a:gd name="connsiteX2" fmla="*/ 9132600 w 9144000"/>
              <a:gd name="connsiteY2" fmla="*/ 566424 h 996305"/>
              <a:gd name="connsiteX3" fmla="*/ 1 w 9144000"/>
              <a:gd name="connsiteY3" fmla="*/ 996305 h 996305"/>
              <a:gd name="connsiteX4" fmla="*/ 0 w 9144000"/>
              <a:gd name="connsiteY4" fmla="*/ 0 h 996305"/>
              <a:gd name="connsiteX0" fmla="*/ 0 w 9145300"/>
              <a:gd name="connsiteY0" fmla="*/ 0 h 996305"/>
              <a:gd name="connsiteX1" fmla="*/ 9144000 w 9145300"/>
              <a:gd name="connsiteY1" fmla="*/ 0 h 996305"/>
              <a:gd name="connsiteX2" fmla="*/ 9145300 w 9145300"/>
              <a:gd name="connsiteY2" fmla="*/ 566424 h 996305"/>
              <a:gd name="connsiteX3" fmla="*/ 1 w 9145300"/>
              <a:gd name="connsiteY3" fmla="*/ 996305 h 996305"/>
              <a:gd name="connsiteX4" fmla="*/ 0 w 9145300"/>
              <a:gd name="connsiteY4" fmla="*/ 0 h 996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5300" h="996305">
                <a:moveTo>
                  <a:pt x="0" y="0"/>
                </a:moveTo>
                <a:lnTo>
                  <a:pt x="9144000" y="0"/>
                </a:lnTo>
                <a:cubicBezTo>
                  <a:pt x="9144433" y="188808"/>
                  <a:pt x="9144867" y="377616"/>
                  <a:pt x="9145300" y="566424"/>
                </a:cubicBezTo>
                <a:lnTo>
                  <a:pt x="1" y="996305"/>
                </a:lnTo>
                <a:cubicBezTo>
                  <a:pt x="1" y="699066"/>
                  <a:pt x="0" y="297239"/>
                  <a:pt x="0" y="0"/>
                </a:cubicBezTo>
                <a:close/>
              </a:path>
            </a:pathLst>
          </a:custGeom>
          <a:solidFill>
            <a:srgbClr val="012158"/>
          </a:solidFill>
          <a:ln>
            <a:solidFill>
              <a:schemeClr val="tx2">
                <a:lumMod val="75000"/>
              </a:schemeClr>
            </a:solid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pic>
        <p:nvPicPr>
          <p:cNvPr id="9" name="Picture 8" descr="UVA_Primary_white.eps"/>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2941" y="277922"/>
            <a:ext cx="1877883" cy="347190"/>
          </a:xfrm>
          <a:prstGeom prst="rect">
            <a:avLst/>
          </a:prstGeom>
        </p:spPr>
      </p:pic>
      <p:sp>
        <p:nvSpPr>
          <p:cNvPr id="10" name="Slide Number Placeholder 5"/>
          <p:cNvSpPr>
            <a:spLocks noGrp="1"/>
          </p:cNvSpPr>
          <p:nvPr>
            <p:ph type="sldNum" sz="quarter" idx="4"/>
          </p:nvPr>
        </p:nvSpPr>
        <p:spPr>
          <a:xfrm>
            <a:off x="394085" y="6460256"/>
            <a:ext cx="284480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dirty="0"/>
          </a:p>
        </p:txBody>
      </p:sp>
    </p:spTree>
    <p:extLst>
      <p:ext uri="{BB962C8B-B14F-4D97-AF65-F5344CB8AC3E}">
        <p14:creationId xmlns:p14="http://schemas.microsoft.com/office/powerpoint/2010/main" val="2640964675"/>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grounds.png"/>
          <p:cNvPicPr>
            <a:picLocks noChangeAspect="1"/>
          </p:cNvPicPr>
          <p:nvPr/>
        </p:nvPicPr>
        <p:blipFill rotWithShape="1">
          <a:blip r:embed="rId4">
            <a:extLst>
              <a:ext uri="{28A0092B-C50C-407E-A947-70E740481C1C}">
                <a14:useLocalDpi xmlns:a14="http://schemas.microsoft.com/office/drawing/2010/main" val="0"/>
              </a:ext>
            </a:extLst>
          </a:blip>
          <a:srcRect l="2060" r="15387" b="-16499"/>
          <a:stretch/>
        </p:blipFill>
        <p:spPr>
          <a:xfrm>
            <a:off x="-1" y="0"/>
            <a:ext cx="12207161" cy="7569200"/>
          </a:xfrm>
          <a:prstGeom prst="rect">
            <a:avLst/>
          </a:prstGeom>
        </p:spPr>
      </p:pic>
      <p:pic>
        <p:nvPicPr>
          <p:cNvPr id="8" name="Picture 7" descr="grounds.png"/>
          <p:cNvPicPr>
            <a:picLocks noChangeAspect="1"/>
          </p:cNvPicPr>
          <p:nvPr/>
        </p:nvPicPr>
        <p:blipFill rotWithShape="1">
          <a:blip r:embed="rId4">
            <a:extLst>
              <a:ext uri="{28A0092B-C50C-407E-A947-70E740481C1C}">
                <a14:useLocalDpi xmlns:a14="http://schemas.microsoft.com/office/drawing/2010/main" val="0"/>
              </a:ext>
            </a:extLst>
          </a:blip>
          <a:srcRect l="249" r="10121" b="-16499"/>
          <a:stretch/>
        </p:blipFill>
        <p:spPr>
          <a:xfrm>
            <a:off x="-19614" y="457200"/>
            <a:ext cx="12211615" cy="6974051"/>
          </a:xfrm>
          <a:prstGeom prst="rect">
            <a:avLst/>
          </a:prstGeom>
        </p:spPr>
      </p:pic>
      <p:sp>
        <p:nvSpPr>
          <p:cNvPr id="9" name="Rectangle 3"/>
          <p:cNvSpPr/>
          <p:nvPr/>
        </p:nvSpPr>
        <p:spPr>
          <a:xfrm>
            <a:off x="-19614" y="5978148"/>
            <a:ext cx="12226775"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sp>
        <p:nvSpPr>
          <p:cNvPr id="10" name="Rectangle 6"/>
          <p:cNvSpPr/>
          <p:nvPr/>
        </p:nvSpPr>
        <p:spPr>
          <a:xfrm>
            <a:off x="-3507" y="1"/>
            <a:ext cx="12193733" cy="996305"/>
          </a:xfrm>
          <a:custGeom>
            <a:avLst/>
            <a:gdLst>
              <a:gd name="connsiteX0" fmla="*/ 0 w 9144000"/>
              <a:gd name="connsiteY0" fmla="*/ 0 h 727363"/>
              <a:gd name="connsiteX1" fmla="*/ 9144000 w 9144000"/>
              <a:gd name="connsiteY1" fmla="*/ 0 h 727363"/>
              <a:gd name="connsiteX2" fmla="*/ 9144000 w 9144000"/>
              <a:gd name="connsiteY2" fmla="*/ 727363 h 727363"/>
              <a:gd name="connsiteX3" fmla="*/ 0 w 9144000"/>
              <a:gd name="connsiteY3" fmla="*/ 727363 h 727363"/>
              <a:gd name="connsiteX4" fmla="*/ 0 w 9144000"/>
              <a:gd name="connsiteY4" fmla="*/ 0 h 727363"/>
              <a:gd name="connsiteX0" fmla="*/ 0 w 9155759"/>
              <a:gd name="connsiteY0" fmla="*/ 0 h 927253"/>
              <a:gd name="connsiteX1" fmla="*/ 9144000 w 9155759"/>
              <a:gd name="connsiteY1" fmla="*/ 0 h 927253"/>
              <a:gd name="connsiteX2" fmla="*/ 9155759 w 9155759"/>
              <a:gd name="connsiteY2" fmla="*/ 927253 h 927253"/>
              <a:gd name="connsiteX3" fmla="*/ 0 w 9155759"/>
              <a:gd name="connsiteY3" fmla="*/ 727363 h 927253"/>
              <a:gd name="connsiteX4" fmla="*/ 0 w 9155759"/>
              <a:gd name="connsiteY4" fmla="*/ 0 h 927253"/>
              <a:gd name="connsiteX0" fmla="*/ 0 w 9155759"/>
              <a:gd name="connsiteY0" fmla="*/ 0 h 936540"/>
              <a:gd name="connsiteX1" fmla="*/ 9144000 w 9155759"/>
              <a:gd name="connsiteY1" fmla="*/ 0 h 936540"/>
              <a:gd name="connsiteX2" fmla="*/ 9155759 w 9155759"/>
              <a:gd name="connsiteY2" fmla="*/ 927253 h 936540"/>
              <a:gd name="connsiteX3" fmla="*/ 29883 w 9155759"/>
              <a:gd name="connsiteY3" fmla="*/ 936540 h 936540"/>
              <a:gd name="connsiteX4" fmla="*/ 0 w 9155759"/>
              <a:gd name="connsiteY4" fmla="*/ 0 h 936540"/>
              <a:gd name="connsiteX0" fmla="*/ 0 w 9170700"/>
              <a:gd name="connsiteY0" fmla="*/ 0 h 936540"/>
              <a:gd name="connsiteX1" fmla="*/ 9144000 w 9170700"/>
              <a:gd name="connsiteY1" fmla="*/ 0 h 936540"/>
              <a:gd name="connsiteX2" fmla="*/ 9170700 w 9170700"/>
              <a:gd name="connsiteY2" fmla="*/ 747959 h 936540"/>
              <a:gd name="connsiteX3" fmla="*/ 29883 w 9170700"/>
              <a:gd name="connsiteY3" fmla="*/ 936540 h 936540"/>
              <a:gd name="connsiteX4" fmla="*/ 0 w 9170700"/>
              <a:gd name="connsiteY4" fmla="*/ 0 h 936540"/>
              <a:gd name="connsiteX0" fmla="*/ 44823 w 9215523"/>
              <a:gd name="connsiteY0" fmla="*/ 0 h 1041128"/>
              <a:gd name="connsiteX1" fmla="*/ 9188823 w 9215523"/>
              <a:gd name="connsiteY1" fmla="*/ 0 h 1041128"/>
              <a:gd name="connsiteX2" fmla="*/ 9215523 w 9215523"/>
              <a:gd name="connsiteY2" fmla="*/ 747959 h 1041128"/>
              <a:gd name="connsiteX3" fmla="*/ 0 w 9215523"/>
              <a:gd name="connsiteY3" fmla="*/ 1041128 h 1041128"/>
              <a:gd name="connsiteX4" fmla="*/ 44823 w 9215523"/>
              <a:gd name="connsiteY4" fmla="*/ 0 h 1041128"/>
              <a:gd name="connsiteX0" fmla="*/ 0 w 9170700"/>
              <a:gd name="connsiteY0" fmla="*/ 0 h 921599"/>
              <a:gd name="connsiteX1" fmla="*/ 9144000 w 9170700"/>
              <a:gd name="connsiteY1" fmla="*/ 0 h 921599"/>
              <a:gd name="connsiteX2" fmla="*/ 9170700 w 9170700"/>
              <a:gd name="connsiteY2" fmla="*/ 747959 h 921599"/>
              <a:gd name="connsiteX3" fmla="*/ 14942 w 9170700"/>
              <a:gd name="connsiteY3" fmla="*/ 921599 h 921599"/>
              <a:gd name="connsiteX4" fmla="*/ 0 w 9170700"/>
              <a:gd name="connsiteY4" fmla="*/ 0 h 921599"/>
              <a:gd name="connsiteX0" fmla="*/ 0 w 9170700"/>
              <a:gd name="connsiteY0" fmla="*/ 0 h 891717"/>
              <a:gd name="connsiteX1" fmla="*/ 9144000 w 9170700"/>
              <a:gd name="connsiteY1" fmla="*/ 0 h 891717"/>
              <a:gd name="connsiteX2" fmla="*/ 9170700 w 9170700"/>
              <a:gd name="connsiteY2" fmla="*/ 747959 h 891717"/>
              <a:gd name="connsiteX3" fmla="*/ 1 w 9170700"/>
              <a:gd name="connsiteY3" fmla="*/ 891717 h 891717"/>
              <a:gd name="connsiteX4" fmla="*/ 0 w 9170700"/>
              <a:gd name="connsiteY4" fmla="*/ 0 h 891717"/>
              <a:gd name="connsiteX0" fmla="*/ 0 w 9170700"/>
              <a:gd name="connsiteY0" fmla="*/ 0 h 891717"/>
              <a:gd name="connsiteX1" fmla="*/ 9144000 w 9170700"/>
              <a:gd name="connsiteY1" fmla="*/ 0 h 891717"/>
              <a:gd name="connsiteX2" fmla="*/ 9170700 w 9170700"/>
              <a:gd name="connsiteY2" fmla="*/ 628429 h 891717"/>
              <a:gd name="connsiteX3" fmla="*/ 1 w 9170700"/>
              <a:gd name="connsiteY3" fmla="*/ 891717 h 891717"/>
              <a:gd name="connsiteX4" fmla="*/ 0 w 9170700"/>
              <a:gd name="connsiteY4" fmla="*/ 0 h 891717"/>
              <a:gd name="connsiteX0" fmla="*/ 0 w 9170700"/>
              <a:gd name="connsiteY0" fmla="*/ 0 h 996305"/>
              <a:gd name="connsiteX1" fmla="*/ 9144000 w 9170700"/>
              <a:gd name="connsiteY1" fmla="*/ 0 h 996305"/>
              <a:gd name="connsiteX2" fmla="*/ 9170700 w 9170700"/>
              <a:gd name="connsiteY2" fmla="*/ 628429 h 996305"/>
              <a:gd name="connsiteX3" fmla="*/ 1 w 9170700"/>
              <a:gd name="connsiteY3" fmla="*/ 996305 h 996305"/>
              <a:gd name="connsiteX4" fmla="*/ 0 w 9170700"/>
              <a:gd name="connsiteY4" fmla="*/ 0 h 996305"/>
              <a:gd name="connsiteX0" fmla="*/ 0 w 9170700"/>
              <a:gd name="connsiteY0" fmla="*/ 0 h 996305"/>
              <a:gd name="connsiteX1" fmla="*/ 9144000 w 9170700"/>
              <a:gd name="connsiteY1" fmla="*/ 0 h 996305"/>
              <a:gd name="connsiteX2" fmla="*/ 9170700 w 9170700"/>
              <a:gd name="connsiteY2" fmla="*/ 553724 h 996305"/>
              <a:gd name="connsiteX3" fmla="*/ 1 w 9170700"/>
              <a:gd name="connsiteY3" fmla="*/ 996305 h 996305"/>
              <a:gd name="connsiteX4" fmla="*/ 0 w 9170700"/>
              <a:gd name="connsiteY4" fmla="*/ 0 h 996305"/>
              <a:gd name="connsiteX0" fmla="*/ 0 w 9144000"/>
              <a:gd name="connsiteY0" fmla="*/ 0 h 996305"/>
              <a:gd name="connsiteX1" fmla="*/ 9144000 w 9144000"/>
              <a:gd name="connsiteY1" fmla="*/ 0 h 996305"/>
              <a:gd name="connsiteX2" fmla="*/ 9132600 w 9144000"/>
              <a:gd name="connsiteY2" fmla="*/ 566424 h 996305"/>
              <a:gd name="connsiteX3" fmla="*/ 1 w 9144000"/>
              <a:gd name="connsiteY3" fmla="*/ 996305 h 996305"/>
              <a:gd name="connsiteX4" fmla="*/ 0 w 9144000"/>
              <a:gd name="connsiteY4" fmla="*/ 0 h 996305"/>
              <a:gd name="connsiteX0" fmla="*/ 0 w 9145300"/>
              <a:gd name="connsiteY0" fmla="*/ 0 h 996305"/>
              <a:gd name="connsiteX1" fmla="*/ 9144000 w 9145300"/>
              <a:gd name="connsiteY1" fmla="*/ 0 h 996305"/>
              <a:gd name="connsiteX2" fmla="*/ 9145300 w 9145300"/>
              <a:gd name="connsiteY2" fmla="*/ 566424 h 996305"/>
              <a:gd name="connsiteX3" fmla="*/ 1 w 9145300"/>
              <a:gd name="connsiteY3" fmla="*/ 996305 h 996305"/>
              <a:gd name="connsiteX4" fmla="*/ 0 w 9145300"/>
              <a:gd name="connsiteY4" fmla="*/ 0 h 996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5300" h="996305">
                <a:moveTo>
                  <a:pt x="0" y="0"/>
                </a:moveTo>
                <a:lnTo>
                  <a:pt x="9144000" y="0"/>
                </a:lnTo>
                <a:cubicBezTo>
                  <a:pt x="9144433" y="188808"/>
                  <a:pt x="9144867" y="377616"/>
                  <a:pt x="9145300" y="566424"/>
                </a:cubicBezTo>
                <a:lnTo>
                  <a:pt x="1" y="996305"/>
                </a:lnTo>
                <a:cubicBezTo>
                  <a:pt x="1" y="699066"/>
                  <a:pt x="0" y="297239"/>
                  <a:pt x="0" y="0"/>
                </a:cubicBezTo>
                <a:close/>
              </a:path>
            </a:pathLst>
          </a:custGeom>
          <a:solidFill>
            <a:srgbClr val="012158"/>
          </a:solidFill>
          <a:ln>
            <a:solidFill>
              <a:schemeClr val="tx2">
                <a:lumMod val="75000"/>
              </a:schemeClr>
            </a:solid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pic>
        <p:nvPicPr>
          <p:cNvPr id="11" name="Picture 10" descr="UVA_Primary_white.eps"/>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6367" y="277922"/>
            <a:ext cx="1877883" cy="347190"/>
          </a:xfrm>
          <a:prstGeom prst="rect">
            <a:avLst/>
          </a:prstGeom>
        </p:spPr>
      </p:pic>
    </p:spTree>
    <p:extLst>
      <p:ext uri="{BB962C8B-B14F-4D97-AF65-F5344CB8AC3E}">
        <p14:creationId xmlns:p14="http://schemas.microsoft.com/office/powerpoint/2010/main" val="1351862421"/>
      </p:ext>
    </p:extLst>
  </p:cSld>
  <p:clrMap bg1="lt1" tx1="dk1" bg2="lt2" tx2="dk2" accent1="accent1" accent2="accent2" accent3="accent3" accent4="accent4" accent5="accent5" accent6="accent6" hlink="hlink" folHlink="folHlink"/>
  <p:sldLayoutIdLst>
    <p:sldLayoutId id="2147483689"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3834397"/>
      </p:ext>
    </p:extLst>
  </p:cSld>
  <p:clrMap bg1="lt1" tx1="dk1" bg2="lt2" tx2="dk2" accent1="accent1" accent2="accent2" accent3="accent3" accent4="accent4" accent5="accent5" accent6="accent6" hlink="hlink" folHlink="folHlink"/>
  <p:sldLayoutIdLst>
    <p:sldLayoutId id="2147483691"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hidden="1"/>
          <p:cNvSpPr>
            <a:spLocks noGrp="1"/>
          </p:cNvSpPr>
          <p:nvPr>
            <p:ph idx="1"/>
          </p:nvPr>
        </p:nvSpPr>
        <p:spPr/>
        <p:txBody>
          <a:bodyPr/>
          <a:lstStyle/>
          <a:p>
            <a:pPr marL="0" indent="0">
              <a:buNone/>
            </a:pPr>
            <a:endParaRPr lang="en-US" dirty="0"/>
          </a:p>
        </p:txBody>
      </p:sp>
      <p:sp>
        <p:nvSpPr>
          <p:cNvPr id="6" name="TextBox 5"/>
          <p:cNvSpPr txBox="1"/>
          <p:nvPr/>
        </p:nvSpPr>
        <p:spPr>
          <a:xfrm>
            <a:off x="2232859" y="1570294"/>
            <a:ext cx="7726282" cy="707886"/>
          </a:xfrm>
          <a:prstGeom prst="rect">
            <a:avLst/>
          </a:prstGeom>
          <a:noFill/>
        </p:spPr>
        <p:txBody>
          <a:bodyPr wrap="none" rtlCol="0">
            <a:spAutoFit/>
          </a:bodyPr>
          <a:lstStyle/>
          <a:p>
            <a:pPr algn="ctr"/>
            <a:r>
              <a:rPr lang="en-US" sz="4000" dirty="0">
                <a:solidFill>
                  <a:schemeClr val="bg1"/>
                </a:solidFill>
              </a:rPr>
              <a:t>Returning Citizens Re-entry Program</a:t>
            </a:r>
            <a:endParaRPr lang="en-US" dirty="0"/>
          </a:p>
        </p:txBody>
      </p:sp>
      <p:sp>
        <p:nvSpPr>
          <p:cNvPr id="7" name="TextBox 6"/>
          <p:cNvSpPr txBox="1"/>
          <p:nvPr/>
        </p:nvSpPr>
        <p:spPr>
          <a:xfrm>
            <a:off x="4754928" y="4140857"/>
            <a:ext cx="2682145" cy="461665"/>
          </a:xfrm>
          <a:prstGeom prst="rect">
            <a:avLst/>
          </a:prstGeom>
          <a:noFill/>
        </p:spPr>
        <p:txBody>
          <a:bodyPr wrap="none" rtlCol="0">
            <a:spAutoFit/>
          </a:bodyPr>
          <a:lstStyle/>
          <a:p>
            <a:r>
              <a:rPr lang="en-US" sz="2400" dirty="0">
                <a:solidFill>
                  <a:schemeClr val="bg1"/>
                </a:solidFill>
              </a:rPr>
              <a:t>DSPG Summer 2019</a:t>
            </a:r>
          </a:p>
        </p:txBody>
      </p:sp>
    </p:spTree>
    <p:extLst>
      <p:ext uri="{BB962C8B-B14F-4D97-AF65-F5344CB8AC3E}">
        <p14:creationId xmlns:p14="http://schemas.microsoft.com/office/powerpoint/2010/main" val="1575059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0" y="438500"/>
            <a:ext cx="12192000" cy="457200"/>
          </a:xfrm>
        </p:spPr>
        <p:txBody>
          <a:bodyPr/>
          <a:lstStyle/>
          <a:p>
            <a:r>
              <a:rPr lang="en-US" dirty="0"/>
              <a:t>Project Team</a:t>
            </a:r>
          </a:p>
        </p:txBody>
      </p:sp>
      <p:sp>
        <p:nvSpPr>
          <p:cNvPr id="5" name="Text Placeholder 4"/>
          <p:cNvSpPr>
            <a:spLocks noGrp="1"/>
          </p:cNvSpPr>
          <p:nvPr>
            <p:ph type="body" sz="quarter" idx="11"/>
          </p:nvPr>
        </p:nvSpPr>
        <p:spPr>
          <a:xfrm>
            <a:off x="1100979" y="3993756"/>
            <a:ext cx="2722043" cy="1244514"/>
          </a:xfrm>
        </p:spPr>
        <p:txBody>
          <a:bodyPr/>
          <a:lstStyle/>
          <a:p>
            <a:pPr marL="0" indent="0" algn="ctr">
              <a:buNone/>
            </a:pPr>
            <a:r>
              <a:rPr lang="en-US" sz="1600" dirty="0"/>
              <a:t>Initiator</a:t>
            </a:r>
          </a:p>
          <a:p>
            <a:pPr marL="0" indent="0" algn="ctr">
              <a:buNone/>
            </a:pPr>
            <a:r>
              <a:rPr lang="en-US" sz="1600" dirty="0"/>
              <a:t>Gregory Fairchild </a:t>
            </a:r>
          </a:p>
          <a:p>
            <a:pPr marL="0" indent="0" algn="ctr">
              <a:buNone/>
            </a:pPr>
            <a:r>
              <a:rPr lang="en-US" sz="1600" dirty="0"/>
              <a:t>Darden Graduate School of Business Administration</a:t>
            </a:r>
          </a:p>
        </p:txBody>
      </p:sp>
      <p:pic>
        <p:nvPicPr>
          <p:cNvPr id="3" name="Picture 2"/>
          <p:cNvPicPr>
            <a:picLocks noChangeAspect="1"/>
          </p:cNvPicPr>
          <p:nvPr/>
        </p:nvPicPr>
        <p:blipFill>
          <a:blip r:embed="rId3"/>
          <a:stretch>
            <a:fillRect/>
          </a:stretch>
        </p:blipFill>
        <p:spPr>
          <a:xfrm>
            <a:off x="1100979" y="1162531"/>
            <a:ext cx="2501484" cy="2831225"/>
          </a:xfrm>
          <a:prstGeom prst="rect">
            <a:avLst/>
          </a:prstGeom>
          <a:effectLst>
            <a:softEdge rad="63500"/>
          </a:effectLst>
        </p:spPr>
      </p:pic>
      <p:pic>
        <p:nvPicPr>
          <p:cNvPr id="2" name="Picture 1"/>
          <p:cNvPicPr>
            <a:picLocks noChangeAspect="1"/>
          </p:cNvPicPr>
          <p:nvPr/>
        </p:nvPicPr>
        <p:blipFill>
          <a:blip r:embed="rId4"/>
          <a:stretch>
            <a:fillRect/>
          </a:stretch>
        </p:blipFill>
        <p:spPr>
          <a:xfrm>
            <a:off x="3981917" y="1177310"/>
            <a:ext cx="2127980" cy="2816445"/>
          </a:xfrm>
          <a:prstGeom prst="rect">
            <a:avLst/>
          </a:prstGeom>
          <a:effectLst>
            <a:softEdge rad="63500"/>
          </a:effectLst>
        </p:spPr>
      </p:pic>
      <p:sp>
        <p:nvSpPr>
          <p:cNvPr id="7" name="Text Placeholder 4"/>
          <p:cNvSpPr txBox="1">
            <a:spLocks/>
          </p:cNvSpPr>
          <p:nvPr/>
        </p:nvSpPr>
        <p:spPr>
          <a:xfrm>
            <a:off x="8790974" y="3993755"/>
            <a:ext cx="2360571" cy="833543"/>
          </a:xfrm>
          <a:prstGeom prst="rect">
            <a:avLst/>
          </a:prstGeom>
        </p:spPr>
        <p:txBody>
          <a:bodyPr vert="horz"/>
          <a:lstStyle>
            <a:lvl1pPr marL="342900" indent="-342900" algn="l" defTabSz="457200" rtl="0" eaLnBrk="1" latinLnBrk="0" hangingPunct="1">
              <a:spcBef>
                <a:spcPct val="20000"/>
              </a:spcBef>
              <a:buFont typeface="Arial"/>
              <a:buChar char="•"/>
              <a:defRPr sz="2000" kern="1200" baseline="0">
                <a:solidFill>
                  <a:schemeClr val="tx2">
                    <a:lumMod val="75000"/>
                  </a:schemeClr>
                </a:solidFill>
                <a:latin typeface="ITC Franklin Gothic Std Book Compressed"/>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endParaRPr lang="en-US" sz="1600" dirty="0"/>
          </a:p>
          <a:p>
            <a:pPr marL="0" indent="0" algn="ctr">
              <a:buFont typeface="Arial"/>
              <a:buNone/>
            </a:pPr>
            <a:r>
              <a:rPr lang="en-US" sz="1600" dirty="0"/>
              <a:t>Aaron Schroeder</a:t>
            </a:r>
          </a:p>
          <a:p>
            <a:pPr marL="0" indent="0" algn="ctr">
              <a:buFont typeface="Arial"/>
              <a:buNone/>
            </a:pPr>
            <a:r>
              <a:rPr lang="en-US" sz="1600" dirty="0"/>
              <a:t>SDAD</a:t>
            </a:r>
          </a:p>
        </p:txBody>
      </p:sp>
      <p:pic>
        <p:nvPicPr>
          <p:cNvPr id="8" name="Picture 7"/>
          <p:cNvPicPr>
            <a:picLocks noChangeAspect="1"/>
          </p:cNvPicPr>
          <p:nvPr/>
        </p:nvPicPr>
        <p:blipFill>
          <a:blip r:embed="rId5"/>
          <a:stretch>
            <a:fillRect/>
          </a:stretch>
        </p:blipFill>
        <p:spPr>
          <a:xfrm>
            <a:off x="8889363" y="1215094"/>
            <a:ext cx="2099433" cy="2778661"/>
          </a:xfrm>
          <a:prstGeom prst="rect">
            <a:avLst/>
          </a:prstGeom>
          <a:effectLst>
            <a:softEdge rad="63500"/>
          </a:effectLst>
        </p:spPr>
      </p:pic>
      <p:sp>
        <p:nvSpPr>
          <p:cNvPr id="9" name="Text Placeholder 4"/>
          <p:cNvSpPr txBox="1">
            <a:spLocks/>
          </p:cNvSpPr>
          <p:nvPr/>
        </p:nvSpPr>
        <p:spPr>
          <a:xfrm>
            <a:off x="3825047" y="3993755"/>
            <a:ext cx="2360571" cy="833543"/>
          </a:xfrm>
          <a:prstGeom prst="rect">
            <a:avLst/>
          </a:prstGeom>
        </p:spPr>
        <p:txBody>
          <a:bodyPr vert="horz"/>
          <a:lstStyle>
            <a:lvl1pPr marL="342900" indent="-342900" algn="l" defTabSz="457200" rtl="0" eaLnBrk="1" latinLnBrk="0" hangingPunct="1">
              <a:spcBef>
                <a:spcPct val="20000"/>
              </a:spcBef>
              <a:buFont typeface="Arial"/>
              <a:buChar char="•"/>
              <a:defRPr sz="2000" kern="1200" baseline="0">
                <a:solidFill>
                  <a:schemeClr val="tx2">
                    <a:lumMod val="75000"/>
                  </a:schemeClr>
                </a:solidFill>
                <a:latin typeface="ITC Franklin Gothic Std Book Compressed"/>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US" sz="1600" dirty="0"/>
              <a:t>Lead</a:t>
            </a:r>
          </a:p>
          <a:p>
            <a:pPr marL="0" indent="0" algn="ctr">
              <a:buFont typeface="Arial"/>
              <a:buNone/>
            </a:pPr>
            <a:r>
              <a:rPr lang="en-US" sz="1600" dirty="0"/>
              <a:t>Nathaniel (“Nat”) Ratcliff</a:t>
            </a:r>
          </a:p>
          <a:p>
            <a:pPr marL="0" indent="0" algn="ctr">
              <a:buFont typeface="Arial"/>
              <a:buNone/>
            </a:pPr>
            <a:r>
              <a:rPr lang="en-US" sz="1600" dirty="0"/>
              <a:t>SDAD</a:t>
            </a:r>
          </a:p>
        </p:txBody>
      </p:sp>
      <p:pic>
        <p:nvPicPr>
          <p:cNvPr id="10" name="Picture 9"/>
          <p:cNvPicPr>
            <a:picLocks noChangeAspect="1"/>
          </p:cNvPicPr>
          <p:nvPr/>
        </p:nvPicPr>
        <p:blipFill>
          <a:blip r:embed="rId6"/>
          <a:stretch>
            <a:fillRect/>
          </a:stretch>
        </p:blipFill>
        <p:spPr>
          <a:xfrm>
            <a:off x="6489351" y="1217181"/>
            <a:ext cx="2097856" cy="2776574"/>
          </a:xfrm>
          <a:prstGeom prst="rect">
            <a:avLst/>
          </a:prstGeom>
          <a:effectLst>
            <a:softEdge rad="63500"/>
          </a:effectLst>
        </p:spPr>
      </p:pic>
      <p:sp>
        <p:nvSpPr>
          <p:cNvPr id="11" name="Text Placeholder 4"/>
          <p:cNvSpPr txBox="1">
            <a:spLocks/>
          </p:cNvSpPr>
          <p:nvPr/>
        </p:nvSpPr>
        <p:spPr>
          <a:xfrm>
            <a:off x="6342604" y="3994520"/>
            <a:ext cx="2360571" cy="833543"/>
          </a:xfrm>
          <a:prstGeom prst="rect">
            <a:avLst/>
          </a:prstGeom>
        </p:spPr>
        <p:txBody>
          <a:bodyPr vert="horz"/>
          <a:lstStyle>
            <a:lvl1pPr marL="342900" indent="-342900" algn="l" defTabSz="457200" rtl="0" eaLnBrk="1" latinLnBrk="0" hangingPunct="1">
              <a:spcBef>
                <a:spcPct val="20000"/>
              </a:spcBef>
              <a:buFont typeface="Arial"/>
              <a:buChar char="•"/>
              <a:defRPr sz="2000" kern="1200" baseline="0">
                <a:solidFill>
                  <a:schemeClr val="tx2">
                    <a:lumMod val="75000"/>
                  </a:schemeClr>
                </a:solidFill>
                <a:latin typeface="ITC Franklin Gothic Std Book Compressed"/>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endParaRPr lang="en-US" sz="1600" dirty="0"/>
          </a:p>
          <a:p>
            <a:pPr marL="0" indent="0" algn="ctr">
              <a:buFont typeface="Arial"/>
              <a:buNone/>
            </a:pPr>
            <a:r>
              <a:rPr lang="en-US" sz="1600" dirty="0"/>
              <a:t>Gizem Korkmaz</a:t>
            </a:r>
          </a:p>
          <a:p>
            <a:pPr marL="0" indent="0" algn="ctr">
              <a:buFont typeface="Arial"/>
              <a:buNone/>
            </a:pPr>
            <a:r>
              <a:rPr lang="en-US" sz="1600" dirty="0"/>
              <a:t>SDAD</a:t>
            </a:r>
          </a:p>
        </p:txBody>
      </p:sp>
      <p:sp>
        <p:nvSpPr>
          <p:cNvPr id="12" name="Text Placeholder 4"/>
          <p:cNvSpPr txBox="1">
            <a:spLocks/>
          </p:cNvSpPr>
          <p:nvPr/>
        </p:nvSpPr>
        <p:spPr>
          <a:xfrm>
            <a:off x="1187651" y="4918876"/>
            <a:ext cx="9816698" cy="833543"/>
          </a:xfrm>
          <a:prstGeom prst="rect">
            <a:avLst/>
          </a:prstGeom>
        </p:spPr>
        <p:txBody>
          <a:bodyPr vert="horz"/>
          <a:lstStyle>
            <a:lvl1pPr marL="342900" indent="-342900" algn="l" defTabSz="457200" rtl="0" eaLnBrk="1" latinLnBrk="0" hangingPunct="1">
              <a:spcBef>
                <a:spcPct val="20000"/>
              </a:spcBef>
              <a:buFont typeface="Arial"/>
              <a:buChar char="•"/>
              <a:defRPr sz="2000" kern="1200" baseline="0">
                <a:solidFill>
                  <a:schemeClr val="tx2">
                    <a:lumMod val="75000"/>
                  </a:schemeClr>
                </a:solidFill>
                <a:latin typeface="ITC Franklin Gothic Std Book Compressed"/>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endParaRPr lang="en-US" sz="1600" dirty="0"/>
          </a:p>
          <a:p>
            <a:pPr marL="0" indent="0" algn="ctr">
              <a:buNone/>
            </a:pPr>
            <a:r>
              <a:rPr lang="en-US" sz="2400" dirty="0"/>
              <a:t>Along with Bayoán Santiago, Joel Thurston, and </a:t>
            </a:r>
            <a:r>
              <a:rPr lang="en-US" sz="2400" u="sng" dirty="0">
                <a:solidFill>
                  <a:srgbClr val="FF0000"/>
                </a:solidFill>
              </a:rPr>
              <a:t>YOU</a:t>
            </a:r>
            <a:endParaRPr lang="en-US" sz="2400" dirty="0">
              <a:solidFill>
                <a:schemeClr val="tx1"/>
              </a:solidFill>
            </a:endParaRPr>
          </a:p>
        </p:txBody>
      </p:sp>
    </p:spTree>
    <p:extLst>
      <p:ext uri="{BB962C8B-B14F-4D97-AF65-F5344CB8AC3E}">
        <p14:creationId xmlns:p14="http://schemas.microsoft.com/office/powerpoint/2010/main" val="3162453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0" y="438500"/>
            <a:ext cx="12192000" cy="457200"/>
          </a:xfrm>
        </p:spPr>
        <p:txBody>
          <a:bodyPr/>
          <a:lstStyle/>
          <a:p>
            <a:r>
              <a:rPr lang="en-US" dirty="0"/>
              <a:t>Project Background</a:t>
            </a:r>
          </a:p>
        </p:txBody>
      </p:sp>
      <p:sp>
        <p:nvSpPr>
          <p:cNvPr id="5" name="Text Placeholder 4"/>
          <p:cNvSpPr>
            <a:spLocks noGrp="1"/>
          </p:cNvSpPr>
          <p:nvPr>
            <p:ph type="body" sz="quarter" idx="11"/>
          </p:nvPr>
        </p:nvSpPr>
        <p:spPr>
          <a:xfrm>
            <a:off x="771848" y="1408805"/>
            <a:ext cx="7770209" cy="1348180"/>
          </a:xfrm>
        </p:spPr>
        <p:txBody>
          <a:bodyPr/>
          <a:lstStyle/>
          <a:p>
            <a:pPr>
              <a:spcAft>
                <a:spcPts val="1200"/>
              </a:spcAft>
            </a:pPr>
            <a:r>
              <a:rPr lang="en-US" sz="1600" dirty="0"/>
              <a:t>Since the spring of 2011, UVA’s Darden Gradate School of Business Administration and Virginia’s Department of Corrections (VADOC) have partnered to provide entrepreneurship training at the Dillwyn and Fluvanna Correctional Centers</a:t>
            </a:r>
          </a:p>
        </p:txBody>
      </p:sp>
      <p:pic>
        <p:nvPicPr>
          <p:cNvPr id="2" name="Picture 1"/>
          <p:cNvPicPr>
            <a:picLocks noChangeAspect="1"/>
          </p:cNvPicPr>
          <p:nvPr/>
        </p:nvPicPr>
        <p:blipFill>
          <a:blip r:embed="rId3"/>
          <a:stretch>
            <a:fillRect/>
          </a:stretch>
        </p:blipFill>
        <p:spPr>
          <a:xfrm>
            <a:off x="8345697" y="330839"/>
            <a:ext cx="3473046" cy="2095309"/>
          </a:xfrm>
          <a:prstGeom prst="rect">
            <a:avLst/>
          </a:prstGeom>
          <a:effectLst>
            <a:softEdge rad="63500"/>
          </a:effectLst>
        </p:spPr>
      </p:pic>
      <p:sp>
        <p:nvSpPr>
          <p:cNvPr id="3" name="Rectangle 2"/>
          <p:cNvSpPr/>
          <p:nvPr/>
        </p:nvSpPr>
        <p:spPr>
          <a:xfrm>
            <a:off x="771847" y="2697100"/>
            <a:ext cx="11046895" cy="2776145"/>
          </a:xfrm>
          <a:prstGeom prst="rect">
            <a:avLst/>
          </a:prstGeom>
        </p:spPr>
        <p:txBody>
          <a:bodyPr wrap="square">
            <a:spAutoFit/>
          </a:bodyPr>
          <a:lstStyle/>
          <a:p>
            <a:pPr marL="342900" lvl="0" indent="-342900" defTabSz="457200">
              <a:spcBef>
                <a:spcPct val="20000"/>
              </a:spcBef>
              <a:spcAft>
                <a:spcPts val="2400"/>
              </a:spcAft>
              <a:buFont typeface="Arial"/>
              <a:buChar char="•"/>
            </a:pPr>
            <a:r>
              <a:rPr lang="en-US" sz="1600" dirty="0">
                <a:solidFill>
                  <a:srgbClr val="1F497D">
                    <a:lumMod val="75000"/>
                  </a:srgbClr>
                </a:solidFill>
                <a:latin typeface="ITC Franklin Gothic Std Book Compressed"/>
              </a:rPr>
              <a:t>As a component of VADOC’s Resilience Education Programing, the Entrepreneurial Re-Entry Program addresses learning related to financial capability, personal finance, entrepreneurship, and foundations in business all taught by MBA students within Darden</a:t>
            </a:r>
          </a:p>
          <a:p>
            <a:pPr marL="342900" lvl="0" indent="-342900" defTabSz="457200">
              <a:spcBef>
                <a:spcPct val="20000"/>
              </a:spcBef>
              <a:spcAft>
                <a:spcPts val="2400"/>
              </a:spcAft>
              <a:buFont typeface="Arial"/>
              <a:buChar char="•"/>
            </a:pPr>
            <a:r>
              <a:rPr lang="en-US" sz="1600" dirty="0">
                <a:solidFill>
                  <a:srgbClr val="1F497D">
                    <a:lumMod val="75000"/>
                  </a:srgbClr>
                </a:solidFill>
                <a:latin typeface="ITC Franklin Gothic Std Book Compressed"/>
              </a:rPr>
              <a:t>The goal of the program is to provide offenders with the personal and professional skills that promote financial stability and self-employment prior to release so that these individuals can have increased employment opportunities and options once they re-enter society as citizens</a:t>
            </a:r>
          </a:p>
          <a:p>
            <a:pPr marL="342900" lvl="0" indent="-342900" defTabSz="457200">
              <a:spcBef>
                <a:spcPct val="20000"/>
              </a:spcBef>
              <a:spcAft>
                <a:spcPts val="1200"/>
              </a:spcAft>
              <a:buFont typeface="Arial"/>
              <a:buChar char="•"/>
            </a:pPr>
            <a:r>
              <a:rPr lang="en-US" sz="1600" dirty="0">
                <a:solidFill>
                  <a:srgbClr val="1F497D">
                    <a:lumMod val="75000"/>
                  </a:srgbClr>
                </a:solidFill>
                <a:latin typeface="ITC Franklin Gothic Std Book Compressed"/>
              </a:rPr>
              <a:t>Because the program is still in its early stages, there is little research evaluating its impact on prisoners once released (e.g., employment, recidivism)</a:t>
            </a:r>
          </a:p>
        </p:txBody>
      </p:sp>
    </p:spTree>
    <p:extLst>
      <p:ext uri="{BB962C8B-B14F-4D97-AF65-F5344CB8AC3E}">
        <p14:creationId xmlns:p14="http://schemas.microsoft.com/office/powerpoint/2010/main" val="2712073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0" y="429310"/>
            <a:ext cx="12192000" cy="457200"/>
          </a:xfrm>
        </p:spPr>
        <p:txBody>
          <a:bodyPr/>
          <a:lstStyle/>
          <a:p>
            <a:r>
              <a:rPr lang="en-US" dirty="0"/>
              <a:t>Research Proposal</a:t>
            </a:r>
          </a:p>
        </p:txBody>
      </p:sp>
      <p:sp>
        <p:nvSpPr>
          <p:cNvPr id="5" name="Text Placeholder 4"/>
          <p:cNvSpPr>
            <a:spLocks noGrp="1"/>
          </p:cNvSpPr>
          <p:nvPr>
            <p:ph type="body" sz="quarter" idx="11"/>
          </p:nvPr>
        </p:nvSpPr>
        <p:spPr>
          <a:xfrm>
            <a:off x="1107388" y="1215815"/>
            <a:ext cx="10150299" cy="4013200"/>
          </a:xfrm>
        </p:spPr>
        <p:txBody>
          <a:bodyPr/>
          <a:lstStyle/>
          <a:p>
            <a:pPr>
              <a:spcAft>
                <a:spcPts val="1800"/>
              </a:spcAft>
            </a:pPr>
            <a:r>
              <a:rPr lang="en-US" sz="2000" b="1" dirty="0"/>
              <a:t>Literature Review</a:t>
            </a:r>
            <a:r>
              <a:rPr lang="en-US" sz="2000" dirty="0"/>
              <a:t>: Synthesize the research on education while incarcerated and identify potential gaps</a:t>
            </a:r>
          </a:p>
          <a:p>
            <a:pPr>
              <a:spcAft>
                <a:spcPts val="1800"/>
              </a:spcAft>
            </a:pPr>
            <a:r>
              <a:rPr lang="en-US" b="1" dirty="0"/>
              <a:t>Research Question Identification</a:t>
            </a:r>
            <a:r>
              <a:rPr lang="en-US" dirty="0"/>
              <a:t>: Develop research questions that can inform the resilience education program</a:t>
            </a:r>
          </a:p>
          <a:p>
            <a:pPr>
              <a:spcAft>
                <a:spcPts val="1800"/>
              </a:spcAft>
            </a:pPr>
            <a:r>
              <a:rPr lang="en-US" b="1" dirty="0"/>
              <a:t>Data Discovery</a:t>
            </a:r>
            <a:r>
              <a:rPr lang="en-US" dirty="0"/>
              <a:t>: Identify pre-existing data sources to support research study design</a:t>
            </a:r>
          </a:p>
          <a:p>
            <a:pPr>
              <a:spcAft>
                <a:spcPts val="1800"/>
              </a:spcAft>
            </a:pPr>
            <a:r>
              <a:rPr lang="en-US" b="1" dirty="0"/>
              <a:t>Data Analysis</a:t>
            </a:r>
            <a:r>
              <a:rPr lang="en-US" dirty="0"/>
              <a:t>: Analyze available data sources </a:t>
            </a:r>
          </a:p>
          <a:p>
            <a:pPr>
              <a:spcAft>
                <a:spcPts val="1800"/>
              </a:spcAft>
            </a:pPr>
            <a:r>
              <a:rPr lang="en-US" b="1" dirty="0"/>
              <a:t>Memorandum of Recommendations</a:t>
            </a:r>
            <a:r>
              <a:rPr lang="en-US" dirty="0"/>
              <a:t>: Provide recommendations on study design to evaluate the resilience education program </a:t>
            </a:r>
          </a:p>
          <a:p>
            <a:endParaRPr lang="en-US" dirty="0"/>
          </a:p>
          <a:p>
            <a:endParaRPr lang="en-US" sz="2000" dirty="0"/>
          </a:p>
        </p:txBody>
      </p:sp>
    </p:spTree>
    <p:extLst>
      <p:ext uri="{BB962C8B-B14F-4D97-AF65-F5344CB8AC3E}">
        <p14:creationId xmlns:p14="http://schemas.microsoft.com/office/powerpoint/2010/main" val="3655323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0" y="420120"/>
            <a:ext cx="12192000" cy="457200"/>
          </a:xfrm>
        </p:spPr>
        <p:txBody>
          <a:bodyPr/>
          <a:lstStyle/>
          <a:p>
            <a:r>
              <a:rPr lang="en-US" dirty="0"/>
              <a:t>Skills Desired and Developed</a:t>
            </a:r>
          </a:p>
        </p:txBody>
      </p:sp>
      <p:sp>
        <p:nvSpPr>
          <p:cNvPr id="5" name="Text Placeholder 4"/>
          <p:cNvSpPr>
            <a:spLocks noGrp="1"/>
          </p:cNvSpPr>
          <p:nvPr>
            <p:ph type="body" sz="quarter" idx="11"/>
          </p:nvPr>
        </p:nvSpPr>
        <p:spPr>
          <a:xfrm>
            <a:off x="1762889" y="1408805"/>
            <a:ext cx="8666222" cy="4013200"/>
          </a:xfrm>
        </p:spPr>
        <p:txBody>
          <a:bodyPr/>
          <a:lstStyle/>
          <a:p>
            <a:pPr>
              <a:spcAft>
                <a:spcPts val="1200"/>
              </a:spcAft>
            </a:pPr>
            <a:r>
              <a:rPr lang="en-US" sz="2000" dirty="0"/>
              <a:t>Skills Desired: Creativity, interest in research design, empathy</a:t>
            </a:r>
          </a:p>
          <a:p>
            <a:r>
              <a:rPr lang="en-US" dirty="0"/>
              <a:t>Skills Developed: </a:t>
            </a:r>
          </a:p>
          <a:p>
            <a:pPr lvl="1">
              <a:spcAft>
                <a:spcPts val="600"/>
              </a:spcAft>
            </a:pPr>
            <a:r>
              <a:rPr lang="en-US" sz="1800" dirty="0">
                <a:solidFill>
                  <a:schemeClr val="tx2">
                    <a:lumMod val="75000"/>
                  </a:schemeClr>
                </a:solidFill>
                <a:latin typeface="ITC Franklin Gothic Std Book Compressed"/>
              </a:rPr>
              <a:t>Learn how to ‘get smart’ on a topic to develop a project from the nascent stages of research planning and design</a:t>
            </a:r>
          </a:p>
          <a:p>
            <a:pPr lvl="1">
              <a:spcAft>
                <a:spcPts val="600"/>
              </a:spcAft>
            </a:pPr>
            <a:r>
              <a:rPr lang="en-US" sz="1800" dirty="0">
                <a:solidFill>
                  <a:schemeClr val="tx2">
                    <a:lumMod val="75000"/>
                  </a:schemeClr>
                </a:solidFill>
                <a:latin typeface="ITC Franklin Gothic Std Book Compressed"/>
              </a:rPr>
              <a:t>Learn how to synthesize the research literature and identify empirical gaps</a:t>
            </a:r>
          </a:p>
          <a:p>
            <a:pPr lvl="1">
              <a:spcAft>
                <a:spcPts val="600"/>
              </a:spcAft>
            </a:pPr>
            <a:r>
              <a:rPr lang="en-US" sz="1800" dirty="0">
                <a:solidFill>
                  <a:schemeClr val="tx2">
                    <a:lumMod val="75000"/>
                  </a:schemeClr>
                </a:solidFill>
                <a:latin typeface="ITC Franklin Gothic Std Book Compressed"/>
              </a:rPr>
              <a:t>Learn how to discover and analyze data sources to use in support of research planning</a:t>
            </a:r>
          </a:p>
          <a:p>
            <a:pPr lvl="1">
              <a:spcAft>
                <a:spcPts val="600"/>
              </a:spcAft>
            </a:pPr>
            <a:r>
              <a:rPr lang="en-US" sz="1800" dirty="0">
                <a:solidFill>
                  <a:schemeClr val="tx2">
                    <a:lumMod val="75000"/>
                  </a:schemeClr>
                </a:solidFill>
                <a:latin typeface="ITC Franklin Gothic Std Book Compressed"/>
              </a:rPr>
              <a:t>Learn how to design a study for program evaluation</a:t>
            </a:r>
          </a:p>
          <a:p>
            <a:pPr lvl="1">
              <a:spcAft>
                <a:spcPts val="600"/>
              </a:spcAft>
            </a:pPr>
            <a:r>
              <a:rPr lang="en-US" sz="1800" dirty="0">
                <a:solidFill>
                  <a:schemeClr val="tx2">
                    <a:lumMod val="75000"/>
                  </a:schemeClr>
                </a:solidFill>
                <a:latin typeface="ITC Franklin Gothic Std Book Compressed"/>
              </a:rPr>
              <a:t>Learn to communicate and provide stakeholders with recommendations</a:t>
            </a:r>
          </a:p>
          <a:p>
            <a:pPr lvl="1"/>
            <a:endParaRPr lang="en-US" sz="1600" dirty="0">
              <a:solidFill>
                <a:schemeClr val="tx2">
                  <a:lumMod val="75000"/>
                </a:schemeClr>
              </a:solidFill>
              <a:latin typeface="ITC Franklin Gothic Std Book Compressed"/>
            </a:endParaRPr>
          </a:p>
          <a:p>
            <a:endParaRPr lang="en-US" dirty="0"/>
          </a:p>
          <a:p>
            <a:endParaRPr lang="en-US" dirty="0"/>
          </a:p>
          <a:p>
            <a:endParaRPr lang="en-US" dirty="0"/>
          </a:p>
          <a:p>
            <a:endParaRPr lang="en-US" sz="2000" dirty="0"/>
          </a:p>
        </p:txBody>
      </p:sp>
    </p:spTree>
    <p:extLst>
      <p:ext uri="{BB962C8B-B14F-4D97-AF65-F5344CB8AC3E}">
        <p14:creationId xmlns:p14="http://schemas.microsoft.com/office/powerpoint/2010/main" val="3338096442"/>
      </p:ext>
    </p:extLst>
  </p:cSld>
  <p:clrMapOvr>
    <a:masterClrMapping/>
  </p:clrMapOvr>
</p:sld>
</file>

<file path=ppt/theme/theme1.xml><?xml version="1.0" encoding="utf-8"?>
<a:theme xmlns:a="http://schemas.openxmlformats.org/drawingml/2006/main" name="title p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VA PPT Template" id="{F6D40F02-13CD-4355-9552-F00F04ED8A09}" vid="{1D719EA4-291B-42D0-856B-BCA468745EDD}"/>
    </a:ext>
  </a:extLst>
</a:theme>
</file>

<file path=ppt/theme/theme2.xml><?xml version="1.0" encoding="utf-8"?>
<a:theme xmlns:a="http://schemas.openxmlformats.org/drawingml/2006/main" name="content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VA PPT Template" id="{F6D40F02-13CD-4355-9552-F00F04ED8A09}" vid="{C7649694-F61F-48CF-8630-CC341C3E58DB}"/>
    </a:ext>
  </a:extLst>
</a:theme>
</file>

<file path=ppt/theme/theme3.xml><?xml version="1.0" encoding="utf-8"?>
<a:theme xmlns:a="http://schemas.openxmlformats.org/drawingml/2006/main" name="O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VA PPT Template" id="{F6D40F02-13CD-4355-9552-F00F04ED8A09}" vid="{6B4B84B9-3724-4AE3-BFEF-B62E73F93DC7}"/>
    </a:ext>
  </a:extLst>
</a:theme>
</file>

<file path=ppt/theme/theme4.xml><?xml version="1.0" encoding="utf-8"?>
<a:theme xmlns:a="http://schemas.openxmlformats.org/drawingml/2006/main" name="O1: im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VA PPT Template" id="{F6D40F02-13CD-4355-9552-F00F04ED8A09}" vid="{0624CCF3-A511-4738-A876-B81578580641}"/>
    </a:ext>
  </a:extLst>
</a:theme>
</file>

<file path=ppt/theme/theme5.xml><?xml version="1.0" encoding="utf-8"?>
<a:theme xmlns:a="http://schemas.openxmlformats.org/drawingml/2006/main" name="O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VA PPT Template" id="{F6D40F02-13CD-4355-9552-F00F04ED8A09}" vid="{64FBB428-3F1B-444A-A920-F37DD1B5EB99}"/>
    </a:ext>
  </a:extLst>
</a:theme>
</file>

<file path=ppt/theme/theme6.xml><?xml version="1.0" encoding="utf-8"?>
<a:theme xmlns:a="http://schemas.openxmlformats.org/drawingml/2006/main" name="O2: im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VA PPT Template" id="{F6D40F02-13CD-4355-9552-F00F04ED8A09}" vid="{FFECF7AE-82E7-460B-80B5-97C898B6EB44}"/>
    </a:ext>
  </a:extLst>
</a:theme>
</file>

<file path=ppt/theme/theme7.xml><?xml version="1.0" encoding="utf-8"?>
<a:theme xmlns:a="http://schemas.openxmlformats.org/drawingml/2006/main" name="O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VA PPT Template" id="{F6D40F02-13CD-4355-9552-F00F04ED8A09}" vid="{F9673FE9-EE2D-421C-A59E-DDD563972461}"/>
    </a:ext>
  </a:extLst>
</a:theme>
</file>

<file path=ppt/theme/theme8.xml><?xml version="1.0" encoding="utf-8"?>
<a:theme xmlns:a="http://schemas.openxmlformats.org/drawingml/2006/main" name="O3: im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VA PPT Template" id="{F6D40F02-13CD-4355-9552-F00F04ED8A09}" vid="{AC78921D-09E7-4FC2-9E1D-107D38B876FD}"/>
    </a:ext>
  </a:extLst>
</a:theme>
</file>

<file path=ppt/theme/theme9.xml><?xml version="1.0" encoding="utf-8"?>
<a:theme xmlns:a="http://schemas.openxmlformats.org/drawingml/2006/main" name="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VA PPT Template" id="{F6D40F02-13CD-4355-9552-F00F04ED8A09}" vid="{04C09454-7BFD-455E-807F-3574D74E44E9}"/>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88816184-15B5-4B5E-9404-AE1CA05005CB}"/>
</file>

<file path=customXml/itemProps2.xml><?xml version="1.0" encoding="utf-8"?>
<ds:datastoreItem xmlns:ds="http://schemas.openxmlformats.org/officeDocument/2006/customXml" ds:itemID="{8EA2D8AD-8C5A-4BCE-8870-81392CC3C793}"/>
</file>

<file path=customXml/itemProps3.xml><?xml version="1.0" encoding="utf-8"?>
<ds:datastoreItem xmlns:ds="http://schemas.openxmlformats.org/officeDocument/2006/customXml" ds:itemID="{A733938F-26C4-4812-B33A-072486C0C189}"/>
</file>

<file path=docProps/app.xml><?xml version="1.0" encoding="utf-8"?>
<Properties xmlns="http://schemas.openxmlformats.org/officeDocument/2006/extended-properties" xmlns:vt="http://schemas.openxmlformats.org/officeDocument/2006/docPropsVTypes">
  <Template>UVA PPT Template</Template>
  <TotalTime>11997</TotalTime>
  <Words>336</Words>
  <Application>Microsoft Macintosh PowerPoint</Application>
  <PresentationFormat>Widescreen</PresentationFormat>
  <Paragraphs>43</Paragraphs>
  <Slides>5</Slides>
  <Notes>4</Notes>
  <HiddenSlides>0</HiddenSlides>
  <MMClips>0</MMClips>
  <ScaleCrop>false</ScaleCrop>
  <HeadingPairs>
    <vt:vector size="6" baseType="variant">
      <vt:variant>
        <vt:lpstr>Fonts Used</vt:lpstr>
      </vt:variant>
      <vt:variant>
        <vt:i4>8</vt:i4>
      </vt:variant>
      <vt:variant>
        <vt:lpstr>Theme</vt:lpstr>
      </vt:variant>
      <vt:variant>
        <vt:i4>9</vt:i4>
      </vt:variant>
      <vt:variant>
        <vt:lpstr>Slide Titles</vt:lpstr>
      </vt:variant>
      <vt:variant>
        <vt:i4>5</vt:i4>
      </vt:variant>
    </vt:vector>
  </HeadingPairs>
  <TitlesOfParts>
    <vt:vector size="22" baseType="lpstr">
      <vt:lpstr>Arial</vt:lpstr>
      <vt:lpstr>Calibri</vt:lpstr>
      <vt:lpstr>ITC Franklin Gothic Std Book</vt:lpstr>
      <vt:lpstr>ITC Franklin Gothic Std Book Compressed</vt:lpstr>
      <vt:lpstr>ITC Franklin Gothic Std Book Condensed</vt:lpstr>
      <vt:lpstr>ITC Franklin Gothic Std Book Extra Compressed</vt:lpstr>
      <vt:lpstr>ITC Franklin Gothic Std Demi Compressed</vt:lpstr>
      <vt:lpstr>ITC Franklin Gothic Std Demi Extra Compressed</vt:lpstr>
      <vt:lpstr>title page</vt:lpstr>
      <vt:lpstr>contents</vt:lpstr>
      <vt:lpstr>O1</vt:lpstr>
      <vt:lpstr>O1: image</vt:lpstr>
      <vt:lpstr>O2</vt:lpstr>
      <vt:lpstr>O2: image</vt:lpstr>
      <vt:lpstr>O3</vt:lpstr>
      <vt:lpstr>O3: image</vt:lpstr>
      <vt:lpstr>blank</vt:lpstr>
      <vt:lpstr>PowerPoint Presentation</vt:lpstr>
      <vt:lpstr>PowerPoint Presentation</vt:lpstr>
      <vt:lpstr>PowerPoint Presentation</vt:lpstr>
      <vt:lpstr>PowerPoint Presentation</vt:lpstr>
      <vt:lpstr>PowerPoint Presentation</vt:lpstr>
    </vt:vector>
  </TitlesOfParts>
  <Company>United States Army</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Nathaniel J Ratcliff, PhD</dc:creator>
  <cp:lastModifiedBy>Korkmaz, Gizem (gk8yj)</cp:lastModifiedBy>
  <cp:revision>170</cp:revision>
  <cp:lastPrinted>2018-02-15T16:52:07Z</cp:lastPrinted>
  <dcterms:created xsi:type="dcterms:W3CDTF">2017-12-22T15:10:56Z</dcterms:created>
  <dcterms:modified xsi:type="dcterms:W3CDTF">2019-05-28T14:13:28Z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
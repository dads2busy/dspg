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7C20"/>
    <a:srgbClr val="2EBFCB"/>
    <a:srgbClr val="00ACD4"/>
    <a:srgbClr val="1B3765"/>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FA2C6-1788-4533-B8AB-97184AA4CA94}" v="2360" dt="2019-08-01T18:37:00.420"/>
    <p1510:client id="{F511F796-8B7C-405E-AF0A-9E775A5EE98D}" v="962" dt="2019-08-02T16:12:01.13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3200" y="-7320"/>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rkmaz, Gizem (gk8yj)" userId="a3021717-695e-41c9-8d4c-e599a2aec0eb" providerId="ADAL" clId="{A6FD57A5-445D-D647-A981-371EA5547FE8}"/>
    <pc:docChg chg="delSld">
      <pc:chgData name="Korkmaz, Gizem (gk8yj)" userId="a3021717-695e-41c9-8d4c-e599a2aec0eb" providerId="ADAL" clId="{A6FD57A5-445D-D647-A981-371EA5547FE8}" dt="2019-07-18T18:03:16.312" v="1" actId="2696"/>
      <pc:docMkLst>
        <pc:docMk/>
      </pc:docMkLst>
    </pc:docChg>
  </pc:docChgLst>
  <pc:docChgLst>
    <pc:chgData name="McDonald, Sarah (sm9dv)" userId="S::sm9dv@virginia.edu::9e8bfd15-d485-472e-bdd9-a28a60bbc615" providerId="AD" clId="Web-{3FE86869-F327-4EA2-AEEF-5C88EDC083CB}"/>
    <pc:docChg chg="modSld">
      <pc:chgData name="McDonald, Sarah (sm9dv)" userId="S::sm9dv@virginia.edu::9e8bfd15-d485-472e-bdd9-a28a60bbc615" providerId="AD" clId="Web-{3FE86869-F327-4EA2-AEEF-5C88EDC083CB}" dt="2019-08-01T17:52:39.792" v="9"/>
      <pc:docMkLst>
        <pc:docMk/>
      </pc:docMkLst>
      <pc:sldChg chg="addSp delSp modSp">
        <pc:chgData name="McDonald, Sarah (sm9dv)" userId="S::sm9dv@virginia.edu::9e8bfd15-d485-472e-bdd9-a28a60bbc615" providerId="AD" clId="Web-{3FE86869-F327-4EA2-AEEF-5C88EDC083CB}" dt="2019-08-01T17:52:39.792" v="9"/>
        <pc:sldMkLst>
          <pc:docMk/>
          <pc:sldMk cId="0" sldId="257"/>
        </pc:sldMkLst>
        <pc:spChg chg="del mod">
          <ac:chgData name="McDonald, Sarah (sm9dv)" userId="S::sm9dv@virginia.edu::9e8bfd15-d485-472e-bdd9-a28a60bbc615" providerId="AD" clId="Web-{3FE86869-F327-4EA2-AEEF-5C88EDC083CB}" dt="2019-08-01T17:51:54.432" v="4"/>
          <ac:spMkLst>
            <pc:docMk/>
            <pc:sldMk cId="0" sldId="257"/>
            <ac:spMk id="47" creationId="{00000000-0000-0000-0000-000000000000}"/>
          </ac:spMkLst>
        </pc:spChg>
        <pc:spChg chg="del">
          <ac:chgData name="McDonald, Sarah (sm9dv)" userId="S::sm9dv@virginia.edu::9e8bfd15-d485-472e-bdd9-a28a60bbc615" providerId="AD" clId="Web-{3FE86869-F327-4EA2-AEEF-5C88EDC083CB}" dt="2019-08-01T17:51:50.010" v="2"/>
          <ac:spMkLst>
            <pc:docMk/>
            <pc:sldMk cId="0" sldId="257"/>
            <ac:spMk id="49" creationId="{00000000-0000-0000-0000-000000000000}"/>
          </ac:spMkLst>
        </pc:spChg>
        <pc:spChg chg="del">
          <ac:chgData name="McDonald, Sarah (sm9dv)" userId="S::sm9dv@virginia.edu::9e8bfd15-d485-472e-bdd9-a28a60bbc615" providerId="AD" clId="Web-{3FE86869-F327-4EA2-AEEF-5C88EDC083CB}" dt="2019-08-01T17:51:55.323" v="5"/>
          <ac:spMkLst>
            <pc:docMk/>
            <pc:sldMk cId="0" sldId="257"/>
            <ac:spMk id="56" creationId="{D33D5AD8-21FC-4E80-BB29-AB231DE09430}"/>
          </ac:spMkLst>
        </pc:spChg>
        <pc:picChg chg="add del mod">
          <ac:chgData name="McDonald, Sarah (sm9dv)" userId="S::sm9dv@virginia.edu::9e8bfd15-d485-472e-bdd9-a28a60bbc615" providerId="AD" clId="Web-{3FE86869-F327-4EA2-AEEF-5C88EDC083CB}" dt="2019-08-01T17:52:39.792" v="9"/>
          <ac:picMkLst>
            <pc:docMk/>
            <pc:sldMk cId="0" sldId="257"/>
            <ac:picMk id="10" creationId="{79F06A7F-EDC7-4AD6-A820-84CE68C6F6EE}"/>
          </ac:picMkLst>
        </pc:picChg>
        <pc:picChg chg="del">
          <ac:chgData name="McDonald, Sarah (sm9dv)" userId="S::sm9dv@virginia.edu::9e8bfd15-d485-472e-bdd9-a28a60bbc615" providerId="AD" clId="Web-{3FE86869-F327-4EA2-AEEF-5C88EDC083CB}" dt="2019-08-01T17:51:46.416" v="0"/>
          <ac:picMkLst>
            <pc:docMk/>
            <pc:sldMk cId="0" sldId="257"/>
            <ac:picMk id="11" creationId="{07F7DDA3-C8AC-4E2E-9540-CBBAFD99404C}"/>
          </ac:picMkLst>
        </pc:picChg>
        <pc:picChg chg="del">
          <ac:chgData name="McDonald, Sarah (sm9dv)" userId="S::sm9dv@virginia.edu::9e8bfd15-d485-472e-bdd9-a28a60bbc615" providerId="AD" clId="Web-{3FE86869-F327-4EA2-AEEF-5C88EDC083CB}" dt="2019-08-01T17:51:47.967" v="1"/>
          <ac:picMkLst>
            <pc:docMk/>
            <pc:sldMk cId="0" sldId="257"/>
            <ac:picMk id="13" creationId="{87F2CEFB-5426-49D9-8F12-5752702361B5}"/>
          </ac:picMkLst>
        </pc:picChg>
      </pc:sldChg>
    </pc:docChg>
  </pc:docChgLst>
  <pc:docChgLst>
    <pc:chgData name="McDonald, Sarah (sm9dv)" userId="9e8bfd15-d485-472e-bdd9-a28a60bbc615" providerId="ADAL" clId="{3D1FA2C6-1788-4533-B8AB-97184AA4CA94}"/>
    <pc:docChg chg="undo redo custSel modSld">
      <pc:chgData name="McDonald, Sarah (sm9dv)" userId="9e8bfd15-d485-472e-bdd9-a28a60bbc615" providerId="ADAL" clId="{3D1FA2C6-1788-4533-B8AB-97184AA4CA94}" dt="2019-08-01T18:37:00.420" v="5365" actId="1037"/>
      <pc:docMkLst>
        <pc:docMk/>
      </pc:docMkLst>
      <pc:sldChg chg="addSp delSp modSp">
        <pc:chgData name="McDonald, Sarah (sm9dv)" userId="9e8bfd15-d485-472e-bdd9-a28a60bbc615" providerId="ADAL" clId="{3D1FA2C6-1788-4533-B8AB-97184AA4CA94}" dt="2019-08-01T18:37:00.420" v="5365" actId="1037"/>
        <pc:sldMkLst>
          <pc:docMk/>
          <pc:sldMk cId="0" sldId="257"/>
        </pc:sldMkLst>
        <pc:spChg chg="add del mod">
          <ac:chgData name="McDonald, Sarah (sm9dv)" userId="9e8bfd15-d485-472e-bdd9-a28a60bbc615" providerId="ADAL" clId="{3D1FA2C6-1788-4533-B8AB-97184AA4CA94}" dt="2019-08-01T18:25:07.910" v="4373" actId="1036"/>
          <ac:spMkLst>
            <pc:docMk/>
            <pc:sldMk cId="0" sldId="257"/>
            <ac:spMk id="2" creationId="{07CA3B35-499B-4FFE-A078-47D2C27171EE}"/>
          </ac:spMkLst>
        </pc:spChg>
        <pc:spChg chg="add del mod">
          <ac:chgData name="McDonald, Sarah (sm9dv)" userId="9e8bfd15-d485-472e-bdd9-a28a60bbc615" providerId="ADAL" clId="{3D1FA2C6-1788-4533-B8AB-97184AA4CA94}" dt="2019-07-29T14:44:01.172" v="735" actId="478"/>
          <ac:spMkLst>
            <pc:docMk/>
            <pc:sldMk cId="0" sldId="257"/>
            <ac:spMk id="2" creationId="{D3FC8BC8-85EB-4169-BA41-603B84A05B00}"/>
          </ac:spMkLst>
        </pc:spChg>
        <pc:spChg chg="add del mod">
          <ac:chgData name="McDonald, Sarah (sm9dv)" userId="9e8bfd15-d485-472e-bdd9-a28a60bbc615" providerId="ADAL" clId="{3D1FA2C6-1788-4533-B8AB-97184AA4CA94}" dt="2019-08-01T18:10:02.833" v="3772" actId="478"/>
          <ac:spMkLst>
            <pc:docMk/>
            <pc:sldMk cId="0" sldId="257"/>
            <ac:spMk id="3" creationId="{0A3F043C-DAFC-42C9-AC13-D58BD7FB8D72}"/>
          </ac:spMkLst>
        </pc:spChg>
        <pc:spChg chg="add del mod">
          <ac:chgData name="McDonald, Sarah (sm9dv)" userId="9e8bfd15-d485-472e-bdd9-a28a60bbc615" providerId="ADAL" clId="{3D1FA2C6-1788-4533-B8AB-97184AA4CA94}" dt="2019-08-01T18:10:45.183" v="3786" actId="478"/>
          <ac:spMkLst>
            <pc:docMk/>
            <pc:sldMk cId="0" sldId="257"/>
            <ac:spMk id="4" creationId="{E5E231BF-DE56-408D-96EA-C29536959167}"/>
          </ac:spMkLst>
        </pc:spChg>
        <pc:spChg chg="add del mod">
          <ac:chgData name="McDonald, Sarah (sm9dv)" userId="9e8bfd15-d485-472e-bdd9-a28a60bbc615" providerId="ADAL" clId="{3D1FA2C6-1788-4533-B8AB-97184AA4CA94}" dt="2019-08-01T18:16:56.575" v="4069" actId="478"/>
          <ac:spMkLst>
            <pc:docMk/>
            <pc:sldMk cId="0" sldId="257"/>
            <ac:spMk id="5" creationId="{5160A1F8-5AF2-4D2E-980E-14A57D60941D}"/>
          </ac:spMkLst>
        </pc:spChg>
        <pc:spChg chg="add mod">
          <ac:chgData name="McDonald, Sarah (sm9dv)" userId="9e8bfd15-d485-472e-bdd9-a28a60bbc615" providerId="ADAL" clId="{3D1FA2C6-1788-4533-B8AB-97184AA4CA94}" dt="2019-08-01T18:23:36.232" v="4215" actId="1035"/>
          <ac:spMkLst>
            <pc:docMk/>
            <pc:sldMk cId="0" sldId="257"/>
            <ac:spMk id="7" creationId="{6714257F-B779-41E0-BAA1-C1025B0C6069}"/>
          </ac:spMkLst>
        </pc:spChg>
        <pc:spChg chg="add del mod">
          <ac:chgData name="McDonald, Sarah (sm9dv)" userId="9e8bfd15-d485-472e-bdd9-a28a60bbc615" providerId="ADAL" clId="{3D1FA2C6-1788-4533-B8AB-97184AA4CA94}" dt="2019-08-01T18:19:05.294" v="4116"/>
          <ac:spMkLst>
            <pc:docMk/>
            <pc:sldMk cId="0" sldId="257"/>
            <ac:spMk id="8" creationId="{35355A05-D066-4B96-8501-B724B24ABBBB}"/>
          </ac:spMkLst>
        </pc:spChg>
        <pc:spChg chg="add del mod">
          <ac:chgData name="McDonald, Sarah (sm9dv)" userId="9e8bfd15-d485-472e-bdd9-a28a60bbc615" providerId="ADAL" clId="{3D1FA2C6-1788-4533-B8AB-97184AA4CA94}" dt="2019-08-01T18:09:46.133" v="3767" actId="478"/>
          <ac:spMkLst>
            <pc:docMk/>
            <pc:sldMk cId="0" sldId="257"/>
            <ac:spMk id="9" creationId="{FF28C5FA-AAF8-4C25-8FA8-194A055E672F}"/>
          </ac:spMkLst>
        </pc:spChg>
        <pc:spChg chg="add del">
          <ac:chgData name="McDonald, Sarah (sm9dv)" userId="9e8bfd15-d485-472e-bdd9-a28a60bbc615" providerId="ADAL" clId="{3D1FA2C6-1788-4533-B8AB-97184AA4CA94}" dt="2019-07-29T17:54:45.366" v="3467"/>
          <ac:spMkLst>
            <pc:docMk/>
            <pc:sldMk cId="0" sldId="257"/>
            <ac:spMk id="10" creationId="{7517CF3D-5E37-47AA-ACB9-2720373DE36F}"/>
          </ac:spMkLst>
        </pc:spChg>
        <pc:spChg chg="add del">
          <ac:chgData name="McDonald, Sarah (sm9dv)" userId="9e8bfd15-d485-472e-bdd9-a28a60bbc615" providerId="ADAL" clId="{3D1FA2C6-1788-4533-B8AB-97184AA4CA94}" dt="2019-07-29T17:56:16.968" v="3485"/>
          <ac:spMkLst>
            <pc:docMk/>
            <pc:sldMk cId="0" sldId="257"/>
            <ac:spMk id="12" creationId="{55BD73E8-2C7B-4F7D-BE13-3246640AF5B3}"/>
          </ac:spMkLst>
        </pc:spChg>
        <pc:spChg chg="add mod">
          <ac:chgData name="McDonald, Sarah (sm9dv)" userId="9e8bfd15-d485-472e-bdd9-a28a60bbc615" providerId="ADAL" clId="{3D1FA2C6-1788-4533-B8AB-97184AA4CA94}" dt="2019-07-19T14:04:01.465" v="315" actId="20577"/>
          <ac:spMkLst>
            <pc:docMk/>
            <pc:sldMk cId="0" sldId="257"/>
            <ac:spMk id="14" creationId="{E8088F45-26A2-4B7A-B694-A60E3682DABC}"/>
          </ac:spMkLst>
        </pc:spChg>
        <pc:spChg chg="add">
          <ac:chgData name="McDonald, Sarah (sm9dv)" userId="9e8bfd15-d485-472e-bdd9-a28a60bbc615" providerId="ADAL" clId="{3D1FA2C6-1788-4533-B8AB-97184AA4CA94}" dt="2019-07-19T14:02:52.382" v="202"/>
          <ac:spMkLst>
            <pc:docMk/>
            <pc:sldMk cId="0" sldId="257"/>
            <ac:spMk id="15" creationId="{26A0171D-962D-42BB-A9AC-086B0F2A8CDB}"/>
          </ac:spMkLst>
        </pc:spChg>
        <pc:spChg chg="mod">
          <ac:chgData name="McDonald, Sarah (sm9dv)" userId="9e8bfd15-d485-472e-bdd9-a28a60bbc615" providerId="ADAL" clId="{3D1FA2C6-1788-4533-B8AB-97184AA4CA94}" dt="2019-07-29T15:26:15.084" v="1404" actId="1076"/>
          <ac:spMkLst>
            <pc:docMk/>
            <pc:sldMk cId="0" sldId="257"/>
            <ac:spMk id="17" creationId="{74CD354F-525C-485D-8B7D-4D6F05B2101D}"/>
          </ac:spMkLst>
        </pc:spChg>
        <pc:spChg chg="mod">
          <ac:chgData name="McDonald, Sarah (sm9dv)" userId="9e8bfd15-d485-472e-bdd9-a28a60bbc615" providerId="ADAL" clId="{3D1FA2C6-1788-4533-B8AB-97184AA4CA94}" dt="2019-08-01T18:28:51.926" v="4588" actId="1035"/>
          <ac:spMkLst>
            <pc:docMk/>
            <pc:sldMk cId="0" sldId="257"/>
            <ac:spMk id="18" creationId="{9CC3F763-258D-4603-801F-E6054035292B}"/>
          </ac:spMkLst>
        </pc:spChg>
        <pc:spChg chg="add mod">
          <ac:chgData name="McDonald, Sarah (sm9dv)" userId="9e8bfd15-d485-472e-bdd9-a28a60bbc615" providerId="ADAL" clId="{3D1FA2C6-1788-4533-B8AB-97184AA4CA94}" dt="2019-07-29T17:32:54.064" v="3443" actId="1076"/>
          <ac:spMkLst>
            <pc:docMk/>
            <pc:sldMk cId="0" sldId="257"/>
            <ac:spMk id="19" creationId="{73B05F23-2050-4E74-A3DA-38906270E408}"/>
          </ac:spMkLst>
        </pc:spChg>
        <pc:spChg chg="mod">
          <ac:chgData name="McDonald, Sarah (sm9dv)" userId="9e8bfd15-d485-472e-bdd9-a28a60bbc615" providerId="ADAL" clId="{3D1FA2C6-1788-4533-B8AB-97184AA4CA94}" dt="2019-08-01T18:23:24.014" v="4205" actId="1035"/>
          <ac:spMkLst>
            <pc:docMk/>
            <pc:sldMk cId="0" sldId="257"/>
            <ac:spMk id="20" creationId="{1E79377F-704B-4B57-A75D-4939DC4FFC5C}"/>
          </ac:spMkLst>
        </pc:spChg>
        <pc:spChg chg="mod">
          <ac:chgData name="McDonald, Sarah (sm9dv)" userId="9e8bfd15-d485-472e-bdd9-a28a60bbc615" providerId="ADAL" clId="{3D1FA2C6-1788-4533-B8AB-97184AA4CA94}" dt="2019-08-01T18:35:56.950" v="5175" actId="1036"/>
          <ac:spMkLst>
            <pc:docMk/>
            <pc:sldMk cId="0" sldId="257"/>
            <ac:spMk id="21" creationId="{B3F5E9D9-A1DC-45C0-83D8-202BFF49BE2C}"/>
          </ac:spMkLst>
        </pc:spChg>
        <pc:spChg chg="add mod">
          <ac:chgData name="McDonald, Sarah (sm9dv)" userId="9e8bfd15-d485-472e-bdd9-a28a60bbc615" providerId="ADAL" clId="{3D1FA2C6-1788-4533-B8AB-97184AA4CA94}" dt="2019-07-29T15:07:47.317" v="985" actId="1038"/>
          <ac:spMkLst>
            <pc:docMk/>
            <pc:sldMk cId="0" sldId="257"/>
            <ac:spMk id="22" creationId="{0461344F-321A-465F-8A07-3AA951846011}"/>
          </ac:spMkLst>
        </pc:spChg>
        <pc:spChg chg="add mod">
          <ac:chgData name="McDonald, Sarah (sm9dv)" userId="9e8bfd15-d485-472e-bdd9-a28a60bbc615" providerId="ADAL" clId="{3D1FA2C6-1788-4533-B8AB-97184AA4CA94}" dt="2019-07-29T17:33:02.449" v="3445" actId="207"/>
          <ac:spMkLst>
            <pc:docMk/>
            <pc:sldMk cId="0" sldId="257"/>
            <ac:spMk id="23" creationId="{06C92CBC-7ADE-40DD-B545-0554C75852DE}"/>
          </ac:spMkLst>
        </pc:spChg>
        <pc:spChg chg="add del mod">
          <ac:chgData name="McDonald, Sarah (sm9dv)" userId="9e8bfd15-d485-472e-bdd9-a28a60bbc615" providerId="ADAL" clId="{3D1FA2C6-1788-4533-B8AB-97184AA4CA94}" dt="2019-07-29T14:45:24.054" v="751" actId="478"/>
          <ac:spMkLst>
            <pc:docMk/>
            <pc:sldMk cId="0" sldId="257"/>
            <ac:spMk id="24" creationId="{1D0877CB-ACF9-4458-A02C-05DB845EF935}"/>
          </ac:spMkLst>
        </pc:spChg>
        <pc:spChg chg="add del mod">
          <ac:chgData name="McDonald, Sarah (sm9dv)" userId="9e8bfd15-d485-472e-bdd9-a28a60bbc615" providerId="ADAL" clId="{3D1FA2C6-1788-4533-B8AB-97184AA4CA94}" dt="2019-08-01T18:10:09.281" v="3774" actId="478"/>
          <ac:spMkLst>
            <pc:docMk/>
            <pc:sldMk cId="0" sldId="257"/>
            <ac:spMk id="25" creationId="{AB015D04-6CD0-460E-AAA2-B9333A40948C}"/>
          </ac:spMkLst>
        </pc:spChg>
        <pc:spChg chg="add del mod">
          <ac:chgData name="McDonald, Sarah (sm9dv)" userId="9e8bfd15-d485-472e-bdd9-a28a60bbc615" providerId="ADAL" clId="{3D1FA2C6-1788-4533-B8AB-97184AA4CA94}" dt="2019-08-01T18:10:06.643" v="3773" actId="478"/>
          <ac:spMkLst>
            <pc:docMk/>
            <pc:sldMk cId="0" sldId="257"/>
            <ac:spMk id="27" creationId="{EE41FF25-C62B-4D37-9D78-8CD941B8BB7C}"/>
          </ac:spMkLst>
        </pc:spChg>
        <pc:spChg chg="add del">
          <ac:chgData name="McDonald, Sarah (sm9dv)" userId="9e8bfd15-d485-472e-bdd9-a28a60bbc615" providerId="ADAL" clId="{3D1FA2C6-1788-4533-B8AB-97184AA4CA94}" dt="2019-07-29T14:58:11.269" v="827"/>
          <ac:spMkLst>
            <pc:docMk/>
            <pc:sldMk cId="0" sldId="257"/>
            <ac:spMk id="31" creationId="{2D6912B4-C31C-4A33-A3BB-11DA2948A8AE}"/>
          </ac:spMkLst>
        </pc:spChg>
        <pc:spChg chg="add mod">
          <ac:chgData name="McDonald, Sarah (sm9dv)" userId="9e8bfd15-d485-472e-bdd9-a28a60bbc615" providerId="ADAL" clId="{3D1FA2C6-1788-4533-B8AB-97184AA4CA94}" dt="2019-08-01T18:23:41.222" v="4221" actId="1035"/>
          <ac:spMkLst>
            <pc:docMk/>
            <pc:sldMk cId="0" sldId="257"/>
            <ac:spMk id="32" creationId="{BBB23DA8-5C34-40A5-96A3-9649E338B465}"/>
          </ac:spMkLst>
        </pc:spChg>
        <pc:spChg chg="add del mod">
          <ac:chgData name="McDonald, Sarah (sm9dv)" userId="9e8bfd15-d485-472e-bdd9-a28a60bbc615" providerId="ADAL" clId="{3D1FA2C6-1788-4533-B8AB-97184AA4CA94}" dt="2019-07-29T17:25:46.530" v="3298" actId="478"/>
          <ac:spMkLst>
            <pc:docMk/>
            <pc:sldMk cId="0" sldId="257"/>
            <ac:spMk id="33" creationId="{E1B16DE3-2319-46C3-ACA3-B41B38340F63}"/>
          </ac:spMkLst>
        </pc:spChg>
        <pc:spChg chg="add del mod">
          <ac:chgData name="McDonald, Sarah (sm9dv)" userId="9e8bfd15-d485-472e-bdd9-a28a60bbc615" providerId="ADAL" clId="{3D1FA2C6-1788-4533-B8AB-97184AA4CA94}" dt="2019-08-01T18:09:52.368" v="3771" actId="478"/>
          <ac:spMkLst>
            <pc:docMk/>
            <pc:sldMk cId="0" sldId="257"/>
            <ac:spMk id="35" creationId="{8095E183-FD6C-4F67-967A-203761847F7E}"/>
          </ac:spMkLst>
        </pc:spChg>
        <pc:spChg chg="add mod">
          <ac:chgData name="McDonald, Sarah (sm9dv)" userId="9e8bfd15-d485-472e-bdd9-a28a60bbc615" providerId="ADAL" clId="{3D1FA2C6-1788-4533-B8AB-97184AA4CA94}" dt="2019-08-01T18:23:30.055" v="4210" actId="1035"/>
          <ac:spMkLst>
            <pc:docMk/>
            <pc:sldMk cId="0" sldId="257"/>
            <ac:spMk id="38" creationId="{3DEE275F-9D74-4B21-8785-244C72D4006F}"/>
          </ac:spMkLst>
        </pc:spChg>
        <pc:spChg chg="mod">
          <ac:chgData name="McDonald, Sarah (sm9dv)" userId="9e8bfd15-d485-472e-bdd9-a28a60bbc615" providerId="ADAL" clId="{3D1FA2C6-1788-4533-B8AB-97184AA4CA94}" dt="2019-07-19T13:51:08.269" v="25" actId="1038"/>
          <ac:spMkLst>
            <pc:docMk/>
            <pc:sldMk cId="0" sldId="257"/>
            <ac:spMk id="42" creationId="{00000000-0000-0000-0000-000000000000}"/>
          </ac:spMkLst>
        </pc:spChg>
        <pc:spChg chg="del mod">
          <ac:chgData name="McDonald, Sarah (sm9dv)" userId="9e8bfd15-d485-472e-bdd9-a28a60bbc615" providerId="ADAL" clId="{3D1FA2C6-1788-4533-B8AB-97184AA4CA94}" dt="2019-07-29T14:29:12.677" v="422" actId="478"/>
          <ac:spMkLst>
            <pc:docMk/>
            <pc:sldMk cId="0" sldId="257"/>
            <ac:spMk id="43" creationId="{00000000-0000-0000-0000-000000000000}"/>
          </ac:spMkLst>
        </pc:spChg>
        <pc:spChg chg="mod">
          <ac:chgData name="McDonald, Sarah (sm9dv)" userId="9e8bfd15-d485-472e-bdd9-a28a60bbc615" providerId="ADAL" clId="{3D1FA2C6-1788-4533-B8AB-97184AA4CA94}" dt="2019-08-01T18:28:09.272" v="4549" actId="207"/>
          <ac:spMkLst>
            <pc:docMk/>
            <pc:sldMk cId="0" sldId="257"/>
            <ac:spMk id="44" creationId="{00000000-0000-0000-0000-000000000000}"/>
          </ac:spMkLst>
        </pc:spChg>
        <pc:spChg chg="del mod">
          <ac:chgData name="McDonald, Sarah (sm9dv)" userId="9e8bfd15-d485-472e-bdd9-a28a60bbc615" providerId="ADAL" clId="{3D1FA2C6-1788-4533-B8AB-97184AA4CA94}" dt="2019-08-01T18:30:58.148" v="4806" actId="478"/>
          <ac:spMkLst>
            <pc:docMk/>
            <pc:sldMk cId="0" sldId="257"/>
            <ac:spMk id="45" creationId="{00000000-0000-0000-0000-000000000000}"/>
          </ac:spMkLst>
        </pc:spChg>
        <pc:spChg chg="del mod">
          <ac:chgData name="McDonald, Sarah (sm9dv)" userId="9e8bfd15-d485-472e-bdd9-a28a60bbc615" providerId="ADAL" clId="{3D1FA2C6-1788-4533-B8AB-97184AA4CA94}" dt="2019-08-01T18:30:56.292" v="4805" actId="478"/>
          <ac:spMkLst>
            <pc:docMk/>
            <pc:sldMk cId="0" sldId="257"/>
            <ac:spMk id="46" creationId="{00000000-0000-0000-0000-000000000000}"/>
          </ac:spMkLst>
        </pc:spChg>
        <pc:spChg chg="mod">
          <ac:chgData name="McDonald, Sarah (sm9dv)" userId="9e8bfd15-d485-472e-bdd9-a28a60bbc615" providerId="ADAL" clId="{3D1FA2C6-1788-4533-B8AB-97184AA4CA94}" dt="2019-07-29T15:32:05.513" v="1560" actId="1076"/>
          <ac:spMkLst>
            <pc:docMk/>
            <pc:sldMk cId="0" sldId="257"/>
            <ac:spMk id="47" creationId="{00000000-0000-0000-0000-000000000000}"/>
          </ac:spMkLst>
        </pc:spChg>
        <pc:spChg chg="del mod">
          <ac:chgData name="McDonald, Sarah (sm9dv)" userId="9e8bfd15-d485-472e-bdd9-a28a60bbc615" providerId="ADAL" clId="{3D1FA2C6-1788-4533-B8AB-97184AA4CA94}" dt="2019-07-29T15:10:57.260" v="1049" actId="478"/>
          <ac:spMkLst>
            <pc:docMk/>
            <pc:sldMk cId="0" sldId="257"/>
            <ac:spMk id="48" creationId="{00000000-0000-0000-0000-000000000000}"/>
          </ac:spMkLst>
        </pc:spChg>
        <pc:spChg chg="add mod">
          <ac:chgData name="McDonald, Sarah (sm9dv)" userId="9e8bfd15-d485-472e-bdd9-a28a60bbc615" providerId="ADAL" clId="{3D1FA2C6-1788-4533-B8AB-97184AA4CA94}" dt="2019-08-01T18:23:46.815" v="4226" actId="1035"/>
          <ac:spMkLst>
            <pc:docMk/>
            <pc:sldMk cId="0" sldId="257"/>
            <ac:spMk id="48" creationId="{E52DC956-4E72-41FB-A63C-62EAA0F7792D}"/>
          </ac:spMkLst>
        </pc:spChg>
        <pc:spChg chg="mod">
          <ac:chgData name="McDonald, Sarah (sm9dv)" userId="9e8bfd15-d485-472e-bdd9-a28a60bbc615" providerId="ADAL" clId="{3D1FA2C6-1788-4533-B8AB-97184AA4CA94}" dt="2019-07-29T15:32:34.819" v="1564" actId="1076"/>
          <ac:spMkLst>
            <pc:docMk/>
            <pc:sldMk cId="0" sldId="257"/>
            <ac:spMk id="49" creationId="{00000000-0000-0000-0000-000000000000}"/>
          </ac:spMkLst>
        </pc:spChg>
        <pc:spChg chg="del mod">
          <ac:chgData name="McDonald, Sarah (sm9dv)" userId="9e8bfd15-d485-472e-bdd9-a28a60bbc615" providerId="ADAL" clId="{3D1FA2C6-1788-4533-B8AB-97184AA4CA94}" dt="2019-07-29T17:56:30.244" v="3491" actId="478"/>
          <ac:spMkLst>
            <pc:docMk/>
            <pc:sldMk cId="0" sldId="257"/>
            <ac:spMk id="50" creationId="{00000000-0000-0000-0000-000000000000}"/>
          </ac:spMkLst>
        </pc:spChg>
        <pc:spChg chg="add mod">
          <ac:chgData name="McDonald, Sarah (sm9dv)" userId="9e8bfd15-d485-472e-bdd9-a28a60bbc615" providerId="ADAL" clId="{3D1FA2C6-1788-4533-B8AB-97184AA4CA94}" dt="2019-08-01T18:31:56.405" v="4842" actId="1035"/>
          <ac:spMkLst>
            <pc:docMk/>
            <pc:sldMk cId="0" sldId="257"/>
            <ac:spMk id="50" creationId="{B1F00027-ED8E-4F91-A749-B304A8719F44}"/>
          </ac:spMkLst>
        </pc:spChg>
        <pc:spChg chg="mod">
          <ac:chgData name="McDonald, Sarah (sm9dv)" userId="9e8bfd15-d485-472e-bdd9-a28a60bbc615" providerId="ADAL" clId="{3D1FA2C6-1788-4533-B8AB-97184AA4CA94}" dt="2019-07-19T13:56:36.557" v="100" actId="20577"/>
          <ac:spMkLst>
            <pc:docMk/>
            <pc:sldMk cId="0" sldId="257"/>
            <ac:spMk id="51" creationId="{00000000-0000-0000-0000-000000000000}"/>
          </ac:spMkLst>
        </pc:spChg>
        <pc:spChg chg="del mod">
          <ac:chgData name="McDonald, Sarah (sm9dv)" userId="9e8bfd15-d485-472e-bdd9-a28a60bbc615" providerId="ADAL" clId="{3D1FA2C6-1788-4533-B8AB-97184AA4CA94}" dt="2019-07-29T14:16:35.465" v="344" actId="478"/>
          <ac:spMkLst>
            <pc:docMk/>
            <pc:sldMk cId="0" sldId="257"/>
            <ac:spMk id="52" creationId="{00000000-0000-0000-0000-000000000000}"/>
          </ac:spMkLst>
        </pc:spChg>
        <pc:spChg chg="add del">
          <ac:chgData name="McDonald, Sarah (sm9dv)" userId="9e8bfd15-d485-472e-bdd9-a28a60bbc615" providerId="ADAL" clId="{3D1FA2C6-1788-4533-B8AB-97184AA4CA94}" dt="2019-07-29T15:10:49.019" v="1047"/>
          <ac:spMkLst>
            <pc:docMk/>
            <pc:sldMk cId="0" sldId="257"/>
            <ac:spMk id="54" creationId="{B42CFBDB-7C90-4C97-A351-16607572FF12}"/>
          </ac:spMkLst>
        </pc:spChg>
        <pc:spChg chg="add mod">
          <ac:chgData name="McDonald, Sarah (sm9dv)" userId="9e8bfd15-d485-472e-bdd9-a28a60bbc615" providerId="ADAL" clId="{3D1FA2C6-1788-4533-B8AB-97184AA4CA94}" dt="2019-08-01T18:24:01.471" v="4241" actId="1035"/>
          <ac:spMkLst>
            <pc:docMk/>
            <pc:sldMk cId="0" sldId="257"/>
            <ac:spMk id="55" creationId="{6D1974F1-AA38-4CB2-8CCF-27E34DB50523}"/>
          </ac:spMkLst>
        </pc:spChg>
        <pc:spChg chg="add del mod">
          <ac:chgData name="McDonald, Sarah (sm9dv)" userId="9e8bfd15-d485-472e-bdd9-a28a60bbc615" providerId="ADAL" clId="{3D1FA2C6-1788-4533-B8AB-97184AA4CA94}" dt="2019-07-29T15:11:55.571" v="1071" actId="478"/>
          <ac:spMkLst>
            <pc:docMk/>
            <pc:sldMk cId="0" sldId="257"/>
            <ac:spMk id="55" creationId="{9AC7571F-77BE-4E1D-A63F-8D2E6B8E70C4}"/>
          </ac:spMkLst>
        </pc:spChg>
        <pc:spChg chg="add mod">
          <ac:chgData name="McDonald, Sarah (sm9dv)" userId="9e8bfd15-d485-472e-bdd9-a28a60bbc615" providerId="ADAL" clId="{3D1FA2C6-1788-4533-B8AB-97184AA4CA94}" dt="2019-07-29T15:32:09.926" v="1561" actId="1076"/>
          <ac:spMkLst>
            <pc:docMk/>
            <pc:sldMk cId="0" sldId="257"/>
            <ac:spMk id="56" creationId="{D33D5AD8-21FC-4E80-BB29-AB231DE09430}"/>
          </ac:spMkLst>
        </pc:spChg>
        <pc:spChg chg="add del mod">
          <ac:chgData name="McDonald, Sarah (sm9dv)" userId="9e8bfd15-d485-472e-bdd9-a28a60bbc615" providerId="ADAL" clId="{3D1FA2C6-1788-4533-B8AB-97184AA4CA94}" dt="2019-07-29T15:14:03.581" v="1170" actId="478"/>
          <ac:spMkLst>
            <pc:docMk/>
            <pc:sldMk cId="0" sldId="257"/>
            <ac:spMk id="57" creationId="{7AA8BFD7-0EFD-456E-8082-8BF4EDAFBF3C}"/>
          </ac:spMkLst>
        </pc:spChg>
        <pc:spChg chg="add mod">
          <ac:chgData name="McDonald, Sarah (sm9dv)" userId="9e8bfd15-d485-472e-bdd9-a28a60bbc615" providerId="ADAL" clId="{3D1FA2C6-1788-4533-B8AB-97184AA4CA94}" dt="2019-08-01T18:25:19.990" v="4375" actId="1036"/>
          <ac:spMkLst>
            <pc:docMk/>
            <pc:sldMk cId="0" sldId="257"/>
            <ac:spMk id="58" creationId="{285CEDBB-516F-482C-A5A1-C39ACE04904E}"/>
          </ac:spMkLst>
        </pc:spChg>
        <pc:spChg chg="add del mod">
          <ac:chgData name="McDonald, Sarah (sm9dv)" userId="9e8bfd15-d485-472e-bdd9-a28a60bbc615" providerId="ADAL" clId="{3D1FA2C6-1788-4533-B8AB-97184AA4CA94}" dt="2019-07-29T17:54:42.609" v="3465" actId="478"/>
          <ac:spMkLst>
            <pc:docMk/>
            <pc:sldMk cId="0" sldId="257"/>
            <ac:spMk id="58" creationId="{B3ECE024-8300-41AE-8A6A-F4DE836F2DC3}"/>
          </ac:spMkLst>
        </pc:spChg>
        <pc:spChg chg="add del mod">
          <ac:chgData name="McDonald, Sarah (sm9dv)" userId="9e8bfd15-d485-472e-bdd9-a28a60bbc615" providerId="ADAL" clId="{3D1FA2C6-1788-4533-B8AB-97184AA4CA94}" dt="2019-07-29T17:56:13.416" v="3483" actId="478"/>
          <ac:spMkLst>
            <pc:docMk/>
            <pc:sldMk cId="0" sldId="257"/>
            <ac:spMk id="59" creationId="{071A18C7-848F-460F-9D9B-065872C98586}"/>
          </ac:spMkLst>
        </pc:spChg>
        <pc:spChg chg="add mod">
          <ac:chgData name="McDonald, Sarah (sm9dv)" userId="9e8bfd15-d485-472e-bdd9-a28a60bbc615" providerId="ADAL" clId="{3D1FA2C6-1788-4533-B8AB-97184AA4CA94}" dt="2019-08-01T18:35:38.621" v="5164" actId="1037"/>
          <ac:spMkLst>
            <pc:docMk/>
            <pc:sldMk cId="0" sldId="257"/>
            <ac:spMk id="60" creationId="{4DFB0A5E-12BC-42B3-8292-E5F017116AE1}"/>
          </ac:spMkLst>
        </pc:spChg>
        <pc:spChg chg="add mod">
          <ac:chgData name="McDonald, Sarah (sm9dv)" userId="9e8bfd15-d485-472e-bdd9-a28a60bbc615" providerId="ADAL" clId="{3D1FA2C6-1788-4533-B8AB-97184AA4CA94}" dt="2019-07-29T17:40:45.626" v="3464" actId="1038"/>
          <ac:spMkLst>
            <pc:docMk/>
            <pc:sldMk cId="0" sldId="257"/>
            <ac:spMk id="61" creationId="{FC88CA03-4AD4-4EF3-A2BF-AC123D899CB3}"/>
          </ac:spMkLst>
        </pc:spChg>
        <pc:spChg chg="add del">
          <ac:chgData name="McDonald, Sarah (sm9dv)" userId="9e8bfd15-d485-472e-bdd9-a28a60bbc615" providerId="ADAL" clId="{3D1FA2C6-1788-4533-B8AB-97184AA4CA94}" dt="2019-07-29T15:22:44.092" v="1352"/>
          <ac:spMkLst>
            <pc:docMk/>
            <pc:sldMk cId="0" sldId="257"/>
            <ac:spMk id="62" creationId="{B83A1A63-0998-4913-B62E-DF636A1D3CC5}"/>
          </ac:spMkLst>
        </pc:spChg>
        <pc:spChg chg="add del mod">
          <ac:chgData name="McDonald, Sarah (sm9dv)" userId="9e8bfd15-d485-472e-bdd9-a28a60bbc615" providerId="ADAL" clId="{3D1FA2C6-1788-4533-B8AB-97184AA4CA94}" dt="2019-07-29T17:00:56.367" v="1923" actId="478"/>
          <ac:spMkLst>
            <pc:docMk/>
            <pc:sldMk cId="0" sldId="257"/>
            <ac:spMk id="63" creationId="{A3C91688-429D-4A85-884E-1ECC2681A29F}"/>
          </ac:spMkLst>
        </pc:spChg>
        <pc:spChg chg="add del mod">
          <ac:chgData name="McDonald, Sarah (sm9dv)" userId="9e8bfd15-d485-472e-bdd9-a28a60bbc615" providerId="ADAL" clId="{3D1FA2C6-1788-4533-B8AB-97184AA4CA94}" dt="2019-07-29T16:03:59.748" v="1801" actId="478"/>
          <ac:spMkLst>
            <pc:docMk/>
            <pc:sldMk cId="0" sldId="257"/>
            <ac:spMk id="66" creationId="{2F7B0E25-E698-4992-962A-9CC90D92F06B}"/>
          </ac:spMkLst>
        </pc:spChg>
        <pc:spChg chg="add del mod">
          <ac:chgData name="McDonald, Sarah (sm9dv)" userId="9e8bfd15-d485-472e-bdd9-a28a60bbc615" providerId="ADAL" clId="{3D1FA2C6-1788-4533-B8AB-97184AA4CA94}" dt="2019-07-29T16:04:01.103" v="1802" actId="478"/>
          <ac:spMkLst>
            <pc:docMk/>
            <pc:sldMk cId="0" sldId="257"/>
            <ac:spMk id="67" creationId="{96AB1CE2-8CE9-4CEB-82F4-36C775C271EA}"/>
          </ac:spMkLst>
        </pc:spChg>
        <pc:spChg chg="add del mod">
          <ac:chgData name="McDonald, Sarah (sm9dv)" userId="9e8bfd15-d485-472e-bdd9-a28a60bbc615" providerId="ADAL" clId="{3D1FA2C6-1788-4533-B8AB-97184AA4CA94}" dt="2019-07-29T16:00:55.983" v="1682" actId="478"/>
          <ac:spMkLst>
            <pc:docMk/>
            <pc:sldMk cId="0" sldId="257"/>
            <ac:spMk id="68" creationId="{BA01BC43-DFE1-45FF-AE4C-8705875896E2}"/>
          </ac:spMkLst>
        </pc:spChg>
        <pc:spChg chg="add del mod">
          <ac:chgData name="McDonald, Sarah (sm9dv)" userId="9e8bfd15-d485-472e-bdd9-a28a60bbc615" providerId="ADAL" clId="{3D1FA2C6-1788-4533-B8AB-97184AA4CA94}" dt="2019-07-29T16:02:15.709" v="1746"/>
          <ac:spMkLst>
            <pc:docMk/>
            <pc:sldMk cId="0" sldId="257"/>
            <ac:spMk id="69" creationId="{B53ACC24-DF13-4E9E-85E9-1379F10A756B}"/>
          </ac:spMkLst>
        </pc:spChg>
        <pc:spChg chg="add del mod">
          <ac:chgData name="McDonald, Sarah (sm9dv)" userId="9e8bfd15-d485-472e-bdd9-a28a60bbc615" providerId="ADAL" clId="{3D1FA2C6-1788-4533-B8AB-97184AA4CA94}" dt="2019-07-29T16:02:15.094" v="1743"/>
          <ac:spMkLst>
            <pc:docMk/>
            <pc:sldMk cId="0" sldId="257"/>
            <ac:spMk id="70" creationId="{C75FADAA-910A-462D-B142-EC38E86788F8}"/>
          </ac:spMkLst>
        </pc:spChg>
        <pc:spChg chg="add del mod">
          <ac:chgData name="McDonald, Sarah (sm9dv)" userId="9e8bfd15-d485-472e-bdd9-a28a60bbc615" providerId="ADAL" clId="{3D1FA2C6-1788-4533-B8AB-97184AA4CA94}" dt="2019-07-29T16:02:14.796" v="1741"/>
          <ac:spMkLst>
            <pc:docMk/>
            <pc:sldMk cId="0" sldId="257"/>
            <ac:spMk id="71" creationId="{437B442A-EE42-4047-A6E3-BE9AA309AFAD}"/>
          </ac:spMkLst>
        </pc:spChg>
        <pc:spChg chg="add del mod">
          <ac:chgData name="McDonald, Sarah (sm9dv)" userId="9e8bfd15-d485-472e-bdd9-a28a60bbc615" providerId="ADAL" clId="{3D1FA2C6-1788-4533-B8AB-97184AA4CA94}" dt="2019-07-29T16:04:02.878" v="1803" actId="478"/>
          <ac:spMkLst>
            <pc:docMk/>
            <pc:sldMk cId="0" sldId="257"/>
            <ac:spMk id="72" creationId="{19F03A4F-D47C-4577-A026-FFAF3806DFFA}"/>
          </ac:spMkLst>
        </pc:spChg>
        <pc:spChg chg="add del">
          <ac:chgData name="McDonald, Sarah (sm9dv)" userId="9e8bfd15-d485-472e-bdd9-a28a60bbc615" providerId="ADAL" clId="{3D1FA2C6-1788-4533-B8AB-97184AA4CA94}" dt="2019-07-29T16:04:09.373" v="1805"/>
          <ac:spMkLst>
            <pc:docMk/>
            <pc:sldMk cId="0" sldId="257"/>
            <ac:spMk id="73" creationId="{ADC88013-4C77-485F-A9A1-3259182E624A}"/>
          </ac:spMkLst>
        </pc:spChg>
        <pc:spChg chg="add del mod">
          <ac:chgData name="McDonald, Sarah (sm9dv)" userId="9e8bfd15-d485-472e-bdd9-a28a60bbc615" providerId="ADAL" clId="{3D1FA2C6-1788-4533-B8AB-97184AA4CA94}" dt="2019-08-01T18:09:46.133" v="3767" actId="478"/>
          <ac:spMkLst>
            <pc:docMk/>
            <pc:sldMk cId="0" sldId="257"/>
            <ac:spMk id="74" creationId="{A4F638E8-BD5B-46B0-BED9-5264E44EA79F}"/>
          </ac:spMkLst>
        </pc:spChg>
        <pc:spChg chg="add del mod">
          <ac:chgData name="McDonald, Sarah (sm9dv)" userId="9e8bfd15-d485-472e-bdd9-a28a60bbc615" providerId="ADAL" clId="{3D1FA2C6-1788-4533-B8AB-97184AA4CA94}" dt="2019-08-01T18:09:51.480" v="3770" actId="478"/>
          <ac:spMkLst>
            <pc:docMk/>
            <pc:sldMk cId="0" sldId="257"/>
            <ac:spMk id="75" creationId="{D0FC3D3B-A827-48AF-A485-09895EEF036F}"/>
          </ac:spMkLst>
        </pc:spChg>
        <pc:spChg chg="add del mod">
          <ac:chgData name="McDonald, Sarah (sm9dv)" userId="9e8bfd15-d485-472e-bdd9-a28a60bbc615" providerId="ADAL" clId="{3D1FA2C6-1788-4533-B8AB-97184AA4CA94}" dt="2019-08-01T18:09:50.857" v="3769" actId="478"/>
          <ac:spMkLst>
            <pc:docMk/>
            <pc:sldMk cId="0" sldId="257"/>
            <ac:spMk id="76" creationId="{943C3B22-8326-4820-B822-8E940823D93B}"/>
          </ac:spMkLst>
        </pc:spChg>
        <pc:picChg chg="add mod">
          <ac:chgData name="McDonald, Sarah (sm9dv)" userId="9e8bfd15-d485-472e-bdd9-a28a60bbc615" providerId="ADAL" clId="{3D1FA2C6-1788-4533-B8AB-97184AA4CA94}" dt="2019-08-01T18:36:03.700" v="5200" actId="1035"/>
          <ac:picMkLst>
            <pc:docMk/>
            <pc:sldMk cId="0" sldId="257"/>
            <ac:picMk id="10" creationId="{C945F42A-AA61-4A14-BEF9-AB7CB016CE33}"/>
          </ac:picMkLst>
        </pc:picChg>
        <pc:picChg chg="add mod">
          <ac:chgData name="McDonald, Sarah (sm9dv)" userId="9e8bfd15-d485-472e-bdd9-a28a60bbc615" providerId="ADAL" clId="{3D1FA2C6-1788-4533-B8AB-97184AA4CA94}" dt="2019-07-29T17:56:26.444" v="3489" actId="14100"/>
          <ac:picMkLst>
            <pc:docMk/>
            <pc:sldMk cId="0" sldId="257"/>
            <ac:picMk id="11" creationId="{07F7DDA3-C8AC-4E2E-9540-CBBAFD99404C}"/>
          </ac:picMkLst>
        </pc:picChg>
        <pc:picChg chg="add mod">
          <ac:chgData name="McDonald, Sarah (sm9dv)" userId="9e8bfd15-d485-472e-bdd9-a28a60bbc615" providerId="ADAL" clId="{3D1FA2C6-1788-4533-B8AB-97184AA4CA94}" dt="2019-08-01T18:36:09.164" v="5209" actId="1037"/>
          <ac:picMkLst>
            <pc:docMk/>
            <pc:sldMk cId="0" sldId="257"/>
            <ac:picMk id="12" creationId="{460834B8-6B7D-4DD9-A4E2-8DE26415420A}"/>
          </ac:picMkLst>
        </pc:picChg>
        <pc:picChg chg="add mod">
          <ac:chgData name="McDonald, Sarah (sm9dv)" userId="9e8bfd15-d485-472e-bdd9-a28a60bbc615" providerId="ADAL" clId="{3D1FA2C6-1788-4533-B8AB-97184AA4CA94}" dt="2019-07-29T17:56:39.975" v="3504" actId="14100"/>
          <ac:picMkLst>
            <pc:docMk/>
            <pc:sldMk cId="0" sldId="257"/>
            <ac:picMk id="13" creationId="{87F2CEFB-5426-49D9-8F12-5752702361B5}"/>
          </ac:picMkLst>
        </pc:picChg>
        <pc:picChg chg="add mod">
          <ac:chgData name="McDonald, Sarah (sm9dv)" userId="9e8bfd15-d485-472e-bdd9-a28a60bbc615" providerId="ADAL" clId="{3D1FA2C6-1788-4533-B8AB-97184AA4CA94}" dt="2019-08-01T18:36:16.020" v="5224" actId="1037"/>
          <ac:picMkLst>
            <pc:docMk/>
            <pc:sldMk cId="0" sldId="257"/>
            <ac:picMk id="14" creationId="{CAC6D4BA-A77B-4840-8323-DAEC96543469}"/>
          </ac:picMkLst>
        </pc:picChg>
        <pc:picChg chg="add mod">
          <ac:chgData name="McDonald, Sarah (sm9dv)" userId="9e8bfd15-d485-472e-bdd9-a28a60bbc615" providerId="ADAL" clId="{3D1FA2C6-1788-4533-B8AB-97184AA4CA94}" dt="2019-08-01T18:36:23.309" v="5233" actId="1037"/>
          <ac:picMkLst>
            <pc:docMk/>
            <pc:sldMk cId="0" sldId="257"/>
            <ac:picMk id="15" creationId="{274892E1-46A5-473A-8845-E49A450698B3}"/>
          </ac:picMkLst>
        </pc:picChg>
        <pc:picChg chg="add del mod">
          <ac:chgData name="McDonald, Sarah (sm9dv)" userId="9e8bfd15-d485-472e-bdd9-a28a60bbc615" providerId="ADAL" clId="{3D1FA2C6-1788-4533-B8AB-97184AA4CA94}" dt="2019-07-29T16:04:54.826" v="1875" actId="478"/>
          <ac:picMkLst>
            <pc:docMk/>
            <pc:sldMk cId="0" sldId="257"/>
            <ac:picMk id="1026" creationId="{4142CAB8-8E1E-4037-A4B3-44BDDC62A471}"/>
          </ac:picMkLst>
        </pc:picChg>
        <pc:picChg chg="add mod">
          <ac:chgData name="McDonald, Sarah (sm9dv)" userId="9e8bfd15-d485-472e-bdd9-a28a60bbc615" providerId="ADAL" clId="{3D1FA2C6-1788-4533-B8AB-97184AA4CA94}" dt="2019-08-01T18:37:00.420" v="5365" actId="1037"/>
          <ac:picMkLst>
            <pc:docMk/>
            <pc:sldMk cId="0" sldId="257"/>
            <ac:picMk id="1026" creationId="{47E50E5B-AC88-425A-8881-345F884C004F}"/>
          </ac:picMkLst>
        </pc:picChg>
        <pc:cxnChg chg="add mod">
          <ac:chgData name="McDonald, Sarah (sm9dv)" userId="9e8bfd15-d485-472e-bdd9-a28a60bbc615" providerId="ADAL" clId="{3D1FA2C6-1788-4533-B8AB-97184AA4CA94}" dt="2019-08-01T18:32:06.234" v="4843" actId="14100"/>
          <ac:cxnSpMkLst>
            <pc:docMk/>
            <pc:sldMk cId="0" sldId="257"/>
            <ac:cxnSpMk id="6" creationId="{4F32D667-4CE8-4028-B799-5524453D6F7C}"/>
          </ac:cxnSpMkLst>
        </pc:cxnChg>
        <pc:cxnChg chg="add del mod">
          <ac:chgData name="McDonald, Sarah (sm9dv)" userId="9e8bfd15-d485-472e-bdd9-a28a60bbc615" providerId="ADAL" clId="{3D1FA2C6-1788-4533-B8AB-97184AA4CA94}" dt="2019-07-29T15:29:34.560" v="1505" actId="478"/>
          <ac:cxnSpMkLst>
            <pc:docMk/>
            <pc:sldMk cId="0" sldId="257"/>
            <ac:cxnSpMk id="34" creationId="{DE59C5E9-3F34-41AE-883D-D44F1D499460}"/>
          </ac:cxnSpMkLst>
        </pc:cxnChg>
        <pc:cxnChg chg="add del">
          <ac:chgData name="McDonald, Sarah (sm9dv)" userId="9e8bfd15-d485-472e-bdd9-a28a60bbc615" providerId="ADAL" clId="{3D1FA2C6-1788-4533-B8AB-97184AA4CA94}" dt="2019-07-29T15:05:55.684" v="939"/>
          <ac:cxnSpMkLst>
            <pc:docMk/>
            <pc:sldMk cId="0" sldId="257"/>
            <ac:cxnSpMk id="37" creationId="{ECCB7615-1CE6-49DD-BCCD-8866074A86E5}"/>
          </ac:cxnSpMkLst>
        </pc:cxnChg>
        <pc:cxnChg chg="add del mod">
          <ac:chgData name="McDonald, Sarah (sm9dv)" userId="9e8bfd15-d485-472e-bdd9-a28a60bbc615" providerId="ADAL" clId="{3D1FA2C6-1788-4533-B8AB-97184AA4CA94}" dt="2019-08-01T18:26:08.669" v="4407" actId="478"/>
          <ac:cxnSpMkLst>
            <pc:docMk/>
            <pc:sldMk cId="0" sldId="257"/>
            <ac:cxnSpMk id="52" creationId="{BEA7807E-836C-4FB1-830A-70454942EA9C}"/>
          </ac:cxnSpMkLst>
        </pc:cxnChg>
        <pc:cxnChg chg="add del mod">
          <ac:chgData name="McDonald, Sarah (sm9dv)" userId="9e8bfd15-d485-472e-bdd9-a28a60bbc615" providerId="ADAL" clId="{3D1FA2C6-1788-4533-B8AB-97184AA4CA94}" dt="2019-08-01T18:26:11.317" v="4408" actId="478"/>
          <ac:cxnSpMkLst>
            <pc:docMk/>
            <pc:sldMk cId="0" sldId="257"/>
            <ac:cxnSpMk id="54" creationId="{8A10A447-4C5A-4AEC-9353-E49E1CA3F473}"/>
          </ac:cxnSpMkLst>
        </pc:cxnChg>
        <pc:cxnChg chg="add del mod">
          <ac:chgData name="McDonald, Sarah (sm9dv)" userId="9e8bfd15-d485-472e-bdd9-a28a60bbc615" providerId="ADAL" clId="{3D1FA2C6-1788-4533-B8AB-97184AA4CA94}" dt="2019-08-01T18:22:27.389" v="4190" actId="478"/>
          <ac:cxnSpMkLst>
            <pc:docMk/>
            <pc:sldMk cId="0" sldId="257"/>
            <ac:cxnSpMk id="57" creationId="{AA588B29-9D06-418E-AD2E-E5D16D5110D2}"/>
          </ac:cxnSpMkLst>
        </pc:cxnChg>
        <pc:cxnChg chg="add del mod">
          <ac:chgData name="McDonald, Sarah (sm9dv)" userId="9e8bfd15-d485-472e-bdd9-a28a60bbc615" providerId="ADAL" clId="{3D1FA2C6-1788-4533-B8AB-97184AA4CA94}" dt="2019-08-01T18:32:11.548" v="4844" actId="478"/>
          <ac:cxnSpMkLst>
            <pc:docMk/>
            <pc:sldMk cId="0" sldId="257"/>
            <ac:cxnSpMk id="59" creationId="{C0BF279B-9494-4A2C-9D7E-A1D059670D77}"/>
          </ac:cxnSpMkLst>
        </pc:cxnChg>
        <pc:cxnChg chg="add del mod">
          <ac:chgData name="McDonald, Sarah (sm9dv)" userId="9e8bfd15-d485-472e-bdd9-a28a60bbc615" providerId="ADAL" clId="{3D1FA2C6-1788-4533-B8AB-97184AA4CA94}" dt="2019-08-01T18:32:12.643" v="4845" actId="478"/>
          <ac:cxnSpMkLst>
            <pc:docMk/>
            <pc:sldMk cId="0" sldId="257"/>
            <ac:cxnSpMk id="62" creationId="{5585BBD3-9B0F-42BB-926B-0C896F8C6BE9}"/>
          </ac:cxnSpMkLst>
        </pc:cxnChg>
        <pc:cxnChg chg="add mod">
          <ac:chgData name="McDonald, Sarah (sm9dv)" userId="9e8bfd15-d485-472e-bdd9-a28a60bbc615" providerId="ADAL" clId="{3D1FA2C6-1788-4533-B8AB-97184AA4CA94}" dt="2019-08-01T18:32:29.437" v="4905" actId="1037"/>
          <ac:cxnSpMkLst>
            <pc:docMk/>
            <pc:sldMk cId="0" sldId="257"/>
            <ac:cxnSpMk id="63" creationId="{D58BE602-31DD-4442-9AF0-3A9E48BA126C}"/>
          </ac:cxnSpMkLst>
        </pc:cxnChg>
        <pc:cxnChg chg="add mod">
          <ac:chgData name="McDonald, Sarah (sm9dv)" userId="9e8bfd15-d485-472e-bdd9-a28a60bbc615" providerId="ADAL" clId="{3D1FA2C6-1788-4533-B8AB-97184AA4CA94}" dt="2019-08-01T18:32:46.765" v="4970" actId="1038"/>
          <ac:cxnSpMkLst>
            <pc:docMk/>
            <pc:sldMk cId="0" sldId="257"/>
            <ac:cxnSpMk id="64" creationId="{2B6F9674-924D-41D6-BB29-EEA259CF0BB8}"/>
          </ac:cxnSpMkLst>
        </pc:cxnChg>
        <pc:cxnChg chg="add del mod">
          <ac:chgData name="McDonald, Sarah (sm9dv)" userId="9e8bfd15-d485-472e-bdd9-a28a60bbc615" providerId="ADAL" clId="{3D1FA2C6-1788-4533-B8AB-97184AA4CA94}" dt="2019-07-29T15:31:16.554" v="1525" actId="478"/>
          <ac:cxnSpMkLst>
            <pc:docMk/>
            <pc:sldMk cId="0" sldId="257"/>
            <ac:cxnSpMk id="64" creationId="{2DB05D4D-96D3-4326-8EC7-17C47310F1DC}"/>
          </ac:cxnSpMkLst>
        </pc:cxnChg>
        <pc:cxnChg chg="add del mod">
          <ac:chgData name="McDonald, Sarah (sm9dv)" userId="9e8bfd15-d485-472e-bdd9-a28a60bbc615" providerId="ADAL" clId="{3D1FA2C6-1788-4533-B8AB-97184AA4CA94}" dt="2019-08-01T18:17:41.718" v="4097" actId="478"/>
          <ac:cxnSpMkLst>
            <pc:docMk/>
            <pc:sldMk cId="0" sldId="257"/>
            <ac:cxnSpMk id="65" creationId="{2FB898D1-3AE5-4BC9-8107-DC299CC23E4A}"/>
          </ac:cxnSpMkLst>
        </pc:cxnChg>
      </pc:sldChg>
    </pc:docChg>
  </pc:docChgLst>
  <pc:docChgLst>
    <pc:chgData name="McDonald, Sarah (sm9dv)" userId="S::sm9dv@virginia.edu::9e8bfd15-d485-472e-bdd9-a28a60bbc615" providerId="AD" clId="Web-{E097FD8D-DAE7-0CA0-A44F-9AF08684C15F}"/>
    <pc:docChg chg="modSld">
      <pc:chgData name="McDonald, Sarah (sm9dv)" userId="S::sm9dv@virginia.edu::9e8bfd15-d485-472e-bdd9-a28a60bbc615" providerId="AD" clId="Web-{E097FD8D-DAE7-0CA0-A44F-9AF08684C15F}" dt="2019-07-19T13:49:17.892" v="9" actId="14100"/>
      <pc:docMkLst>
        <pc:docMk/>
      </pc:docMkLst>
      <pc:sldChg chg="modSp">
        <pc:chgData name="McDonald, Sarah (sm9dv)" userId="S::sm9dv@virginia.edu::9e8bfd15-d485-472e-bdd9-a28a60bbc615" providerId="AD" clId="Web-{E097FD8D-DAE7-0CA0-A44F-9AF08684C15F}" dt="2019-07-19T13:49:17.892" v="9" actId="14100"/>
        <pc:sldMkLst>
          <pc:docMk/>
          <pc:sldMk cId="0" sldId="257"/>
        </pc:sldMkLst>
        <pc:spChg chg="mod">
          <ac:chgData name="McDonald, Sarah (sm9dv)" userId="S::sm9dv@virginia.edu::9e8bfd15-d485-472e-bdd9-a28a60bbc615" providerId="AD" clId="Web-{E097FD8D-DAE7-0CA0-A44F-9AF08684C15F}" dt="2019-07-19T13:49:17.892" v="9" actId="14100"/>
          <ac:spMkLst>
            <pc:docMk/>
            <pc:sldMk cId="0" sldId="257"/>
            <ac:spMk id="42" creationId="{00000000-0000-0000-0000-000000000000}"/>
          </ac:spMkLst>
        </pc:spChg>
      </pc:sldChg>
    </pc:docChg>
  </pc:docChgLst>
  <pc:docChgLst>
    <pc:chgData name="Raghav Sawhney" userId="5fd2584d-5822-4094-96f9-28484473c3bc" providerId="ADAL" clId="{F511F796-8B7C-405E-AF0A-9E775A5EE98D}"/>
    <pc:docChg chg="undo custSel modSld">
      <pc:chgData name="Raghav Sawhney" userId="5fd2584d-5822-4094-96f9-28484473c3bc" providerId="ADAL" clId="{F511F796-8B7C-405E-AF0A-9E775A5EE98D}" dt="2019-08-02T16:17:26.618" v="1697" actId="1076"/>
      <pc:docMkLst>
        <pc:docMk/>
      </pc:docMkLst>
      <pc:sldChg chg="addSp delSp modSp modNotesTx">
        <pc:chgData name="Raghav Sawhney" userId="5fd2584d-5822-4094-96f9-28484473c3bc" providerId="ADAL" clId="{F511F796-8B7C-405E-AF0A-9E775A5EE98D}" dt="2019-08-02T16:17:26.618" v="1697" actId="1076"/>
        <pc:sldMkLst>
          <pc:docMk/>
          <pc:sldMk cId="0" sldId="257"/>
        </pc:sldMkLst>
        <pc:spChg chg="add del mod">
          <ac:chgData name="Raghav Sawhney" userId="5fd2584d-5822-4094-96f9-28484473c3bc" providerId="ADAL" clId="{F511F796-8B7C-405E-AF0A-9E775A5EE98D}" dt="2019-08-02T15:07:53.127" v="20"/>
          <ac:spMkLst>
            <pc:docMk/>
            <pc:sldMk cId="0" sldId="257"/>
            <ac:spMk id="3" creationId="{F36277FA-5D4B-41D1-AFD2-CA7405E7994C}"/>
          </ac:spMkLst>
        </pc:spChg>
        <pc:spChg chg="add mod">
          <ac:chgData name="Raghav Sawhney" userId="5fd2584d-5822-4094-96f9-28484473c3bc" providerId="ADAL" clId="{F511F796-8B7C-405E-AF0A-9E775A5EE98D}" dt="2019-08-02T16:17:26.618" v="1697" actId="1076"/>
          <ac:spMkLst>
            <pc:docMk/>
            <pc:sldMk cId="0" sldId="257"/>
            <ac:spMk id="9" creationId="{3DBBD89B-61A6-4F41-AB22-EFB551A4C941}"/>
          </ac:spMkLst>
        </pc:spChg>
        <pc:spChg chg="add mod">
          <ac:chgData name="Raghav Sawhney" userId="5fd2584d-5822-4094-96f9-28484473c3bc" providerId="ADAL" clId="{F511F796-8B7C-405E-AF0A-9E775A5EE98D}" dt="2019-08-02T16:11:51.733" v="1688" actId="20577"/>
          <ac:spMkLst>
            <pc:docMk/>
            <pc:sldMk cId="0" sldId="257"/>
            <ac:spMk id="11" creationId="{9F265CFB-8687-4DB7-8C9D-30AE6673A246}"/>
          </ac:spMkLst>
        </pc:spChg>
        <pc:spChg chg="add del mod">
          <ac:chgData name="Raghav Sawhney" userId="5fd2584d-5822-4094-96f9-28484473c3bc" providerId="ADAL" clId="{F511F796-8B7C-405E-AF0A-9E775A5EE98D}" dt="2019-08-02T16:14:16.781" v="1692" actId="478"/>
          <ac:spMkLst>
            <pc:docMk/>
            <pc:sldMk cId="0" sldId="257"/>
            <ac:spMk id="13" creationId="{5FC36DA0-32B0-4A3D-B7D4-49071FFCA3AD}"/>
          </ac:spMkLst>
        </pc:spChg>
        <pc:spChg chg="mod">
          <ac:chgData name="Raghav Sawhney" userId="5fd2584d-5822-4094-96f9-28484473c3bc" providerId="ADAL" clId="{F511F796-8B7C-405E-AF0A-9E775A5EE98D}" dt="2019-08-02T15:19:54.776" v="197" actId="1076"/>
          <ac:spMkLst>
            <pc:docMk/>
            <pc:sldMk cId="0" sldId="257"/>
            <ac:spMk id="19" creationId="{73B05F23-2050-4E74-A3DA-38906270E408}"/>
          </ac:spMkLst>
        </pc:spChg>
        <pc:spChg chg="mod">
          <ac:chgData name="Raghav Sawhney" userId="5fd2584d-5822-4094-96f9-28484473c3bc" providerId="ADAL" clId="{F511F796-8B7C-405E-AF0A-9E775A5EE98D}" dt="2019-08-02T15:19:58.589" v="198" actId="1076"/>
          <ac:spMkLst>
            <pc:docMk/>
            <pc:sldMk cId="0" sldId="257"/>
            <ac:spMk id="23" creationId="{06C92CBC-7ADE-40DD-B545-0554C75852DE}"/>
          </ac:spMkLst>
        </pc:spChg>
        <pc:spChg chg="mod">
          <ac:chgData name="Raghav Sawhney" userId="5fd2584d-5822-4094-96f9-28484473c3bc" providerId="ADAL" clId="{F511F796-8B7C-405E-AF0A-9E775A5EE98D}" dt="2019-08-02T15:09:43.529" v="174" actId="20577"/>
          <ac:spMkLst>
            <pc:docMk/>
            <pc:sldMk cId="0" sldId="257"/>
            <ac:spMk id="42" creationId="{00000000-0000-0000-0000-000000000000}"/>
          </ac:spMkLst>
        </pc:spChg>
        <pc:spChg chg="mod">
          <ac:chgData name="Raghav Sawhney" userId="5fd2584d-5822-4094-96f9-28484473c3bc" providerId="ADAL" clId="{F511F796-8B7C-405E-AF0A-9E775A5EE98D}" dt="2019-08-02T16:10:35.547" v="1680" actId="1076"/>
          <ac:spMkLst>
            <pc:docMk/>
            <pc:sldMk cId="0" sldId="257"/>
            <ac:spMk id="58" creationId="{285CEDBB-516F-482C-A5A1-C39ACE04904E}"/>
          </ac:spMkLst>
        </pc:spChg>
        <pc:spChg chg="mod">
          <ac:chgData name="Raghav Sawhney" userId="5fd2584d-5822-4094-96f9-28484473c3bc" providerId="ADAL" clId="{F511F796-8B7C-405E-AF0A-9E775A5EE98D}" dt="2019-08-02T15:07:37.922" v="15" actId="1076"/>
          <ac:spMkLst>
            <pc:docMk/>
            <pc:sldMk cId="0" sldId="257"/>
            <ac:spMk id="60" creationId="{4DFB0A5E-12BC-42B3-8292-E5F017116AE1}"/>
          </ac:spMkLst>
        </pc:spChg>
        <pc:spChg chg="mod">
          <ac:chgData name="Raghav Sawhney" userId="5fd2584d-5822-4094-96f9-28484473c3bc" providerId="ADAL" clId="{F511F796-8B7C-405E-AF0A-9E775A5EE98D}" dt="2019-08-02T15:19:52.094" v="196" actId="1076"/>
          <ac:spMkLst>
            <pc:docMk/>
            <pc:sldMk cId="0" sldId="257"/>
            <ac:spMk id="61" creationId="{FC88CA03-4AD4-4EF3-A2BF-AC123D899CB3}"/>
          </ac:spMkLst>
        </pc:spChg>
        <pc:picChg chg="add mod">
          <ac:chgData name="Raghav Sawhney" userId="5fd2584d-5822-4094-96f9-28484473c3bc" providerId="ADAL" clId="{F511F796-8B7C-405E-AF0A-9E775A5EE98D}" dt="2019-08-02T15:56:56.632" v="1143" actId="1076"/>
          <ac:picMkLst>
            <pc:docMk/>
            <pc:sldMk cId="0" sldId="257"/>
            <ac:picMk id="4" creationId="{CABE0DDE-2031-442A-A39D-D71924A2FF32}"/>
          </ac:picMkLst>
        </pc:picChg>
        <pc:picChg chg="add mod">
          <ac:chgData name="Raghav Sawhney" userId="5fd2584d-5822-4094-96f9-28484473c3bc" providerId="ADAL" clId="{F511F796-8B7C-405E-AF0A-9E775A5EE98D}" dt="2019-08-02T15:57:13.526" v="1146" actId="1076"/>
          <ac:picMkLst>
            <pc:docMk/>
            <pc:sldMk cId="0" sldId="257"/>
            <ac:picMk id="5" creationId="{25E86BE9-76CC-40C2-B5C2-A2E0FF3F4288}"/>
          </ac:picMkLst>
        </pc:picChg>
        <pc:picChg chg="add mod">
          <ac:chgData name="Raghav Sawhney" userId="5fd2584d-5822-4094-96f9-28484473c3bc" providerId="ADAL" clId="{F511F796-8B7C-405E-AF0A-9E775A5EE98D}" dt="2019-08-02T15:56:49.425" v="1140" actId="1076"/>
          <ac:picMkLst>
            <pc:docMk/>
            <pc:sldMk cId="0" sldId="257"/>
            <ac:picMk id="8" creationId="{6275F900-246E-46A4-9F08-A964AC3B93B4}"/>
          </ac:picMkLst>
        </pc:picChg>
        <pc:picChg chg="mod">
          <ac:chgData name="Raghav Sawhney" userId="5fd2584d-5822-4094-96f9-28484473c3bc" providerId="ADAL" clId="{F511F796-8B7C-405E-AF0A-9E775A5EE98D}" dt="2019-08-02T15:11:57.871" v="177" actId="14100"/>
          <ac:picMkLst>
            <pc:docMk/>
            <pc:sldMk cId="0" sldId="257"/>
            <ac:picMk id="10" creationId="{C945F42A-AA61-4A14-BEF9-AB7CB016CE33}"/>
          </ac:picMkLst>
        </pc:picChg>
        <pc:picChg chg="mod">
          <ac:chgData name="Raghav Sawhney" userId="5fd2584d-5822-4094-96f9-28484473c3bc" providerId="ADAL" clId="{F511F796-8B7C-405E-AF0A-9E775A5EE98D}" dt="2019-08-02T15:20:31.920" v="200" actId="1076"/>
          <ac:picMkLst>
            <pc:docMk/>
            <pc:sldMk cId="0" sldId="257"/>
            <ac:picMk id="15" creationId="{274892E1-46A5-473A-8845-E49A450698B3}"/>
          </ac:picMkLst>
        </pc:picChg>
        <pc:picChg chg="mod">
          <ac:chgData name="Raghav Sawhney" userId="5fd2584d-5822-4094-96f9-28484473c3bc" providerId="ADAL" clId="{F511F796-8B7C-405E-AF0A-9E775A5EE98D}" dt="2019-08-02T15:01:58.998" v="13" actId="14100"/>
          <ac:picMkLst>
            <pc:docMk/>
            <pc:sldMk cId="0" sldId="257"/>
            <ac:picMk id="1026" creationId="{47E50E5B-AC88-425A-8881-345F884C004F}"/>
          </ac:picMkLst>
        </pc:picChg>
      </pc:sldChg>
    </pc:docChg>
  </pc:docChgLst>
  <pc:docChgLst>
    <pc:chgData name="McDonald, Sarah (sm9dv)" userId="S::sm9dv@virginia.edu::9e8bfd15-d485-472e-bdd9-a28a60bbc615" providerId="AD" clId="Web-{4182A27A-F7E5-AD74-2E24-18A65AC76242}"/>
    <pc:docChg chg="modSld">
      <pc:chgData name="McDonald, Sarah (sm9dv)" userId="S::sm9dv@virginia.edu::9e8bfd15-d485-472e-bdd9-a28a60bbc615" providerId="AD" clId="Web-{4182A27A-F7E5-AD74-2E24-18A65AC76242}" dt="2019-07-29T14:10:33.456" v="240" actId="14100"/>
      <pc:docMkLst>
        <pc:docMk/>
      </pc:docMkLst>
      <pc:sldChg chg="addSp delSp modSp">
        <pc:chgData name="McDonald, Sarah (sm9dv)" userId="S::sm9dv@virginia.edu::9e8bfd15-d485-472e-bdd9-a28a60bbc615" providerId="AD" clId="Web-{4182A27A-F7E5-AD74-2E24-18A65AC76242}" dt="2019-07-29T14:10:33.456" v="240" actId="14100"/>
        <pc:sldMkLst>
          <pc:docMk/>
          <pc:sldMk cId="0" sldId="257"/>
        </pc:sldMkLst>
        <pc:spChg chg="add del mod">
          <ac:chgData name="McDonald, Sarah (sm9dv)" userId="S::sm9dv@virginia.edu::9e8bfd15-d485-472e-bdd9-a28a60bbc615" providerId="AD" clId="Web-{4182A27A-F7E5-AD74-2E24-18A65AC76242}" dt="2019-07-29T14:03:48.467" v="73"/>
          <ac:spMkLst>
            <pc:docMk/>
            <pc:sldMk cId="0" sldId="257"/>
            <ac:spMk id="2" creationId="{BED2837A-24AF-4EEA-89E7-FD6B2A1D786E}"/>
          </ac:spMkLst>
        </pc:spChg>
        <pc:spChg chg="del">
          <ac:chgData name="McDonald, Sarah (sm9dv)" userId="S::sm9dv@virginia.edu::9e8bfd15-d485-472e-bdd9-a28a60bbc615" providerId="AD" clId="Web-{4182A27A-F7E5-AD74-2E24-18A65AC76242}" dt="2019-07-29T14:05:29.515" v="125"/>
          <ac:spMkLst>
            <pc:docMk/>
            <pc:sldMk cId="0" sldId="257"/>
            <ac:spMk id="14" creationId="{E8088F45-26A2-4B7A-B694-A60E3682DABC}"/>
          </ac:spMkLst>
        </pc:spChg>
        <pc:spChg chg="del mod">
          <ac:chgData name="McDonald, Sarah (sm9dv)" userId="S::sm9dv@virginia.edu::9e8bfd15-d485-472e-bdd9-a28a60bbc615" providerId="AD" clId="Web-{4182A27A-F7E5-AD74-2E24-18A65AC76242}" dt="2019-07-29T14:05:35.187" v="130"/>
          <ac:spMkLst>
            <pc:docMk/>
            <pc:sldMk cId="0" sldId="257"/>
            <ac:spMk id="15" creationId="{26A0171D-962D-42BB-A9AC-086B0F2A8CDB}"/>
          </ac:spMkLst>
        </pc:spChg>
        <pc:spChg chg="add mod">
          <ac:chgData name="McDonald, Sarah (sm9dv)" userId="S::sm9dv@virginia.edu::9e8bfd15-d485-472e-bdd9-a28a60bbc615" providerId="AD" clId="Web-{4182A27A-F7E5-AD74-2E24-18A65AC76242}" dt="2019-07-29T14:09:04.611" v="211" actId="1076"/>
          <ac:spMkLst>
            <pc:docMk/>
            <pc:sldMk cId="0" sldId="257"/>
            <ac:spMk id="17" creationId="{74CD354F-525C-485D-8B7D-4D6F05B2101D}"/>
          </ac:spMkLst>
        </pc:spChg>
        <pc:spChg chg="add mod">
          <ac:chgData name="McDonald, Sarah (sm9dv)" userId="S::sm9dv@virginia.edu::9e8bfd15-d485-472e-bdd9-a28a60bbc615" providerId="AD" clId="Web-{4182A27A-F7E5-AD74-2E24-18A65AC76242}" dt="2019-07-29T14:07:33.266" v="155" actId="1076"/>
          <ac:spMkLst>
            <pc:docMk/>
            <pc:sldMk cId="0" sldId="257"/>
            <ac:spMk id="18" creationId="{9CC3F763-258D-4603-801F-E6054035292B}"/>
          </ac:spMkLst>
        </pc:spChg>
        <pc:spChg chg="add del mod">
          <ac:chgData name="McDonald, Sarah (sm9dv)" userId="S::sm9dv@virginia.edu::9e8bfd15-d485-472e-bdd9-a28a60bbc615" providerId="AD" clId="Web-{4182A27A-F7E5-AD74-2E24-18A65AC76242}" dt="2019-07-29T14:07:17.110" v="144"/>
          <ac:spMkLst>
            <pc:docMk/>
            <pc:sldMk cId="0" sldId="257"/>
            <ac:spMk id="19" creationId="{ABDDEFE1-BDC0-4A45-9191-50FE8036C146}"/>
          </ac:spMkLst>
        </pc:spChg>
        <pc:spChg chg="add mod">
          <ac:chgData name="McDonald, Sarah (sm9dv)" userId="S::sm9dv@virginia.edu::9e8bfd15-d485-472e-bdd9-a28a60bbc615" providerId="AD" clId="Web-{4182A27A-F7E5-AD74-2E24-18A65AC76242}" dt="2019-07-29T14:10:07.190" v="212" actId="1076"/>
          <ac:spMkLst>
            <pc:docMk/>
            <pc:sldMk cId="0" sldId="257"/>
            <ac:spMk id="20" creationId="{1E79377F-704B-4B57-A75D-4939DC4FFC5C}"/>
          </ac:spMkLst>
        </pc:spChg>
        <pc:spChg chg="add mod">
          <ac:chgData name="McDonald, Sarah (sm9dv)" userId="S::sm9dv@virginia.edu::9e8bfd15-d485-472e-bdd9-a28a60bbc615" providerId="AD" clId="Web-{4182A27A-F7E5-AD74-2E24-18A65AC76242}" dt="2019-07-29T14:10:33.456" v="240" actId="14100"/>
          <ac:spMkLst>
            <pc:docMk/>
            <pc:sldMk cId="0" sldId="257"/>
            <ac:spMk id="21" creationId="{B3F5E9D9-A1DC-45C0-83D8-202BFF49BE2C}"/>
          </ac:spMkLst>
        </pc:spChg>
        <pc:spChg chg="mod">
          <ac:chgData name="McDonald, Sarah (sm9dv)" userId="S::sm9dv@virginia.edu::9e8bfd15-d485-472e-bdd9-a28a60bbc615" providerId="AD" clId="Web-{4182A27A-F7E5-AD74-2E24-18A65AC76242}" dt="2019-07-29T14:08:44.376" v="196" actId="1076"/>
          <ac:spMkLst>
            <pc:docMk/>
            <pc:sldMk cId="0" sldId="257"/>
            <ac:spMk id="43" creationId="{00000000-0000-0000-0000-000000000000}"/>
          </ac:spMkLst>
        </pc:spChg>
        <pc:spChg chg="mod">
          <ac:chgData name="McDonald, Sarah (sm9dv)" userId="S::sm9dv@virginia.edu::9e8bfd15-d485-472e-bdd9-a28a60bbc615" providerId="AD" clId="Web-{4182A27A-F7E5-AD74-2E24-18A65AC76242}" dt="2019-07-29T14:08:46.955" v="197" actId="1076"/>
          <ac:spMkLst>
            <pc:docMk/>
            <pc:sldMk cId="0" sldId="257"/>
            <ac:spMk id="44" creationId="{00000000-0000-0000-0000-000000000000}"/>
          </ac:spMkLst>
        </pc:spChg>
        <pc:spChg chg="mod">
          <ac:chgData name="McDonald, Sarah (sm9dv)" userId="S::sm9dv@virginia.edu::9e8bfd15-d485-472e-bdd9-a28a60bbc615" providerId="AD" clId="Web-{4182A27A-F7E5-AD74-2E24-18A65AC76242}" dt="2019-07-29T14:08:49.767" v="198" actId="1076"/>
          <ac:spMkLst>
            <pc:docMk/>
            <pc:sldMk cId="0" sldId="257"/>
            <ac:spMk id="45" creationId="{00000000-0000-0000-0000-000000000000}"/>
          </ac:spMkLst>
        </pc:spChg>
        <pc:spChg chg="mod">
          <ac:chgData name="McDonald, Sarah (sm9dv)" userId="S::sm9dv@virginia.edu::9e8bfd15-d485-472e-bdd9-a28a60bbc615" providerId="AD" clId="Web-{4182A27A-F7E5-AD74-2E24-18A65AC76242}" dt="2019-07-29T14:08:39.126" v="195" actId="1076"/>
          <ac:spMkLst>
            <pc:docMk/>
            <pc:sldMk cId="0" sldId="257"/>
            <ac:spMk id="46" creationId="{00000000-0000-0000-0000-000000000000}"/>
          </ac:spMkLst>
        </pc:spChg>
        <pc:spChg chg="mod">
          <ac:chgData name="McDonald, Sarah (sm9dv)" userId="S::sm9dv@virginia.edu::9e8bfd15-d485-472e-bdd9-a28a60bbc615" providerId="AD" clId="Web-{4182A27A-F7E5-AD74-2E24-18A65AC76242}" dt="2019-07-29T14:06:20.656" v="134" actId="1076"/>
          <ac:spMkLst>
            <pc:docMk/>
            <pc:sldMk cId="0" sldId="257"/>
            <ac:spMk id="52" creationId="{00000000-0000-0000-0000-000000000000}"/>
          </ac:spMkLst>
        </pc:spChg>
      </pc:sldChg>
    </pc:docChg>
  </pc:docChgLst>
  <pc:docChgLst>
    <pc:chgData name="Sawhney, Raghav (rs7te)" userId="S::rs7te@virginia.edu::5fd2584d-5822-4094-96f9-28484473c3bc" providerId="AD" clId="Web-{998357BE-7898-28EB-7295-26EC4E550263}"/>
    <pc:docChg chg="modSld">
      <pc:chgData name="Sawhney, Raghav (rs7te)" userId="S::rs7te@virginia.edu::5fd2584d-5822-4094-96f9-28484473c3bc" providerId="AD" clId="Web-{998357BE-7898-28EB-7295-26EC4E550263}" dt="2019-08-02T14:53:44.668" v="0" actId="1076"/>
      <pc:docMkLst>
        <pc:docMk/>
      </pc:docMkLst>
      <pc:sldChg chg="modSp">
        <pc:chgData name="Sawhney, Raghav (rs7te)" userId="S::rs7te@virginia.edu::5fd2584d-5822-4094-96f9-28484473c3bc" providerId="AD" clId="Web-{998357BE-7898-28EB-7295-26EC4E550263}" dt="2019-08-02T14:53:44.668" v="0" actId="1076"/>
        <pc:sldMkLst>
          <pc:docMk/>
          <pc:sldMk cId="0" sldId="257"/>
        </pc:sldMkLst>
        <pc:picChg chg="mod">
          <ac:chgData name="Sawhney, Raghav (rs7te)" userId="S::rs7te@virginia.edu::5fd2584d-5822-4094-96f9-28484473c3bc" providerId="AD" clId="Web-{998357BE-7898-28EB-7295-26EC4E550263}" dt="2019-08-02T14:53:44.668" v="0" actId="1076"/>
          <ac:picMkLst>
            <pc:docMk/>
            <pc:sldMk cId="0" sldId="257"/>
            <ac:picMk id="1026" creationId="{47E50E5B-AC88-425A-8881-345F884C004F}"/>
          </ac:picMkLst>
        </pc:picChg>
      </pc:sldChg>
    </pc:docChg>
  </pc:docChgLst>
  <pc:docChgLst>
    <pc:chgData name="Savchyn, Kateryna (ks6pn)" userId="S::ks6pn@virginia.edu::f2b13eca-cc72-43ed-8a7d-4002d429b3ab" providerId="AD" clId="Web-{C331ACB6-731D-46E6-2AB5-146969D6DCB4}"/>
    <pc:docChg chg="modSld">
      <pc:chgData name="Savchyn, Kateryna (ks6pn)" userId="S::ks6pn@virginia.edu::f2b13eca-cc72-43ed-8a7d-4002d429b3ab" providerId="AD" clId="Web-{C331ACB6-731D-46E6-2AB5-146969D6DCB4}" dt="2019-07-22T18:26:33.334" v="3" actId="1076"/>
      <pc:docMkLst>
        <pc:docMk/>
      </pc:docMkLst>
      <pc:sldChg chg="modSp">
        <pc:chgData name="Savchyn, Kateryna (ks6pn)" userId="S::ks6pn@virginia.edu::f2b13eca-cc72-43ed-8a7d-4002d429b3ab" providerId="AD" clId="Web-{C331ACB6-731D-46E6-2AB5-146969D6DCB4}" dt="2019-07-22T18:26:33.334" v="3" actId="1076"/>
        <pc:sldMkLst>
          <pc:docMk/>
          <pc:sldMk cId="0" sldId="257"/>
        </pc:sldMkLst>
        <pc:spChg chg="mod">
          <ac:chgData name="Savchyn, Kateryna (ks6pn)" userId="S::ks6pn@virginia.edu::f2b13eca-cc72-43ed-8a7d-4002d429b3ab" providerId="AD" clId="Web-{C331ACB6-731D-46E6-2AB5-146969D6DCB4}" dt="2019-07-22T18:26:33.334" v="3" actId="1076"/>
          <ac:spMkLst>
            <pc:docMk/>
            <pc:sldMk cId="0" sldId="257"/>
            <ac:spMk id="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dirty="0"/>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OF RESEARCH STUDY in 54 pt"/>
          <p:cNvSpPr txBox="1"/>
          <p:nvPr/>
        </p:nvSpPr>
        <p:spPr>
          <a:xfrm>
            <a:off x="1079106" y="792938"/>
            <a:ext cx="13714024" cy="18928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b="1" dirty="0"/>
              <a:t>Broadband Data Validation: Comparing US Broadband Coverage </a:t>
            </a:r>
            <a:endParaRPr lang="en-US" dirty="0"/>
          </a:p>
        </p:txBody>
      </p:sp>
      <p:sp>
        <p:nvSpPr>
          <p:cNvPr id="44" name="Body Text - Franklin Gothic Book - 22"/>
          <p:cNvSpPr txBox="1"/>
          <p:nvPr/>
        </p:nvSpPr>
        <p:spPr>
          <a:xfrm>
            <a:off x="934997" y="4411187"/>
            <a:ext cx="20083580" cy="2262158"/>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dirty="0"/>
              <a:t>The broad purpose of this project explores whether broadband development affects rural prosperity, as measured by changes in property values and quality of life indicators in rural communities. The first component of the project conducted a </a:t>
            </a:r>
            <a:r>
              <a:rPr lang="en-US" dirty="0">
                <a:solidFill>
                  <a:srgbClr val="F37C20"/>
                </a:solidFill>
              </a:rPr>
              <a:t>comprehensive literature review of value modeling </a:t>
            </a:r>
            <a:r>
              <a:rPr lang="en-US" dirty="0"/>
              <a:t>consisting of factors other than broadband that shape property values. We found relevant environmental, neighborhood, structural, and locational attributes that influence property prices. The second component of this project explores methods of </a:t>
            </a:r>
            <a:r>
              <a:rPr lang="en-US" dirty="0">
                <a:solidFill>
                  <a:srgbClr val="F37C20"/>
                </a:solidFill>
              </a:rPr>
              <a:t>validating Federal Communications Commission (FCC) broadband data</a:t>
            </a:r>
            <a:r>
              <a:rPr lang="en-US" dirty="0"/>
              <a:t>. Following the Consolidated Appropriations Act, the United States Department of Agriculture (USDA) created the </a:t>
            </a:r>
            <a:r>
              <a:rPr lang="en-US" dirty="0" err="1"/>
              <a:t>ReConnect</a:t>
            </a:r>
            <a:r>
              <a:rPr lang="en-US" dirty="0"/>
              <a:t> Program, which provided $600 million in loans and grants for broadband improvement in rural areas.  The FCC provides data on broadband, FCC Form 477, which informs broadband funding policies, but has known limitations. </a:t>
            </a:r>
            <a:endParaRPr lang="en-US" sz="2400" dirty="0">
              <a:latin typeface="Garamond" panose="02020404030301010803" pitchFamily="18" charset="0"/>
            </a:endParaRPr>
          </a:p>
        </p:txBody>
      </p:sp>
      <p:sp>
        <p:nvSpPr>
          <p:cNvPr id="51" name="Your Name, Graduate Student Name, Post Doc Name, Advisor…"/>
          <p:cNvSpPr txBox="1"/>
          <p:nvPr/>
        </p:nvSpPr>
        <p:spPr>
          <a:xfrm>
            <a:off x="1045930" y="2390135"/>
            <a:ext cx="12448921" cy="1150251"/>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none" lIns="114300" tIns="114300" rIns="114300" bIns="114300" anchor="ctr">
            <a:spAutoFit/>
          </a:bodyPr>
          <a:lstStyle/>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b="0" dirty="0">
                <a:latin typeface="ITC Franklin Gothic Std Book"/>
                <a:cs typeface="ITC Franklin Gothic Std Book"/>
              </a:rPr>
              <a:t>Kat </a:t>
            </a:r>
            <a:r>
              <a:rPr lang="en-US" b="0" dirty="0" err="1">
                <a:latin typeface="ITC Franklin Gothic Std Book"/>
                <a:cs typeface="ITC Franklin Gothic Std Book"/>
              </a:rPr>
              <a:t>Savchyn</a:t>
            </a:r>
            <a:r>
              <a:rPr lang="en-US" b="0" dirty="0">
                <a:latin typeface="ITC Franklin Gothic Std Book"/>
                <a:cs typeface="ITC Franklin Gothic Std Book"/>
              </a:rPr>
              <a:t> (Georgetown University), Sarah McDonald (Marymount University), Raghav Sawhney (Virginia Tech)​</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b="0" dirty="0" err="1">
                <a:latin typeface="ITC Franklin Gothic Std Book"/>
                <a:cs typeface="ITC Franklin Gothic Std Book"/>
              </a:rPr>
              <a:t>Teja</a:t>
            </a:r>
            <a:r>
              <a:rPr lang="en-US" b="0" dirty="0">
                <a:latin typeface="ITC Franklin Gothic Std Book"/>
                <a:cs typeface="ITC Franklin Gothic Std Book"/>
              </a:rPr>
              <a:t> </a:t>
            </a:r>
            <a:r>
              <a:rPr lang="en-US" b="0" dirty="0" err="1">
                <a:latin typeface="ITC Franklin Gothic Std Book"/>
                <a:cs typeface="ITC Franklin Gothic Std Book"/>
              </a:rPr>
              <a:t>Pristavec</a:t>
            </a:r>
            <a:r>
              <a:rPr lang="en-US" b="0" dirty="0">
                <a:latin typeface="ITC Franklin Gothic Std Book"/>
                <a:cs typeface="ITC Franklin Gothic Std Book"/>
              </a:rPr>
              <a:t>, Josh Goldstein, Stephanie Shipp (SDAD)</a:t>
            </a:r>
            <a:endParaRPr b="0" dirty="0">
              <a:latin typeface="ITC Franklin Gothic Std Book"/>
              <a:cs typeface="ITC Franklin Gothic Std Book"/>
            </a:endParaRP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934997" y="3867329"/>
            <a:ext cx="9930299"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932232" y="11105204"/>
            <a:ext cx="7281692"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973097" y="6710001"/>
            <a:ext cx="2516050"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939642" y="13851322"/>
            <a:ext cx="17173426"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Findings</a:t>
            </a:r>
          </a:p>
        </p:txBody>
      </p:sp>
      <p:sp>
        <p:nvSpPr>
          <p:cNvPr id="22" name="TITLE OF RESEARCH STUDY in 54 pt">
            <a:extLst>
              <a:ext uri="{FF2B5EF4-FFF2-40B4-BE49-F238E27FC236}">
                <a16:creationId xmlns:a16="http://schemas.microsoft.com/office/drawing/2014/main" id="{0461344F-321A-465F-8A07-3AA951846011}"/>
              </a:ext>
            </a:extLst>
          </p:cNvPr>
          <p:cNvSpPr txBox="1"/>
          <p:nvPr/>
        </p:nvSpPr>
        <p:spPr>
          <a:xfrm>
            <a:off x="13730827" y="3780399"/>
            <a:ext cx="7408248"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Social &amp; Decision Analytics Division</a:t>
            </a:r>
          </a:p>
        </p:txBody>
      </p:sp>
      <p:cxnSp>
        <p:nvCxnSpPr>
          <p:cNvPr id="6" name="Straight Connector 5">
            <a:extLst>
              <a:ext uri="{FF2B5EF4-FFF2-40B4-BE49-F238E27FC236}">
                <a16:creationId xmlns:a16="http://schemas.microsoft.com/office/drawing/2014/main" id="{4F32D667-4CE8-4028-B799-5524453D6F7C}"/>
              </a:ext>
            </a:extLst>
          </p:cNvPr>
          <p:cNvCxnSpPr>
            <a:cxnSpLocks/>
          </p:cNvCxnSpPr>
          <p:nvPr/>
        </p:nvCxnSpPr>
        <p:spPr>
          <a:xfrm>
            <a:off x="5962315" y="6934010"/>
            <a:ext cx="0" cy="4024959"/>
          </a:xfrm>
          <a:prstGeom prst="line">
            <a:avLst/>
          </a:prstGeom>
          <a:noFill/>
          <a:ln w="381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7" name="Rectangle 6">
            <a:extLst>
              <a:ext uri="{FF2B5EF4-FFF2-40B4-BE49-F238E27FC236}">
                <a16:creationId xmlns:a16="http://schemas.microsoft.com/office/drawing/2014/main" id="{6714257F-B779-41E0-BAA1-C1025B0C6069}"/>
              </a:ext>
            </a:extLst>
          </p:cNvPr>
          <p:cNvSpPr/>
          <p:nvPr/>
        </p:nvSpPr>
        <p:spPr>
          <a:xfrm>
            <a:off x="6209879" y="6859534"/>
            <a:ext cx="4536972"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American Community Survey (ACS)</a:t>
            </a:r>
          </a:p>
        </p:txBody>
      </p:sp>
      <p:sp>
        <p:nvSpPr>
          <p:cNvPr id="32" name="Rectangle 31">
            <a:extLst>
              <a:ext uri="{FF2B5EF4-FFF2-40B4-BE49-F238E27FC236}">
                <a16:creationId xmlns:a16="http://schemas.microsoft.com/office/drawing/2014/main" id="{BBB23DA8-5C34-40A5-96A3-9649E338B465}"/>
              </a:ext>
            </a:extLst>
          </p:cNvPr>
          <p:cNvSpPr/>
          <p:nvPr/>
        </p:nvSpPr>
        <p:spPr>
          <a:xfrm>
            <a:off x="12336562" y="6836625"/>
            <a:ext cx="2172673"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err="1">
                <a:ln>
                  <a:noFill/>
                </a:ln>
                <a:solidFill>
                  <a:srgbClr val="FFFFFF"/>
                </a:solidFill>
                <a:effectLst/>
                <a:uFillTx/>
                <a:latin typeface="Franklin Gothic Demi" panose="020B0703020102020204" pitchFamily="34" charset="0"/>
                <a:ea typeface="+mn-ea"/>
                <a:cs typeface="+mn-cs"/>
                <a:sym typeface="Helvetica Neue Medium"/>
              </a:rPr>
              <a:t>BroadbandNow</a:t>
            </a:r>
            <a:endPar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38" name="Rectangle 37">
            <a:extLst>
              <a:ext uri="{FF2B5EF4-FFF2-40B4-BE49-F238E27FC236}">
                <a16:creationId xmlns:a16="http://schemas.microsoft.com/office/drawing/2014/main" id="{3DEE275F-9D74-4B21-8785-244C72D4006F}"/>
              </a:ext>
            </a:extLst>
          </p:cNvPr>
          <p:cNvSpPr/>
          <p:nvPr/>
        </p:nvSpPr>
        <p:spPr>
          <a:xfrm>
            <a:off x="2536744" y="6846576"/>
            <a:ext cx="2163376"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973097" y="24167872"/>
            <a:ext cx="6378217"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6791744" y="26676824"/>
            <a:ext cx="3691666" cy="366077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3" name="TextBox 22">
            <a:extLst>
              <a:ext uri="{FF2B5EF4-FFF2-40B4-BE49-F238E27FC236}">
                <a16:creationId xmlns:a16="http://schemas.microsoft.com/office/drawing/2014/main" id="{06C92CBC-7ADE-40DD-B545-0554C75852DE}"/>
              </a:ext>
            </a:extLst>
          </p:cNvPr>
          <p:cNvSpPr txBox="1"/>
          <p:nvPr/>
        </p:nvSpPr>
        <p:spPr>
          <a:xfrm>
            <a:off x="17783693" y="27743541"/>
            <a:ext cx="1761302" cy="15273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4400" b="1" i="0" u="none" strike="noStrike" cap="none" spc="0" normalizeH="0" baseline="0" dirty="0">
                <a:ln>
                  <a:noFill/>
                </a:ln>
                <a:solidFill>
                  <a:schemeClr val="bg1"/>
                </a:solidFill>
                <a:effectLst/>
                <a:uFillTx/>
                <a:latin typeface="Helvetica Neue"/>
                <a:ea typeface="Helvetica Neue"/>
                <a:cs typeface="Helvetica Neue"/>
                <a:sym typeface="Helvetica Neue"/>
              </a:rPr>
              <a:t>QR code</a:t>
            </a:r>
          </a:p>
        </p:txBody>
      </p:sp>
      <p:sp>
        <p:nvSpPr>
          <p:cNvPr id="61" name="TITLE OF RESEARCH STUDY in 54 pt">
            <a:extLst>
              <a:ext uri="{FF2B5EF4-FFF2-40B4-BE49-F238E27FC236}">
                <a16:creationId xmlns:a16="http://schemas.microsoft.com/office/drawing/2014/main" id="{FC88CA03-4AD4-4EF3-A2BF-AC123D899CB3}"/>
              </a:ext>
            </a:extLst>
          </p:cNvPr>
          <p:cNvSpPr txBox="1"/>
          <p:nvPr/>
        </p:nvSpPr>
        <p:spPr>
          <a:xfrm>
            <a:off x="16152426" y="25654152"/>
            <a:ext cx="5327575"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a:solidFill>
                  <a:srgbClr val="F37C20"/>
                </a:solidFill>
                <a:latin typeface="Franklin Gothic Medium" panose="020B0603020102020204" pitchFamily="34" charset="0"/>
              </a:rPr>
              <a:t>See Our Shiny App Here…</a:t>
            </a: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264248"/>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a:latin typeface="ITC Franklin Gothic Std"/>
              </a:rPr>
              <a:t>Receives 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a:latin typeface="ITC Franklin Gothic Std"/>
              </a:rPr>
              <a:t>Claims that broadband is not available to 25 million Americans</a:t>
            </a:r>
          </a:p>
        </p:txBody>
      </p:sp>
      <p:pic>
        <p:nvPicPr>
          <p:cNvPr id="10" name="Picture 9">
            <a:extLst>
              <a:ext uri="{FF2B5EF4-FFF2-40B4-BE49-F238E27FC236}">
                <a16:creationId xmlns:a16="http://schemas.microsoft.com/office/drawing/2014/main" id="{C945F42A-AA61-4A14-BEF9-AB7CB016CE33}"/>
              </a:ext>
            </a:extLst>
          </p:cNvPr>
          <p:cNvPicPr>
            <a:picLocks noChangeAspect="1"/>
          </p:cNvPicPr>
          <p:nvPr/>
        </p:nvPicPr>
        <p:blipFill>
          <a:blip r:embed="rId4"/>
          <a:stretch>
            <a:fillRect/>
          </a:stretch>
        </p:blipFill>
        <p:spPr>
          <a:xfrm>
            <a:off x="935991" y="14652527"/>
            <a:ext cx="6385142" cy="2911574"/>
          </a:xfrm>
          <a:prstGeom prst="rect">
            <a:avLst/>
          </a:prstGeom>
        </p:spPr>
      </p:pic>
      <p:pic>
        <p:nvPicPr>
          <p:cNvPr id="12" name="Picture 11">
            <a:extLst>
              <a:ext uri="{FF2B5EF4-FFF2-40B4-BE49-F238E27FC236}">
                <a16:creationId xmlns:a16="http://schemas.microsoft.com/office/drawing/2014/main" id="{460834B8-6B7D-4DD9-A4E2-8DE26415420A}"/>
              </a:ext>
            </a:extLst>
          </p:cNvPr>
          <p:cNvPicPr>
            <a:picLocks noChangeAspect="1"/>
          </p:cNvPicPr>
          <p:nvPr/>
        </p:nvPicPr>
        <p:blipFill>
          <a:blip r:embed="rId5"/>
          <a:stretch>
            <a:fillRect/>
          </a:stretch>
        </p:blipFill>
        <p:spPr>
          <a:xfrm>
            <a:off x="934997" y="17710064"/>
            <a:ext cx="6392329" cy="2983087"/>
          </a:xfrm>
          <a:prstGeom prst="rect">
            <a:avLst/>
          </a:prstGeom>
        </p:spPr>
      </p:pic>
      <p:pic>
        <p:nvPicPr>
          <p:cNvPr id="14" name="Picture 13">
            <a:extLst>
              <a:ext uri="{FF2B5EF4-FFF2-40B4-BE49-F238E27FC236}">
                <a16:creationId xmlns:a16="http://schemas.microsoft.com/office/drawing/2014/main" id="{CAC6D4BA-A77B-4840-8323-DAEC96543469}"/>
              </a:ext>
            </a:extLst>
          </p:cNvPr>
          <p:cNvPicPr>
            <a:picLocks noChangeAspect="1"/>
          </p:cNvPicPr>
          <p:nvPr/>
        </p:nvPicPr>
        <p:blipFill>
          <a:blip r:embed="rId6"/>
          <a:stretch>
            <a:fillRect/>
          </a:stretch>
        </p:blipFill>
        <p:spPr>
          <a:xfrm>
            <a:off x="926706" y="20747050"/>
            <a:ext cx="6392330" cy="2983087"/>
          </a:xfrm>
          <a:prstGeom prst="rect">
            <a:avLst/>
          </a:prstGeom>
        </p:spPr>
      </p:pic>
      <p:pic>
        <p:nvPicPr>
          <p:cNvPr id="1026" name="Picture 2" descr="https://raw.githubusercontent.com/uva-bi-sdad/dspg19broadband/sarah/src/poster_visuals/discrepancy.png">
            <a:extLst>
              <a:ext uri="{FF2B5EF4-FFF2-40B4-BE49-F238E27FC236}">
                <a16:creationId xmlns:a16="http://schemas.microsoft.com/office/drawing/2014/main" id="{47E50E5B-AC88-425A-8881-345F884C00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23005" y="11430390"/>
            <a:ext cx="8307143" cy="387666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274892E1-46A5-473A-8845-E49A450698B3}"/>
              </a:ext>
            </a:extLst>
          </p:cNvPr>
          <p:cNvPicPr>
            <a:picLocks noChangeAspect="1"/>
          </p:cNvPicPr>
          <p:nvPr/>
        </p:nvPicPr>
        <p:blipFill>
          <a:blip r:embed="rId8"/>
          <a:stretch>
            <a:fillRect/>
          </a:stretch>
        </p:blipFill>
        <p:spPr>
          <a:xfrm>
            <a:off x="7351314" y="25846599"/>
            <a:ext cx="8129748" cy="3793883"/>
          </a:xfrm>
          <a:prstGeom prst="rect">
            <a:avLst/>
          </a:prstGeom>
        </p:spPr>
      </p:pic>
      <p:sp>
        <p:nvSpPr>
          <p:cNvPr id="48" name="Rectangle 47">
            <a:extLst>
              <a:ext uri="{FF2B5EF4-FFF2-40B4-BE49-F238E27FC236}">
                <a16:creationId xmlns:a16="http://schemas.microsoft.com/office/drawing/2014/main" id="{E52DC956-4E72-41FB-A63C-62EAA0F7792D}"/>
              </a:ext>
            </a:extLst>
          </p:cNvPr>
          <p:cNvSpPr/>
          <p:nvPr/>
        </p:nvSpPr>
        <p:spPr>
          <a:xfrm>
            <a:off x="17362550" y="6853736"/>
            <a:ext cx="2401272"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2200" b="0" i="0" u="none" strike="noStrike" cap="none" spc="0" normalizeH="0" baseline="0">
                <a:ln>
                  <a:noFill/>
                </a:ln>
                <a:solidFill>
                  <a:srgbClr val="FFFFFF"/>
                </a:solidFill>
                <a:effectLst/>
                <a:uFillTx/>
                <a:latin typeface="Franklin Gothic Demi" panose="020B0703020102020204" pitchFamily="34" charset="0"/>
                <a:ea typeface="+mn-ea"/>
                <a:cs typeface="+mn-cs"/>
                <a:sym typeface="Helvetica Neue Medium"/>
              </a:rPr>
              <a:t>Microsoft Airband</a:t>
            </a:r>
          </a:p>
        </p:txBody>
      </p:sp>
      <p:sp>
        <p:nvSpPr>
          <p:cNvPr id="50" name="TextBox 49">
            <a:extLst>
              <a:ext uri="{FF2B5EF4-FFF2-40B4-BE49-F238E27FC236}">
                <a16:creationId xmlns:a16="http://schemas.microsoft.com/office/drawing/2014/main" id="{B1F00027-ED8E-4F91-A749-B304A8719F44}"/>
              </a:ext>
            </a:extLst>
          </p:cNvPr>
          <p:cNvSpPr txBox="1"/>
          <p:nvPr/>
        </p:nvSpPr>
        <p:spPr>
          <a:xfrm>
            <a:off x="5971935" y="7279258"/>
            <a:ext cx="5029200"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a:latin typeface="ITC Franklin Gothic Std"/>
              </a:rPr>
              <a:t>The survey provides more detailed socioeconomic information than the decennial Census form</a:t>
            </a:r>
          </a:p>
          <a:p>
            <a:pPr marL="342900" indent="-342900" algn="l">
              <a:buFont typeface="Courier New" panose="02070309020205020404" pitchFamily="49" charset="0"/>
              <a:buChar char="o"/>
            </a:pPr>
            <a:r>
              <a:rPr lang="en-US" sz="2200" b="0">
                <a:latin typeface="ITC Franklin Gothic Std"/>
              </a:rPr>
              <a:t>Table B28002: Presence and Types of Internet Subscriptions in Household for the 2013-2017 Five-Year Summary provided data specific to broadband</a:t>
            </a:r>
          </a:p>
          <a:p>
            <a:pPr marL="342900" indent="-342900" algn="l">
              <a:buFont typeface="Courier New" panose="02070309020205020404" pitchFamily="49" charset="0"/>
              <a:buChar char="o"/>
            </a:pPr>
            <a:r>
              <a:rPr lang="en-US" sz="2200" b="0">
                <a:latin typeface="ITC Franklin Gothic Std"/>
              </a:rPr>
              <a:t>Receives self-reported data from households, but does not include group quarters</a:t>
            </a:r>
          </a:p>
          <a:p>
            <a:pPr marL="342900" lvl="2" indent="-342900" algn="l" fontAlgn="base">
              <a:buFont typeface="Arial" panose="020B0604020202020204" pitchFamily="34" charset="0"/>
              <a:buChar char="•"/>
            </a:pPr>
            <a:endParaRPr lang="en-US" sz="2200" b="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0975675" y="7278168"/>
            <a:ext cx="5029200"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regarding the number of providers, maximum and average upload and download speeds as well as the 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55932" y="7358255"/>
            <a:ext cx="5250702" cy="4574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around 163 million Americans do not use the internet at 25 Mbps, or broadband speed. </a:t>
            </a:r>
          </a:p>
          <a:p>
            <a:pPr marL="342900" indent="-342900" algn="l" fontAlgn="base">
              <a:buFont typeface="Courier New" panose="02070309020205020404" pitchFamily="49" charset="0"/>
              <a:buChar char="o"/>
            </a:pPr>
            <a:r>
              <a:rPr lang="en-US" sz="2200" b="0" dirty="0">
                <a:latin typeface="ITC Franklin Gothic Std"/>
              </a:rPr>
              <a:t>Microsoft calculated this by analyzing its servers’ logs when electronic devices downloaded Microsoft Windows and/or Office updates, as well as when devices used the Microsoft’s Bing search engine and Xbox gaming consoles.</a:t>
            </a:r>
            <a:br>
              <a:rPr lang="en-US" sz="2200" b="0" dirty="0">
                <a:latin typeface="ITC Franklin Gothic Std"/>
              </a:rPr>
            </a:br>
            <a:endParaRPr lang="en-US" sz="2200" b="0" dirty="0">
              <a:latin typeface="ITC Franklin Gothic Std"/>
            </a:endParaRPr>
          </a:p>
          <a:p>
            <a:pPr marL="342900" indent="-342900" algn="l" fontAlgn="base">
              <a:buFont typeface="Courier New" panose="02070309020205020404" pitchFamily="49" charset="0"/>
              <a:buChar char="o"/>
            </a:pPr>
            <a:endParaRPr lang="en-US" sz="2200" b="0" dirty="0">
              <a:latin typeface="ITC Franklin Gothic Std"/>
            </a:endParaRPr>
          </a:p>
          <a:p>
            <a:pPr marL="342900" indent="-342900" algn="l" fontAlgn="base">
              <a:buFont typeface="Courier New" panose="02070309020205020404" pitchFamily="49" charset="0"/>
              <a:buChar char="o"/>
            </a:pPr>
            <a:endParaRPr lang="en-US" sz="2200" b="0" dirty="0">
              <a:latin typeface="ITC Franklin Gothic Std"/>
            </a:endParaRPr>
          </a:p>
          <a:p>
            <a:pPr marL="342900" lvl="2" indent="-342900" algn="l" fontAlgn="base">
              <a:buFont typeface="Arial" panose="020B0604020202020204" pitchFamily="34" charset="0"/>
              <a:buChar char="•"/>
            </a:pPr>
            <a:endParaRPr lang="en-US" sz="2200" b="0" dirty="0">
              <a:latin typeface="ITC Franklin Gothic Std"/>
            </a:endParaRPr>
          </a:p>
        </p:txBody>
      </p:sp>
      <p:cxnSp>
        <p:nvCxnSpPr>
          <p:cNvPr id="63" name="Straight Connector 62">
            <a:extLst>
              <a:ext uri="{FF2B5EF4-FFF2-40B4-BE49-F238E27FC236}">
                <a16:creationId xmlns:a16="http://schemas.microsoft.com/office/drawing/2014/main" id="{D58BE602-31DD-4442-9AF0-3A9E48BA126C}"/>
              </a:ext>
            </a:extLst>
          </p:cNvPr>
          <p:cNvCxnSpPr>
            <a:cxnSpLocks/>
          </p:cNvCxnSpPr>
          <p:nvPr/>
        </p:nvCxnSpPr>
        <p:spPr>
          <a:xfrm>
            <a:off x="10991515" y="6934010"/>
            <a:ext cx="0" cy="4024959"/>
          </a:xfrm>
          <a:prstGeom prst="line">
            <a:avLst/>
          </a:prstGeom>
          <a:noFill/>
          <a:ln w="381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64" name="Straight Connector 63">
            <a:extLst>
              <a:ext uri="{FF2B5EF4-FFF2-40B4-BE49-F238E27FC236}">
                <a16:creationId xmlns:a16="http://schemas.microsoft.com/office/drawing/2014/main" id="{2B6F9674-924D-41D6-BB29-EEA259CF0BB8}"/>
              </a:ext>
            </a:extLst>
          </p:cNvPr>
          <p:cNvCxnSpPr>
            <a:cxnSpLocks/>
          </p:cNvCxnSpPr>
          <p:nvPr/>
        </p:nvCxnSpPr>
        <p:spPr>
          <a:xfrm>
            <a:off x="16001665" y="6934010"/>
            <a:ext cx="0" cy="4024959"/>
          </a:xfrm>
          <a:prstGeom prst="line">
            <a:avLst/>
          </a:prstGeom>
          <a:noFill/>
          <a:ln w="381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9"/>
          <a:stretch>
            <a:fillRect/>
          </a:stretch>
        </p:blipFill>
        <p:spPr>
          <a:xfrm>
            <a:off x="11155629" y="15925003"/>
            <a:ext cx="4734751" cy="2911573"/>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10"/>
          <a:stretch>
            <a:fillRect/>
          </a:stretch>
        </p:blipFill>
        <p:spPr>
          <a:xfrm>
            <a:off x="11155629" y="19345299"/>
            <a:ext cx="4890477" cy="3146223"/>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11"/>
          <a:stretch>
            <a:fillRect/>
          </a:stretch>
        </p:blipFill>
        <p:spPr>
          <a:xfrm>
            <a:off x="16152426" y="15925003"/>
            <a:ext cx="1995513" cy="1035875"/>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1161140" y="22511258"/>
            <a:ext cx="4840525"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lang="en-US" sz="1800" b="0" dirty="0">
                <a:latin typeface="ITC Franklin Gothic Std"/>
              </a:rPr>
              <a:t>Broadband coverage discrepancy map for North</a:t>
            </a:r>
            <a:br>
              <a:rPr lang="en-US" sz="1800" b="0" dirty="0">
                <a:latin typeface="ITC Franklin Gothic Std"/>
              </a:rPr>
            </a:br>
            <a:r>
              <a:rPr lang="en-US" sz="1800" b="0" dirty="0">
                <a:latin typeface="ITC Franklin Gothic Std"/>
              </a:rPr>
              <a:t>Dakota and South Dakota at block group level</a:t>
            </a:r>
            <a:endParaRPr kumimoji="0" lang="en-US" sz="18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6046106" y="17112147"/>
            <a:ext cx="5327575" cy="60208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000" b="0" i="0" u="none" strike="noStrike" cap="none" spc="0" normalizeH="0" baseline="0" dirty="0">
                <a:ln>
                  <a:noFill/>
                </a:ln>
                <a:solidFill>
                  <a:srgbClr val="000000"/>
                </a:solidFill>
                <a:effectLst/>
                <a:uFillTx/>
                <a:latin typeface="ITC Franklin Gothic Std"/>
                <a:sym typeface="Helvetica Neue"/>
              </a:rPr>
              <a:t>Explored the broadband </a:t>
            </a:r>
            <a:r>
              <a:rPr lang="en-US" sz="2000" b="0" dirty="0">
                <a:latin typeface="ITC Franklin Gothic Std"/>
              </a:rPr>
              <a:t>coverage discrepancy between the FCC and ACS data in North and South Dakota to understand the effect of state boundaries and policies on broadband availability. </a:t>
            </a:r>
            <a:br>
              <a:rPr kumimoji="0" lang="en-US" sz="2000" b="0" i="0" u="none" strike="noStrike" cap="none" spc="0" normalizeH="0" baseline="0" dirty="0">
                <a:ln>
                  <a:noFill/>
                </a:ln>
                <a:solidFill>
                  <a:srgbClr val="000000"/>
                </a:solidFill>
                <a:effectLst/>
                <a:uFillTx/>
                <a:latin typeface="ITC Franklin Gothic Std"/>
                <a:sym typeface="Helvetica Neue"/>
              </a:rPr>
            </a:br>
            <a:r>
              <a:rPr kumimoji="0" lang="en-US" sz="2000" b="0" i="0" u="none" strike="noStrike" cap="none" spc="0" normalizeH="0" baseline="0" dirty="0">
                <a:ln>
                  <a:noFill/>
                </a:ln>
                <a:solidFill>
                  <a:srgbClr val="000000"/>
                </a:solidFill>
                <a:effectLst/>
                <a:uFillTx/>
                <a:latin typeface="ITC Franklin Gothic Std"/>
                <a:sym typeface="Helvetica Neue"/>
              </a:rPr>
              <a:t>We notice hig</a:t>
            </a:r>
            <a:r>
              <a:rPr lang="en-US" sz="20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000" b="0" dirty="0">
                <a:latin typeface="ITC Franklin Gothic Std"/>
              </a:rPr>
              <a:t>The south-west section of ND is majorly urban compared to the rest of the state and we can clearly see a difference in broadband coverage across the north east portion of SD which is purely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000" b="0" dirty="0">
                <a:latin typeface="ITC Franklin Gothic Std"/>
              </a:rPr>
              <a:t>North Dakota is a largely rural state that has experienced a surge in broadband availability mainly due to the Broadband Technology Opportunities Program (BTOP) as well as a large-scale introduction rural cooperatives (co-ops) that are made up of local service providers in the area₁.</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84B14335-941A-40A8-B69F-DE1E71611086}"/>
</file>

<file path=customXml/itemProps2.xml><?xml version="1.0" encoding="utf-8"?>
<ds:datastoreItem xmlns:ds="http://schemas.openxmlformats.org/officeDocument/2006/customXml" ds:itemID="{660E0288-78D5-4914-B9F9-4F69084BAA83}"/>
</file>

<file path=customXml/itemProps3.xml><?xml version="1.0" encoding="utf-8"?>
<ds:datastoreItem xmlns:ds="http://schemas.openxmlformats.org/officeDocument/2006/customXml" ds:itemID="{A030BA0B-BFE5-4E56-90C4-FCAC7EBB53EA}"/>
</file>

<file path=docProps/app.xml><?xml version="1.0" encoding="utf-8"?>
<Properties xmlns="http://schemas.openxmlformats.org/officeDocument/2006/extended-properties" xmlns:vt="http://schemas.openxmlformats.org/officeDocument/2006/docPropsVTypes">
  <TotalTime>0</TotalTime>
  <Words>297</Words>
  <Application>Microsoft Office PowerPoint</Application>
  <PresentationFormat>Custom</PresentationFormat>
  <Paragraphs>32</Paragraphs>
  <Slides>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vt:i4>
      </vt:variant>
    </vt:vector>
  </HeadingPairs>
  <TitlesOfParts>
    <vt:vector size="13" baseType="lpstr">
      <vt:lpstr>Arial</vt:lpstr>
      <vt:lpstr>Courier New</vt:lpstr>
      <vt:lpstr>Franklin Gothic Demi</vt:lpstr>
      <vt:lpstr>Franklin Gothic Medium</vt:lpstr>
      <vt:lpstr>Garamond</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Raghav Sawhney</cp:lastModifiedBy>
  <cp:revision>2</cp:revision>
  <dcterms:created xsi:type="dcterms:W3CDTF">2019-07-16T21:17:53Z</dcterms:created>
  <dcterms:modified xsi:type="dcterms:W3CDTF">2019-08-02T16:17:28Z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
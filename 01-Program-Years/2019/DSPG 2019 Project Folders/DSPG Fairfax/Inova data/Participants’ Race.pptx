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4" d="100"/>
          <a:sy n="84" d="100"/>
        </p:scale>
        <p:origin x="-1402" y="-67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customXml" Target="../customXml/item2.xml"/><Relationship Id="rId3" Type="http://schemas.openxmlformats.org/officeDocument/2006/relationships/presProps" Target="presProps.xml"/><Relationship Id="rId7" Type="http://schemas.openxmlformats.org/officeDocument/2006/relationships/customXml" Target="../customXml/item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Relationship Id="rId9" Type="http://schemas.openxmlformats.org/officeDocument/2006/relationships/customXml" Target="../customXml/item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D36663-4BAC-4BBA-9610-36B828B95223}" type="datetimeFigureOut">
              <a:rPr lang="en-US" smtClean="0"/>
              <a:t>2/27/2019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71C420-5A95-408D-BF57-1B98D75882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3023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D36663-4BAC-4BBA-9610-36B828B95223}" type="datetimeFigureOut">
              <a:rPr lang="en-US" smtClean="0"/>
              <a:t>2/27/2019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71C420-5A95-408D-BF57-1B98D75882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44907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D36663-4BAC-4BBA-9610-36B828B95223}" type="datetimeFigureOut">
              <a:rPr lang="en-US" smtClean="0"/>
              <a:t>2/27/2019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71C420-5A95-408D-BF57-1B98D75882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33570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D36663-4BAC-4BBA-9610-36B828B95223}" type="datetimeFigureOut">
              <a:rPr lang="en-US" smtClean="0"/>
              <a:t>2/27/2019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71C420-5A95-408D-BF57-1B98D75882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94474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D36663-4BAC-4BBA-9610-36B828B95223}" type="datetimeFigureOut">
              <a:rPr lang="en-US" smtClean="0"/>
              <a:t>2/27/2019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71C420-5A95-408D-BF57-1B98D75882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66356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D36663-4BAC-4BBA-9610-36B828B95223}" type="datetimeFigureOut">
              <a:rPr lang="en-US" smtClean="0"/>
              <a:t>2/27/2019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71C420-5A95-408D-BF57-1B98D75882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00629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D36663-4BAC-4BBA-9610-36B828B95223}" type="datetimeFigureOut">
              <a:rPr lang="en-US" smtClean="0"/>
              <a:t>2/27/2019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71C420-5A95-408D-BF57-1B98D75882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62486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D36663-4BAC-4BBA-9610-36B828B95223}" type="datetimeFigureOut">
              <a:rPr lang="en-US" smtClean="0"/>
              <a:t>2/27/2019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71C420-5A95-408D-BF57-1B98D75882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18286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D36663-4BAC-4BBA-9610-36B828B95223}" type="datetimeFigureOut">
              <a:rPr lang="en-US" smtClean="0"/>
              <a:t>2/27/2019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71C420-5A95-408D-BF57-1B98D75882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50223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D36663-4BAC-4BBA-9610-36B828B95223}" type="datetimeFigureOut">
              <a:rPr lang="en-US" smtClean="0"/>
              <a:t>2/27/2019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71C420-5A95-408D-BF57-1B98D75882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73276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D36663-4BAC-4BBA-9610-36B828B95223}" type="datetimeFigureOut">
              <a:rPr lang="en-US" smtClean="0"/>
              <a:t>2/27/2019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71C420-5A95-408D-BF57-1B98D75882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78866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FD36663-4BAC-4BBA-9610-36B828B95223}" type="datetimeFigureOut">
              <a:rPr lang="en-US" smtClean="0"/>
              <a:t>2/27/2019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771C420-5A95-408D-BF57-1B98D75882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31070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" y="-228600"/>
            <a:ext cx="6705600" cy="1371600"/>
          </a:xfrm>
        </p:spPr>
        <p:txBody>
          <a:bodyPr>
            <a:normAutofit/>
          </a:bodyPr>
          <a:lstStyle/>
          <a:p>
            <a:pPr defTabSz="4389120" fontAlgn="auto">
              <a:spcAft>
                <a:spcPts val="0"/>
              </a:spcAft>
              <a:defRPr/>
            </a:pPr>
            <a:r>
              <a:rPr lang="en-US" sz="2800" b="1" dirty="0" smtClean="0"/>
              <a:t>Participants’ Race/Ethnicity</a:t>
            </a:r>
            <a:endParaRPr lang="en-US" sz="2800" b="1" dirty="0"/>
          </a:p>
        </p:txBody>
      </p:sp>
      <p:pic>
        <p:nvPicPr>
          <p:cNvPr id="4" name="Picture 3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34200" y="228600"/>
            <a:ext cx="2064543" cy="7391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9189" y="1143000"/>
            <a:ext cx="6653212" cy="5357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4432722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45AE3D1135F4E41AB498540A40487BD" ma:contentTypeVersion="18" ma:contentTypeDescription="Create a new document." ma:contentTypeScope="" ma:versionID="15adbd330118f8d06bc6615d15ac85a9">
  <xsd:schema xmlns:xsd="http://www.w3.org/2001/XMLSchema" xmlns:xs="http://www.w3.org/2001/XMLSchema" xmlns:p="http://schemas.microsoft.com/office/2006/metadata/properties" xmlns:ns2="7a2657dd-b8a5-4c99-8d51-b0b9d254c989" xmlns:ns3="5ba80a41-9917-4a22-8f13-cb051ddce64c" targetNamespace="http://schemas.microsoft.com/office/2006/metadata/properties" ma:root="true" ma:fieldsID="f6a41e235a72bf34fead84cba91ed4b2" ns2:_="" ns3:_="">
    <xsd:import namespace="7a2657dd-b8a5-4c99-8d51-b0b9d254c989"/>
    <xsd:import namespace="5ba80a41-9917-4a22-8f13-cb051ddce64c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Location" minOccurs="0"/>
                <xsd:element ref="ns3:SharedWithUsers" minOccurs="0"/>
                <xsd:element ref="ns3:SharedWithDetails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a2657dd-b8a5-4c99-8d51-b0b9d254c98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3" nillable="true" ma:displayName="Tags" ma:internalName="MediaServiceAutoTags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Location" ma:index="17" nillable="true" ma:displayName="Location" ma:internalName="MediaServiceLocation" ma:readOnly="true">
      <xsd:simpleType>
        <xsd:restriction base="dms:Text"/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2" nillable="true" ma:taxonomy="true" ma:internalName="lcf76f155ced4ddcb4097134ff3c332f" ma:taxonomyFieldName="MediaServiceImageTags" ma:displayName="Image Tags" ma:readOnly="false" ma:fieldId="{5cf76f15-5ced-4ddc-b409-7134ff3c332f}" ma:taxonomyMulti="true" ma:sspId="1d038b50-52dc-447d-ac2e-a29bd036c4b1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4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ba80a41-9917-4a22-8f13-cb051ddce64c" elementFormDefault="qualified">
    <xsd:import namespace="http://schemas.microsoft.com/office/2006/documentManagement/types"/>
    <xsd:import namespace="http://schemas.microsoft.com/office/infopath/2007/PartnerControls"/>
    <xsd:element name="SharedWithUsers" ma:index="1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3" nillable="true" ma:displayName="Taxonomy Catch All Column" ma:hidden="true" ma:list="{fceef030-0fd2-4c4f-af00-feafa4f18198}" ma:internalName="TaxCatchAll" ma:showField="CatchAllData" ma:web="5ba80a41-9917-4a22-8f13-cb051ddce64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7a2657dd-b8a5-4c99-8d51-b0b9d254c989">
      <Terms xmlns="http://schemas.microsoft.com/office/infopath/2007/PartnerControls"/>
    </lcf76f155ced4ddcb4097134ff3c332f>
    <TaxCatchAll xmlns="5ba80a41-9917-4a22-8f13-cb051ddce64c" xsi:nil="true"/>
  </documentManagement>
</p:properties>
</file>

<file path=customXml/itemProps1.xml><?xml version="1.0" encoding="utf-8"?>
<ds:datastoreItem xmlns:ds="http://schemas.openxmlformats.org/officeDocument/2006/customXml" ds:itemID="{DCC7C20E-80FF-416A-905B-EE0068B15A48}"/>
</file>

<file path=customXml/itemProps2.xml><?xml version="1.0" encoding="utf-8"?>
<ds:datastoreItem xmlns:ds="http://schemas.openxmlformats.org/officeDocument/2006/customXml" ds:itemID="{1E9F0798-A148-4DE4-8FE1-08EF901CC9B6}"/>
</file>

<file path=customXml/itemProps3.xml><?xml version="1.0" encoding="utf-8"?>
<ds:datastoreItem xmlns:ds="http://schemas.openxmlformats.org/officeDocument/2006/customXml" ds:itemID="{3E06303F-1033-4888-BC01-CBFA4226E9D1}"/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</Words>
  <Application>Microsoft Office PowerPoint</Application>
  <PresentationFormat>On-screen Show (4:3)</PresentationFormat>
  <Paragraphs>1</Paragraphs>
  <Slides>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Office Theme</vt:lpstr>
      <vt:lpstr>Participants’ Race/Ethnicity</vt:lpstr>
    </vt:vector>
  </TitlesOfParts>
  <Company>Inova Health System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Participants’ Race/Ethnicity</dc:title>
  <dc:creator>Inova</dc:creator>
  <cp:lastModifiedBy>Inova</cp:lastModifiedBy>
  <cp:revision>2</cp:revision>
  <dcterms:created xsi:type="dcterms:W3CDTF">2019-02-27T22:59:30Z</dcterms:created>
  <dcterms:modified xsi:type="dcterms:W3CDTF">2019-02-27T23:06:19Z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0x010100D45AE3D1135F4E41AB498540A40487BD</vt:lpwstr>
  </property>
</Properties>
</file>
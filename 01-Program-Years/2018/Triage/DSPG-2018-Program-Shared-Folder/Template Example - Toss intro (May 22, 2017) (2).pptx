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Raleway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d47e279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d47e279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dd47e279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i.e., they are not captured in surveys nor are in economics measures such as the Gross Domestic Product (GDP).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430306" y="497541"/>
            <a:ext cx="6992470" cy="285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Raleway"/>
              <a:buNone/>
              <a:defRPr b="1" i="0" sz="6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430306" y="3602038"/>
            <a:ext cx="699247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31850" y="0"/>
            <a:ext cx="10515600" cy="1008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31850" y="1250577"/>
            <a:ext cx="10515600" cy="4839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43754" y="0"/>
            <a:ext cx="11362764" cy="10085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838200" y="1223682"/>
            <a:ext cx="5181600" cy="495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6172200" y="1223682"/>
            <a:ext cx="5181600" cy="4953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9788" y="1"/>
            <a:ext cx="10515600" cy="1003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9788" y="1193180"/>
            <a:ext cx="5157787" cy="479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839788" y="1862253"/>
            <a:ext cx="5157787" cy="4327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6172200" y="1193180"/>
            <a:ext cx="5183188" cy="479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4" type="body"/>
          </p:nvPr>
        </p:nvSpPr>
        <p:spPr>
          <a:xfrm>
            <a:off x="6172200" y="1862253"/>
            <a:ext cx="5183188" cy="4327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43754" y="524435"/>
            <a:ext cx="6938682" cy="2837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591014" y="345688"/>
            <a:ext cx="10764373" cy="63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183188" y="1092820"/>
            <a:ext cx="6172200" cy="4768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91016" y="1092820"/>
            <a:ext cx="4348974" cy="4776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9788" y="457200"/>
            <a:ext cx="10515600" cy="1204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5183188" y="2057400"/>
            <a:ext cx="6172200" cy="380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43754" y="524435"/>
            <a:ext cx="6938682" cy="2837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  <a:defRPr b="1" i="0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361725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/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831850" y="0"/>
            <a:ext cx="105156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Raleway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Measuring the Impact of Open Source Software Innovation </a:t>
            </a:r>
            <a:br>
              <a:rPr b="1" i="0" lang="en-US" sz="32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i="0" sz="32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831850" y="1250577"/>
            <a:ext cx="10515600" cy="48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SDAL Leads: Stephanie Shipp &amp; Gizem Korkmaz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SDAL Team: Josh Goldstein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1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Sponsor: National Science Foundation (NSF) –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20"/>
              <a:buFont typeface="Arial"/>
              <a:buNone/>
            </a:pPr>
            <a:r>
              <a:rPr b="0" i="0" lang="en-US" sz="222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National Center for Science and Engineering Statistics (NCSES)</a:t>
            </a:r>
            <a:endParaRPr b="1" i="0" sz="222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Raleway"/>
              <a:buNone/>
            </a:pPr>
            <a:r>
              <a:rPr b="1" i="0" lang="en-US" sz="54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Overview</a:t>
            </a:r>
            <a:endParaRPr b="1" i="0" sz="54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NCSES and other economic indicators do not measure the value of goods and services that do not have market transactions, </a:t>
            </a:r>
            <a:endParaRPr b="0" i="0" sz="28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The goal is to test the feasibility and to develop methods to measure the impact and scope of open source software </a:t>
            </a:r>
            <a:endParaRPr b="0" i="0" sz="28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517" y="3783758"/>
            <a:ext cx="8647703" cy="2353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Research Questions</a:t>
            </a:r>
            <a:endParaRPr b="1" i="0" sz="4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8200" y="1210235"/>
            <a:ext cx="10515600" cy="4598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What sources of data and variables could serve as proxies for measuring attributes and economic value of open source software? 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Counts of OSS, by sector, by technology, by cost, by benefits, by geography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Attributes, e.g., # citations, #downloaded, # sectors, etc.</a:t>
            </a:r>
            <a:endParaRPr b="0" i="0" sz="24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How accessible are these data sources and variables from a repeatability and reliability perspective?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What indicators or models could be created to measure attributes and eventually economic value?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What are gaps or limitations in the proposed approaches?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443754" y="1"/>
            <a:ext cx="11322422" cy="1021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Project Plan</a:t>
            </a:r>
            <a:endParaRPr b="1" i="0" sz="4000" u="none" cap="none" strike="noStrike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4965" y="1292628"/>
            <a:ext cx="5568230" cy="428145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443754" y="1282549"/>
            <a:ext cx="575892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on research conducted during Summer 2016, Fall 2016, and Spring 2017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Understanding existing cost/value models for private  software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Adapting to open source software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 (webscraping)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>Modeling and network analysis</a:t>
            </a:r>
            <a:endParaRPr b="0" i="0" sz="2800" u="none" cap="none" strike="noStrike">
              <a:solidFill>
                <a:schemeClr val="dk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
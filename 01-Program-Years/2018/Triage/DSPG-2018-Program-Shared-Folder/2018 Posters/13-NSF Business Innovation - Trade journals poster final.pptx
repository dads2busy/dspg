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Lst>
  <p:sldSz cy="41148000" cx="36576000"/>
  <p:notesSz cx="6858000" cy="9144000"/>
  <p:embeddedFontLst>
    <p:embeddedFont>
      <p:font typeface="Barlow Condensed Medium"/>
      <p:regular r:id="rId8"/>
      <p:bold r:id="rId9"/>
      <p:italic r:id="rId10"/>
      <p:boldItalic r:id="rId11"/>
    </p:embeddedFont>
    <p:embeddedFont>
      <p:font typeface="Barlow Condensed"/>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8E4F67AC-6ADF-4BCD-BAFD-BC3866D3C2D2}">
  <a:tblStyle styleId="{8E4F67AC-6ADF-4BCD-BAFD-BC3866D3C2D2}" styleName="Table_0">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font" Target="fonts/BarlowCondensedMedium-boldItalic.fntdata"/><Relationship Id="rId10" Type="http://schemas.openxmlformats.org/officeDocument/2006/relationships/font" Target="fonts/BarlowCondensedMedium-italic.fntdata"/><Relationship Id="rId13" Type="http://schemas.openxmlformats.org/officeDocument/2006/relationships/font" Target="fonts/BarlowCondensed-bold.fntdata"/><Relationship Id="rId12" Type="http://schemas.openxmlformats.org/officeDocument/2006/relationships/font" Target="fonts/BarlowCondense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font" Target="fonts/BarlowCondensedMedium-bold.fntdata"/><Relationship Id="rId15" Type="http://schemas.openxmlformats.org/officeDocument/2006/relationships/font" Target="fonts/BarlowCondensed-boldItalic.fntdata"/><Relationship Id="rId14" Type="http://schemas.openxmlformats.org/officeDocument/2006/relationships/font" Target="fonts/BarlowCondense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BarlowCondensedMedium-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1905341" y="685800"/>
            <a:ext cx="3048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3df2dadc87_0_58:notes"/>
          <p:cNvSpPr/>
          <p:nvPr>
            <p:ph idx="2" type="sldImg"/>
          </p:nvPr>
        </p:nvSpPr>
        <p:spPr>
          <a:xfrm>
            <a:off x="1905344" y="685800"/>
            <a:ext cx="3048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df2dadc87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GENERAL RULES TO FOLLOW:</a:t>
            </a:r>
            <a:endParaRPr b="1"/>
          </a:p>
          <a:p>
            <a:pPr indent="-298450" lvl="0" marL="457200" rtl="0" algn="l">
              <a:spcBef>
                <a:spcPts val="0"/>
              </a:spcBef>
              <a:spcAft>
                <a:spcPts val="0"/>
              </a:spcAft>
              <a:buSzPts val="1100"/>
              <a:buAutoNum type="arabicParenR"/>
            </a:pPr>
            <a:r>
              <a:rPr b="1" lang="en"/>
              <a:t>Stay in Google Slides</a:t>
            </a:r>
            <a:r>
              <a:rPr lang="en"/>
              <a:t> to work on your poster because it: </a:t>
            </a:r>
            <a:endParaRPr/>
          </a:p>
          <a:p>
            <a:pPr indent="-298450" lvl="1" marL="914400" rtl="0" algn="l">
              <a:spcBef>
                <a:spcPts val="0"/>
              </a:spcBef>
              <a:spcAft>
                <a:spcPts val="0"/>
              </a:spcAft>
              <a:buSzPts val="1100"/>
              <a:buAutoNum type="alphaLcParenR"/>
            </a:pPr>
            <a:r>
              <a:rPr lang="en">
                <a:solidFill>
                  <a:schemeClr val="dk1"/>
                </a:solidFill>
              </a:rPr>
              <a:t>provides a template with all the </a:t>
            </a:r>
            <a:r>
              <a:rPr b="1" lang="en">
                <a:solidFill>
                  <a:schemeClr val="dk1"/>
                </a:solidFill>
              </a:rPr>
              <a:t>approved</a:t>
            </a:r>
            <a:r>
              <a:rPr lang="en">
                <a:solidFill>
                  <a:schemeClr val="dk1"/>
                </a:solidFill>
              </a:rPr>
              <a:t> branding including colors, fonts, and logo placement/usage;</a:t>
            </a:r>
            <a:endParaRPr/>
          </a:p>
          <a:p>
            <a:pPr indent="-298450" lvl="1" marL="914400" rtl="0" algn="l">
              <a:spcBef>
                <a:spcPts val="0"/>
              </a:spcBef>
              <a:spcAft>
                <a:spcPts val="0"/>
              </a:spcAft>
              <a:buSzPts val="1100"/>
              <a:buAutoNum type="alphaLcParenR"/>
            </a:pPr>
            <a:r>
              <a:rPr lang="en"/>
              <a:t>allows you to </a:t>
            </a:r>
            <a:r>
              <a:rPr b="1" lang="en"/>
              <a:t>collaborate</a:t>
            </a:r>
            <a:r>
              <a:rPr lang="en"/>
              <a:t> with others;</a:t>
            </a:r>
            <a:endParaRPr/>
          </a:p>
          <a:p>
            <a:pPr indent="-298450" lvl="1" marL="914400" rtl="0" algn="l">
              <a:spcBef>
                <a:spcPts val="0"/>
              </a:spcBef>
              <a:spcAft>
                <a:spcPts val="0"/>
              </a:spcAft>
              <a:buSzPts val="1100"/>
              <a:buAutoNum type="alphaLcParenR"/>
            </a:pPr>
            <a:r>
              <a:rPr lang="en"/>
              <a:t>helps you to </a:t>
            </a:r>
            <a:r>
              <a:rPr b="1" lang="en"/>
              <a:t>communicate</a:t>
            </a:r>
            <a:r>
              <a:rPr lang="en"/>
              <a:t> with your fellow researchers, lab./dept., and creative services;</a:t>
            </a:r>
            <a:endParaRPr/>
          </a:p>
          <a:p>
            <a:pPr indent="-298450" lvl="0" marL="457200" rtl="0" algn="l">
              <a:spcBef>
                <a:spcPts val="0"/>
              </a:spcBef>
              <a:spcAft>
                <a:spcPts val="0"/>
              </a:spcAft>
              <a:buSzPts val="1100"/>
              <a:buAutoNum type="arabicParenR"/>
            </a:pPr>
            <a:r>
              <a:rPr b="1" lang="en"/>
              <a:t>Editing</a:t>
            </a:r>
            <a:r>
              <a:rPr lang="en"/>
              <a:t> this file:</a:t>
            </a:r>
            <a:endParaRPr/>
          </a:p>
          <a:p>
            <a:pPr indent="-298450" lvl="1" marL="914400" rtl="0" algn="l">
              <a:spcBef>
                <a:spcPts val="0"/>
              </a:spcBef>
              <a:spcAft>
                <a:spcPts val="0"/>
              </a:spcAft>
              <a:buSzPts val="1100"/>
              <a:buAutoNum type="alphaLcParenR"/>
            </a:pPr>
            <a:r>
              <a:t/>
            </a:r>
            <a:endParaRPr/>
          </a:p>
          <a:p>
            <a:pPr indent="-298450" lvl="0" marL="457200" rtl="0" algn="l">
              <a:spcBef>
                <a:spcPts val="0"/>
              </a:spcBef>
              <a:spcAft>
                <a:spcPts val="0"/>
              </a:spcAft>
              <a:buSzPts val="1100"/>
              <a:buAutoNum type="arabicParenR"/>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1246833" y="5956600"/>
            <a:ext cx="34082700" cy="16420500"/>
          </a:xfrm>
          <a:prstGeom prst="rect">
            <a:avLst/>
          </a:prstGeom>
        </p:spPr>
        <p:txBody>
          <a:bodyPr anchorCtr="0" anchor="b" bIns="526575" lIns="526575" spcFirstLastPara="1" rIns="526575" wrap="square" tIns="526575"/>
          <a:lstStyle>
            <a:lvl1pPr lvl="0" algn="ctr">
              <a:spcBef>
                <a:spcPts val="0"/>
              </a:spcBef>
              <a:spcAft>
                <a:spcPts val="0"/>
              </a:spcAft>
              <a:buSzPts val="29900"/>
              <a:buNone/>
              <a:defRPr sz="29900"/>
            </a:lvl1pPr>
            <a:lvl2pPr lvl="1" algn="ctr">
              <a:spcBef>
                <a:spcPts val="0"/>
              </a:spcBef>
              <a:spcAft>
                <a:spcPts val="0"/>
              </a:spcAft>
              <a:buSzPts val="29900"/>
              <a:buNone/>
              <a:defRPr sz="29900"/>
            </a:lvl2pPr>
            <a:lvl3pPr lvl="2" algn="ctr">
              <a:spcBef>
                <a:spcPts val="0"/>
              </a:spcBef>
              <a:spcAft>
                <a:spcPts val="0"/>
              </a:spcAft>
              <a:buSzPts val="29900"/>
              <a:buNone/>
              <a:defRPr sz="29900"/>
            </a:lvl3pPr>
            <a:lvl4pPr lvl="3" algn="ctr">
              <a:spcBef>
                <a:spcPts val="0"/>
              </a:spcBef>
              <a:spcAft>
                <a:spcPts val="0"/>
              </a:spcAft>
              <a:buSzPts val="29900"/>
              <a:buNone/>
              <a:defRPr sz="29900"/>
            </a:lvl4pPr>
            <a:lvl5pPr lvl="4" algn="ctr">
              <a:spcBef>
                <a:spcPts val="0"/>
              </a:spcBef>
              <a:spcAft>
                <a:spcPts val="0"/>
              </a:spcAft>
              <a:buSzPts val="29900"/>
              <a:buNone/>
              <a:defRPr sz="29900"/>
            </a:lvl5pPr>
            <a:lvl6pPr lvl="5" algn="ctr">
              <a:spcBef>
                <a:spcPts val="0"/>
              </a:spcBef>
              <a:spcAft>
                <a:spcPts val="0"/>
              </a:spcAft>
              <a:buSzPts val="29900"/>
              <a:buNone/>
              <a:defRPr sz="29900"/>
            </a:lvl6pPr>
            <a:lvl7pPr lvl="6" algn="ctr">
              <a:spcBef>
                <a:spcPts val="0"/>
              </a:spcBef>
              <a:spcAft>
                <a:spcPts val="0"/>
              </a:spcAft>
              <a:buSzPts val="29900"/>
              <a:buNone/>
              <a:defRPr sz="29900"/>
            </a:lvl7pPr>
            <a:lvl8pPr lvl="7" algn="ctr">
              <a:spcBef>
                <a:spcPts val="0"/>
              </a:spcBef>
              <a:spcAft>
                <a:spcPts val="0"/>
              </a:spcAft>
              <a:buSzPts val="29900"/>
              <a:buNone/>
              <a:defRPr sz="29900"/>
            </a:lvl8pPr>
            <a:lvl9pPr lvl="8" algn="ctr">
              <a:spcBef>
                <a:spcPts val="0"/>
              </a:spcBef>
              <a:spcAft>
                <a:spcPts val="0"/>
              </a:spcAft>
              <a:buSzPts val="29900"/>
              <a:buNone/>
              <a:defRPr sz="29900"/>
            </a:lvl9pPr>
          </a:lstStyle>
          <a:p/>
        </p:txBody>
      </p:sp>
      <p:sp>
        <p:nvSpPr>
          <p:cNvPr id="11" name="Google Shape;11;p2"/>
          <p:cNvSpPr txBox="1"/>
          <p:nvPr>
            <p:ph idx="1" type="subTitle"/>
          </p:nvPr>
        </p:nvSpPr>
        <p:spPr>
          <a:xfrm>
            <a:off x="1246800" y="22673000"/>
            <a:ext cx="34082700" cy="6340800"/>
          </a:xfrm>
          <a:prstGeom prst="rect">
            <a:avLst/>
          </a:prstGeom>
        </p:spPr>
        <p:txBody>
          <a:bodyPr anchorCtr="0" anchor="t" bIns="526575" lIns="526575" spcFirstLastPara="1" rIns="526575" wrap="square" tIns="526575"/>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p:txBody>
      </p:sp>
      <p:sp>
        <p:nvSpPr>
          <p:cNvPr id="12" name="Google Shape;12;p2"/>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1246800" y="17206800"/>
            <a:ext cx="34082700" cy="6734700"/>
          </a:xfrm>
          <a:prstGeom prst="rect">
            <a:avLst/>
          </a:prstGeom>
        </p:spPr>
        <p:txBody>
          <a:bodyPr anchorCtr="0" anchor="ctr" bIns="526575" lIns="526575" spcFirstLastPara="1" rIns="526575" wrap="square" tIns="526575"/>
          <a:lstStyle>
            <a:lvl1pPr lvl="0" algn="ctr">
              <a:spcBef>
                <a:spcPts val="0"/>
              </a:spcBef>
              <a:spcAft>
                <a:spcPts val="0"/>
              </a:spcAft>
              <a:buSzPts val="20600"/>
              <a:buNone/>
              <a:defRPr sz="20600"/>
            </a:lvl1pPr>
            <a:lvl2pPr lvl="1" algn="ctr">
              <a:spcBef>
                <a:spcPts val="0"/>
              </a:spcBef>
              <a:spcAft>
                <a:spcPts val="0"/>
              </a:spcAft>
              <a:buSzPts val="20600"/>
              <a:buNone/>
              <a:defRPr sz="20600"/>
            </a:lvl2pPr>
            <a:lvl3pPr lvl="2" algn="ctr">
              <a:spcBef>
                <a:spcPts val="0"/>
              </a:spcBef>
              <a:spcAft>
                <a:spcPts val="0"/>
              </a:spcAft>
              <a:buSzPts val="20600"/>
              <a:buNone/>
              <a:defRPr sz="20600"/>
            </a:lvl3pPr>
            <a:lvl4pPr lvl="3" algn="ctr">
              <a:spcBef>
                <a:spcPts val="0"/>
              </a:spcBef>
              <a:spcAft>
                <a:spcPts val="0"/>
              </a:spcAft>
              <a:buSzPts val="20600"/>
              <a:buNone/>
              <a:defRPr sz="20600"/>
            </a:lvl4pPr>
            <a:lvl5pPr lvl="4" algn="ctr">
              <a:spcBef>
                <a:spcPts val="0"/>
              </a:spcBef>
              <a:spcAft>
                <a:spcPts val="0"/>
              </a:spcAft>
              <a:buSzPts val="20600"/>
              <a:buNone/>
              <a:defRPr sz="20600"/>
            </a:lvl5pPr>
            <a:lvl6pPr lvl="5" algn="ctr">
              <a:spcBef>
                <a:spcPts val="0"/>
              </a:spcBef>
              <a:spcAft>
                <a:spcPts val="0"/>
              </a:spcAft>
              <a:buSzPts val="20600"/>
              <a:buNone/>
              <a:defRPr sz="20600"/>
            </a:lvl6pPr>
            <a:lvl7pPr lvl="6" algn="ctr">
              <a:spcBef>
                <a:spcPts val="0"/>
              </a:spcBef>
              <a:spcAft>
                <a:spcPts val="0"/>
              </a:spcAft>
              <a:buSzPts val="20600"/>
              <a:buNone/>
              <a:defRPr sz="20600"/>
            </a:lvl7pPr>
            <a:lvl8pPr lvl="7" algn="ctr">
              <a:spcBef>
                <a:spcPts val="0"/>
              </a:spcBef>
              <a:spcAft>
                <a:spcPts val="0"/>
              </a:spcAft>
              <a:buSzPts val="20600"/>
              <a:buNone/>
              <a:defRPr sz="20600"/>
            </a:lvl8pPr>
            <a:lvl9pPr lvl="8" algn="ctr">
              <a:spcBef>
                <a:spcPts val="0"/>
              </a:spcBef>
              <a:spcAft>
                <a:spcPts val="0"/>
              </a:spcAft>
              <a:buSzPts val="20600"/>
              <a:buNone/>
              <a:defRPr sz="20600"/>
            </a:lvl9pPr>
          </a:lstStyle>
          <a:p/>
        </p:txBody>
      </p:sp>
      <p:sp>
        <p:nvSpPr>
          <p:cNvPr id="15" name="Google Shape;15;p3"/>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1246800" y="3560200"/>
            <a:ext cx="34082700" cy="4581600"/>
          </a:xfrm>
          <a:prstGeom prst="rect">
            <a:avLst/>
          </a:prstGeom>
        </p:spPr>
        <p:txBody>
          <a:bodyPr anchorCtr="0" anchor="t" bIns="526575" lIns="526575" spcFirstLastPara="1" rIns="526575" wrap="square" tIns="526575"/>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p:txBody>
      </p:sp>
      <p:sp>
        <p:nvSpPr>
          <p:cNvPr id="18" name="Google Shape;18;p4"/>
          <p:cNvSpPr txBox="1"/>
          <p:nvPr>
            <p:ph idx="1" type="body"/>
          </p:nvPr>
        </p:nvSpPr>
        <p:spPr>
          <a:xfrm>
            <a:off x="1246800" y="9219800"/>
            <a:ext cx="34082700" cy="27331200"/>
          </a:xfrm>
          <a:prstGeom prst="rect">
            <a:avLst/>
          </a:prstGeom>
        </p:spPr>
        <p:txBody>
          <a:bodyPr anchorCtr="0" anchor="t" bIns="526575" lIns="526575" spcFirstLastPara="1" rIns="526575" wrap="square" tIns="526575"/>
          <a:lstStyle>
            <a:lvl1pPr indent="-882650" lvl="0" marL="457200">
              <a:spcBef>
                <a:spcPts val="0"/>
              </a:spcBef>
              <a:spcAft>
                <a:spcPts val="0"/>
              </a:spcAft>
              <a:buSzPts val="10300"/>
              <a:buChar char="●"/>
              <a:defRPr/>
            </a:lvl1pPr>
            <a:lvl2pPr indent="-742950" lvl="1" marL="914400">
              <a:spcBef>
                <a:spcPts val="9200"/>
              </a:spcBef>
              <a:spcAft>
                <a:spcPts val="0"/>
              </a:spcAft>
              <a:buSzPts val="8100"/>
              <a:buChar char="○"/>
              <a:defRPr/>
            </a:lvl2pPr>
            <a:lvl3pPr indent="-742950" lvl="2" marL="1371600">
              <a:spcBef>
                <a:spcPts val="9200"/>
              </a:spcBef>
              <a:spcAft>
                <a:spcPts val="0"/>
              </a:spcAft>
              <a:buSzPts val="8100"/>
              <a:buChar char="■"/>
              <a:defRPr/>
            </a:lvl3pPr>
            <a:lvl4pPr indent="-742950" lvl="3" marL="1828800">
              <a:spcBef>
                <a:spcPts val="9200"/>
              </a:spcBef>
              <a:spcAft>
                <a:spcPts val="0"/>
              </a:spcAft>
              <a:buSzPts val="8100"/>
              <a:buChar char="●"/>
              <a:defRPr/>
            </a:lvl4pPr>
            <a:lvl5pPr indent="-742950" lvl="4" marL="2286000">
              <a:spcBef>
                <a:spcPts val="9200"/>
              </a:spcBef>
              <a:spcAft>
                <a:spcPts val="0"/>
              </a:spcAft>
              <a:buSzPts val="8100"/>
              <a:buChar char="○"/>
              <a:defRPr/>
            </a:lvl5pPr>
            <a:lvl6pPr indent="-742950" lvl="5" marL="2743200">
              <a:spcBef>
                <a:spcPts val="9200"/>
              </a:spcBef>
              <a:spcAft>
                <a:spcPts val="0"/>
              </a:spcAft>
              <a:buSzPts val="8100"/>
              <a:buChar char="■"/>
              <a:defRPr/>
            </a:lvl6pPr>
            <a:lvl7pPr indent="-742950" lvl="6" marL="3200400">
              <a:spcBef>
                <a:spcPts val="9200"/>
              </a:spcBef>
              <a:spcAft>
                <a:spcPts val="0"/>
              </a:spcAft>
              <a:buSzPts val="8100"/>
              <a:buChar char="●"/>
              <a:defRPr/>
            </a:lvl7pPr>
            <a:lvl8pPr indent="-742950" lvl="7" marL="3657600">
              <a:spcBef>
                <a:spcPts val="9200"/>
              </a:spcBef>
              <a:spcAft>
                <a:spcPts val="0"/>
              </a:spcAft>
              <a:buSzPts val="8100"/>
              <a:buChar char="○"/>
              <a:defRPr/>
            </a:lvl8pPr>
            <a:lvl9pPr indent="-742950" lvl="8" marL="4114800">
              <a:spcBef>
                <a:spcPts val="9200"/>
              </a:spcBef>
              <a:spcAft>
                <a:spcPts val="9200"/>
              </a:spcAft>
              <a:buSzPts val="8100"/>
              <a:buChar char="■"/>
              <a:defRPr/>
            </a:lvl9pPr>
          </a:lstStyle>
          <a:p/>
        </p:txBody>
      </p:sp>
      <p:sp>
        <p:nvSpPr>
          <p:cNvPr id="19" name="Google Shape;19;p4"/>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1246800" y="3560200"/>
            <a:ext cx="34082700" cy="4581600"/>
          </a:xfrm>
          <a:prstGeom prst="rect">
            <a:avLst/>
          </a:prstGeom>
        </p:spPr>
        <p:txBody>
          <a:bodyPr anchorCtr="0" anchor="t" bIns="526575" lIns="526575" spcFirstLastPara="1" rIns="526575" wrap="square" tIns="526575"/>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p:txBody>
      </p:sp>
      <p:sp>
        <p:nvSpPr>
          <p:cNvPr id="22" name="Google Shape;22;p5"/>
          <p:cNvSpPr txBox="1"/>
          <p:nvPr>
            <p:ph idx="1" type="body"/>
          </p:nvPr>
        </p:nvSpPr>
        <p:spPr>
          <a:xfrm>
            <a:off x="1246800" y="9219800"/>
            <a:ext cx="15999600" cy="27331200"/>
          </a:xfrm>
          <a:prstGeom prst="rect">
            <a:avLst/>
          </a:prstGeom>
        </p:spPr>
        <p:txBody>
          <a:bodyPr anchorCtr="0" anchor="t" bIns="526575" lIns="526575" spcFirstLastPara="1" rIns="526575" wrap="square" tIns="526575"/>
          <a:lstStyle>
            <a:lvl1pPr indent="-742950" lvl="0" marL="457200">
              <a:spcBef>
                <a:spcPts val="0"/>
              </a:spcBef>
              <a:spcAft>
                <a:spcPts val="0"/>
              </a:spcAft>
              <a:buSzPts val="8100"/>
              <a:buChar char="●"/>
              <a:defRPr sz="8100"/>
            </a:lvl1pPr>
            <a:lvl2pPr indent="-660400" lvl="1" marL="914400">
              <a:spcBef>
                <a:spcPts val="9200"/>
              </a:spcBef>
              <a:spcAft>
                <a:spcPts val="0"/>
              </a:spcAft>
              <a:buSzPts val="6800"/>
              <a:buChar char="○"/>
              <a:defRPr sz="6800"/>
            </a:lvl2pPr>
            <a:lvl3pPr indent="-660400" lvl="2" marL="1371600">
              <a:spcBef>
                <a:spcPts val="9200"/>
              </a:spcBef>
              <a:spcAft>
                <a:spcPts val="0"/>
              </a:spcAft>
              <a:buSzPts val="6800"/>
              <a:buChar char="■"/>
              <a:defRPr sz="6800"/>
            </a:lvl3pPr>
            <a:lvl4pPr indent="-660400" lvl="3" marL="1828800">
              <a:spcBef>
                <a:spcPts val="9200"/>
              </a:spcBef>
              <a:spcAft>
                <a:spcPts val="0"/>
              </a:spcAft>
              <a:buSzPts val="6800"/>
              <a:buChar char="●"/>
              <a:defRPr sz="6800"/>
            </a:lvl4pPr>
            <a:lvl5pPr indent="-660400" lvl="4" marL="2286000">
              <a:spcBef>
                <a:spcPts val="9200"/>
              </a:spcBef>
              <a:spcAft>
                <a:spcPts val="0"/>
              </a:spcAft>
              <a:buSzPts val="6800"/>
              <a:buChar char="○"/>
              <a:defRPr sz="6800"/>
            </a:lvl5pPr>
            <a:lvl6pPr indent="-660400" lvl="5" marL="2743200">
              <a:spcBef>
                <a:spcPts val="9200"/>
              </a:spcBef>
              <a:spcAft>
                <a:spcPts val="0"/>
              </a:spcAft>
              <a:buSzPts val="6800"/>
              <a:buChar char="■"/>
              <a:defRPr sz="6800"/>
            </a:lvl6pPr>
            <a:lvl7pPr indent="-660400" lvl="6" marL="3200400">
              <a:spcBef>
                <a:spcPts val="9200"/>
              </a:spcBef>
              <a:spcAft>
                <a:spcPts val="0"/>
              </a:spcAft>
              <a:buSzPts val="6800"/>
              <a:buChar char="●"/>
              <a:defRPr sz="6800"/>
            </a:lvl7pPr>
            <a:lvl8pPr indent="-660400" lvl="7" marL="3657600">
              <a:spcBef>
                <a:spcPts val="9200"/>
              </a:spcBef>
              <a:spcAft>
                <a:spcPts val="0"/>
              </a:spcAft>
              <a:buSzPts val="6800"/>
              <a:buChar char="○"/>
              <a:defRPr sz="6800"/>
            </a:lvl8pPr>
            <a:lvl9pPr indent="-660400" lvl="8" marL="4114800">
              <a:spcBef>
                <a:spcPts val="9200"/>
              </a:spcBef>
              <a:spcAft>
                <a:spcPts val="9200"/>
              </a:spcAft>
              <a:buSzPts val="6800"/>
              <a:buChar char="■"/>
              <a:defRPr sz="6800"/>
            </a:lvl9pPr>
          </a:lstStyle>
          <a:p/>
        </p:txBody>
      </p:sp>
      <p:sp>
        <p:nvSpPr>
          <p:cNvPr id="23" name="Google Shape;23;p5"/>
          <p:cNvSpPr txBox="1"/>
          <p:nvPr>
            <p:ph idx="2" type="body"/>
          </p:nvPr>
        </p:nvSpPr>
        <p:spPr>
          <a:xfrm>
            <a:off x="19329600" y="9219800"/>
            <a:ext cx="15999600" cy="27331200"/>
          </a:xfrm>
          <a:prstGeom prst="rect">
            <a:avLst/>
          </a:prstGeom>
        </p:spPr>
        <p:txBody>
          <a:bodyPr anchorCtr="0" anchor="t" bIns="526575" lIns="526575" spcFirstLastPara="1" rIns="526575" wrap="square" tIns="526575"/>
          <a:lstStyle>
            <a:lvl1pPr indent="-742950" lvl="0" marL="457200">
              <a:spcBef>
                <a:spcPts val="0"/>
              </a:spcBef>
              <a:spcAft>
                <a:spcPts val="0"/>
              </a:spcAft>
              <a:buSzPts val="8100"/>
              <a:buChar char="●"/>
              <a:defRPr sz="8100"/>
            </a:lvl1pPr>
            <a:lvl2pPr indent="-660400" lvl="1" marL="914400">
              <a:spcBef>
                <a:spcPts val="9200"/>
              </a:spcBef>
              <a:spcAft>
                <a:spcPts val="0"/>
              </a:spcAft>
              <a:buSzPts val="6800"/>
              <a:buChar char="○"/>
              <a:defRPr sz="6800"/>
            </a:lvl2pPr>
            <a:lvl3pPr indent="-660400" lvl="2" marL="1371600">
              <a:spcBef>
                <a:spcPts val="9200"/>
              </a:spcBef>
              <a:spcAft>
                <a:spcPts val="0"/>
              </a:spcAft>
              <a:buSzPts val="6800"/>
              <a:buChar char="■"/>
              <a:defRPr sz="6800"/>
            </a:lvl3pPr>
            <a:lvl4pPr indent="-660400" lvl="3" marL="1828800">
              <a:spcBef>
                <a:spcPts val="9200"/>
              </a:spcBef>
              <a:spcAft>
                <a:spcPts val="0"/>
              </a:spcAft>
              <a:buSzPts val="6800"/>
              <a:buChar char="●"/>
              <a:defRPr sz="6800"/>
            </a:lvl4pPr>
            <a:lvl5pPr indent="-660400" lvl="4" marL="2286000">
              <a:spcBef>
                <a:spcPts val="9200"/>
              </a:spcBef>
              <a:spcAft>
                <a:spcPts val="0"/>
              </a:spcAft>
              <a:buSzPts val="6800"/>
              <a:buChar char="○"/>
              <a:defRPr sz="6800"/>
            </a:lvl5pPr>
            <a:lvl6pPr indent="-660400" lvl="5" marL="2743200">
              <a:spcBef>
                <a:spcPts val="9200"/>
              </a:spcBef>
              <a:spcAft>
                <a:spcPts val="0"/>
              </a:spcAft>
              <a:buSzPts val="6800"/>
              <a:buChar char="■"/>
              <a:defRPr sz="6800"/>
            </a:lvl6pPr>
            <a:lvl7pPr indent="-660400" lvl="6" marL="3200400">
              <a:spcBef>
                <a:spcPts val="9200"/>
              </a:spcBef>
              <a:spcAft>
                <a:spcPts val="0"/>
              </a:spcAft>
              <a:buSzPts val="6800"/>
              <a:buChar char="●"/>
              <a:defRPr sz="6800"/>
            </a:lvl7pPr>
            <a:lvl8pPr indent="-660400" lvl="7" marL="3657600">
              <a:spcBef>
                <a:spcPts val="9200"/>
              </a:spcBef>
              <a:spcAft>
                <a:spcPts val="0"/>
              </a:spcAft>
              <a:buSzPts val="6800"/>
              <a:buChar char="○"/>
              <a:defRPr sz="6800"/>
            </a:lvl8pPr>
            <a:lvl9pPr indent="-660400" lvl="8" marL="4114800">
              <a:spcBef>
                <a:spcPts val="9200"/>
              </a:spcBef>
              <a:spcAft>
                <a:spcPts val="9200"/>
              </a:spcAft>
              <a:buSzPts val="6800"/>
              <a:buChar char="■"/>
              <a:defRPr sz="6800"/>
            </a:lvl9pPr>
          </a:lstStyle>
          <a:p/>
        </p:txBody>
      </p:sp>
      <p:sp>
        <p:nvSpPr>
          <p:cNvPr id="24" name="Google Shape;24;p5"/>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1246800" y="3560200"/>
            <a:ext cx="34082700" cy="4581600"/>
          </a:xfrm>
          <a:prstGeom prst="rect">
            <a:avLst/>
          </a:prstGeom>
        </p:spPr>
        <p:txBody>
          <a:bodyPr anchorCtr="0" anchor="t" bIns="526575" lIns="526575" spcFirstLastPara="1" rIns="526575" wrap="square" tIns="526575"/>
          <a:lstStyle>
            <a:lvl1pPr lvl="0">
              <a:spcBef>
                <a:spcPts val="0"/>
              </a:spcBef>
              <a:spcAft>
                <a:spcPts val="0"/>
              </a:spcAft>
              <a:buSzPts val="16000"/>
              <a:buNone/>
              <a:defRPr/>
            </a:lvl1pPr>
            <a:lvl2pPr lvl="1">
              <a:spcBef>
                <a:spcPts val="0"/>
              </a:spcBef>
              <a:spcAft>
                <a:spcPts val="0"/>
              </a:spcAft>
              <a:buSzPts val="16000"/>
              <a:buNone/>
              <a:defRPr/>
            </a:lvl2pPr>
            <a:lvl3pPr lvl="2">
              <a:spcBef>
                <a:spcPts val="0"/>
              </a:spcBef>
              <a:spcAft>
                <a:spcPts val="0"/>
              </a:spcAft>
              <a:buSzPts val="16000"/>
              <a:buNone/>
              <a:defRPr/>
            </a:lvl3pPr>
            <a:lvl4pPr lvl="3">
              <a:spcBef>
                <a:spcPts val="0"/>
              </a:spcBef>
              <a:spcAft>
                <a:spcPts val="0"/>
              </a:spcAft>
              <a:buSzPts val="16000"/>
              <a:buNone/>
              <a:defRPr/>
            </a:lvl4pPr>
            <a:lvl5pPr lvl="4">
              <a:spcBef>
                <a:spcPts val="0"/>
              </a:spcBef>
              <a:spcAft>
                <a:spcPts val="0"/>
              </a:spcAft>
              <a:buSzPts val="16000"/>
              <a:buNone/>
              <a:defRPr/>
            </a:lvl5pPr>
            <a:lvl6pPr lvl="5">
              <a:spcBef>
                <a:spcPts val="0"/>
              </a:spcBef>
              <a:spcAft>
                <a:spcPts val="0"/>
              </a:spcAft>
              <a:buSzPts val="16000"/>
              <a:buNone/>
              <a:defRPr/>
            </a:lvl6pPr>
            <a:lvl7pPr lvl="6">
              <a:spcBef>
                <a:spcPts val="0"/>
              </a:spcBef>
              <a:spcAft>
                <a:spcPts val="0"/>
              </a:spcAft>
              <a:buSzPts val="16000"/>
              <a:buNone/>
              <a:defRPr/>
            </a:lvl7pPr>
            <a:lvl8pPr lvl="7">
              <a:spcBef>
                <a:spcPts val="0"/>
              </a:spcBef>
              <a:spcAft>
                <a:spcPts val="0"/>
              </a:spcAft>
              <a:buSzPts val="16000"/>
              <a:buNone/>
              <a:defRPr/>
            </a:lvl8pPr>
            <a:lvl9pPr lvl="8">
              <a:spcBef>
                <a:spcPts val="0"/>
              </a:spcBef>
              <a:spcAft>
                <a:spcPts val="0"/>
              </a:spcAft>
              <a:buSzPts val="16000"/>
              <a:buNone/>
              <a:defRPr/>
            </a:lvl9pPr>
          </a:lstStyle>
          <a:p/>
        </p:txBody>
      </p:sp>
      <p:sp>
        <p:nvSpPr>
          <p:cNvPr id="27" name="Google Shape;27;p6"/>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1246800" y="4444800"/>
            <a:ext cx="11232000" cy="6045600"/>
          </a:xfrm>
          <a:prstGeom prst="rect">
            <a:avLst/>
          </a:prstGeom>
        </p:spPr>
        <p:txBody>
          <a:bodyPr anchorCtr="0" anchor="b" bIns="526575" lIns="526575" spcFirstLastPara="1" rIns="526575" wrap="square" tIns="526575"/>
          <a:lstStyle>
            <a:lvl1pPr lvl="0">
              <a:spcBef>
                <a:spcPts val="0"/>
              </a:spcBef>
              <a:spcAft>
                <a:spcPts val="0"/>
              </a:spcAft>
              <a:buSzPts val="13800"/>
              <a:buNone/>
              <a:defRPr sz="13800"/>
            </a:lvl1pPr>
            <a:lvl2pPr lvl="1">
              <a:spcBef>
                <a:spcPts val="0"/>
              </a:spcBef>
              <a:spcAft>
                <a:spcPts val="0"/>
              </a:spcAft>
              <a:buSzPts val="13800"/>
              <a:buNone/>
              <a:defRPr sz="13800"/>
            </a:lvl2pPr>
            <a:lvl3pPr lvl="2">
              <a:spcBef>
                <a:spcPts val="0"/>
              </a:spcBef>
              <a:spcAft>
                <a:spcPts val="0"/>
              </a:spcAft>
              <a:buSzPts val="13800"/>
              <a:buNone/>
              <a:defRPr sz="13800"/>
            </a:lvl3pPr>
            <a:lvl4pPr lvl="3">
              <a:spcBef>
                <a:spcPts val="0"/>
              </a:spcBef>
              <a:spcAft>
                <a:spcPts val="0"/>
              </a:spcAft>
              <a:buSzPts val="13800"/>
              <a:buNone/>
              <a:defRPr sz="13800"/>
            </a:lvl4pPr>
            <a:lvl5pPr lvl="4">
              <a:spcBef>
                <a:spcPts val="0"/>
              </a:spcBef>
              <a:spcAft>
                <a:spcPts val="0"/>
              </a:spcAft>
              <a:buSzPts val="13800"/>
              <a:buNone/>
              <a:defRPr sz="13800"/>
            </a:lvl5pPr>
            <a:lvl6pPr lvl="5">
              <a:spcBef>
                <a:spcPts val="0"/>
              </a:spcBef>
              <a:spcAft>
                <a:spcPts val="0"/>
              </a:spcAft>
              <a:buSzPts val="13800"/>
              <a:buNone/>
              <a:defRPr sz="13800"/>
            </a:lvl6pPr>
            <a:lvl7pPr lvl="6">
              <a:spcBef>
                <a:spcPts val="0"/>
              </a:spcBef>
              <a:spcAft>
                <a:spcPts val="0"/>
              </a:spcAft>
              <a:buSzPts val="13800"/>
              <a:buNone/>
              <a:defRPr sz="13800"/>
            </a:lvl7pPr>
            <a:lvl8pPr lvl="7">
              <a:spcBef>
                <a:spcPts val="0"/>
              </a:spcBef>
              <a:spcAft>
                <a:spcPts val="0"/>
              </a:spcAft>
              <a:buSzPts val="13800"/>
              <a:buNone/>
              <a:defRPr sz="13800"/>
            </a:lvl8pPr>
            <a:lvl9pPr lvl="8">
              <a:spcBef>
                <a:spcPts val="0"/>
              </a:spcBef>
              <a:spcAft>
                <a:spcPts val="0"/>
              </a:spcAft>
              <a:buSzPts val="13800"/>
              <a:buNone/>
              <a:defRPr sz="13800"/>
            </a:lvl9pPr>
          </a:lstStyle>
          <a:p/>
        </p:txBody>
      </p:sp>
      <p:sp>
        <p:nvSpPr>
          <p:cNvPr id="30" name="Google Shape;30;p7"/>
          <p:cNvSpPr txBox="1"/>
          <p:nvPr>
            <p:ph idx="1" type="body"/>
          </p:nvPr>
        </p:nvSpPr>
        <p:spPr>
          <a:xfrm>
            <a:off x="1246800" y="11116800"/>
            <a:ext cx="11232000" cy="25435200"/>
          </a:xfrm>
          <a:prstGeom prst="rect">
            <a:avLst/>
          </a:prstGeom>
        </p:spPr>
        <p:txBody>
          <a:bodyPr anchorCtr="0" anchor="t" bIns="526575" lIns="526575" spcFirstLastPara="1" rIns="526575" wrap="square" tIns="526575"/>
          <a:lstStyle>
            <a:lvl1pPr indent="-660400" lvl="0" marL="457200">
              <a:spcBef>
                <a:spcPts val="0"/>
              </a:spcBef>
              <a:spcAft>
                <a:spcPts val="0"/>
              </a:spcAft>
              <a:buSzPts val="6800"/>
              <a:buChar char="●"/>
              <a:defRPr sz="6800"/>
            </a:lvl1pPr>
            <a:lvl2pPr indent="-660400" lvl="1" marL="914400">
              <a:spcBef>
                <a:spcPts val="9200"/>
              </a:spcBef>
              <a:spcAft>
                <a:spcPts val="0"/>
              </a:spcAft>
              <a:buSzPts val="6800"/>
              <a:buChar char="○"/>
              <a:defRPr sz="6800"/>
            </a:lvl2pPr>
            <a:lvl3pPr indent="-660400" lvl="2" marL="1371600">
              <a:spcBef>
                <a:spcPts val="9200"/>
              </a:spcBef>
              <a:spcAft>
                <a:spcPts val="0"/>
              </a:spcAft>
              <a:buSzPts val="6800"/>
              <a:buChar char="■"/>
              <a:defRPr sz="6800"/>
            </a:lvl3pPr>
            <a:lvl4pPr indent="-660400" lvl="3" marL="1828800">
              <a:spcBef>
                <a:spcPts val="9200"/>
              </a:spcBef>
              <a:spcAft>
                <a:spcPts val="0"/>
              </a:spcAft>
              <a:buSzPts val="6800"/>
              <a:buChar char="●"/>
              <a:defRPr sz="6800"/>
            </a:lvl4pPr>
            <a:lvl5pPr indent="-660400" lvl="4" marL="2286000">
              <a:spcBef>
                <a:spcPts val="9200"/>
              </a:spcBef>
              <a:spcAft>
                <a:spcPts val="0"/>
              </a:spcAft>
              <a:buSzPts val="6800"/>
              <a:buChar char="○"/>
              <a:defRPr sz="6800"/>
            </a:lvl5pPr>
            <a:lvl6pPr indent="-660400" lvl="5" marL="2743200">
              <a:spcBef>
                <a:spcPts val="9200"/>
              </a:spcBef>
              <a:spcAft>
                <a:spcPts val="0"/>
              </a:spcAft>
              <a:buSzPts val="6800"/>
              <a:buChar char="■"/>
              <a:defRPr sz="6800"/>
            </a:lvl6pPr>
            <a:lvl7pPr indent="-660400" lvl="6" marL="3200400">
              <a:spcBef>
                <a:spcPts val="9200"/>
              </a:spcBef>
              <a:spcAft>
                <a:spcPts val="0"/>
              </a:spcAft>
              <a:buSzPts val="6800"/>
              <a:buChar char="●"/>
              <a:defRPr sz="6800"/>
            </a:lvl7pPr>
            <a:lvl8pPr indent="-660400" lvl="7" marL="3657600">
              <a:spcBef>
                <a:spcPts val="9200"/>
              </a:spcBef>
              <a:spcAft>
                <a:spcPts val="0"/>
              </a:spcAft>
              <a:buSzPts val="6800"/>
              <a:buChar char="○"/>
              <a:defRPr sz="6800"/>
            </a:lvl8pPr>
            <a:lvl9pPr indent="-660400" lvl="8" marL="4114800">
              <a:spcBef>
                <a:spcPts val="9200"/>
              </a:spcBef>
              <a:spcAft>
                <a:spcPts val="9200"/>
              </a:spcAft>
              <a:buSzPts val="6800"/>
              <a:buChar char="■"/>
              <a:defRPr sz="6800"/>
            </a:lvl9pPr>
          </a:lstStyle>
          <a:p/>
        </p:txBody>
      </p:sp>
      <p:sp>
        <p:nvSpPr>
          <p:cNvPr id="31" name="Google Shape;31;p7"/>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1961000" y="3601200"/>
            <a:ext cx="25471200" cy="32726400"/>
          </a:xfrm>
          <a:prstGeom prst="rect">
            <a:avLst/>
          </a:prstGeom>
        </p:spPr>
        <p:txBody>
          <a:bodyPr anchorCtr="0" anchor="ctr" bIns="526575" lIns="526575" spcFirstLastPara="1" rIns="526575" wrap="square" tIns="526575"/>
          <a:lstStyle>
            <a:lvl1pPr lvl="0">
              <a:spcBef>
                <a:spcPts val="0"/>
              </a:spcBef>
              <a:spcAft>
                <a:spcPts val="0"/>
              </a:spcAft>
              <a:buSzPts val="27500"/>
              <a:buNone/>
              <a:defRPr sz="27500"/>
            </a:lvl1pPr>
            <a:lvl2pPr lvl="1">
              <a:spcBef>
                <a:spcPts val="0"/>
              </a:spcBef>
              <a:spcAft>
                <a:spcPts val="0"/>
              </a:spcAft>
              <a:buSzPts val="27500"/>
              <a:buNone/>
              <a:defRPr sz="27500"/>
            </a:lvl2pPr>
            <a:lvl3pPr lvl="2">
              <a:spcBef>
                <a:spcPts val="0"/>
              </a:spcBef>
              <a:spcAft>
                <a:spcPts val="0"/>
              </a:spcAft>
              <a:buSzPts val="27500"/>
              <a:buNone/>
              <a:defRPr sz="27500"/>
            </a:lvl3pPr>
            <a:lvl4pPr lvl="3">
              <a:spcBef>
                <a:spcPts val="0"/>
              </a:spcBef>
              <a:spcAft>
                <a:spcPts val="0"/>
              </a:spcAft>
              <a:buSzPts val="27500"/>
              <a:buNone/>
              <a:defRPr sz="27500"/>
            </a:lvl4pPr>
            <a:lvl5pPr lvl="4">
              <a:spcBef>
                <a:spcPts val="0"/>
              </a:spcBef>
              <a:spcAft>
                <a:spcPts val="0"/>
              </a:spcAft>
              <a:buSzPts val="27500"/>
              <a:buNone/>
              <a:defRPr sz="27500"/>
            </a:lvl5pPr>
            <a:lvl6pPr lvl="5">
              <a:spcBef>
                <a:spcPts val="0"/>
              </a:spcBef>
              <a:spcAft>
                <a:spcPts val="0"/>
              </a:spcAft>
              <a:buSzPts val="27500"/>
              <a:buNone/>
              <a:defRPr sz="27500"/>
            </a:lvl6pPr>
            <a:lvl7pPr lvl="6">
              <a:spcBef>
                <a:spcPts val="0"/>
              </a:spcBef>
              <a:spcAft>
                <a:spcPts val="0"/>
              </a:spcAft>
              <a:buSzPts val="27500"/>
              <a:buNone/>
              <a:defRPr sz="27500"/>
            </a:lvl7pPr>
            <a:lvl8pPr lvl="7">
              <a:spcBef>
                <a:spcPts val="0"/>
              </a:spcBef>
              <a:spcAft>
                <a:spcPts val="0"/>
              </a:spcAft>
              <a:buSzPts val="27500"/>
              <a:buNone/>
              <a:defRPr sz="27500"/>
            </a:lvl8pPr>
            <a:lvl9pPr lvl="8">
              <a:spcBef>
                <a:spcPts val="0"/>
              </a:spcBef>
              <a:spcAft>
                <a:spcPts val="0"/>
              </a:spcAft>
              <a:buSzPts val="27500"/>
              <a:buNone/>
              <a:defRPr sz="27500"/>
            </a:lvl9pPr>
          </a:lstStyle>
          <a:p/>
        </p:txBody>
      </p:sp>
      <p:sp>
        <p:nvSpPr>
          <p:cNvPr id="34" name="Google Shape;34;p8"/>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18288000" y="-1000"/>
            <a:ext cx="18288000" cy="41148000"/>
          </a:xfrm>
          <a:prstGeom prst="rect">
            <a:avLst/>
          </a:prstGeom>
          <a:solidFill>
            <a:schemeClr val="lt2"/>
          </a:solidFill>
          <a:ln>
            <a:noFill/>
          </a:ln>
        </p:spPr>
        <p:txBody>
          <a:bodyPr anchorCtr="0" anchor="ctr" bIns="526575" lIns="526575" spcFirstLastPara="1" rIns="526575" wrap="square" tIns="5265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1062000" y="9865400"/>
            <a:ext cx="16180800" cy="11858400"/>
          </a:xfrm>
          <a:prstGeom prst="rect">
            <a:avLst/>
          </a:prstGeom>
        </p:spPr>
        <p:txBody>
          <a:bodyPr anchorCtr="0" anchor="b" bIns="526575" lIns="526575" spcFirstLastPara="1" rIns="526575" wrap="square" tIns="526575"/>
          <a:lstStyle>
            <a:lvl1pPr lvl="0" algn="ctr">
              <a:spcBef>
                <a:spcPts val="0"/>
              </a:spcBef>
              <a:spcAft>
                <a:spcPts val="0"/>
              </a:spcAft>
              <a:buSzPts val="24100"/>
              <a:buNone/>
              <a:defRPr sz="24100"/>
            </a:lvl1pPr>
            <a:lvl2pPr lvl="1" algn="ctr">
              <a:spcBef>
                <a:spcPts val="0"/>
              </a:spcBef>
              <a:spcAft>
                <a:spcPts val="0"/>
              </a:spcAft>
              <a:buSzPts val="24100"/>
              <a:buNone/>
              <a:defRPr sz="24100"/>
            </a:lvl2pPr>
            <a:lvl3pPr lvl="2" algn="ctr">
              <a:spcBef>
                <a:spcPts val="0"/>
              </a:spcBef>
              <a:spcAft>
                <a:spcPts val="0"/>
              </a:spcAft>
              <a:buSzPts val="24100"/>
              <a:buNone/>
              <a:defRPr sz="24100"/>
            </a:lvl3pPr>
            <a:lvl4pPr lvl="3" algn="ctr">
              <a:spcBef>
                <a:spcPts val="0"/>
              </a:spcBef>
              <a:spcAft>
                <a:spcPts val="0"/>
              </a:spcAft>
              <a:buSzPts val="24100"/>
              <a:buNone/>
              <a:defRPr sz="24100"/>
            </a:lvl4pPr>
            <a:lvl5pPr lvl="4" algn="ctr">
              <a:spcBef>
                <a:spcPts val="0"/>
              </a:spcBef>
              <a:spcAft>
                <a:spcPts val="0"/>
              </a:spcAft>
              <a:buSzPts val="24100"/>
              <a:buNone/>
              <a:defRPr sz="24100"/>
            </a:lvl5pPr>
            <a:lvl6pPr lvl="5" algn="ctr">
              <a:spcBef>
                <a:spcPts val="0"/>
              </a:spcBef>
              <a:spcAft>
                <a:spcPts val="0"/>
              </a:spcAft>
              <a:buSzPts val="24100"/>
              <a:buNone/>
              <a:defRPr sz="24100"/>
            </a:lvl6pPr>
            <a:lvl7pPr lvl="6" algn="ctr">
              <a:spcBef>
                <a:spcPts val="0"/>
              </a:spcBef>
              <a:spcAft>
                <a:spcPts val="0"/>
              </a:spcAft>
              <a:buSzPts val="24100"/>
              <a:buNone/>
              <a:defRPr sz="24100"/>
            </a:lvl7pPr>
            <a:lvl8pPr lvl="7" algn="ctr">
              <a:spcBef>
                <a:spcPts val="0"/>
              </a:spcBef>
              <a:spcAft>
                <a:spcPts val="0"/>
              </a:spcAft>
              <a:buSzPts val="24100"/>
              <a:buNone/>
              <a:defRPr sz="24100"/>
            </a:lvl8pPr>
            <a:lvl9pPr lvl="8" algn="ctr">
              <a:spcBef>
                <a:spcPts val="0"/>
              </a:spcBef>
              <a:spcAft>
                <a:spcPts val="0"/>
              </a:spcAft>
              <a:buSzPts val="24100"/>
              <a:buNone/>
              <a:defRPr sz="24100"/>
            </a:lvl9pPr>
          </a:lstStyle>
          <a:p/>
        </p:txBody>
      </p:sp>
      <p:sp>
        <p:nvSpPr>
          <p:cNvPr id="38" name="Google Shape;38;p9"/>
          <p:cNvSpPr txBox="1"/>
          <p:nvPr>
            <p:ph idx="1" type="subTitle"/>
          </p:nvPr>
        </p:nvSpPr>
        <p:spPr>
          <a:xfrm>
            <a:off x="1062000" y="22424600"/>
            <a:ext cx="16180800" cy="9880800"/>
          </a:xfrm>
          <a:prstGeom prst="rect">
            <a:avLst/>
          </a:prstGeom>
        </p:spPr>
        <p:txBody>
          <a:bodyPr anchorCtr="0" anchor="t" bIns="526575" lIns="526575" spcFirstLastPara="1" rIns="526575" wrap="square" tIns="526575"/>
          <a:lstStyle>
            <a:lvl1pPr lvl="0" algn="ctr">
              <a:lnSpc>
                <a:spcPct val="100000"/>
              </a:lnSpc>
              <a:spcBef>
                <a:spcPts val="0"/>
              </a:spcBef>
              <a:spcAft>
                <a:spcPts val="0"/>
              </a:spcAft>
              <a:buSzPts val="12100"/>
              <a:buNone/>
              <a:defRPr sz="12100"/>
            </a:lvl1pPr>
            <a:lvl2pPr lvl="1" algn="ctr">
              <a:lnSpc>
                <a:spcPct val="100000"/>
              </a:lnSpc>
              <a:spcBef>
                <a:spcPts val="0"/>
              </a:spcBef>
              <a:spcAft>
                <a:spcPts val="0"/>
              </a:spcAft>
              <a:buSzPts val="12100"/>
              <a:buNone/>
              <a:defRPr sz="12100"/>
            </a:lvl2pPr>
            <a:lvl3pPr lvl="2" algn="ctr">
              <a:lnSpc>
                <a:spcPct val="100000"/>
              </a:lnSpc>
              <a:spcBef>
                <a:spcPts val="0"/>
              </a:spcBef>
              <a:spcAft>
                <a:spcPts val="0"/>
              </a:spcAft>
              <a:buSzPts val="12100"/>
              <a:buNone/>
              <a:defRPr sz="12100"/>
            </a:lvl3pPr>
            <a:lvl4pPr lvl="3" algn="ctr">
              <a:lnSpc>
                <a:spcPct val="100000"/>
              </a:lnSpc>
              <a:spcBef>
                <a:spcPts val="0"/>
              </a:spcBef>
              <a:spcAft>
                <a:spcPts val="0"/>
              </a:spcAft>
              <a:buSzPts val="12100"/>
              <a:buNone/>
              <a:defRPr sz="12100"/>
            </a:lvl4pPr>
            <a:lvl5pPr lvl="4" algn="ctr">
              <a:lnSpc>
                <a:spcPct val="100000"/>
              </a:lnSpc>
              <a:spcBef>
                <a:spcPts val="0"/>
              </a:spcBef>
              <a:spcAft>
                <a:spcPts val="0"/>
              </a:spcAft>
              <a:buSzPts val="12100"/>
              <a:buNone/>
              <a:defRPr sz="12100"/>
            </a:lvl5pPr>
            <a:lvl6pPr lvl="5" algn="ctr">
              <a:lnSpc>
                <a:spcPct val="100000"/>
              </a:lnSpc>
              <a:spcBef>
                <a:spcPts val="0"/>
              </a:spcBef>
              <a:spcAft>
                <a:spcPts val="0"/>
              </a:spcAft>
              <a:buSzPts val="12100"/>
              <a:buNone/>
              <a:defRPr sz="12100"/>
            </a:lvl6pPr>
            <a:lvl7pPr lvl="6" algn="ctr">
              <a:lnSpc>
                <a:spcPct val="100000"/>
              </a:lnSpc>
              <a:spcBef>
                <a:spcPts val="0"/>
              </a:spcBef>
              <a:spcAft>
                <a:spcPts val="0"/>
              </a:spcAft>
              <a:buSzPts val="12100"/>
              <a:buNone/>
              <a:defRPr sz="12100"/>
            </a:lvl7pPr>
            <a:lvl8pPr lvl="7" algn="ctr">
              <a:lnSpc>
                <a:spcPct val="100000"/>
              </a:lnSpc>
              <a:spcBef>
                <a:spcPts val="0"/>
              </a:spcBef>
              <a:spcAft>
                <a:spcPts val="0"/>
              </a:spcAft>
              <a:buSzPts val="12100"/>
              <a:buNone/>
              <a:defRPr sz="12100"/>
            </a:lvl8pPr>
            <a:lvl9pPr lvl="8" algn="ctr">
              <a:lnSpc>
                <a:spcPct val="100000"/>
              </a:lnSpc>
              <a:spcBef>
                <a:spcPts val="0"/>
              </a:spcBef>
              <a:spcAft>
                <a:spcPts val="0"/>
              </a:spcAft>
              <a:buSzPts val="12100"/>
              <a:buNone/>
              <a:defRPr sz="12100"/>
            </a:lvl9pPr>
          </a:lstStyle>
          <a:p/>
        </p:txBody>
      </p:sp>
      <p:sp>
        <p:nvSpPr>
          <p:cNvPr id="39" name="Google Shape;39;p9"/>
          <p:cNvSpPr txBox="1"/>
          <p:nvPr>
            <p:ph idx="2" type="body"/>
          </p:nvPr>
        </p:nvSpPr>
        <p:spPr>
          <a:xfrm>
            <a:off x="19758000" y="5792600"/>
            <a:ext cx="15348000" cy="29560800"/>
          </a:xfrm>
          <a:prstGeom prst="rect">
            <a:avLst/>
          </a:prstGeom>
        </p:spPr>
        <p:txBody>
          <a:bodyPr anchorCtr="0" anchor="ctr" bIns="526575" lIns="526575" spcFirstLastPara="1" rIns="526575" wrap="square" tIns="526575"/>
          <a:lstStyle>
            <a:lvl1pPr indent="-882650" lvl="0" marL="457200">
              <a:spcBef>
                <a:spcPts val="0"/>
              </a:spcBef>
              <a:spcAft>
                <a:spcPts val="0"/>
              </a:spcAft>
              <a:buSzPts val="10300"/>
              <a:buChar char="●"/>
              <a:defRPr/>
            </a:lvl1pPr>
            <a:lvl2pPr indent="-742950" lvl="1" marL="914400">
              <a:spcBef>
                <a:spcPts val="9200"/>
              </a:spcBef>
              <a:spcAft>
                <a:spcPts val="0"/>
              </a:spcAft>
              <a:buSzPts val="8100"/>
              <a:buChar char="○"/>
              <a:defRPr/>
            </a:lvl2pPr>
            <a:lvl3pPr indent="-742950" lvl="2" marL="1371600">
              <a:spcBef>
                <a:spcPts val="9200"/>
              </a:spcBef>
              <a:spcAft>
                <a:spcPts val="0"/>
              </a:spcAft>
              <a:buSzPts val="8100"/>
              <a:buChar char="■"/>
              <a:defRPr/>
            </a:lvl3pPr>
            <a:lvl4pPr indent="-742950" lvl="3" marL="1828800">
              <a:spcBef>
                <a:spcPts val="9200"/>
              </a:spcBef>
              <a:spcAft>
                <a:spcPts val="0"/>
              </a:spcAft>
              <a:buSzPts val="8100"/>
              <a:buChar char="●"/>
              <a:defRPr/>
            </a:lvl4pPr>
            <a:lvl5pPr indent="-742950" lvl="4" marL="2286000">
              <a:spcBef>
                <a:spcPts val="9200"/>
              </a:spcBef>
              <a:spcAft>
                <a:spcPts val="0"/>
              </a:spcAft>
              <a:buSzPts val="8100"/>
              <a:buChar char="○"/>
              <a:defRPr/>
            </a:lvl5pPr>
            <a:lvl6pPr indent="-742950" lvl="5" marL="2743200">
              <a:spcBef>
                <a:spcPts val="9200"/>
              </a:spcBef>
              <a:spcAft>
                <a:spcPts val="0"/>
              </a:spcAft>
              <a:buSzPts val="8100"/>
              <a:buChar char="■"/>
              <a:defRPr/>
            </a:lvl6pPr>
            <a:lvl7pPr indent="-742950" lvl="6" marL="3200400">
              <a:spcBef>
                <a:spcPts val="9200"/>
              </a:spcBef>
              <a:spcAft>
                <a:spcPts val="0"/>
              </a:spcAft>
              <a:buSzPts val="8100"/>
              <a:buChar char="●"/>
              <a:defRPr/>
            </a:lvl7pPr>
            <a:lvl8pPr indent="-742950" lvl="7" marL="3657600">
              <a:spcBef>
                <a:spcPts val="9200"/>
              </a:spcBef>
              <a:spcAft>
                <a:spcPts val="0"/>
              </a:spcAft>
              <a:buSzPts val="8100"/>
              <a:buChar char="○"/>
              <a:defRPr/>
            </a:lvl8pPr>
            <a:lvl9pPr indent="-742950" lvl="8" marL="4114800">
              <a:spcBef>
                <a:spcPts val="9200"/>
              </a:spcBef>
              <a:spcAft>
                <a:spcPts val="9200"/>
              </a:spcAft>
              <a:buSzPts val="8100"/>
              <a:buChar char="■"/>
              <a:defRPr/>
            </a:lvl9pPr>
          </a:lstStyle>
          <a:p/>
        </p:txBody>
      </p:sp>
      <p:sp>
        <p:nvSpPr>
          <p:cNvPr id="40" name="Google Shape;40;p9"/>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1246800" y="33844600"/>
            <a:ext cx="23995200" cy="4840800"/>
          </a:xfrm>
          <a:prstGeom prst="rect">
            <a:avLst/>
          </a:prstGeom>
        </p:spPr>
        <p:txBody>
          <a:bodyPr anchorCtr="0" anchor="ctr" bIns="526575" lIns="526575" spcFirstLastPara="1" rIns="526575" wrap="square" tIns="526575"/>
          <a:lstStyle>
            <a:lvl1pPr indent="-228600" lvl="0" marL="457200">
              <a:lnSpc>
                <a:spcPct val="100000"/>
              </a:lnSpc>
              <a:spcBef>
                <a:spcPts val="0"/>
              </a:spcBef>
              <a:spcAft>
                <a:spcPts val="0"/>
              </a:spcAft>
              <a:buSzPts val="10300"/>
              <a:buNone/>
              <a:defRPr/>
            </a:lvl1pPr>
          </a:lstStyle>
          <a:p/>
        </p:txBody>
      </p:sp>
      <p:sp>
        <p:nvSpPr>
          <p:cNvPr id="43" name="Google Shape;43;p10"/>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1246800" y="8849000"/>
            <a:ext cx="34082700" cy="15707700"/>
          </a:xfrm>
          <a:prstGeom prst="rect">
            <a:avLst/>
          </a:prstGeom>
        </p:spPr>
        <p:txBody>
          <a:bodyPr anchorCtr="0" anchor="b" bIns="526575" lIns="526575" spcFirstLastPara="1" rIns="526575" wrap="square" tIns="526575"/>
          <a:lstStyle>
            <a:lvl1pPr lvl="0" algn="ctr">
              <a:spcBef>
                <a:spcPts val="0"/>
              </a:spcBef>
              <a:spcAft>
                <a:spcPts val="0"/>
              </a:spcAft>
              <a:buSzPts val="69200"/>
              <a:buNone/>
              <a:defRPr sz="69200"/>
            </a:lvl1pPr>
            <a:lvl2pPr lvl="1" algn="ctr">
              <a:spcBef>
                <a:spcPts val="0"/>
              </a:spcBef>
              <a:spcAft>
                <a:spcPts val="0"/>
              </a:spcAft>
              <a:buSzPts val="69200"/>
              <a:buNone/>
              <a:defRPr sz="69200"/>
            </a:lvl2pPr>
            <a:lvl3pPr lvl="2" algn="ctr">
              <a:spcBef>
                <a:spcPts val="0"/>
              </a:spcBef>
              <a:spcAft>
                <a:spcPts val="0"/>
              </a:spcAft>
              <a:buSzPts val="69200"/>
              <a:buNone/>
              <a:defRPr sz="69200"/>
            </a:lvl3pPr>
            <a:lvl4pPr lvl="3" algn="ctr">
              <a:spcBef>
                <a:spcPts val="0"/>
              </a:spcBef>
              <a:spcAft>
                <a:spcPts val="0"/>
              </a:spcAft>
              <a:buSzPts val="69200"/>
              <a:buNone/>
              <a:defRPr sz="69200"/>
            </a:lvl4pPr>
            <a:lvl5pPr lvl="4" algn="ctr">
              <a:spcBef>
                <a:spcPts val="0"/>
              </a:spcBef>
              <a:spcAft>
                <a:spcPts val="0"/>
              </a:spcAft>
              <a:buSzPts val="69200"/>
              <a:buNone/>
              <a:defRPr sz="69200"/>
            </a:lvl5pPr>
            <a:lvl6pPr lvl="5" algn="ctr">
              <a:spcBef>
                <a:spcPts val="0"/>
              </a:spcBef>
              <a:spcAft>
                <a:spcPts val="0"/>
              </a:spcAft>
              <a:buSzPts val="69200"/>
              <a:buNone/>
              <a:defRPr sz="69200"/>
            </a:lvl6pPr>
            <a:lvl7pPr lvl="6" algn="ctr">
              <a:spcBef>
                <a:spcPts val="0"/>
              </a:spcBef>
              <a:spcAft>
                <a:spcPts val="0"/>
              </a:spcAft>
              <a:buSzPts val="69200"/>
              <a:buNone/>
              <a:defRPr sz="69200"/>
            </a:lvl7pPr>
            <a:lvl8pPr lvl="7" algn="ctr">
              <a:spcBef>
                <a:spcPts val="0"/>
              </a:spcBef>
              <a:spcAft>
                <a:spcPts val="0"/>
              </a:spcAft>
              <a:buSzPts val="69200"/>
              <a:buNone/>
              <a:defRPr sz="69200"/>
            </a:lvl8pPr>
            <a:lvl9pPr lvl="8" algn="ctr">
              <a:spcBef>
                <a:spcPts val="0"/>
              </a:spcBef>
              <a:spcAft>
                <a:spcPts val="0"/>
              </a:spcAft>
              <a:buSzPts val="69200"/>
              <a:buNone/>
              <a:defRPr sz="69200"/>
            </a:lvl9pPr>
          </a:lstStyle>
          <a:p>
            <a:r>
              <a:t>xx%</a:t>
            </a:r>
          </a:p>
        </p:txBody>
      </p:sp>
      <p:sp>
        <p:nvSpPr>
          <p:cNvPr id="46" name="Google Shape;46;p11"/>
          <p:cNvSpPr txBox="1"/>
          <p:nvPr>
            <p:ph idx="1" type="body"/>
          </p:nvPr>
        </p:nvSpPr>
        <p:spPr>
          <a:xfrm>
            <a:off x="1246800" y="25217800"/>
            <a:ext cx="34082700" cy="10406700"/>
          </a:xfrm>
          <a:prstGeom prst="rect">
            <a:avLst/>
          </a:prstGeom>
        </p:spPr>
        <p:txBody>
          <a:bodyPr anchorCtr="0" anchor="t" bIns="526575" lIns="526575" spcFirstLastPara="1" rIns="526575" wrap="square" tIns="526575"/>
          <a:lstStyle>
            <a:lvl1pPr indent="-882650" lvl="0" marL="457200" algn="ctr">
              <a:spcBef>
                <a:spcPts val="0"/>
              </a:spcBef>
              <a:spcAft>
                <a:spcPts val="0"/>
              </a:spcAft>
              <a:buSzPts val="10300"/>
              <a:buChar char="●"/>
              <a:defRPr/>
            </a:lvl1pPr>
            <a:lvl2pPr indent="-742950" lvl="1" marL="914400" algn="ctr">
              <a:spcBef>
                <a:spcPts val="9200"/>
              </a:spcBef>
              <a:spcAft>
                <a:spcPts val="0"/>
              </a:spcAft>
              <a:buSzPts val="8100"/>
              <a:buChar char="○"/>
              <a:defRPr/>
            </a:lvl2pPr>
            <a:lvl3pPr indent="-742950" lvl="2" marL="1371600" algn="ctr">
              <a:spcBef>
                <a:spcPts val="9200"/>
              </a:spcBef>
              <a:spcAft>
                <a:spcPts val="0"/>
              </a:spcAft>
              <a:buSzPts val="8100"/>
              <a:buChar char="■"/>
              <a:defRPr/>
            </a:lvl3pPr>
            <a:lvl4pPr indent="-742950" lvl="3" marL="1828800" algn="ctr">
              <a:spcBef>
                <a:spcPts val="9200"/>
              </a:spcBef>
              <a:spcAft>
                <a:spcPts val="0"/>
              </a:spcAft>
              <a:buSzPts val="8100"/>
              <a:buChar char="●"/>
              <a:defRPr/>
            </a:lvl4pPr>
            <a:lvl5pPr indent="-742950" lvl="4" marL="2286000" algn="ctr">
              <a:spcBef>
                <a:spcPts val="9200"/>
              </a:spcBef>
              <a:spcAft>
                <a:spcPts val="0"/>
              </a:spcAft>
              <a:buSzPts val="8100"/>
              <a:buChar char="○"/>
              <a:defRPr/>
            </a:lvl5pPr>
            <a:lvl6pPr indent="-742950" lvl="5" marL="2743200" algn="ctr">
              <a:spcBef>
                <a:spcPts val="9200"/>
              </a:spcBef>
              <a:spcAft>
                <a:spcPts val="0"/>
              </a:spcAft>
              <a:buSzPts val="8100"/>
              <a:buChar char="■"/>
              <a:defRPr/>
            </a:lvl6pPr>
            <a:lvl7pPr indent="-742950" lvl="6" marL="3200400" algn="ctr">
              <a:spcBef>
                <a:spcPts val="9200"/>
              </a:spcBef>
              <a:spcAft>
                <a:spcPts val="0"/>
              </a:spcAft>
              <a:buSzPts val="8100"/>
              <a:buChar char="●"/>
              <a:defRPr/>
            </a:lvl7pPr>
            <a:lvl8pPr indent="-742950" lvl="7" marL="3657600" algn="ctr">
              <a:spcBef>
                <a:spcPts val="9200"/>
              </a:spcBef>
              <a:spcAft>
                <a:spcPts val="0"/>
              </a:spcAft>
              <a:buSzPts val="8100"/>
              <a:buChar char="○"/>
              <a:defRPr/>
            </a:lvl8pPr>
            <a:lvl9pPr indent="-742950" lvl="8" marL="4114800" algn="ctr">
              <a:spcBef>
                <a:spcPts val="9200"/>
              </a:spcBef>
              <a:spcAft>
                <a:spcPts val="9200"/>
              </a:spcAft>
              <a:buSzPts val="8100"/>
              <a:buChar char="■"/>
              <a:defRPr/>
            </a:lvl9pPr>
          </a:lstStyle>
          <a:p/>
        </p:txBody>
      </p:sp>
      <p:sp>
        <p:nvSpPr>
          <p:cNvPr id="47" name="Google Shape;47;p11"/>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33889831" y="37305734"/>
            <a:ext cx="2195100" cy="3149100"/>
          </a:xfrm>
          <a:prstGeom prst="rect">
            <a:avLst/>
          </a:prstGeom>
        </p:spPr>
        <p:txBody>
          <a:bodyPr anchorCtr="0" anchor="ctr" bIns="526575" lIns="526575" spcFirstLastPara="1" rIns="526575" wrap="square" tIns="52657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51" name="Shape 51"/>
        <p:cNvGrpSpPr/>
        <p:nvPr/>
      </p:nvGrpSpPr>
      <p:grpSpPr>
        <a:xfrm>
          <a:off x="0" y="0"/>
          <a:ext cx="0" cy="0"/>
          <a:chOff x="0" y="0"/>
          <a:chExt cx="0" cy="0"/>
        </a:xfrm>
      </p:grpSpPr>
      <p:sp>
        <p:nvSpPr>
          <p:cNvPr id="52" name="Google Shape;52;p14"/>
          <p:cNvSpPr txBox="1"/>
          <p:nvPr>
            <p:ph type="ctrTitle"/>
          </p:nvPr>
        </p:nvSpPr>
        <p:spPr>
          <a:xfrm>
            <a:off x="1246833" y="5956600"/>
            <a:ext cx="34082700" cy="16420200"/>
          </a:xfrm>
          <a:prstGeom prst="rect">
            <a:avLst/>
          </a:prstGeom>
          <a:noFill/>
          <a:ln>
            <a:noFill/>
          </a:ln>
        </p:spPr>
        <p:txBody>
          <a:bodyPr anchorCtr="0" anchor="b" bIns="530600" lIns="530600" spcFirstLastPara="1" rIns="530600" wrap="square" tIns="530600"/>
          <a:lstStyle>
            <a:lvl1pPr lvl="0" rtl="0" algn="ctr">
              <a:spcBef>
                <a:spcPts val="0"/>
              </a:spcBef>
              <a:spcAft>
                <a:spcPts val="0"/>
              </a:spcAft>
              <a:buSzPts val="30200"/>
              <a:buChar char="●"/>
              <a:defRPr sz="30200"/>
            </a:lvl1pPr>
            <a:lvl2pPr lvl="1" rtl="0" algn="ctr">
              <a:spcBef>
                <a:spcPts val="0"/>
              </a:spcBef>
              <a:spcAft>
                <a:spcPts val="0"/>
              </a:spcAft>
              <a:buSzPts val="30200"/>
              <a:buChar char="○"/>
              <a:defRPr sz="30200"/>
            </a:lvl2pPr>
            <a:lvl3pPr lvl="2" rtl="0" algn="ctr">
              <a:spcBef>
                <a:spcPts val="0"/>
              </a:spcBef>
              <a:spcAft>
                <a:spcPts val="0"/>
              </a:spcAft>
              <a:buSzPts val="30200"/>
              <a:buChar char="■"/>
              <a:defRPr sz="30200"/>
            </a:lvl3pPr>
            <a:lvl4pPr lvl="3" rtl="0" algn="ctr">
              <a:spcBef>
                <a:spcPts val="0"/>
              </a:spcBef>
              <a:spcAft>
                <a:spcPts val="0"/>
              </a:spcAft>
              <a:buSzPts val="30200"/>
              <a:buChar char="●"/>
              <a:defRPr sz="30200"/>
            </a:lvl4pPr>
            <a:lvl5pPr lvl="4" rtl="0" algn="ctr">
              <a:spcBef>
                <a:spcPts val="0"/>
              </a:spcBef>
              <a:spcAft>
                <a:spcPts val="0"/>
              </a:spcAft>
              <a:buSzPts val="30200"/>
              <a:buChar char="○"/>
              <a:defRPr sz="30200"/>
            </a:lvl5pPr>
            <a:lvl6pPr lvl="5" rtl="0" algn="ctr">
              <a:spcBef>
                <a:spcPts val="0"/>
              </a:spcBef>
              <a:spcAft>
                <a:spcPts val="0"/>
              </a:spcAft>
              <a:buSzPts val="30200"/>
              <a:buChar char="■"/>
              <a:defRPr sz="30200"/>
            </a:lvl6pPr>
            <a:lvl7pPr lvl="6" rtl="0" algn="ctr">
              <a:spcBef>
                <a:spcPts val="0"/>
              </a:spcBef>
              <a:spcAft>
                <a:spcPts val="0"/>
              </a:spcAft>
              <a:buSzPts val="30200"/>
              <a:buChar char="●"/>
              <a:defRPr sz="30200"/>
            </a:lvl7pPr>
            <a:lvl8pPr lvl="7" rtl="0" algn="ctr">
              <a:spcBef>
                <a:spcPts val="0"/>
              </a:spcBef>
              <a:spcAft>
                <a:spcPts val="0"/>
              </a:spcAft>
              <a:buSzPts val="30200"/>
              <a:buChar char="○"/>
              <a:defRPr sz="30200"/>
            </a:lvl8pPr>
            <a:lvl9pPr lvl="8" rtl="0" algn="ctr">
              <a:spcBef>
                <a:spcPts val="0"/>
              </a:spcBef>
              <a:spcAft>
                <a:spcPts val="0"/>
              </a:spcAft>
              <a:buSzPts val="30200"/>
              <a:buChar char="■"/>
              <a:defRPr sz="30200"/>
            </a:lvl9pPr>
          </a:lstStyle>
          <a:p/>
        </p:txBody>
      </p:sp>
      <p:sp>
        <p:nvSpPr>
          <p:cNvPr id="53" name="Google Shape;53;p14"/>
          <p:cNvSpPr txBox="1"/>
          <p:nvPr>
            <p:ph idx="1" type="subTitle"/>
          </p:nvPr>
        </p:nvSpPr>
        <p:spPr>
          <a:xfrm>
            <a:off x="1246800" y="22673000"/>
            <a:ext cx="34082700" cy="6342000"/>
          </a:xfrm>
          <a:prstGeom prst="rect">
            <a:avLst/>
          </a:prstGeom>
          <a:noFill/>
          <a:ln>
            <a:noFill/>
          </a:ln>
        </p:spPr>
        <p:txBody>
          <a:bodyPr anchorCtr="0" anchor="ctr" bIns="530600" lIns="530600" spcFirstLastPara="1" rIns="530600" wrap="square" tIns="530600"/>
          <a:lstStyle>
            <a:lvl1pPr lvl="0" rtl="0" algn="ctr">
              <a:lnSpc>
                <a:spcPct val="100000"/>
              </a:lnSpc>
              <a:spcBef>
                <a:spcPts val="0"/>
              </a:spcBef>
              <a:spcAft>
                <a:spcPts val="0"/>
              </a:spcAft>
              <a:buSzPts val="16200"/>
              <a:buNone/>
              <a:defRPr sz="16200"/>
            </a:lvl1pPr>
            <a:lvl2pPr lvl="1" rtl="0" algn="ctr">
              <a:lnSpc>
                <a:spcPct val="100000"/>
              </a:lnSpc>
              <a:spcBef>
                <a:spcPts val="0"/>
              </a:spcBef>
              <a:spcAft>
                <a:spcPts val="0"/>
              </a:spcAft>
              <a:buSzPts val="16200"/>
              <a:buNone/>
              <a:defRPr sz="16200"/>
            </a:lvl2pPr>
            <a:lvl3pPr lvl="2" rtl="0" algn="ctr">
              <a:lnSpc>
                <a:spcPct val="100000"/>
              </a:lnSpc>
              <a:spcBef>
                <a:spcPts val="0"/>
              </a:spcBef>
              <a:spcAft>
                <a:spcPts val="0"/>
              </a:spcAft>
              <a:buSzPts val="16200"/>
              <a:buNone/>
              <a:defRPr sz="16200"/>
            </a:lvl3pPr>
            <a:lvl4pPr lvl="3" rtl="0" algn="ctr">
              <a:lnSpc>
                <a:spcPct val="100000"/>
              </a:lnSpc>
              <a:spcBef>
                <a:spcPts val="0"/>
              </a:spcBef>
              <a:spcAft>
                <a:spcPts val="0"/>
              </a:spcAft>
              <a:buSzPts val="16200"/>
              <a:buNone/>
              <a:defRPr sz="16200"/>
            </a:lvl4pPr>
            <a:lvl5pPr lvl="4" rtl="0" algn="ctr">
              <a:lnSpc>
                <a:spcPct val="100000"/>
              </a:lnSpc>
              <a:spcBef>
                <a:spcPts val="0"/>
              </a:spcBef>
              <a:spcAft>
                <a:spcPts val="0"/>
              </a:spcAft>
              <a:buSzPts val="16200"/>
              <a:buNone/>
              <a:defRPr sz="16200"/>
            </a:lvl5pPr>
            <a:lvl6pPr lvl="5" rtl="0" algn="ctr">
              <a:lnSpc>
                <a:spcPct val="100000"/>
              </a:lnSpc>
              <a:spcBef>
                <a:spcPts val="0"/>
              </a:spcBef>
              <a:spcAft>
                <a:spcPts val="0"/>
              </a:spcAft>
              <a:buSzPts val="16200"/>
              <a:buNone/>
              <a:defRPr sz="16200"/>
            </a:lvl6pPr>
            <a:lvl7pPr lvl="6" rtl="0" algn="ctr">
              <a:lnSpc>
                <a:spcPct val="100000"/>
              </a:lnSpc>
              <a:spcBef>
                <a:spcPts val="0"/>
              </a:spcBef>
              <a:spcAft>
                <a:spcPts val="0"/>
              </a:spcAft>
              <a:buSzPts val="16200"/>
              <a:buNone/>
              <a:defRPr sz="16200"/>
            </a:lvl7pPr>
            <a:lvl8pPr lvl="7" rtl="0" algn="ctr">
              <a:lnSpc>
                <a:spcPct val="100000"/>
              </a:lnSpc>
              <a:spcBef>
                <a:spcPts val="0"/>
              </a:spcBef>
              <a:spcAft>
                <a:spcPts val="0"/>
              </a:spcAft>
              <a:buSzPts val="16200"/>
              <a:buNone/>
              <a:defRPr sz="16200"/>
            </a:lvl8pPr>
            <a:lvl9pPr lvl="8" rtl="0" algn="ctr">
              <a:lnSpc>
                <a:spcPct val="100000"/>
              </a:lnSpc>
              <a:spcBef>
                <a:spcPts val="0"/>
              </a:spcBef>
              <a:spcAft>
                <a:spcPts val="0"/>
              </a:spcAft>
              <a:buSzPts val="16200"/>
              <a:buNone/>
              <a:defRPr sz="16200"/>
            </a:lvl9pPr>
          </a:lstStyle>
          <a:p/>
        </p:txBody>
      </p:sp>
      <p:sp>
        <p:nvSpPr>
          <p:cNvPr id="54" name="Google Shape;54;p14"/>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55" name="Shape 55"/>
        <p:cNvGrpSpPr/>
        <p:nvPr/>
      </p:nvGrpSpPr>
      <p:grpSpPr>
        <a:xfrm>
          <a:off x="0" y="0"/>
          <a:ext cx="0" cy="0"/>
          <a:chOff x="0" y="0"/>
          <a:chExt cx="0" cy="0"/>
        </a:xfrm>
      </p:grpSpPr>
      <p:sp>
        <p:nvSpPr>
          <p:cNvPr id="56" name="Google Shape;56;p15"/>
          <p:cNvSpPr txBox="1"/>
          <p:nvPr>
            <p:ph type="title"/>
          </p:nvPr>
        </p:nvSpPr>
        <p:spPr>
          <a:xfrm>
            <a:off x="1246800" y="17206800"/>
            <a:ext cx="34082700" cy="6734700"/>
          </a:xfrm>
          <a:prstGeom prst="rect">
            <a:avLst/>
          </a:prstGeom>
          <a:noFill/>
          <a:ln>
            <a:noFill/>
          </a:ln>
        </p:spPr>
        <p:txBody>
          <a:bodyPr anchorCtr="0" anchor="ctr" bIns="530600" lIns="530600" spcFirstLastPara="1" rIns="530600" wrap="square" tIns="530600"/>
          <a:lstStyle>
            <a:lvl1pPr lvl="0" rtl="0" algn="ctr">
              <a:spcBef>
                <a:spcPts val="0"/>
              </a:spcBef>
              <a:spcAft>
                <a:spcPts val="0"/>
              </a:spcAft>
              <a:buSzPts val="21000"/>
              <a:buChar char="●"/>
              <a:defRPr sz="21000"/>
            </a:lvl1pPr>
            <a:lvl2pPr lvl="1" rtl="0" algn="ctr">
              <a:spcBef>
                <a:spcPts val="0"/>
              </a:spcBef>
              <a:spcAft>
                <a:spcPts val="0"/>
              </a:spcAft>
              <a:buSzPts val="21000"/>
              <a:buChar char="○"/>
              <a:defRPr sz="21000"/>
            </a:lvl2pPr>
            <a:lvl3pPr lvl="2" rtl="0" algn="ctr">
              <a:spcBef>
                <a:spcPts val="0"/>
              </a:spcBef>
              <a:spcAft>
                <a:spcPts val="0"/>
              </a:spcAft>
              <a:buSzPts val="21000"/>
              <a:buChar char="■"/>
              <a:defRPr sz="21000"/>
            </a:lvl3pPr>
            <a:lvl4pPr lvl="3" rtl="0" algn="ctr">
              <a:spcBef>
                <a:spcPts val="0"/>
              </a:spcBef>
              <a:spcAft>
                <a:spcPts val="0"/>
              </a:spcAft>
              <a:buSzPts val="21000"/>
              <a:buChar char="●"/>
              <a:defRPr sz="21000"/>
            </a:lvl4pPr>
            <a:lvl5pPr lvl="4" rtl="0" algn="ctr">
              <a:spcBef>
                <a:spcPts val="0"/>
              </a:spcBef>
              <a:spcAft>
                <a:spcPts val="0"/>
              </a:spcAft>
              <a:buSzPts val="21000"/>
              <a:buChar char="○"/>
              <a:defRPr sz="21000"/>
            </a:lvl5pPr>
            <a:lvl6pPr lvl="5" rtl="0" algn="ctr">
              <a:spcBef>
                <a:spcPts val="0"/>
              </a:spcBef>
              <a:spcAft>
                <a:spcPts val="0"/>
              </a:spcAft>
              <a:buSzPts val="21000"/>
              <a:buChar char="■"/>
              <a:defRPr sz="21000"/>
            </a:lvl6pPr>
            <a:lvl7pPr lvl="6" rtl="0" algn="ctr">
              <a:spcBef>
                <a:spcPts val="0"/>
              </a:spcBef>
              <a:spcAft>
                <a:spcPts val="0"/>
              </a:spcAft>
              <a:buSzPts val="21000"/>
              <a:buChar char="●"/>
              <a:defRPr sz="21000"/>
            </a:lvl7pPr>
            <a:lvl8pPr lvl="7" rtl="0" algn="ctr">
              <a:spcBef>
                <a:spcPts val="0"/>
              </a:spcBef>
              <a:spcAft>
                <a:spcPts val="0"/>
              </a:spcAft>
              <a:buSzPts val="21000"/>
              <a:buChar char="○"/>
              <a:defRPr sz="21000"/>
            </a:lvl8pPr>
            <a:lvl9pPr lvl="8" rtl="0" algn="ctr">
              <a:spcBef>
                <a:spcPts val="0"/>
              </a:spcBef>
              <a:spcAft>
                <a:spcPts val="0"/>
              </a:spcAft>
              <a:buSzPts val="21000"/>
              <a:buChar char="■"/>
              <a:defRPr sz="21000"/>
            </a:lvl9pPr>
          </a:lstStyle>
          <a:p/>
        </p:txBody>
      </p:sp>
      <p:sp>
        <p:nvSpPr>
          <p:cNvPr id="57" name="Google Shape;57;p15"/>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58" name="Shape 58"/>
        <p:cNvGrpSpPr/>
        <p:nvPr/>
      </p:nvGrpSpPr>
      <p:grpSpPr>
        <a:xfrm>
          <a:off x="0" y="0"/>
          <a:ext cx="0" cy="0"/>
          <a:chOff x="0" y="0"/>
          <a:chExt cx="0" cy="0"/>
        </a:xfrm>
      </p:grpSpPr>
      <p:sp>
        <p:nvSpPr>
          <p:cNvPr id="59" name="Google Shape;59;p16"/>
          <p:cNvSpPr txBox="1"/>
          <p:nvPr>
            <p:ph type="title"/>
          </p:nvPr>
        </p:nvSpPr>
        <p:spPr>
          <a:xfrm>
            <a:off x="1246800" y="3560200"/>
            <a:ext cx="34082700" cy="45810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p:txBody>
      </p:sp>
      <p:sp>
        <p:nvSpPr>
          <p:cNvPr id="60" name="Google Shape;60;p16"/>
          <p:cNvSpPr txBox="1"/>
          <p:nvPr>
            <p:ph idx="1" type="body"/>
          </p:nvPr>
        </p:nvSpPr>
        <p:spPr>
          <a:xfrm>
            <a:off x="1246800" y="9219800"/>
            <a:ext cx="34082700" cy="273306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755650" lvl="1" marL="914400" rtl="0">
              <a:spcBef>
                <a:spcPts val="0"/>
              </a:spcBef>
              <a:spcAft>
                <a:spcPts val="0"/>
              </a:spcAft>
              <a:buSzPts val="8300"/>
              <a:buChar char="○"/>
              <a:defRPr sz="8300"/>
            </a:lvl2pPr>
            <a:lvl3pPr indent="-755650" lvl="2" marL="1371600" rtl="0">
              <a:spcBef>
                <a:spcPts val="0"/>
              </a:spcBef>
              <a:spcAft>
                <a:spcPts val="0"/>
              </a:spcAft>
              <a:buSzPts val="8300"/>
              <a:buChar char="■"/>
              <a:defRPr sz="8300"/>
            </a:lvl3pPr>
            <a:lvl4pPr indent="-755650" lvl="3" marL="1828800" rtl="0">
              <a:spcBef>
                <a:spcPts val="0"/>
              </a:spcBef>
              <a:spcAft>
                <a:spcPts val="0"/>
              </a:spcAft>
              <a:buSzPts val="8300"/>
              <a:buChar char="●"/>
              <a:defRPr sz="8300"/>
            </a:lvl4pPr>
            <a:lvl5pPr indent="-755650" lvl="4" marL="2286000" rtl="0">
              <a:spcBef>
                <a:spcPts val="0"/>
              </a:spcBef>
              <a:spcAft>
                <a:spcPts val="0"/>
              </a:spcAft>
              <a:buSzPts val="8300"/>
              <a:buChar char="○"/>
              <a:defRPr sz="8300"/>
            </a:lvl5pPr>
            <a:lvl6pPr indent="-755650" lvl="5" marL="2743200" rtl="0">
              <a:spcBef>
                <a:spcPts val="0"/>
              </a:spcBef>
              <a:spcAft>
                <a:spcPts val="0"/>
              </a:spcAft>
              <a:buSzPts val="8300"/>
              <a:buChar char="■"/>
              <a:defRPr sz="8300"/>
            </a:lvl6pPr>
            <a:lvl7pPr indent="-755650" lvl="6" marL="3200400" rtl="0">
              <a:spcBef>
                <a:spcPts val="0"/>
              </a:spcBef>
              <a:spcAft>
                <a:spcPts val="0"/>
              </a:spcAft>
              <a:buSzPts val="8300"/>
              <a:buChar char="●"/>
              <a:defRPr sz="8300"/>
            </a:lvl7pPr>
            <a:lvl8pPr indent="-755650" lvl="7" marL="3657600" rtl="0">
              <a:spcBef>
                <a:spcPts val="0"/>
              </a:spcBef>
              <a:spcAft>
                <a:spcPts val="0"/>
              </a:spcAft>
              <a:buSzPts val="8300"/>
              <a:buChar char="○"/>
              <a:defRPr sz="8300"/>
            </a:lvl8pPr>
            <a:lvl9pPr indent="-755650" lvl="8" marL="4114800" rtl="0">
              <a:spcBef>
                <a:spcPts val="0"/>
              </a:spcBef>
              <a:spcAft>
                <a:spcPts val="0"/>
              </a:spcAft>
              <a:buSzPts val="8300"/>
              <a:buChar char="■"/>
              <a:defRPr sz="8300"/>
            </a:lvl9pPr>
          </a:lstStyle>
          <a:p/>
        </p:txBody>
      </p:sp>
      <p:sp>
        <p:nvSpPr>
          <p:cNvPr id="61" name="Google Shape;61;p16"/>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62" name="Shape 62"/>
        <p:cNvGrpSpPr/>
        <p:nvPr/>
      </p:nvGrpSpPr>
      <p:grpSpPr>
        <a:xfrm>
          <a:off x="0" y="0"/>
          <a:ext cx="0" cy="0"/>
          <a:chOff x="0" y="0"/>
          <a:chExt cx="0" cy="0"/>
        </a:xfrm>
      </p:grpSpPr>
      <p:sp>
        <p:nvSpPr>
          <p:cNvPr id="63" name="Google Shape;63;p17"/>
          <p:cNvSpPr txBox="1"/>
          <p:nvPr>
            <p:ph type="title"/>
          </p:nvPr>
        </p:nvSpPr>
        <p:spPr>
          <a:xfrm>
            <a:off x="1246800" y="3560200"/>
            <a:ext cx="34082700" cy="45810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p:txBody>
      </p:sp>
      <p:sp>
        <p:nvSpPr>
          <p:cNvPr id="64" name="Google Shape;64;p17"/>
          <p:cNvSpPr txBox="1"/>
          <p:nvPr>
            <p:ph idx="1" type="body"/>
          </p:nvPr>
        </p:nvSpPr>
        <p:spPr>
          <a:xfrm>
            <a:off x="1246800" y="9219800"/>
            <a:ext cx="15999600" cy="273306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673100" lvl="1" marL="914400" rtl="0">
              <a:spcBef>
                <a:spcPts val="0"/>
              </a:spcBef>
              <a:spcAft>
                <a:spcPts val="0"/>
              </a:spcAft>
              <a:buSzPts val="7000"/>
              <a:buChar char="○"/>
              <a:defRPr sz="7000"/>
            </a:lvl2pPr>
            <a:lvl3pPr indent="-673100" lvl="2" marL="1371600" rtl="0">
              <a:spcBef>
                <a:spcPts val="0"/>
              </a:spcBef>
              <a:spcAft>
                <a:spcPts val="0"/>
              </a:spcAft>
              <a:buSzPts val="7000"/>
              <a:buChar char="■"/>
              <a:defRPr sz="7000"/>
            </a:lvl3pPr>
            <a:lvl4pPr indent="-673100" lvl="3" marL="1828800" rtl="0">
              <a:spcBef>
                <a:spcPts val="0"/>
              </a:spcBef>
              <a:spcAft>
                <a:spcPts val="0"/>
              </a:spcAft>
              <a:buSzPts val="7000"/>
              <a:buChar char="●"/>
              <a:defRPr sz="7000"/>
            </a:lvl4pPr>
            <a:lvl5pPr indent="-673100" lvl="4" marL="2286000" rtl="0">
              <a:spcBef>
                <a:spcPts val="0"/>
              </a:spcBef>
              <a:spcAft>
                <a:spcPts val="0"/>
              </a:spcAft>
              <a:buSzPts val="7000"/>
              <a:buChar char="○"/>
              <a:defRPr sz="7000"/>
            </a:lvl5pPr>
            <a:lvl6pPr indent="-673100" lvl="5" marL="2743200" rtl="0">
              <a:spcBef>
                <a:spcPts val="0"/>
              </a:spcBef>
              <a:spcAft>
                <a:spcPts val="0"/>
              </a:spcAft>
              <a:buSzPts val="7000"/>
              <a:buChar char="■"/>
              <a:defRPr sz="7000"/>
            </a:lvl6pPr>
            <a:lvl7pPr indent="-673100" lvl="6" marL="3200400" rtl="0">
              <a:spcBef>
                <a:spcPts val="0"/>
              </a:spcBef>
              <a:spcAft>
                <a:spcPts val="0"/>
              </a:spcAft>
              <a:buSzPts val="7000"/>
              <a:buChar char="●"/>
              <a:defRPr sz="7000"/>
            </a:lvl7pPr>
            <a:lvl8pPr indent="-673100" lvl="7" marL="3657600" rtl="0">
              <a:spcBef>
                <a:spcPts val="0"/>
              </a:spcBef>
              <a:spcAft>
                <a:spcPts val="0"/>
              </a:spcAft>
              <a:buSzPts val="7000"/>
              <a:buChar char="○"/>
              <a:defRPr sz="7000"/>
            </a:lvl8pPr>
            <a:lvl9pPr indent="-673100" lvl="8" marL="4114800" rtl="0">
              <a:spcBef>
                <a:spcPts val="0"/>
              </a:spcBef>
              <a:spcAft>
                <a:spcPts val="0"/>
              </a:spcAft>
              <a:buSzPts val="7000"/>
              <a:buChar char="■"/>
              <a:defRPr sz="7000"/>
            </a:lvl9pPr>
          </a:lstStyle>
          <a:p/>
        </p:txBody>
      </p:sp>
      <p:sp>
        <p:nvSpPr>
          <p:cNvPr id="65" name="Google Shape;65;p17"/>
          <p:cNvSpPr txBox="1"/>
          <p:nvPr>
            <p:ph idx="2" type="body"/>
          </p:nvPr>
        </p:nvSpPr>
        <p:spPr>
          <a:xfrm>
            <a:off x="19329600" y="9219800"/>
            <a:ext cx="15999600" cy="273306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673100" lvl="1" marL="914400" rtl="0">
              <a:spcBef>
                <a:spcPts val="0"/>
              </a:spcBef>
              <a:spcAft>
                <a:spcPts val="0"/>
              </a:spcAft>
              <a:buSzPts val="7000"/>
              <a:buChar char="○"/>
              <a:defRPr sz="7000"/>
            </a:lvl2pPr>
            <a:lvl3pPr indent="-673100" lvl="2" marL="1371600" rtl="0">
              <a:spcBef>
                <a:spcPts val="0"/>
              </a:spcBef>
              <a:spcAft>
                <a:spcPts val="0"/>
              </a:spcAft>
              <a:buSzPts val="7000"/>
              <a:buChar char="■"/>
              <a:defRPr sz="7000"/>
            </a:lvl3pPr>
            <a:lvl4pPr indent="-673100" lvl="3" marL="1828800" rtl="0">
              <a:spcBef>
                <a:spcPts val="0"/>
              </a:spcBef>
              <a:spcAft>
                <a:spcPts val="0"/>
              </a:spcAft>
              <a:buSzPts val="7000"/>
              <a:buChar char="●"/>
              <a:defRPr sz="7000"/>
            </a:lvl4pPr>
            <a:lvl5pPr indent="-673100" lvl="4" marL="2286000" rtl="0">
              <a:spcBef>
                <a:spcPts val="0"/>
              </a:spcBef>
              <a:spcAft>
                <a:spcPts val="0"/>
              </a:spcAft>
              <a:buSzPts val="7000"/>
              <a:buChar char="○"/>
              <a:defRPr sz="7000"/>
            </a:lvl5pPr>
            <a:lvl6pPr indent="-673100" lvl="5" marL="2743200" rtl="0">
              <a:spcBef>
                <a:spcPts val="0"/>
              </a:spcBef>
              <a:spcAft>
                <a:spcPts val="0"/>
              </a:spcAft>
              <a:buSzPts val="7000"/>
              <a:buChar char="■"/>
              <a:defRPr sz="7000"/>
            </a:lvl6pPr>
            <a:lvl7pPr indent="-673100" lvl="6" marL="3200400" rtl="0">
              <a:spcBef>
                <a:spcPts val="0"/>
              </a:spcBef>
              <a:spcAft>
                <a:spcPts val="0"/>
              </a:spcAft>
              <a:buSzPts val="7000"/>
              <a:buChar char="●"/>
              <a:defRPr sz="7000"/>
            </a:lvl7pPr>
            <a:lvl8pPr indent="-673100" lvl="7" marL="3657600" rtl="0">
              <a:spcBef>
                <a:spcPts val="0"/>
              </a:spcBef>
              <a:spcAft>
                <a:spcPts val="0"/>
              </a:spcAft>
              <a:buSzPts val="7000"/>
              <a:buChar char="○"/>
              <a:defRPr sz="7000"/>
            </a:lvl8pPr>
            <a:lvl9pPr indent="-673100" lvl="8" marL="4114800" rtl="0">
              <a:spcBef>
                <a:spcPts val="0"/>
              </a:spcBef>
              <a:spcAft>
                <a:spcPts val="0"/>
              </a:spcAft>
              <a:buSzPts val="7000"/>
              <a:buChar char="■"/>
              <a:defRPr sz="7000"/>
            </a:lvl9pPr>
          </a:lstStyle>
          <a:p/>
        </p:txBody>
      </p:sp>
      <p:sp>
        <p:nvSpPr>
          <p:cNvPr id="66" name="Google Shape;66;p17"/>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67" name="Shape 67"/>
        <p:cNvGrpSpPr/>
        <p:nvPr/>
      </p:nvGrpSpPr>
      <p:grpSpPr>
        <a:xfrm>
          <a:off x="0" y="0"/>
          <a:ext cx="0" cy="0"/>
          <a:chOff x="0" y="0"/>
          <a:chExt cx="0" cy="0"/>
        </a:xfrm>
      </p:grpSpPr>
      <p:sp>
        <p:nvSpPr>
          <p:cNvPr id="68" name="Google Shape;68;p18"/>
          <p:cNvSpPr txBox="1"/>
          <p:nvPr>
            <p:ph type="title"/>
          </p:nvPr>
        </p:nvSpPr>
        <p:spPr>
          <a:xfrm>
            <a:off x="1246800" y="3560200"/>
            <a:ext cx="34082700" cy="45810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8300"/>
              <a:buChar char="●"/>
              <a:defRPr sz="8300"/>
            </a:lvl1pPr>
            <a:lvl2pPr lvl="1" rtl="0">
              <a:spcBef>
                <a:spcPts val="0"/>
              </a:spcBef>
              <a:spcAft>
                <a:spcPts val="0"/>
              </a:spcAft>
              <a:buSzPts val="8300"/>
              <a:buChar char="○"/>
              <a:defRPr sz="8300"/>
            </a:lvl2pPr>
            <a:lvl3pPr lvl="2" rtl="0">
              <a:spcBef>
                <a:spcPts val="0"/>
              </a:spcBef>
              <a:spcAft>
                <a:spcPts val="0"/>
              </a:spcAft>
              <a:buSzPts val="8300"/>
              <a:buChar char="■"/>
              <a:defRPr sz="8300"/>
            </a:lvl3pPr>
            <a:lvl4pPr lvl="3" rtl="0">
              <a:spcBef>
                <a:spcPts val="0"/>
              </a:spcBef>
              <a:spcAft>
                <a:spcPts val="0"/>
              </a:spcAft>
              <a:buSzPts val="8300"/>
              <a:buChar char="●"/>
              <a:defRPr sz="8300"/>
            </a:lvl4pPr>
            <a:lvl5pPr lvl="4" rtl="0">
              <a:spcBef>
                <a:spcPts val="0"/>
              </a:spcBef>
              <a:spcAft>
                <a:spcPts val="0"/>
              </a:spcAft>
              <a:buSzPts val="8300"/>
              <a:buChar char="○"/>
              <a:defRPr sz="8300"/>
            </a:lvl5pPr>
            <a:lvl6pPr lvl="5" rtl="0">
              <a:spcBef>
                <a:spcPts val="0"/>
              </a:spcBef>
              <a:spcAft>
                <a:spcPts val="0"/>
              </a:spcAft>
              <a:buSzPts val="8300"/>
              <a:buChar char="■"/>
              <a:defRPr sz="8300"/>
            </a:lvl6pPr>
            <a:lvl7pPr lvl="6" rtl="0">
              <a:spcBef>
                <a:spcPts val="0"/>
              </a:spcBef>
              <a:spcAft>
                <a:spcPts val="0"/>
              </a:spcAft>
              <a:buSzPts val="8300"/>
              <a:buChar char="●"/>
              <a:defRPr sz="8300"/>
            </a:lvl7pPr>
            <a:lvl8pPr lvl="7" rtl="0">
              <a:spcBef>
                <a:spcPts val="0"/>
              </a:spcBef>
              <a:spcAft>
                <a:spcPts val="0"/>
              </a:spcAft>
              <a:buSzPts val="8300"/>
              <a:buChar char="○"/>
              <a:defRPr sz="8300"/>
            </a:lvl8pPr>
            <a:lvl9pPr lvl="8" rtl="0">
              <a:spcBef>
                <a:spcPts val="0"/>
              </a:spcBef>
              <a:spcAft>
                <a:spcPts val="0"/>
              </a:spcAft>
              <a:buSzPts val="8300"/>
              <a:buChar char="■"/>
              <a:defRPr sz="8300"/>
            </a:lvl9pPr>
          </a:lstStyle>
          <a:p/>
        </p:txBody>
      </p:sp>
      <p:sp>
        <p:nvSpPr>
          <p:cNvPr id="69" name="Google Shape;69;p18"/>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70" name="Shape 70"/>
        <p:cNvGrpSpPr/>
        <p:nvPr/>
      </p:nvGrpSpPr>
      <p:grpSpPr>
        <a:xfrm>
          <a:off x="0" y="0"/>
          <a:ext cx="0" cy="0"/>
          <a:chOff x="0" y="0"/>
          <a:chExt cx="0" cy="0"/>
        </a:xfrm>
      </p:grpSpPr>
      <p:sp>
        <p:nvSpPr>
          <p:cNvPr id="71" name="Google Shape;71;p19"/>
          <p:cNvSpPr txBox="1"/>
          <p:nvPr>
            <p:ph type="title"/>
          </p:nvPr>
        </p:nvSpPr>
        <p:spPr>
          <a:xfrm>
            <a:off x="1246800" y="4444800"/>
            <a:ext cx="11232000" cy="6046200"/>
          </a:xfrm>
          <a:prstGeom prst="rect">
            <a:avLst/>
          </a:prstGeom>
          <a:noFill/>
          <a:ln>
            <a:noFill/>
          </a:ln>
        </p:spPr>
        <p:txBody>
          <a:bodyPr anchorCtr="0" anchor="b" bIns="530600" lIns="530600" spcFirstLastPara="1" rIns="530600" wrap="square" tIns="530600"/>
          <a:lstStyle>
            <a:lvl1pPr lvl="0" rtl="0">
              <a:spcBef>
                <a:spcPts val="0"/>
              </a:spcBef>
              <a:spcAft>
                <a:spcPts val="0"/>
              </a:spcAft>
              <a:buSzPts val="13800"/>
              <a:buChar char="●"/>
              <a:defRPr sz="13800"/>
            </a:lvl1pPr>
            <a:lvl2pPr lvl="1" rtl="0">
              <a:spcBef>
                <a:spcPts val="0"/>
              </a:spcBef>
              <a:spcAft>
                <a:spcPts val="0"/>
              </a:spcAft>
              <a:buSzPts val="13800"/>
              <a:buChar char="○"/>
              <a:defRPr sz="13800"/>
            </a:lvl2pPr>
            <a:lvl3pPr lvl="2" rtl="0">
              <a:spcBef>
                <a:spcPts val="0"/>
              </a:spcBef>
              <a:spcAft>
                <a:spcPts val="0"/>
              </a:spcAft>
              <a:buSzPts val="13800"/>
              <a:buChar char="■"/>
              <a:defRPr sz="13800"/>
            </a:lvl3pPr>
            <a:lvl4pPr lvl="3" rtl="0">
              <a:spcBef>
                <a:spcPts val="0"/>
              </a:spcBef>
              <a:spcAft>
                <a:spcPts val="0"/>
              </a:spcAft>
              <a:buSzPts val="13800"/>
              <a:buChar char="●"/>
              <a:defRPr sz="13800"/>
            </a:lvl4pPr>
            <a:lvl5pPr lvl="4" rtl="0">
              <a:spcBef>
                <a:spcPts val="0"/>
              </a:spcBef>
              <a:spcAft>
                <a:spcPts val="0"/>
              </a:spcAft>
              <a:buSzPts val="13800"/>
              <a:buChar char="○"/>
              <a:defRPr sz="13800"/>
            </a:lvl5pPr>
            <a:lvl6pPr lvl="5" rtl="0">
              <a:spcBef>
                <a:spcPts val="0"/>
              </a:spcBef>
              <a:spcAft>
                <a:spcPts val="0"/>
              </a:spcAft>
              <a:buSzPts val="13800"/>
              <a:buChar char="■"/>
              <a:defRPr sz="13800"/>
            </a:lvl6pPr>
            <a:lvl7pPr lvl="6" rtl="0">
              <a:spcBef>
                <a:spcPts val="0"/>
              </a:spcBef>
              <a:spcAft>
                <a:spcPts val="0"/>
              </a:spcAft>
              <a:buSzPts val="13800"/>
              <a:buChar char="●"/>
              <a:defRPr sz="13800"/>
            </a:lvl7pPr>
            <a:lvl8pPr lvl="7" rtl="0">
              <a:spcBef>
                <a:spcPts val="0"/>
              </a:spcBef>
              <a:spcAft>
                <a:spcPts val="0"/>
              </a:spcAft>
              <a:buSzPts val="13800"/>
              <a:buChar char="○"/>
              <a:defRPr sz="13800"/>
            </a:lvl8pPr>
            <a:lvl9pPr lvl="8" rtl="0">
              <a:spcBef>
                <a:spcPts val="0"/>
              </a:spcBef>
              <a:spcAft>
                <a:spcPts val="0"/>
              </a:spcAft>
              <a:buSzPts val="13800"/>
              <a:buChar char="■"/>
              <a:defRPr sz="13800"/>
            </a:lvl9pPr>
          </a:lstStyle>
          <a:p/>
        </p:txBody>
      </p:sp>
      <p:sp>
        <p:nvSpPr>
          <p:cNvPr id="72" name="Google Shape;72;p19"/>
          <p:cNvSpPr txBox="1"/>
          <p:nvPr>
            <p:ph idx="1" type="body"/>
          </p:nvPr>
        </p:nvSpPr>
        <p:spPr>
          <a:xfrm>
            <a:off x="1246800" y="11116800"/>
            <a:ext cx="11232000" cy="25435800"/>
          </a:xfrm>
          <a:prstGeom prst="rect">
            <a:avLst/>
          </a:prstGeom>
          <a:noFill/>
          <a:ln>
            <a:noFill/>
          </a:ln>
        </p:spPr>
        <p:txBody>
          <a:bodyPr anchorCtr="0" anchor="ctr" bIns="530600" lIns="530600" spcFirstLastPara="1" rIns="530600" wrap="square" tIns="530600"/>
          <a:lstStyle>
            <a:lvl1pPr indent="-673100" lvl="0" marL="457200" rtl="0">
              <a:spcBef>
                <a:spcPts val="0"/>
              </a:spcBef>
              <a:spcAft>
                <a:spcPts val="0"/>
              </a:spcAft>
              <a:buSzPts val="7000"/>
              <a:buChar char="●"/>
              <a:defRPr sz="7000"/>
            </a:lvl1pPr>
            <a:lvl2pPr indent="-673100" lvl="1" marL="914400" rtl="0">
              <a:spcBef>
                <a:spcPts val="0"/>
              </a:spcBef>
              <a:spcAft>
                <a:spcPts val="0"/>
              </a:spcAft>
              <a:buSzPts val="7000"/>
              <a:buChar char="○"/>
              <a:defRPr sz="7000"/>
            </a:lvl2pPr>
            <a:lvl3pPr indent="-673100" lvl="2" marL="1371600" rtl="0">
              <a:spcBef>
                <a:spcPts val="0"/>
              </a:spcBef>
              <a:spcAft>
                <a:spcPts val="0"/>
              </a:spcAft>
              <a:buSzPts val="7000"/>
              <a:buChar char="■"/>
              <a:defRPr sz="7000"/>
            </a:lvl3pPr>
            <a:lvl4pPr indent="-673100" lvl="3" marL="1828800" rtl="0">
              <a:spcBef>
                <a:spcPts val="0"/>
              </a:spcBef>
              <a:spcAft>
                <a:spcPts val="0"/>
              </a:spcAft>
              <a:buSzPts val="7000"/>
              <a:buChar char="●"/>
              <a:defRPr sz="7000"/>
            </a:lvl4pPr>
            <a:lvl5pPr indent="-673100" lvl="4" marL="2286000" rtl="0">
              <a:spcBef>
                <a:spcPts val="0"/>
              </a:spcBef>
              <a:spcAft>
                <a:spcPts val="0"/>
              </a:spcAft>
              <a:buSzPts val="7000"/>
              <a:buChar char="○"/>
              <a:defRPr sz="7000"/>
            </a:lvl5pPr>
            <a:lvl6pPr indent="-673100" lvl="5" marL="2743200" rtl="0">
              <a:spcBef>
                <a:spcPts val="0"/>
              </a:spcBef>
              <a:spcAft>
                <a:spcPts val="0"/>
              </a:spcAft>
              <a:buSzPts val="7000"/>
              <a:buChar char="■"/>
              <a:defRPr sz="7000"/>
            </a:lvl6pPr>
            <a:lvl7pPr indent="-673100" lvl="6" marL="3200400" rtl="0">
              <a:spcBef>
                <a:spcPts val="0"/>
              </a:spcBef>
              <a:spcAft>
                <a:spcPts val="0"/>
              </a:spcAft>
              <a:buSzPts val="7000"/>
              <a:buChar char="●"/>
              <a:defRPr sz="7000"/>
            </a:lvl7pPr>
            <a:lvl8pPr indent="-673100" lvl="7" marL="3657600" rtl="0">
              <a:spcBef>
                <a:spcPts val="0"/>
              </a:spcBef>
              <a:spcAft>
                <a:spcPts val="0"/>
              </a:spcAft>
              <a:buSzPts val="7000"/>
              <a:buChar char="○"/>
              <a:defRPr sz="7000"/>
            </a:lvl8pPr>
            <a:lvl9pPr indent="-673100" lvl="8" marL="4114800" rtl="0">
              <a:spcBef>
                <a:spcPts val="0"/>
              </a:spcBef>
              <a:spcAft>
                <a:spcPts val="0"/>
              </a:spcAft>
              <a:buSzPts val="7000"/>
              <a:buChar char="■"/>
              <a:defRPr sz="7000"/>
            </a:lvl9pPr>
          </a:lstStyle>
          <a:p/>
        </p:txBody>
      </p:sp>
      <p:sp>
        <p:nvSpPr>
          <p:cNvPr id="73" name="Google Shape;73;p19"/>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74" name="Shape 74"/>
        <p:cNvGrpSpPr/>
        <p:nvPr/>
      </p:nvGrpSpPr>
      <p:grpSpPr>
        <a:xfrm>
          <a:off x="0" y="0"/>
          <a:ext cx="0" cy="0"/>
          <a:chOff x="0" y="0"/>
          <a:chExt cx="0" cy="0"/>
        </a:xfrm>
      </p:grpSpPr>
      <p:sp>
        <p:nvSpPr>
          <p:cNvPr id="75" name="Google Shape;75;p20"/>
          <p:cNvSpPr txBox="1"/>
          <p:nvPr>
            <p:ph type="title"/>
          </p:nvPr>
        </p:nvSpPr>
        <p:spPr>
          <a:xfrm>
            <a:off x="1961000" y="3601200"/>
            <a:ext cx="25471200" cy="32725800"/>
          </a:xfrm>
          <a:prstGeom prst="rect">
            <a:avLst/>
          </a:prstGeom>
          <a:noFill/>
          <a:ln>
            <a:noFill/>
          </a:ln>
        </p:spPr>
        <p:txBody>
          <a:bodyPr anchorCtr="0" anchor="ctr" bIns="530600" lIns="530600" spcFirstLastPara="1" rIns="530600" wrap="square" tIns="530600"/>
          <a:lstStyle>
            <a:lvl1pPr lvl="0" rtl="0">
              <a:spcBef>
                <a:spcPts val="0"/>
              </a:spcBef>
              <a:spcAft>
                <a:spcPts val="0"/>
              </a:spcAft>
              <a:buSzPts val="27800"/>
              <a:buChar char="●"/>
              <a:defRPr sz="27800"/>
            </a:lvl1pPr>
            <a:lvl2pPr lvl="1" rtl="0">
              <a:spcBef>
                <a:spcPts val="0"/>
              </a:spcBef>
              <a:spcAft>
                <a:spcPts val="0"/>
              </a:spcAft>
              <a:buSzPts val="27800"/>
              <a:buChar char="○"/>
              <a:defRPr sz="27800"/>
            </a:lvl2pPr>
            <a:lvl3pPr lvl="2" rtl="0">
              <a:spcBef>
                <a:spcPts val="0"/>
              </a:spcBef>
              <a:spcAft>
                <a:spcPts val="0"/>
              </a:spcAft>
              <a:buSzPts val="27800"/>
              <a:buChar char="■"/>
              <a:defRPr sz="27800"/>
            </a:lvl3pPr>
            <a:lvl4pPr lvl="3" rtl="0">
              <a:spcBef>
                <a:spcPts val="0"/>
              </a:spcBef>
              <a:spcAft>
                <a:spcPts val="0"/>
              </a:spcAft>
              <a:buSzPts val="27800"/>
              <a:buChar char="●"/>
              <a:defRPr sz="27800"/>
            </a:lvl4pPr>
            <a:lvl5pPr lvl="4" rtl="0">
              <a:spcBef>
                <a:spcPts val="0"/>
              </a:spcBef>
              <a:spcAft>
                <a:spcPts val="0"/>
              </a:spcAft>
              <a:buSzPts val="27800"/>
              <a:buChar char="○"/>
              <a:defRPr sz="27800"/>
            </a:lvl5pPr>
            <a:lvl6pPr lvl="5" rtl="0">
              <a:spcBef>
                <a:spcPts val="0"/>
              </a:spcBef>
              <a:spcAft>
                <a:spcPts val="0"/>
              </a:spcAft>
              <a:buSzPts val="27800"/>
              <a:buChar char="■"/>
              <a:defRPr sz="27800"/>
            </a:lvl6pPr>
            <a:lvl7pPr lvl="6" rtl="0">
              <a:spcBef>
                <a:spcPts val="0"/>
              </a:spcBef>
              <a:spcAft>
                <a:spcPts val="0"/>
              </a:spcAft>
              <a:buSzPts val="27800"/>
              <a:buChar char="●"/>
              <a:defRPr sz="27800"/>
            </a:lvl7pPr>
            <a:lvl8pPr lvl="7" rtl="0">
              <a:spcBef>
                <a:spcPts val="0"/>
              </a:spcBef>
              <a:spcAft>
                <a:spcPts val="0"/>
              </a:spcAft>
              <a:buSzPts val="27800"/>
              <a:buChar char="○"/>
              <a:defRPr sz="27800"/>
            </a:lvl8pPr>
            <a:lvl9pPr lvl="8" rtl="0">
              <a:spcBef>
                <a:spcPts val="0"/>
              </a:spcBef>
              <a:spcAft>
                <a:spcPts val="0"/>
              </a:spcAft>
              <a:buSzPts val="27800"/>
              <a:buChar char="■"/>
              <a:defRPr sz="27800"/>
            </a:lvl9pPr>
          </a:lstStyle>
          <a:p/>
        </p:txBody>
      </p:sp>
      <p:sp>
        <p:nvSpPr>
          <p:cNvPr id="76" name="Google Shape;76;p20"/>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77" name="Shape 77"/>
        <p:cNvGrpSpPr/>
        <p:nvPr/>
      </p:nvGrpSpPr>
      <p:grpSpPr>
        <a:xfrm>
          <a:off x="0" y="0"/>
          <a:ext cx="0" cy="0"/>
          <a:chOff x="0" y="0"/>
          <a:chExt cx="0" cy="0"/>
        </a:xfrm>
      </p:grpSpPr>
      <p:sp>
        <p:nvSpPr>
          <p:cNvPr id="78" name="Google Shape;78;p21"/>
          <p:cNvSpPr/>
          <p:nvPr/>
        </p:nvSpPr>
        <p:spPr>
          <a:xfrm>
            <a:off x="18288000" y="-1000"/>
            <a:ext cx="18288000" cy="41148000"/>
          </a:xfrm>
          <a:prstGeom prst="rect">
            <a:avLst/>
          </a:prstGeom>
          <a:solidFill>
            <a:schemeClr val="lt2"/>
          </a:solidFill>
          <a:ln>
            <a:noFill/>
          </a:ln>
        </p:spPr>
        <p:txBody>
          <a:bodyPr anchorCtr="0" anchor="ctr" bIns="530600" lIns="530600" spcFirstLastPara="1" rIns="530600" wrap="square" tIns="530600">
            <a:noAutofit/>
          </a:bodyPr>
          <a:lstStyle/>
          <a:p>
            <a:pPr indent="0" lvl="0" marL="0" rtl="0" algn="l">
              <a:spcBef>
                <a:spcPts val="0"/>
              </a:spcBef>
              <a:spcAft>
                <a:spcPts val="0"/>
              </a:spcAft>
              <a:buNone/>
            </a:pPr>
            <a:r>
              <a:t/>
            </a:r>
            <a:endParaRPr/>
          </a:p>
        </p:txBody>
      </p:sp>
      <p:sp>
        <p:nvSpPr>
          <p:cNvPr id="79" name="Google Shape;79;p21"/>
          <p:cNvSpPr txBox="1"/>
          <p:nvPr>
            <p:ph type="title"/>
          </p:nvPr>
        </p:nvSpPr>
        <p:spPr>
          <a:xfrm>
            <a:off x="1062000" y="9865400"/>
            <a:ext cx="16180800" cy="11858400"/>
          </a:xfrm>
          <a:prstGeom prst="rect">
            <a:avLst/>
          </a:prstGeom>
          <a:noFill/>
          <a:ln>
            <a:noFill/>
          </a:ln>
        </p:spPr>
        <p:txBody>
          <a:bodyPr anchorCtr="0" anchor="b" bIns="530600" lIns="530600" spcFirstLastPara="1" rIns="530600" wrap="square" tIns="530600"/>
          <a:lstStyle>
            <a:lvl1pPr lvl="0" rtl="0" algn="ctr">
              <a:spcBef>
                <a:spcPts val="0"/>
              </a:spcBef>
              <a:spcAft>
                <a:spcPts val="0"/>
              </a:spcAft>
              <a:buSzPts val="24500"/>
              <a:buChar char="●"/>
              <a:defRPr sz="24500"/>
            </a:lvl1pPr>
            <a:lvl2pPr lvl="1" rtl="0" algn="ctr">
              <a:spcBef>
                <a:spcPts val="0"/>
              </a:spcBef>
              <a:spcAft>
                <a:spcPts val="0"/>
              </a:spcAft>
              <a:buSzPts val="24500"/>
              <a:buChar char="○"/>
              <a:defRPr sz="24500"/>
            </a:lvl2pPr>
            <a:lvl3pPr lvl="2" rtl="0" algn="ctr">
              <a:spcBef>
                <a:spcPts val="0"/>
              </a:spcBef>
              <a:spcAft>
                <a:spcPts val="0"/>
              </a:spcAft>
              <a:buSzPts val="24500"/>
              <a:buChar char="■"/>
              <a:defRPr sz="24500"/>
            </a:lvl3pPr>
            <a:lvl4pPr lvl="3" rtl="0" algn="ctr">
              <a:spcBef>
                <a:spcPts val="0"/>
              </a:spcBef>
              <a:spcAft>
                <a:spcPts val="0"/>
              </a:spcAft>
              <a:buSzPts val="24500"/>
              <a:buChar char="●"/>
              <a:defRPr sz="24500"/>
            </a:lvl4pPr>
            <a:lvl5pPr lvl="4" rtl="0" algn="ctr">
              <a:spcBef>
                <a:spcPts val="0"/>
              </a:spcBef>
              <a:spcAft>
                <a:spcPts val="0"/>
              </a:spcAft>
              <a:buSzPts val="24500"/>
              <a:buChar char="○"/>
              <a:defRPr sz="24500"/>
            </a:lvl5pPr>
            <a:lvl6pPr lvl="5" rtl="0" algn="ctr">
              <a:spcBef>
                <a:spcPts val="0"/>
              </a:spcBef>
              <a:spcAft>
                <a:spcPts val="0"/>
              </a:spcAft>
              <a:buSzPts val="24500"/>
              <a:buChar char="■"/>
              <a:defRPr sz="24500"/>
            </a:lvl6pPr>
            <a:lvl7pPr lvl="6" rtl="0" algn="ctr">
              <a:spcBef>
                <a:spcPts val="0"/>
              </a:spcBef>
              <a:spcAft>
                <a:spcPts val="0"/>
              </a:spcAft>
              <a:buSzPts val="24500"/>
              <a:buChar char="●"/>
              <a:defRPr sz="24500"/>
            </a:lvl7pPr>
            <a:lvl8pPr lvl="7" rtl="0" algn="ctr">
              <a:spcBef>
                <a:spcPts val="0"/>
              </a:spcBef>
              <a:spcAft>
                <a:spcPts val="0"/>
              </a:spcAft>
              <a:buSzPts val="24500"/>
              <a:buChar char="○"/>
              <a:defRPr sz="24500"/>
            </a:lvl8pPr>
            <a:lvl9pPr lvl="8" rtl="0" algn="ctr">
              <a:spcBef>
                <a:spcPts val="0"/>
              </a:spcBef>
              <a:spcAft>
                <a:spcPts val="0"/>
              </a:spcAft>
              <a:buSzPts val="24500"/>
              <a:buChar char="■"/>
              <a:defRPr sz="24500"/>
            </a:lvl9pPr>
          </a:lstStyle>
          <a:p/>
        </p:txBody>
      </p:sp>
      <p:sp>
        <p:nvSpPr>
          <p:cNvPr id="80" name="Google Shape;80;p21"/>
          <p:cNvSpPr txBox="1"/>
          <p:nvPr>
            <p:ph idx="1" type="subTitle"/>
          </p:nvPr>
        </p:nvSpPr>
        <p:spPr>
          <a:xfrm>
            <a:off x="1062000" y="22424600"/>
            <a:ext cx="16180800" cy="9880200"/>
          </a:xfrm>
          <a:prstGeom prst="rect">
            <a:avLst/>
          </a:prstGeom>
          <a:noFill/>
          <a:ln>
            <a:noFill/>
          </a:ln>
        </p:spPr>
        <p:txBody>
          <a:bodyPr anchorCtr="0" anchor="ctr" bIns="530600" lIns="530600" spcFirstLastPara="1" rIns="530600" wrap="square" tIns="530600"/>
          <a:lstStyle>
            <a:lvl1pPr lvl="0" rtl="0" algn="ctr">
              <a:lnSpc>
                <a:spcPct val="100000"/>
              </a:lnSpc>
              <a:spcBef>
                <a:spcPts val="0"/>
              </a:spcBef>
              <a:spcAft>
                <a:spcPts val="0"/>
              </a:spcAft>
              <a:buSzPts val="12100"/>
              <a:buNone/>
              <a:defRPr sz="12100"/>
            </a:lvl1pPr>
            <a:lvl2pPr lvl="1" rtl="0" algn="ctr">
              <a:lnSpc>
                <a:spcPct val="100000"/>
              </a:lnSpc>
              <a:spcBef>
                <a:spcPts val="0"/>
              </a:spcBef>
              <a:spcAft>
                <a:spcPts val="0"/>
              </a:spcAft>
              <a:buSzPts val="12100"/>
              <a:buNone/>
              <a:defRPr sz="12100"/>
            </a:lvl2pPr>
            <a:lvl3pPr lvl="2" rtl="0" algn="ctr">
              <a:lnSpc>
                <a:spcPct val="100000"/>
              </a:lnSpc>
              <a:spcBef>
                <a:spcPts val="0"/>
              </a:spcBef>
              <a:spcAft>
                <a:spcPts val="0"/>
              </a:spcAft>
              <a:buSzPts val="12100"/>
              <a:buNone/>
              <a:defRPr sz="12100"/>
            </a:lvl3pPr>
            <a:lvl4pPr lvl="3" rtl="0" algn="ctr">
              <a:lnSpc>
                <a:spcPct val="100000"/>
              </a:lnSpc>
              <a:spcBef>
                <a:spcPts val="0"/>
              </a:spcBef>
              <a:spcAft>
                <a:spcPts val="0"/>
              </a:spcAft>
              <a:buSzPts val="12100"/>
              <a:buNone/>
              <a:defRPr sz="12100"/>
            </a:lvl4pPr>
            <a:lvl5pPr lvl="4" rtl="0" algn="ctr">
              <a:lnSpc>
                <a:spcPct val="100000"/>
              </a:lnSpc>
              <a:spcBef>
                <a:spcPts val="0"/>
              </a:spcBef>
              <a:spcAft>
                <a:spcPts val="0"/>
              </a:spcAft>
              <a:buSzPts val="12100"/>
              <a:buNone/>
              <a:defRPr sz="12100"/>
            </a:lvl5pPr>
            <a:lvl6pPr lvl="5" rtl="0" algn="ctr">
              <a:lnSpc>
                <a:spcPct val="100000"/>
              </a:lnSpc>
              <a:spcBef>
                <a:spcPts val="0"/>
              </a:spcBef>
              <a:spcAft>
                <a:spcPts val="0"/>
              </a:spcAft>
              <a:buSzPts val="12100"/>
              <a:buNone/>
              <a:defRPr sz="12100"/>
            </a:lvl6pPr>
            <a:lvl7pPr lvl="6" rtl="0" algn="ctr">
              <a:lnSpc>
                <a:spcPct val="100000"/>
              </a:lnSpc>
              <a:spcBef>
                <a:spcPts val="0"/>
              </a:spcBef>
              <a:spcAft>
                <a:spcPts val="0"/>
              </a:spcAft>
              <a:buSzPts val="12100"/>
              <a:buNone/>
              <a:defRPr sz="12100"/>
            </a:lvl7pPr>
            <a:lvl8pPr lvl="7" rtl="0" algn="ctr">
              <a:lnSpc>
                <a:spcPct val="100000"/>
              </a:lnSpc>
              <a:spcBef>
                <a:spcPts val="0"/>
              </a:spcBef>
              <a:spcAft>
                <a:spcPts val="0"/>
              </a:spcAft>
              <a:buSzPts val="12100"/>
              <a:buNone/>
              <a:defRPr sz="12100"/>
            </a:lvl8pPr>
            <a:lvl9pPr lvl="8" rtl="0" algn="ctr">
              <a:lnSpc>
                <a:spcPct val="100000"/>
              </a:lnSpc>
              <a:spcBef>
                <a:spcPts val="0"/>
              </a:spcBef>
              <a:spcAft>
                <a:spcPts val="0"/>
              </a:spcAft>
              <a:buSzPts val="12100"/>
              <a:buNone/>
              <a:defRPr sz="12100"/>
            </a:lvl9pPr>
          </a:lstStyle>
          <a:p/>
        </p:txBody>
      </p:sp>
      <p:sp>
        <p:nvSpPr>
          <p:cNvPr id="81" name="Google Shape;81;p21"/>
          <p:cNvSpPr txBox="1"/>
          <p:nvPr>
            <p:ph idx="2" type="body"/>
          </p:nvPr>
        </p:nvSpPr>
        <p:spPr>
          <a:xfrm>
            <a:off x="19758000" y="5792600"/>
            <a:ext cx="15347400" cy="29561400"/>
          </a:xfrm>
          <a:prstGeom prst="rect">
            <a:avLst/>
          </a:prstGeom>
          <a:noFill/>
          <a:ln>
            <a:noFill/>
          </a:ln>
        </p:spPr>
        <p:txBody>
          <a:bodyPr anchorCtr="0" anchor="ctr" bIns="530600" lIns="530600" spcFirstLastPara="1" rIns="530600" wrap="square" tIns="530600"/>
          <a:lstStyle>
            <a:lvl1pPr indent="-755650" lvl="0" marL="457200" rtl="0">
              <a:spcBef>
                <a:spcPts val="0"/>
              </a:spcBef>
              <a:spcAft>
                <a:spcPts val="0"/>
              </a:spcAft>
              <a:buSzPts val="8300"/>
              <a:buChar char="●"/>
              <a:defRPr sz="8300"/>
            </a:lvl1pPr>
            <a:lvl2pPr indent="-755650" lvl="1" marL="914400" rtl="0">
              <a:spcBef>
                <a:spcPts val="0"/>
              </a:spcBef>
              <a:spcAft>
                <a:spcPts val="0"/>
              </a:spcAft>
              <a:buSzPts val="8300"/>
              <a:buChar char="○"/>
              <a:defRPr sz="8300"/>
            </a:lvl2pPr>
            <a:lvl3pPr indent="-755650" lvl="2" marL="1371600" rtl="0">
              <a:spcBef>
                <a:spcPts val="0"/>
              </a:spcBef>
              <a:spcAft>
                <a:spcPts val="0"/>
              </a:spcAft>
              <a:buSzPts val="8300"/>
              <a:buChar char="■"/>
              <a:defRPr sz="8300"/>
            </a:lvl3pPr>
            <a:lvl4pPr indent="-755650" lvl="3" marL="1828800" rtl="0">
              <a:spcBef>
                <a:spcPts val="0"/>
              </a:spcBef>
              <a:spcAft>
                <a:spcPts val="0"/>
              </a:spcAft>
              <a:buSzPts val="8300"/>
              <a:buChar char="●"/>
              <a:defRPr sz="8300"/>
            </a:lvl4pPr>
            <a:lvl5pPr indent="-755650" lvl="4" marL="2286000" rtl="0">
              <a:spcBef>
                <a:spcPts val="0"/>
              </a:spcBef>
              <a:spcAft>
                <a:spcPts val="0"/>
              </a:spcAft>
              <a:buSzPts val="8300"/>
              <a:buChar char="○"/>
              <a:defRPr sz="8300"/>
            </a:lvl5pPr>
            <a:lvl6pPr indent="-755650" lvl="5" marL="2743200" rtl="0">
              <a:spcBef>
                <a:spcPts val="0"/>
              </a:spcBef>
              <a:spcAft>
                <a:spcPts val="0"/>
              </a:spcAft>
              <a:buSzPts val="8300"/>
              <a:buChar char="■"/>
              <a:defRPr sz="8300"/>
            </a:lvl6pPr>
            <a:lvl7pPr indent="-755650" lvl="6" marL="3200400" rtl="0">
              <a:spcBef>
                <a:spcPts val="0"/>
              </a:spcBef>
              <a:spcAft>
                <a:spcPts val="0"/>
              </a:spcAft>
              <a:buSzPts val="8300"/>
              <a:buChar char="●"/>
              <a:defRPr sz="8300"/>
            </a:lvl7pPr>
            <a:lvl8pPr indent="-755650" lvl="7" marL="3657600" rtl="0">
              <a:spcBef>
                <a:spcPts val="0"/>
              </a:spcBef>
              <a:spcAft>
                <a:spcPts val="0"/>
              </a:spcAft>
              <a:buSzPts val="8300"/>
              <a:buChar char="○"/>
              <a:defRPr sz="8300"/>
            </a:lvl8pPr>
            <a:lvl9pPr indent="-755650" lvl="8" marL="4114800" rtl="0">
              <a:spcBef>
                <a:spcPts val="0"/>
              </a:spcBef>
              <a:spcAft>
                <a:spcPts val="0"/>
              </a:spcAft>
              <a:buSzPts val="8300"/>
              <a:buChar char="■"/>
              <a:defRPr sz="8300"/>
            </a:lvl9pPr>
          </a:lstStyle>
          <a:p/>
        </p:txBody>
      </p:sp>
      <p:sp>
        <p:nvSpPr>
          <p:cNvPr id="82" name="Google Shape;82;p21"/>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83" name="Shape 83"/>
        <p:cNvGrpSpPr/>
        <p:nvPr/>
      </p:nvGrpSpPr>
      <p:grpSpPr>
        <a:xfrm>
          <a:off x="0" y="0"/>
          <a:ext cx="0" cy="0"/>
          <a:chOff x="0" y="0"/>
          <a:chExt cx="0" cy="0"/>
        </a:xfrm>
      </p:grpSpPr>
      <p:sp>
        <p:nvSpPr>
          <p:cNvPr id="84" name="Google Shape;84;p22"/>
          <p:cNvSpPr txBox="1"/>
          <p:nvPr>
            <p:ph idx="1" type="body"/>
          </p:nvPr>
        </p:nvSpPr>
        <p:spPr>
          <a:xfrm>
            <a:off x="1246800" y="33844600"/>
            <a:ext cx="23995200" cy="4840200"/>
          </a:xfrm>
          <a:prstGeom prst="rect">
            <a:avLst/>
          </a:prstGeom>
          <a:noFill/>
          <a:ln>
            <a:noFill/>
          </a:ln>
        </p:spPr>
        <p:txBody>
          <a:bodyPr anchorCtr="0" anchor="ctr" bIns="530600" lIns="530600" spcFirstLastPara="1" rIns="530600" wrap="square" tIns="530600"/>
          <a:lstStyle>
            <a:lvl1pPr indent="-228600" lvl="0" marL="457200" rtl="0">
              <a:lnSpc>
                <a:spcPct val="100000"/>
              </a:lnSpc>
              <a:spcBef>
                <a:spcPts val="0"/>
              </a:spcBef>
              <a:spcAft>
                <a:spcPts val="0"/>
              </a:spcAft>
              <a:buSzPts val="8300"/>
              <a:buNone/>
              <a:defRPr sz="8300"/>
            </a:lvl1pPr>
          </a:lstStyle>
          <a:p/>
        </p:txBody>
      </p:sp>
      <p:sp>
        <p:nvSpPr>
          <p:cNvPr id="85" name="Google Shape;85;p22"/>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86" name="Shape 86"/>
        <p:cNvGrpSpPr/>
        <p:nvPr/>
      </p:nvGrpSpPr>
      <p:grpSpPr>
        <a:xfrm>
          <a:off x="0" y="0"/>
          <a:ext cx="0" cy="0"/>
          <a:chOff x="0" y="0"/>
          <a:chExt cx="0" cy="0"/>
        </a:xfrm>
      </p:grpSpPr>
      <p:sp>
        <p:nvSpPr>
          <p:cNvPr id="87" name="Google Shape;87;p23"/>
          <p:cNvSpPr txBox="1"/>
          <p:nvPr>
            <p:ph hasCustomPrompt="1" type="title"/>
          </p:nvPr>
        </p:nvSpPr>
        <p:spPr>
          <a:xfrm>
            <a:off x="1246800" y="8849000"/>
            <a:ext cx="34082700" cy="15707400"/>
          </a:xfrm>
          <a:prstGeom prst="rect">
            <a:avLst/>
          </a:prstGeom>
          <a:noFill/>
          <a:ln>
            <a:noFill/>
          </a:ln>
        </p:spPr>
        <p:txBody>
          <a:bodyPr anchorCtr="0" anchor="b" bIns="530600" lIns="530600" spcFirstLastPara="1" rIns="530600" wrap="square" tIns="530600"/>
          <a:lstStyle>
            <a:lvl1pPr lvl="0" rtl="0" algn="ctr">
              <a:spcBef>
                <a:spcPts val="0"/>
              </a:spcBef>
              <a:spcAft>
                <a:spcPts val="0"/>
              </a:spcAft>
              <a:buSzPts val="69600"/>
              <a:buChar char="●"/>
              <a:defRPr sz="69600"/>
            </a:lvl1pPr>
            <a:lvl2pPr lvl="1" rtl="0" algn="ctr">
              <a:spcBef>
                <a:spcPts val="0"/>
              </a:spcBef>
              <a:spcAft>
                <a:spcPts val="0"/>
              </a:spcAft>
              <a:buSzPts val="69600"/>
              <a:buChar char="○"/>
              <a:defRPr sz="69600"/>
            </a:lvl2pPr>
            <a:lvl3pPr lvl="2" rtl="0" algn="ctr">
              <a:spcBef>
                <a:spcPts val="0"/>
              </a:spcBef>
              <a:spcAft>
                <a:spcPts val="0"/>
              </a:spcAft>
              <a:buSzPts val="69600"/>
              <a:buChar char="■"/>
              <a:defRPr sz="69600"/>
            </a:lvl3pPr>
            <a:lvl4pPr lvl="3" rtl="0" algn="ctr">
              <a:spcBef>
                <a:spcPts val="0"/>
              </a:spcBef>
              <a:spcAft>
                <a:spcPts val="0"/>
              </a:spcAft>
              <a:buSzPts val="69600"/>
              <a:buChar char="●"/>
              <a:defRPr sz="69600"/>
            </a:lvl4pPr>
            <a:lvl5pPr lvl="4" rtl="0" algn="ctr">
              <a:spcBef>
                <a:spcPts val="0"/>
              </a:spcBef>
              <a:spcAft>
                <a:spcPts val="0"/>
              </a:spcAft>
              <a:buSzPts val="69600"/>
              <a:buChar char="○"/>
              <a:defRPr sz="69600"/>
            </a:lvl5pPr>
            <a:lvl6pPr lvl="5" rtl="0" algn="ctr">
              <a:spcBef>
                <a:spcPts val="0"/>
              </a:spcBef>
              <a:spcAft>
                <a:spcPts val="0"/>
              </a:spcAft>
              <a:buSzPts val="69600"/>
              <a:buChar char="■"/>
              <a:defRPr sz="69600"/>
            </a:lvl6pPr>
            <a:lvl7pPr lvl="6" rtl="0" algn="ctr">
              <a:spcBef>
                <a:spcPts val="0"/>
              </a:spcBef>
              <a:spcAft>
                <a:spcPts val="0"/>
              </a:spcAft>
              <a:buSzPts val="69600"/>
              <a:buChar char="●"/>
              <a:defRPr sz="69600"/>
            </a:lvl7pPr>
            <a:lvl8pPr lvl="7" rtl="0" algn="ctr">
              <a:spcBef>
                <a:spcPts val="0"/>
              </a:spcBef>
              <a:spcAft>
                <a:spcPts val="0"/>
              </a:spcAft>
              <a:buSzPts val="69600"/>
              <a:buChar char="○"/>
              <a:defRPr sz="69600"/>
            </a:lvl8pPr>
            <a:lvl9pPr lvl="8" rtl="0" algn="ctr">
              <a:spcBef>
                <a:spcPts val="0"/>
              </a:spcBef>
              <a:spcAft>
                <a:spcPts val="0"/>
              </a:spcAft>
              <a:buSzPts val="69600"/>
              <a:buChar char="■"/>
              <a:defRPr sz="69600"/>
            </a:lvl9pPr>
          </a:lstStyle>
          <a:p>
            <a:r>
              <a:t>xx%</a:t>
            </a:r>
          </a:p>
        </p:txBody>
      </p:sp>
      <p:sp>
        <p:nvSpPr>
          <p:cNvPr id="88" name="Google Shape;88;p23"/>
          <p:cNvSpPr txBox="1"/>
          <p:nvPr>
            <p:ph idx="1" type="body"/>
          </p:nvPr>
        </p:nvSpPr>
        <p:spPr>
          <a:xfrm>
            <a:off x="1246800" y="25217800"/>
            <a:ext cx="34082700" cy="10407000"/>
          </a:xfrm>
          <a:prstGeom prst="rect">
            <a:avLst/>
          </a:prstGeom>
          <a:noFill/>
          <a:ln>
            <a:noFill/>
          </a:ln>
        </p:spPr>
        <p:txBody>
          <a:bodyPr anchorCtr="0" anchor="ctr" bIns="530600" lIns="530600" spcFirstLastPara="1" rIns="530600" wrap="square" tIns="530600"/>
          <a:lstStyle>
            <a:lvl1pPr indent="-755650" lvl="0" marL="457200" rtl="0" algn="ctr">
              <a:spcBef>
                <a:spcPts val="0"/>
              </a:spcBef>
              <a:spcAft>
                <a:spcPts val="0"/>
              </a:spcAft>
              <a:buSzPts val="8300"/>
              <a:buChar char="●"/>
              <a:defRPr sz="8300"/>
            </a:lvl1pPr>
            <a:lvl2pPr indent="-755650" lvl="1" marL="914400" rtl="0" algn="ctr">
              <a:spcBef>
                <a:spcPts val="0"/>
              </a:spcBef>
              <a:spcAft>
                <a:spcPts val="0"/>
              </a:spcAft>
              <a:buSzPts val="8300"/>
              <a:buChar char="○"/>
              <a:defRPr sz="8300"/>
            </a:lvl2pPr>
            <a:lvl3pPr indent="-755650" lvl="2" marL="1371600" rtl="0" algn="ctr">
              <a:spcBef>
                <a:spcPts val="0"/>
              </a:spcBef>
              <a:spcAft>
                <a:spcPts val="0"/>
              </a:spcAft>
              <a:buSzPts val="8300"/>
              <a:buChar char="■"/>
              <a:defRPr sz="8300"/>
            </a:lvl3pPr>
            <a:lvl4pPr indent="-755650" lvl="3" marL="1828800" rtl="0" algn="ctr">
              <a:spcBef>
                <a:spcPts val="0"/>
              </a:spcBef>
              <a:spcAft>
                <a:spcPts val="0"/>
              </a:spcAft>
              <a:buSzPts val="8300"/>
              <a:buChar char="●"/>
              <a:defRPr sz="8300"/>
            </a:lvl4pPr>
            <a:lvl5pPr indent="-755650" lvl="4" marL="2286000" rtl="0" algn="ctr">
              <a:spcBef>
                <a:spcPts val="0"/>
              </a:spcBef>
              <a:spcAft>
                <a:spcPts val="0"/>
              </a:spcAft>
              <a:buSzPts val="8300"/>
              <a:buChar char="○"/>
              <a:defRPr sz="8300"/>
            </a:lvl5pPr>
            <a:lvl6pPr indent="-755650" lvl="5" marL="2743200" rtl="0" algn="ctr">
              <a:spcBef>
                <a:spcPts val="0"/>
              </a:spcBef>
              <a:spcAft>
                <a:spcPts val="0"/>
              </a:spcAft>
              <a:buSzPts val="8300"/>
              <a:buChar char="■"/>
              <a:defRPr sz="8300"/>
            </a:lvl6pPr>
            <a:lvl7pPr indent="-755650" lvl="6" marL="3200400" rtl="0" algn="ctr">
              <a:spcBef>
                <a:spcPts val="0"/>
              </a:spcBef>
              <a:spcAft>
                <a:spcPts val="0"/>
              </a:spcAft>
              <a:buSzPts val="8300"/>
              <a:buChar char="●"/>
              <a:defRPr sz="8300"/>
            </a:lvl7pPr>
            <a:lvl8pPr indent="-755650" lvl="7" marL="3657600" rtl="0" algn="ctr">
              <a:spcBef>
                <a:spcPts val="0"/>
              </a:spcBef>
              <a:spcAft>
                <a:spcPts val="0"/>
              </a:spcAft>
              <a:buSzPts val="8300"/>
              <a:buChar char="○"/>
              <a:defRPr sz="8300"/>
            </a:lvl8pPr>
            <a:lvl9pPr indent="-755650" lvl="8" marL="4114800" rtl="0" algn="ctr">
              <a:spcBef>
                <a:spcPts val="0"/>
              </a:spcBef>
              <a:spcAft>
                <a:spcPts val="0"/>
              </a:spcAft>
              <a:buSzPts val="8300"/>
              <a:buChar char="■"/>
              <a:defRPr sz="8300"/>
            </a:lvl9pPr>
          </a:lstStyle>
          <a:p/>
        </p:txBody>
      </p:sp>
      <p:sp>
        <p:nvSpPr>
          <p:cNvPr id="89" name="Google Shape;89;p23"/>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90" name="Shape 90"/>
        <p:cNvGrpSpPr/>
        <p:nvPr/>
      </p:nvGrpSpPr>
      <p:grpSpPr>
        <a:xfrm>
          <a:off x="0" y="0"/>
          <a:ext cx="0" cy="0"/>
          <a:chOff x="0" y="0"/>
          <a:chExt cx="0" cy="0"/>
        </a:xfrm>
      </p:grpSpPr>
      <p:sp>
        <p:nvSpPr>
          <p:cNvPr id="91" name="Google Shape;91;p24"/>
          <p:cNvSpPr txBox="1"/>
          <p:nvPr>
            <p:ph idx="12" type="sldNum"/>
          </p:nvPr>
        </p:nvSpPr>
        <p:spPr>
          <a:xfrm>
            <a:off x="33889831" y="37305734"/>
            <a:ext cx="2195100" cy="3149400"/>
          </a:xfrm>
          <a:prstGeom prst="rect">
            <a:avLst/>
          </a:prstGeom>
          <a:noFill/>
          <a:ln>
            <a:noFill/>
          </a:ln>
        </p:spPr>
        <p:txBody>
          <a:bodyPr anchorCtr="0" anchor="ctr" bIns="148075" lIns="148075" spcFirstLastPara="1" rIns="148075" wrap="square" tIns="148075">
            <a:noAutofit/>
          </a:bodyPr>
          <a:lstStyle>
            <a:lvl1pPr lvl="0" rtl="0">
              <a:buNone/>
              <a:defRPr sz="2200"/>
            </a:lvl1pPr>
            <a:lvl2pPr lvl="1" rtl="0">
              <a:buNone/>
              <a:defRPr sz="2200"/>
            </a:lvl2pPr>
            <a:lvl3pPr lvl="2" rtl="0">
              <a:buNone/>
              <a:defRPr sz="2200"/>
            </a:lvl3pPr>
            <a:lvl4pPr lvl="3" rtl="0">
              <a:buNone/>
              <a:defRPr sz="2200"/>
            </a:lvl4pPr>
            <a:lvl5pPr lvl="4" rtl="0">
              <a:buNone/>
              <a:defRPr sz="2200"/>
            </a:lvl5pPr>
            <a:lvl6pPr lvl="5" rtl="0">
              <a:buNone/>
              <a:defRPr sz="2200"/>
            </a:lvl6pPr>
            <a:lvl7pPr lvl="6" rtl="0">
              <a:buNone/>
              <a:defRPr sz="2200"/>
            </a:lvl7pPr>
            <a:lvl8pPr lvl="7" rtl="0">
              <a:buNone/>
              <a:defRPr sz="2200"/>
            </a:lvl8pPr>
            <a:lvl9pPr lvl="8" rtl="0">
              <a:buNone/>
              <a:defRPr sz="2200"/>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1.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246800" y="3560200"/>
            <a:ext cx="34082700" cy="4581600"/>
          </a:xfrm>
          <a:prstGeom prst="rect">
            <a:avLst/>
          </a:prstGeom>
          <a:noFill/>
          <a:ln>
            <a:noFill/>
          </a:ln>
        </p:spPr>
        <p:txBody>
          <a:bodyPr anchorCtr="0" anchor="t" bIns="526575" lIns="526575" spcFirstLastPara="1" rIns="526575" wrap="square" tIns="526575"/>
          <a:lstStyle>
            <a:lvl1pPr lvl="0">
              <a:spcBef>
                <a:spcPts val="0"/>
              </a:spcBef>
              <a:spcAft>
                <a:spcPts val="0"/>
              </a:spcAft>
              <a:buClr>
                <a:schemeClr val="dk1"/>
              </a:buClr>
              <a:buSzPts val="16000"/>
              <a:buNone/>
              <a:defRPr sz="16000">
                <a:solidFill>
                  <a:schemeClr val="dk1"/>
                </a:solidFill>
              </a:defRPr>
            </a:lvl1pPr>
            <a:lvl2pPr lvl="1">
              <a:spcBef>
                <a:spcPts val="0"/>
              </a:spcBef>
              <a:spcAft>
                <a:spcPts val="0"/>
              </a:spcAft>
              <a:buClr>
                <a:schemeClr val="dk1"/>
              </a:buClr>
              <a:buSzPts val="16000"/>
              <a:buNone/>
              <a:defRPr sz="16000">
                <a:solidFill>
                  <a:schemeClr val="dk1"/>
                </a:solidFill>
              </a:defRPr>
            </a:lvl2pPr>
            <a:lvl3pPr lvl="2">
              <a:spcBef>
                <a:spcPts val="0"/>
              </a:spcBef>
              <a:spcAft>
                <a:spcPts val="0"/>
              </a:spcAft>
              <a:buClr>
                <a:schemeClr val="dk1"/>
              </a:buClr>
              <a:buSzPts val="16000"/>
              <a:buNone/>
              <a:defRPr sz="16000">
                <a:solidFill>
                  <a:schemeClr val="dk1"/>
                </a:solidFill>
              </a:defRPr>
            </a:lvl3pPr>
            <a:lvl4pPr lvl="3">
              <a:spcBef>
                <a:spcPts val="0"/>
              </a:spcBef>
              <a:spcAft>
                <a:spcPts val="0"/>
              </a:spcAft>
              <a:buClr>
                <a:schemeClr val="dk1"/>
              </a:buClr>
              <a:buSzPts val="16000"/>
              <a:buNone/>
              <a:defRPr sz="16000">
                <a:solidFill>
                  <a:schemeClr val="dk1"/>
                </a:solidFill>
              </a:defRPr>
            </a:lvl4pPr>
            <a:lvl5pPr lvl="4">
              <a:spcBef>
                <a:spcPts val="0"/>
              </a:spcBef>
              <a:spcAft>
                <a:spcPts val="0"/>
              </a:spcAft>
              <a:buClr>
                <a:schemeClr val="dk1"/>
              </a:buClr>
              <a:buSzPts val="16000"/>
              <a:buNone/>
              <a:defRPr sz="16000">
                <a:solidFill>
                  <a:schemeClr val="dk1"/>
                </a:solidFill>
              </a:defRPr>
            </a:lvl5pPr>
            <a:lvl6pPr lvl="5">
              <a:spcBef>
                <a:spcPts val="0"/>
              </a:spcBef>
              <a:spcAft>
                <a:spcPts val="0"/>
              </a:spcAft>
              <a:buClr>
                <a:schemeClr val="dk1"/>
              </a:buClr>
              <a:buSzPts val="16000"/>
              <a:buNone/>
              <a:defRPr sz="16000">
                <a:solidFill>
                  <a:schemeClr val="dk1"/>
                </a:solidFill>
              </a:defRPr>
            </a:lvl6pPr>
            <a:lvl7pPr lvl="6">
              <a:spcBef>
                <a:spcPts val="0"/>
              </a:spcBef>
              <a:spcAft>
                <a:spcPts val="0"/>
              </a:spcAft>
              <a:buClr>
                <a:schemeClr val="dk1"/>
              </a:buClr>
              <a:buSzPts val="16000"/>
              <a:buNone/>
              <a:defRPr sz="16000">
                <a:solidFill>
                  <a:schemeClr val="dk1"/>
                </a:solidFill>
              </a:defRPr>
            </a:lvl7pPr>
            <a:lvl8pPr lvl="7">
              <a:spcBef>
                <a:spcPts val="0"/>
              </a:spcBef>
              <a:spcAft>
                <a:spcPts val="0"/>
              </a:spcAft>
              <a:buClr>
                <a:schemeClr val="dk1"/>
              </a:buClr>
              <a:buSzPts val="16000"/>
              <a:buNone/>
              <a:defRPr sz="16000">
                <a:solidFill>
                  <a:schemeClr val="dk1"/>
                </a:solidFill>
              </a:defRPr>
            </a:lvl8pPr>
            <a:lvl9pPr lvl="8">
              <a:spcBef>
                <a:spcPts val="0"/>
              </a:spcBef>
              <a:spcAft>
                <a:spcPts val="0"/>
              </a:spcAft>
              <a:buClr>
                <a:schemeClr val="dk1"/>
              </a:buClr>
              <a:buSzPts val="16000"/>
              <a:buNone/>
              <a:defRPr sz="16000">
                <a:solidFill>
                  <a:schemeClr val="dk1"/>
                </a:solidFill>
              </a:defRPr>
            </a:lvl9pPr>
          </a:lstStyle>
          <a:p/>
        </p:txBody>
      </p:sp>
      <p:sp>
        <p:nvSpPr>
          <p:cNvPr id="7" name="Google Shape;7;p1"/>
          <p:cNvSpPr txBox="1"/>
          <p:nvPr>
            <p:ph idx="1" type="body"/>
          </p:nvPr>
        </p:nvSpPr>
        <p:spPr>
          <a:xfrm>
            <a:off x="1246800" y="9219800"/>
            <a:ext cx="34082700" cy="27331200"/>
          </a:xfrm>
          <a:prstGeom prst="rect">
            <a:avLst/>
          </a:prstGeom>
          <a:noFill/>
          <a:ln>
            <a:noFill/>
          </a:ln>
        </p:spPr>
        <p:txBody>
          <a:bodyPr anchorCtr="0" anchor="t" bIns="526575" lIns="526575" spcFirstLastPara="1" rIns="526575" wrap="square" tIns="526575"/>
          <a:lstStyle>
            <a:lvl1pPr indent="-882650" lvl="0" marL="457200">
              <a:lnSpc>
                <a:spcPct val="115000"/>
              </a:lnSpc>
              <a:spcBef>
                <a:spcPts val="0"/>
              </a:spcBef>
              <a:spcAft>
                <a:spcPts val="0"/>
              </a:spcAft>
              <a:buClr>
                <a:schemeClr val="dk2"/>
              </a:buClr>
              <a:buSzPts val="10300"/>
              <a:buChar char="●"/>
              <a:defRPr sz="10300">
                <a:solidFill>
                  <a:schemeClr val="dk2"/>
                </a:solidFill>
              </a:defRPr>
            </a:lvl1pPr>
            <a:lvl2pPr indent="-742950" lvl="1" marL="914400">
              <a:lnSpc>
                <a:spcPct val="115000"/>
              </a:lnSpc>
              <a:spcBef>
                <a:spcPts val="9200"/>
              </a:spcBef>
              <a:spcAft>
                <a:spcPts val="0"/>
              </a:spcAft>
              <a:buClr>
                <a:schemeClr val="dk2"/>
              </a:buClr>
              <a:buSzPts val="8100"/>
              <a:buChar char="○"/>
              <a:defRPr sz="8100">
                <a:solidFill>
                  <a:schemeClr val="dk2"/>
                </a:solidFill>
              </a:defRPr>
            </a:lvl2pPr>
            <a:lvl3pPr indent="-742950" lvl="2" marL="1371600">
              <a:lnSpc>
                <a:spcPct val="115000"/>
              </a:lnSpc>
              <a:spcBef>
                <a:spcPts val="9200"/>
              </a:spcBef>
              <a:spcAft>
                <a:spcPts val="0"/>
              </a:spcAft>
              <a:buClr>
                <a:schemeClr val="dk2"/>
              </a:buClr>
              <a:buSzPts val="8100"/>
              <a:buChar char="■"/>
              <a:defRPr sz="8100">
                <a:solidFill>
                  <a:schemeClr val="dk2"/>
                </a:solidFill>
              </a:defRPr>
            </a:lvl3pPr>
            <a:lvl4pPr indent="-742950" lvl="3" marL="1828800">
              <a:lnSpc>
                <a:spcPct val="115000"/>
              </a:lnSpc>
              <a:spcBef>
                <a:spcPts val="9200"/>
              </a:spcBef>
              <a:spcAft>
                <a:spcPts val="0"/>
              </a:spcAft>
              <a:buClr>
                <a:schemeClr val="dk2"/>
              </a:buClr>
              <a:buSzPts val="8100"/>
              <a:buChar char="●"/>
              <a:defRPr sz="8100">
                <a:solidFill>
                  <a:schemeClr val="dk2"/>
                </a:solidFill>
              </a:defRPr>
            </a:lvl4pPr>
            <a:lvl5pPr indent="-742950" lvl="4" marL="2286000">
              <a:lnSpc>
                <a:spcPct val="115000"/>
              </a:lnSpc>
              <a:spcBef>
                <a:spcPts val="9200"/>
              </a:spcBef>
              <a:spcAft>
                <a:spcPts val="0"/>
              </a:spcAft>
              <a:buClr>
                <a:schemeClr val="dk2"/>
              </a:buClr>
              <a:buSzPts val="8100"/>
              <a:buChar char="○"/>
              <a:defRPr sz="8100">
                <a:solidFill>
                  <a:schemeClr val="dk2"/>
                </a:solidFill>
              </a:defRPr>
            </a:lvl5pPr>
            <a:lvl6pPr indent="-742950" lvl="5" marL="2743200">
              <a:lnSpc>
                <a:spcPct val="115000"/>
              </a:lnSpc>
              <a:spcBef>
                <a:spcPts val="9200"/>
              </a:spcBef>
              <a:spcAft>
                <a:spcPts val="0"/>
              </a:spcAft>
              <a:buClr>
                <a:schemeClr val="dk2"/>
              </a:buClr>
              <a:buSzPts val="8100"/>
              <a:buChar char="■"/>
              <a:defRPr sz="8100">
                <a:solidFill>
                  <a:schemeClr val="dk2"/>
                </a:solidFill>
              </a:defRPr>
            </a:lvl6pPr>
            <a:lvl7pPr indent="-742950" lvl="6" marL="3200400">
              <a:lnSpc>
                <a:spcPct val="115000"/>
              </a:lnSpc>
              <a:spcBef>
                <a:spcPts val="9200"/>
              </a:spcBef>
              <a:spcAft>
                <a:spcPts val="0"/>
              </a:spcAft>
              <a:buClr>
                <a:schemeClr val="dk2"/>
              </a:buClr>
              <a:buSzPts val="8100"/>
              <a:buChar char="●"/>
              <a:defRPr sz="8100">
                <a:solidFill>
                  <a:schemeClr val="dk2"/>
                </a:solidFill>
              </a:defRPr>
            </a:lvl7pPr>
            <a:lvl8pPr indent="-742950" lvl="7" marL="3657600">
              <a:lnSpc>
                <a:spcPct val="115000"/>
              </a:lnSpc>
              <a:spcBef>
                <a:spcPts val="9200"/>
              </a:spcBef>
              <a:spcAft>
                <a:spcPts val="0"/>
              </a:spcAft>
              <a:buClr>
                <a:schemeClr val="dk2"/>
              </a:buClr>
              <a:buSzPts val="8100"/>
              <a:buChar char="○"/>
              <a:defRPr sz="8100">
                <a:solidFill>
                  <a:schemeClr val="dk2"/>
                </a:solidFill>
              </a:defRPr>
            </a:lvl8pPr>
            <a:lvl9pPr indent="-742950" lvl="8" marL="4114800">
              <a:lnSpc>
                <a:spcPct val="115000"/>
              </a:lnSpc>
              <a:spcBef>
                <a:spcPts val="9200"/>
              </a:spcBef>
              <a:spcAft>
                <a:spcPts val="9200"/>
              </a:spcAft>
              <a:buClr>
                <a:schemeClr val="dk2"/>
              </a:buClr>
              <a:buSzPts val="8100"/>
              <a:buChar char="■"/>
              <a:defRPr sz="8100">
                <a:solidFill>
                  <a:schemeClr val="dk2"/>
                </a:solidFill>
              </a:defRPr>
            </a:lvl9pPr>
          </a:lstStyle>
          <a:p/>
        </p:txBody>
      </p:sp>
      <p:sp>
        <p:nvSpPr>
          <p:cNvPr id="8" name="Google Shape;8;p1"/>
          <p:cNvSpPr txBox="1"/>
          <p:nvPr>
            <p:ph idx="12" type="sldNum"/>
          </p:nvPr>
        </p:nvSpPr>
        <p:spPr>
          <a:xfrm>
            <a:off x="33889831" y="37305734"/>
            <a:ext cx="2195100" cy="3149100"/>
          </a:xfrm>
          <a:prstGeom prst="rect">
            <a:avLst/>
          </a:prstGeom>
          <a:noFill/>
          <a:ln>
            <a:noFill/>
          </a:ln>
        </p:spPr>
        <p:txBody>
          <a:bodyPr anchorCtr="0" anchor="ctr" bIns="526575" lIns="526575" spcFirstLastPara="1" rIns="526575" wrap="square" tIns="526575">
            <a:noAutofit/>
          </a:bodyPr>
          <a:lstStyle>
            <a:lvl1pPr lvl="0" algn="r">
              <a:buNone/>
              <a:defRPr sz="5700">
                <a:solidFill>
                  <a:schemeClr val="dk2"/>
                </a:solidFill>
              </a:defRPr>
            </a:lvl1pPr>
            <a:lvl2pPr lvl="1" algn="r">
              <a:buNone/>
              <a:defRPr sz="5700">
                <a:solidFill>
                  <a:schemeClr val="dk2"/>
                </a:solidFill>
              </a:defRPr>
            </a:lvl2pPr>
            <a:lvl3pPr lvl="2" algn="r">
              <a:buNone/>
              <a:defRPr sz="5700">
                <a:solidFill>
                  <a:schemeClr val="dk2"/>
                </a:solidFill>
              </a:defRPr>
            </a:lvl3pPr>
            <a:lvl4pPr lvl="3" algn="r">
              <a:buNone/>
              <a:defRPr sz="5700">
                <a:solidFill>
                  <a:schemeClr val="dk2"/>
                </a:solidFill>
              </a:defRPr>
            </a:lvl4pPr>
            <a:lvl5pPr lvl="4" algn="r">
              <a:buNone/>
              <a:defRPr sz="5700">
                <a:solidFill>
                  <a:schemeClr val="dk2"/>
                </a:solidFill>
              </a:defRPr>
            </a:lvl5pPr>
            <a:lvl6pPr lvl="5" algn="r">
              <a:buNone/>
              <a:defRPr sz="5700">
                <a:solidFill>
                  <a:schemeClr val="dk2"/>
                </a:solidFill>
              </a:defRPr>
            </a:lvl6pPr>
            <a:lvl7pPr lvl="6" algn="r">
              <a:buNone/>
              <a:defRPr sz="5700">
                <a:solidFill>
                  <a:schemeClr val="dk2"/>
                </a:solidFill>
              </a:defRPr>
            </a:lvl7pPr>
            <a:lvl8pPr lvl="7" algn="r">
              <a:buNone/>
              <a:defRPr sz="5700">
                <a:solidFill>
                  <a:schemeClr val="dk2"/>
                </a:solidFill>
              </a:defRPr>
            </a:lvl8pPr>
            <a:lvl9pPr lvl="8" algn="r">
              <a:buNone/>
              <a:defRPr sz="57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light-2">
    <p:bg>
      <p:bgPr>
        <a:blipFill>
          <a:blip r:embed="rId1">
            <a:alphaModFix/>
          </a:blip>
          <a:stretch>
            <a:fillRect/>
          </a:stretch>
        </a:blipFill>
      </p:bgPr>
    </p:bg>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6.png"/><Relationship Id="rId10" Type="http://schemas.openxmlformats.org/officeDocument/2006/relationships/image" Target="../media/image7.png"/><Relationship Id="rId12" Type="http://schemas.openxmlformats.org/officeDocument/2006/relationships/image" Target="../media/image9.png"/><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hyperlink" Target="https://www.census.gov/cgi-bin/sssd/naics/naicsrch?code=3254&amp;search=2017%20NAICS%20Search" TargetMode="External"/><Relationship Id="rId4" Type="http://schemas.openxmlformats.org/officeDocument/2006/relationships/hyperlink" Target="https://www.census.gov/cgi-bin/sssd/naics/naicsrch?code=3391&amp;search=2017%20NAICS%20Search" TargetMode="External"/><Relationship Id="rId9"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p25"/>
          <p:cNvSpPr txBox="1"/>
          <p:nvPr/>
        </p:nvSpPr>
        <p:spPr>
          <a:xfrm>
            <a:off x="8270725" y="20125"/>
            <a:ext cx="28305300" cy="1105800"/>
          </a:xfrm>
          <a:prstGeom prst="rect">
            <a:avLst/>
          </a:prstGeom>
          <a:noFill/>
          <a:ln>
            <a:noFill/>
          </a:ln>
        </p:spPr>
        <p:txBody>
          <a:bodyPr anchorCtr="0" anchor="t" bIns="159350" lIns="318875" spcFirstLastPara="1" rIns="318875" wrap="square" tIns="159350">
            <a:noAutofit/>
          </a:bodyPr>
          <a:lstStyle/>
          <a:p>
            <a:pPr indent="0" lvl="0" marL="0" marR="0" rtl="0" algn="l">
              <a:spcBef>
                <a:spcPts val="0"/>
              </a:spcBef>
              <a:spcAft>
                <a:spcPts val="0"/>
              </a:spcAft>
              <a:buNone/>
            </a:pPr>
            <a:r>
              <a:rPr b="1" lang="en" sz="9800">
                <a:solidFill>
                  <a:srgbClr val="141F22"/>
                </a:solidFill>
                <a:latin typeface="Barlow Condensed"/>
                <a:ea typeface="Barlow Condensed"/>
                <a:cs typeface="Barlow Condensed"/>
                <a:sym typeface="Barlow Condensed"/>
              </a:rPr>
              <a:t>Measuring Product Innovation in the Pharma Industry </a:t>
            </a:r>
            <a:endParaRPr b="1" sz="9800">
              <a:solidFill>
                <a:srgbClr val="141F22"/>
              </a:solidFill>
              <a:latin typeface="Barlow Condensed"/>
              <a:ea typeface="Barlow Condensed"/>
              <a:cs typeface="Barlow Condensed"/>
              <a:sym typeface="Barlow Condensed"/>
            </a:endParaRPr>
          </a:p>
        </p:txBody>
      </p:sp>
      <p:sp>
        <p:nvSpPr>
          <p:cNvPr id="97" name="Google Shape;97;p25"/>
          <p:cNvSpPr txBox="1"/>
          <p:nvPr/>
        </p:nvSpPr>
        <p:spPr>
          <a:xfrm>
            <a:off x="8270713" y="1432312"/>
            <a:ext cx="26601900" cy="979200"/>
          </a:xfrm>
          <a:prstGeom prst="rect">
            <a:avLst/>
          </a:prstGeom>
          <a:noFill/>
          <a:ln>
            <a:noFill/>
          </a:ln>
        </p:spPr>
        <p:txBody>
          <a:bodyPr anchorCtr="0" anchor="t" bIns="159350" lIns="318875" spcFirstLastPara="1" rIns="318875" wrap="square" tIns="159350">
            <a:noAutofit/>
          </a:bodyPr>
          <a:lstStyle/>
          <a:p>
            <a:pPr indent="0" lvl="0" marL="0" rtl="0" algn="l">
              <a:spcBef>
                <a:spcPts val="0"/>
              </a:spcBef>
              <a:spcAft>
                <a:spcPts val="0"/>
              </a:spcAft>
              <a:buClr>
                <a:schemeClr val="dk1"/>
              </a:buClr>
              <a:buFont typeface="Arial"/>
              <a:buNone/>
            </a:pPr>
            <a:r>
              <a:rPr b="1" lang="en" sz="9800">
                <a:solidFill>
                  <a:srgbClr val="141F22"/>
                </a:solidFill>
                <a:latin typeface="Barlow Condensed"/>
                <a:ea typeface="Barlow Condensed"/>
                <a:cs typeface="Barlow Condensed"/>
                <a:sym typeface="Barlow Condensed"/>
              </a:rPr>
              <a:t>Using Nontraditional Data Sources</a:t>
            </a:r>
            <a:endParaRPr b="1" sz="9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9800">
              <a:solidFill>
                <a:srgbClr val="141F22"/>
              </a:solidFill>
              <a:latin typeface="Barlow Condensed"/>
              <a:ea typeface="Barlow Condensed"/>
              <a:cs typeface="Barlow Condensed"/>
              <a:sym typeface="Barlow Condensed"/>
            </a:endParaRPr>
          </a:p>
        </p:txBody>
      </p:sp>
      <p:sp>
        <p:nvSpPr>
          <p:cNvPr id="98" name="Google Shape;98;p25"/>
          <p:cNvSpPr txBox="1"/>
          <p:nvPr/>
        </p:nvSpPr>
        <p:spPr>
          <a:xfrm>
            <a:off x="8270714" y="3039425"/>
            <a:ext cx="25925100" cy="697800"/>
          </a:xfrm>
          <a:prstGeom prst="rect">
            <a:avLst/>
          </a:prstGeom>
          <a:noFill/>
          <a:ln>
            <a:noFill/>
          </a:ln>
        </p:spPr>
        <p:txBody>
          <a:bodyPr anchorCtr="0" anchor="t" bIns="159350" lIns="318875" spcFirstLastPara="1" rIns="318875" wrap="square" tIns="159350">
            <a:noAutofit/>
          </a:bodyPr>
          <a:lstStyle/>
          <a:p>
            <a:pPr indent="0" lvl="0" marL="0" rtl="0" algn="l">
              <a:spcBef>
                <a:spcPts val="0"/>
              </a:spcBef>
              <a:spcAft>
                <a:spcPts val="0"/>
              </a:spcAft>
              <a:buClr>
                <a:schemeClr val="dk1"/>
              </a:buClr>
              <a:buFont typeface="Arial"/>
              <a:buNone/>
            </a:pPr>
            <a:r>
              <a:rPr i="1" lang="en" sz="4800">
                <a:solidFill>
                  <a:srgbClr val="141F22"/>
                </a:solidFill>
                <a:latin typeface="Barlow Condensed"/>
                <a:ea typeface="Barlow Condensed"/>
                <a:cs typeface="Barlow Condensed"/>
                <a:sym typeface="Barlow Condensed"/>
              </a:rPr>
              <a:t>Eirik Iversen (VT), Luke Kim (VT), Raghav Sawhney (VT), Fangfang Lee (NYU) and </a:t>
            </a:r>
            <a:r>
              <a:rPr i="1" lang="en" sz="4800">
                <a:solidFill>
                  <a:srgbClr val="141F22"/>
                </a:solidFill>
                <a:latin typeface="Barlow Condensed"/>
                <a:ea typeface="Barlow Condensed"/>
                <a:cs typeface="Barlow Condensed"/>
                <a:sym typeface="Barlow Condensed"/>
              </a:rPr>
              <a:t>Bayoán Santiago Calderón (CGU)</a:t>
            </a:r>
            <a:endParaRPr i="1" sz="4800">
              <a:solidFill>
                <a:srgbClr val="141F22"/>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i="1" sz="4900">
              <a:solidFill>
                <a:srgbClr val="141F22"/>
              </a:solidFill>
              <a:latin typeface="Barlow Condensed"/>
              <a:ea typeface="Barlow Condensed"/>
              <a:cs typeface="Barlow Condensed"/>
              <a:sym typeface="Barlow Condensed"/>
            </a:endParaRPr>
          </a:p>
        </p:txBody>
      </p:sp>
      <p:sp>
        <p:nvSpPr>
          <p:cNvPr id="99" name="Google Shape;99;p25"/>
          <p:cNvSpPr txBox="1"/>
          <p:nvPr/>
        </p:nvSpPr>
        <p:spPr>
          <a:xfrm>
            <a:off x="1149075" y="21533325"/>
            <a:ext cx="33537600" cy="1105800"/>
          </a:xfrm>
          <a:prstGeom prst="rect">
            <a:avLst/>
          </a:prstGeom>
          <a:solidFill>
            <a:srgbClr val="861F41"/>
          </a:solidFill>
          <a:ln>
            <a:noFill/>
          </a:ln>
        </p:spPr>
        <p:txBody>
          <a:bodyPr anchorCtr="0" anchor="t"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Findings </a:t>
            </a:r>
            <a:endParaRPr b="1" sz="4900">
              <a:solidFill>
                <a:srgbClr val="FFFFFF"/>
              </a:solidFill>
              <a:latin typeface="Barlow Condensed"/>
              <a:ea typeface="Barlow Condensed"/>
              <a:cs typeface="Barlow Condensed"/>
              <a:sym typeface="Barlow Condensed"/>
            </a:endParaRPr>
          </a:p>
          <a:p>
            <a:pPr indent="0" lvl="0" marL="0" marR="0" rtl="0" algn="l">
              <a:spcBef>
                <a:spcPts val="0"/>
              </a:spcBef>
              <a:spcAft>
                <a:spcPts val="0"/>
              </a:spcAft>
              <a:buNone/>
            </a:pPr>
            <a:r>
              <a:t/>
            </a:r>
            <a:endParaRPr b="1" sz="4400">
              <a:solidFill>
                <a:srgbClr val="FFFFFF"/>
              </a:solidFill>
              <a:latin typeface="Barlow Condensed"/>
              <a:ea typeface="Barlow Condensed"/>
              <a:cs typeface="Barlow Condensed"/>
              <a:sym typeface="Barlow Condensed"/>
            </a:endParaRPr>
          </a:p>
        </p:txBody>
      </p:sp>
      <p:sp>
        <p:nvSpPr>
          <p:cNvPr id="100" name="Google Shape;100;p25"/>
          <p:cNvSpPr txBox="1"/>
          <p:nvPr/>
        </p:nvSpPr>
        <p:spPr>
          <a:xfrm>
            <a:off x="21984900" y="34443625"/>
            <a:ext cx="12702000" cy="650100"/>
          </a:xfrm>
          <a:prstGeom prst="rect">
            <a:avLst/>
          </a:prstGeom>
          <a:solidFill>
            <a:srgbClr val="861F41"/>
          </a:solidFill>
          <a:ln>
            <a:noFill/>
          </a:ln>
        </p:spPr>
        <p:txBody>
          <a:bodyPr anchorCtr="0" anchor="ctr" bIns="159350" lIns="318875" spcFirstLastPara="1" rIns="318875" wrap="square" tIns="159350">
            <a:noAutofit/>
          </a:bodyPr>
          <a:lstStyle/>
          <a:p>
            <a:pPr indent="0" lvl="0" marL="0" marR="0" rtl="0" algn="l">
              <a:spcBef>
                <a:spcPts val="0"/>
              </a:spcBef>
              <a:spcAft>
                <a:spcPts val="0"/>
              </a:spcAft>
              <a:buNone/>
            </a:pPr>
            <a:r>
              <a:rPr b="1" lang="en" sz="3000">
                <a:solidFill>
                  <a:srgbClr val="FFFFFF"/>
                </a:solidFill>
                <a:latin typeface="Barlow Condensed"/>
                <a:ea typeface="Barlow Condensed"/>
                <a:cs typeface="Barlow Condensed"/>
                <a:sym typeface="Barlow Condensed"/>
              </a:rPr>
              <a:t>References</a:t>
            </a:r>
            <a:endParaRPr b="1" i="0" sz="3000">
              <a:solidFill>
                <a:srgbClr val="FFFFFF"/>
              </a:solidFill>
              <a:latin typeface="Barlow Condensed"/>
              <a:ea typeface="Barlow Condensed"/>
              <a:cs typeface="Barlow Condensed"/>
              <a:sym typeface="Barlow Condensed"/>
            </a:endParaRPr>
          </a:p>
        </p:txBody>
      </p:sp>
      <p:sp>
        <p:nvSpPr>
          <p:cNvPr id="101" name="Google Shape;101;p25"/>
          <p:cNvSpPr txBox="1"/>
          <p:nvPr/>
        </p:nvSpPr>
        <p:spPr>
          <a:xfrm>
            <a:off x="1048775" y="6290275"/>
            <a:ext cx="33266400" cy="3674700"/>
          </a:xfrm>
          <a:prstGeom prst="rect">
            <a:avLst/>
          </a:prstGeom>
          <a:noFill/>
          <a:ln>
            <a:noFill/>
          </a:ln>
        </p:spPr>
        <p:txBody>
          <a:bodyPr anchorCtr="0" anchor="t" bIns="159350" lIns="318875" spcFirstLastPara="1" rIns="318875" wrap="square" tIns="159350">
            <a:noAutofit/>
          </a:bodyPr>
          <a:lstStyle/>
          <a:p>
            <a:pPr indent="0" lvl="0" marL="0" rtl="0" algn="l">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Innovation is traditionally measured through surveys of selected companies  (e.g., </a:t>
            </a:r>
            <a:r>
              <a:rPr lang="en" sz="2800">
                <a:solidFill>
                  <a:srgbClr val="0B5394"/>
                </a:solidFill>
                <a:latin typeface="Barlow Condensed"/>
                <a:ea typeface="Barlow Condensed"/>
                <a:cs typeface="Barlow Condensed"/>
                <a:sym typeface="Barlow Condensed"/>
              </a:rPr>
              <a:t>Business R&amp;D and Innovation Survey (BRDIS)</a:t>
            </a:r>
            <a:r>
              <a:rPr lang="en" sz="2800">
                <a:latin typeface="Barlow Condensed"/>
                <a:ea typeface="Barlow Condensed"/>
                <a:cs typeface="Barlow Condensed"/>
                <a:sym typeface="Barlow Condensed"/>
              </a:rPr>
              <a:t>). While BRDIS measures innovation incidence, i.e., the number of innovating firms, NCSES is interested in exploring the possibility of using </a:t>
            </a:r>
            <a:r>
              <a:rPr i="1" lang="en" sz="2800">
                <a:solidFill>
                  <a:srgbClr val="990000"/>
                </a:solidFill>
                <a:latin typeface="Barlow Condensed"/>
                <a:ea typeface="Barlow Condensed"/>
                <a:cs typeface="Barlow Condensed"/>
                <a:sym typeface="Barlow Condensed"/>
              </a:rPr>
              <a:t>non-traditional data</a:t>
            </a:r>
            <a:r>
              <a:rPr lang="en" sz="2800">
                <a:latin typeface="Barlow Condensed"/>
                <a:ea typeface="Barlow Condensed"/>
                <a:cs typeface="Barlow Condensed"/>
                <a:sym typeface="Barlow Condensed"/>
              </a:rPr>
              <a:t> to enrich and complement innovation measures. This project aims to test the feasibility of developing methods to measure business innovation usin</a:t>
            </a:r>
            <a:r>
              <a:rPr lang="en" sz="2800">
                <a:latin typeface="Barlow Condensed"/>
                <a:ea typeface="Barlow Condensed"/>
                <a:cs typeface="Barlow Condensed"/>
                <a:sym typeface="Barlow Condensed"/>
              </a:rPr>
              <a:t>g non-traditional data sources foc</a:t>
            </a:r>
            <a:r>
              <a:rPr lang="en" sz="2800">
                <a:latin typeface="Barlow Condensed"/>
                <a:ea typeface="Barlow Condensed"/>
                <a:cs typeface="Barlow Condensed"/>
                <a:sym typeface="Barlow Condensed"/>
              </a:rPr>
              <a:t>using on </a:t>
            </a:r>
            <a:r>
              <a:rPr i="1" lang="en" sz="2800">
                <a:solidFill>
                  <a:srgbClr val="990000"/>
                </a:solidFill>
                <a:latin typeface="Barlow Condensed"/>
                <a:ea typeface="Barlow Condensed"/>
                <a:cs typeface="Barlow Condensed"/>
                <a:sym typeface="Barlow Condensed"/>
              </a:rPr>
              <a:t>opportunity and administrative data</a:t>
            </a:r>
            <a:r>
              <a:rPr lang="en" sz="2800">
                <a:latin typeface="Barlow Condensed"/>
                <a:ea typeface="Barlow Condensed"/>
                <a:cs typeface="Barlow Condensed"/>
                <a:sym typeface="Barlow Condensed"/>
              </a:rPr>
              <a:t> (e.g., product announcements, press releases, websites and other information obtained through web scraping or queries of selected companies).</a:t>
            </a:r>
            <a:endParaRPr sz="2800">
              <a:latin typeface="Barlow Condensed"/>
              <a:ea typeface="Barlow Condensed"/>
              <a:cs typeface="Barlow Condensed"/>
              <a:sym typeface="Barlow Condensed"/>
            </a:endParaRPr>
          </a:p>
          <a:p>
            <a:pPr indent="0" lvl="0" marL="0" rtl="0" algn="l">
              <a:lnSpc>
                <a:spcPct val="100000"/>
              </a:lnSpc>
              <a:spcBef>
                <a:spcPts val="800"/>
              </a:spcBef>
              <a:spcAft>
                <a:spcPts val="0"/>
              </a:spcAft>
              <a:buClr>
                <a:schemeClr val="dk1"/>
              </a:buClr>
              <a:buSzPts val="1700"/>
              <a:buFont typeface="Arial"/>
              <a:buNone/>
            </a:pPr>
            <a:r>
              <a:rPr lang="en" sz="2800">
                <a:latin typeface="Barlow Condensed"/>
                <a:ea typeface="Barlow Condensed"/>
                <a:cs typeface="Barlow Condensed"/>
                <a:sym typeface="Barlow Condensed"/>
              </a:rPr>
              <a:t>• Our current focus is on </a:t>
            </a:r>
            <a:r>
              <a:rPr i="1" lang="en" sz="2800">
                <a:solidFill>
                  <a:srgbClr val="990000"/>
                </a:solidFill>
                <a:latin typeface="Barlow Condensed"/>
                <a:ea typeface="Barlow Condensed"/>
                <a:cs typeface="Barlow Condensed"/>
                <a:sym typeface="Barlow Condensed"/>
              </a:rPr>
              <a:t>Pharmaceutical Drugs and Medical Devices</a:t>
            </a:r>
            <a:r>
              <a:rPr lang="en" sz="2800">
                <a:latin typeface="Barlow Condensed"/>
                <a:ea typeface="Barlow Condensed"/>
                <a:cs typeface="Barlow Condensed"/>
                <a:sym typeface="Barlow Condensed"/>
              </a:rPr>
              <a:t> that are heavily regulated by the </a:t>
            </a:r>
            <a:r>
              <a:rPr lang="en" sz="2800">
                <a:solidFill>
                  <a:srgbClr val="0B5394"/>
                </a:solidFill>
                <a:latin typeface="Barlow Condensed"/>
                <a:ea typeface="Barlow Condensed"/>
                <a:cs typeface="Barlow Condensed"/>
                <a:sym typeface="Barlow Condensed"/>
              </a:rPr>
              <a:t>Food and Drug Administration (FDA)</a:t>
            </a:r>
            <a:r>
              <a:rPr lang="en" sz="2800">
                <a:latin typeface="Barlow Condensed"/>
                <a:ea typeface="Barlow Condensed"/>
                <a:cs typeface="Barlow Condensed"/>
                <a:sym typeface="Barlow Condensed"/>
              </a:rPr>
              <a:t>. This is appealing because there is a lot of public information about these products on FDA sources. We identify the industries by</a:t>
            </a:r>
            <a:br>
              <a:rPr lang="en" sz="2800">
                <a:latin typeface="Barlow Condensed"/>
                <a:ea typeface="Barlow Condensed"/>
                <a:cs typeface="Barlow Condensed"/>
                <a:sym typeface="Barlow Condensed"/>
              </a:rPr>
            </a:br>
            <a:r>
              <a:rPr lang="en" sz="2800">
                <a:latin typeface="Barlow Condensed"/>
                <a:ea typeface="Barlow Condensed"/>
                <a:cs typeface="Barlow Condensed"/>
                <a:sym typeface="Barlow Condensed"/>
              </a:rPr>
              <a:t>their 4-digit NAICS (North American Industry Classification System) codes: </a:t>
            </a:r>
            <a:endParaRPr sz="2800">
              <a:latin typeface="Barlow Condensed"/>
              <a:ea typeface="Barlow Condensed"/>
              <a:cs typeface="Barlow Condensed"/>
              <a:sym typeface="Barlow Condensed"/>
            </a:endParaRPr>
          </a:p>
          <a:p>
            <a:pPr indent="-406400" lvl="0" marL="914400" rtl="0" algn="l">
              <a:lnSpc>
                <a:spcPct val="100000"/>
              </a:lnSpc>
              <a:spcBef>
                <a:spcPts val="800"/>
              </a:spcBef>
              <a:spcAft>
                <a:spcPts val="0"/>
              </a:spcAft>
              <a:buSzPts val="2800"/>
              <a:buFont typeface="Barlow Condensed"/>
              <a:buChar char="❏"/>
            </a:pPr>
            <a:r>
              <a:rPr i="1" lang="en" sz="2800">
                <a:solidFill>
                  <a:srgbClr val="990000"/>
                </a:solidFill>
                <a:uFill>
                  <a:noFill/>
                </a:uFill>
                <a:latin typeface="Barlow Condensed"/>
                <a:ea typeface="Barlow Condensed"/>
                <a:cs typeface="Barlow Condensed"/>
                <a:sym typeface="Barlow Condensed"/>
                <a:hlinkClick r:id="rId3"/>
              </a:rPr>
              <a:t>3254</a:t>
            </a:r>
            <a:r>
              <a:rPr lang="en" sz="2800">
                <a:solidFill>
                  <a:srgbClr val="141F22"/>
                </a:solidFill>
                <a:latin typeface="Barlow Condensed"/>
                <a:ea typeface="Barlow Condensed"/>
                <a:cs typeface="Barlow Condensed"/>
                <a:sym typeface="Barlow Condensed"/>
              </a:rPr>
              <a:t>-Pharmaceutical and Medicine Manufacturing &amp; </a:t>
            </a:r>
            <a:r>
              <a:rPr i="1" lang="en" sz="2800">
                <a:solidFill>
                  <a:srgbClr val="990000"/>
                </a:solidFill>
                <a:uFill>
                  <a:noFill/>
                </a:uFill>
                <a:latin typeface="Barlow Condensed"/>
                <a:ea typeface="Barlow Condensed"/>
                <a:cs typeface="Barlow Condensed"/>
                <a:sym typeface="Barlow Condensed"/>
                <a:hlinkClick r:id="rId4"/>
              </a:rPr>
              <a:t>3391</a:t>
            </a:r>
            <a:r>
              <a:rPr lang="en" sz="2800">
                <a:solidFill>
                  <a:srgbClr val="141F22"/>
                </a:solidFill>
                <a:latin typeface="Barlow Condensed"/>
                <a:ea typeface="Barlow Condensed"/>
                <a:cs typeface="Barlow Condensed"/>
                <a:sym typeface="Barlow Condensed"/>
              </a:rPr>
              <a:t>-Medical Equipment and Supplies Manufacturing</a:t>
            </a:r>
            <a:endParaRPr sz="2800">
              <a:solidFill>
                <a:srgbClr val="141F22"/>
              </a:solidFill>
              <a:latin typeface="Barlow Condensed"/>
              <a:ea typeface="Barlow Condensed"/>
              <a:cs typeface="Barlow Condensed"/>
              <a:sym typeface="Barlow Condensed"/>
            </a:endParaRPr>
          </a:p>
          <a:p>
            <a:pPr indent="0" lvl="0" marL="0" rtl="0" algn="l">
              <a:lnSpc>
                <a:spcPct val="100000"/>
              </a:lnSpc>
              <a:spcBef>
                <a:spcPts val="800"/>
              </a:spcBef>
              <a:spcAft>
                <a:spcPts val="0"/>
              </a:spcAft>
              <a:buNone/>
            </a:pPr>
            <a:r>
              <a:rPr lang="en" sz="2800">
                <a:solidFill>
                  <a:srgbClr val="44546A"/>
                </a:solidFill>
                <a:latin typeface="Barlow Condensed"/>
                <a:ea typeface="Barlow Condensed"/>
                <a:cs typeface="Barlow Condensed"/>
                <a:sym typeface="Barlow Condensed"/>
              </a:rPr>
              <a:t>• </a:t>
            </a:r>
            <a:r>
              <a:rPr lang="en" sz="2800">
                <a:solidFill>
                  <a:srgbClr val="141F22"/>
                </a:solidFill>
                <a:latin typeface="Barlow Condensed"/>
                <a:ea typeface="Barlow Condensed"/>
                <a:cs typeface="Barlow Condensed"/>
                <a:sym typeface="Barlow Condensed"/>
              </a:rPr>
              <a:t>The goal is to match the product approvals documented in FDA databases to new product announcements in all data sources to compare to the new products covered in trade journals.</a:t>
            </a:r>
            <a:endParaRPr sz="2800">
              <a:solidFill>
                <a:srgbClr val="141F22"/>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chemeClr val="dk1"/>
              </a:buClr>
              <a:buFont typeface="Arial"/>
              <a:buNone/>
            </a:pPr>
            <a:r>
              <a:t/>
            </a:r>
            <a:endParaRPr sz="2800">
              <a:solidFill>
                <a:srgbClr val="141F22"/>
              </a:solidFill>
              <a:latin typeface="Barlow Condensed"/>
              <a:ea typeface="Barlow Condensed"/>
              <a:cs typeface="Barlow Condensed"/>
              <a:sym typeface="Barlow Condensed"/>
            </a:endParaRPr>
          </a:p>
        </p:txBody>
      </p:sp>
      <p:sp>
        <p:nvSpPr>
          <p:cNvPr id="102" name="Google Shape;102;p25"/>
          <p:cNvSpPr txBox="1"/>
          <p:nvPr/>
        </p:nvSpPr>
        <p:spPr>
          <a:xfrm>
            <a:off x="21984900" y="35091150"/>
            <a:ext cx="12990900" cy="2586900"/>
          </a:xfrm>
          <a:prstGeom prst="rect">
            <a:avLst/>
          </a:prstGeom>
          <a:noFill/>
          <a:ln>
            <a:noFill/>
          </a:ln>
        </p:spPr>
        <p:txBody>
          <a:bodyPr anchorCtr="0" anchor="t" bIns="159350" lIns="318875" spcFirstLastPara="1" rIns="318875" wrap="square" tIns="159350">
            <a:noAutofit/>
          </a:bodyPr>
          <a:lstStyle/>
          <a:p>
            <a:pPr indent="0" lvl="0" marL="0" rtl="0" algn="l">
              <a:lnSpc>
                <a:spcPct val="100000"/>
              </a:lnSpc>
              <a:spcBef>
                <a:spcPts val="0"/>
              </a:spcBef>
              <a:spcAft>
                <a:spcPts val="0"/>
              </a:spcAft>
              <a:buNone/>
            </a:pPr>
            <a:r>
              <a:rPr lang="en" sz="2400">
                <a:solidFill>
                  <a:schemeClr val="dk1"/>
                </a:solidFill>
                <a:latin typeface="Barlow Condensed"/>
                <a:ea typeface="Barlow Condensed"/>
                <a:cs typeface="Barlow Condensed"/>
                <a:sym typeface="Barlow Condensed"/>
              </a:rPr>
              <a:t>[1] </a:t>
            </a:r>
            <a:r>
              <a:rPr lang="en" sz="2400">
                <a:solidFill>
                  <a:schemeClr val="dk1"/>
                </a:solidFill>
                <a:latin typeface="Barlow Condensed"/>
                <a:ea typeface="Barlow Condensed"/>
                <a:cs typeface="Barlow Condensed"/>
                <a:sym typeface="Barlow Condensed"/>
              </a:rPr>
              <a:t>Edwards, K. L., &amp; Gordon, T. J. (1984). Characterization of innovations introduced on the US market in 1982.</a:t>
            </a:r>
            <a:r>
              <a:rPr i="1" lang="en" sz="2400">
                <a:solidFill>
                  <a:schemeClr val="dk1"/>
                </a:solidFill>
                <a:latin typeface="Barlow Condensed"/>
                <a:ea typeface="Barlow Condensed"/>
                <a:cs typeface="Barlow Condensed"/>
                <a:sym typeface="Barlow Condensed"/>
              </a:rPr>
              <a:t> Futures Group; Reproduced by NTIS.</a:t>
            </a:r>
            <a:endParaRPr i="1" sz="2400">
              <a:solidFill>
                <a:schemeClr val="dk1"/>
              </a:solidFill>
              <a:latin typeface="Barlow Condensed"/>
              <a:ea typeface="Barlow Condensed"/>
              <a:cs typeface="Barlow Condensed"/>
              <a:sym typeface="Barlow Condensed"/>
            </a:endParaRPr>
          </a:p>
          <a:p>
            <a:pPr indent="0" lvl="0" marL="0" rtl="0" algn="l">
              <a:lnSpc>
                <a:spcPct val="100000"/>
              </a:lnSpc>
              <a:spcBef>
                <a:spcPts val="800"/>
              </a:spcBef>
              <a:spcAft>
                <a:spcPts val="0"/>
              </a:spcAft>
              <a:buNone/>
            </a:pPr>
            <a:r>
              <a:rPr lang="en" sz="2400">
                <a:solidFill>
                  <a:srgbClr val="141F22"/>
                </a:solidFill>
                <a:latin typeface="Barlow Condensed"/>
                <a:ea typeface="Barlow Condensed"/>
                <a:cs typeface="Barlow Condensed"/>
                <a:sym typeface="Barlow Condensed"/>
              </a:rPr>
              <a:t>[2] </a:t>
            </a:r>
            <a:r>
              <a:rPr lang="en" sz="2400">
                <a:solidFill>
                  <a:schemeClr val="dk1"/>
                </a:solidFill>
                <a:latin typeface="Barlow Condensed"/>
                <a:ea typeface="Barlow Condensed"/>
                <a:cs typeface="Barlow Condensed"/>
                <a:sym typeface="Barlow Condensed"/>
              </a:rPr>
              <a:t>Acs, Z. J., &amp; Audretsch, D. B. (1988). Innovation in large and small firms: An empirical analysis.</a:t>
            </a:r>
            <a:r>
              <a:rPr i="1" lang="en" sz="2400">
                <a:solidFill>
                  <a:schemeClr val="dk1"/>
                </a:solidFill>
                <a:latin typeface="Barlow Condensed"/>
                <a:ea typeface="Barlow Condensed"/>
                <a:cs typeface="Barlow Condensed"/>
                <a:sym typeface="Barlow Condensed"/>
              </a:rPr>
              <a:t> The American Economic Review, 678-690.</a:t>
            </a:r>
            <a:endParaRPr i="1" sz="2400">
              <a:solidFill>
                <a:schemeClr val="dk1"/>
              </a:solidFill>
              <a:latin typeface="Barlow Condensed"/>
              <a:ea typeface="Barlow Condensed"/>
              <a:cs typeface="Barlow Condensed"/>
              <a:sym typeface="Barlow Condensed"/>
            </a:endParaRPr>
          </a:p>
          <a:p>
            <a:pPr indent="0" lvl="0" marL="0" rtl="0" algn="l">
              <a:lnSpc>
                <a:spcPct val="100000"/>
              </a:lnSpc>
              <a:spcBef>
                <a:spcPts val="800"/>
              </a:spcBef>
              <a:spcAft>
                <a:spcPts val="0"/>
              </a:spcAft>
              <a:buNone/>
            </a:pPr>
            <a:r>
              <a:rPr lang="en" sz="2400">
                <a:solidFill>
                  <a:schemeClr val="dk1"/>
                </a:solidFill>
                <a:latin typeface="Barlow Condensed"/>
                <a:ea typeface="Barlow Condensed"/>
                <a:cs typeface="Barlow Condensed"/>
                <a:sym typeface="Barlow Condensed"/>
              </a:rPr>
              <a:t>[3]</a:t>
            </a:r>
            <a:r>
              <a:rPr lang="en" sz="2400">
                <a:solidFill>
                  <a:srgbClr val="141F22"/>
                </a:solidFill>
                <a:latin typeface="Barlow Condensed"/>
                <a:ea typeface="Barlow Condensed"/>
                <a:cs typeface="Barlow Condensed"/>
                <a:sym typeface="Barlow Condensed"/>
              </a:rPr>
              <a:t> Levenshtein, Vladimir I. (1966). Binary codes capable of correcting deletions, insertions, and reversals. </a:t>
            </a:r>
            <a:r>
              <a:rPr i="1" lang="en" sz="2400">
                <a:solidFill>
                  <a:srgbClr val="141F22"/>
                </a:solidFill>
                <a:latin typeface="Barlow Condensed"/>
                <a:ea typeface="Barlow Condensed"/>
                <a:cs typeface="Barlow Condensed"/>
                <a:sym typeface="Barlow Condensed"/>
              </a:rPr>
              <a:t>Soviet Physics Doklady</a:t>
            </a:r>
            <a:r>
              <a:rPr lang="en" sz="2400">
                <a:solidFill>
                  <a:srgbClr val="141F22"/>
                </a:solidFill>
                <a:latin typeface="Barlow Condensed"/>
                <a:ea typeface="Barlow Condensed"/>
                <a:cs typeface="Barlow Condensed"/>
                <a:sym typeface="Barlow Condensed"/>
              </a:rPr>
              <a:t>. 10 (8): 707–710. </a:t>
            </a:r>
            <a:endParaRPr sz="2400">
              <a:solidFill>
                <a:srgbClr val="141F22"/>
              </a:solidFill>
              <a:latin typeface="Barlow Condensed"/>
              <a:ea typeface="Barlow Condensed"/>
              <a:cs typeface="Barlow Condensed"/>
              <a:sym typeface="Barlow Condensed"/>
            </a:endParaRPr>
          </a:p>
        </p:txBody>
      </p:sp>
      <p:sp>
        <p:nvSpPr>
          <p:cNvPr id="103" name="Google Shape;103;p25"/>
          <p:cNvSpPr txBox="1"/>
          <p:nvPr/>
        </p:nvSpPr>
        <p:spPr>
          <a:xfrm>
            <a:off x="4052879" y="39256750"/>
            <a:ext cx="2801100" cy="412800"/>
          </a:xfrm>
          <a:prstGeom prst="rect">
            <a:avLst/>
          </a:prstGeom>
          <a:noFill/>
          <a:ln>
            <a:noFill/>
          </a:ln>
        </p:spPr>
        <p:txBody>
          <a:bodyPr anchorCtr="0" anchor="b" bIns="159350" lIns="318875" spcFirstLastPara="1" rIns="318875" wrap="square" tIns="159350">
            <a:noAutofit/>
          </a:bodyPr>
          <a:lstStyle/>
          <a:p>
            <a:pPr indent="0" lvl="0" marL="0" marR="0" rtl="0" algn="l">
              <a:spcBef>
                <a:spcPts val="0"/>
              </a:spcBef>
              <a:spcAft>
                <a:spcPts val="0"/>
              </a:spcAft>
              <a:buNone/>
            </a:pPr>
            <a:r>
              <a:rPr b="1" i="1" lang="en" sz="2400">
                <a:solidFill>
                  <a:srgbClr val="5D89B4"/>
                </a:solidFill>
                <a:latin typeface="Barlow Condensed"/>
                <a:ea typeface="Barlow Condensed"/>
                <a:cs typeface="Barlow Condensed"/>
                <a:sym typeface="Barlow Condensed"/>
              </a:rPr>
              <a:t>Stay Connected:</a:t>
            </a:r>
            <a:endParaRPr b="1" i="1" sz="2400">
              <a:solidFill>
                <a:srgbClr val="5D89B4"/>
              </a:solidFill>
              <a:latin typeface="Barlow Condensed"/>
              <a:ea typeface="Barlow Condensed"/>
              <a:cs typeface="Barlow Condensed"/>
              <a:sym typeface="Barlow Condensed"/>
            </a:endParaRPr>
          </a:p>
        </p:txBody>
      </p:sp>
      <p:sp>
        <p:nvSpPr>
          <p:cNvPr id="104" name="Google Shape;104;p25"/>
          <p:cNvSpPr txBox="1"/>
          <p:nvPr/>
        </p:nvSpPr>
        <p:spPr>
          <a:xfrm>
            <a:off x="5914225" y="39089750"/>
            <a:ext cx="3199200" cy="1499400"/>
          </a:xfrm>
          <a:prstGeom prst="rect">
            <a:avLst/>
          </a:prstGeom>
          <a:noFill/>
          <a:ln>
            <a:noFill/>
          </a:ln>
        </p:spPr>
        <p:txBody>
          <a:bodyPr anchorCtr="0" anchor="t" bIns="159350" lIns="318875" spcFirstLastPara="1" rIns="318875" wrap="square" tIns="159350">
            <a:noAutofit/>
          </a:bodyPr>
          <a:lstStyle/>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facebook.com/biocomplexity</a:t>
            </a:r>
            <a:endParaRPr i="1" sz="19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twitter.com/biocomplexityvt</a:t>
            </a:r>
            <a:endParaRPr i="1" sz="19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youtube.com/c/biocomplexity</a:t>
            </a:r>
            <a:endParaRPr i="1" sz="1900">
              <a:solidFill>
                <a:srgbClr val="5D89B4"/>
              </a:solidFill>
              <a:latin typeface="Barlow Condensed"/>
              <a:ea typeface="Barlow Condensed"/>
              <a:cs typeface="Barlow Condensed"/>
              <a:sym typeface="Barlow Condensed"/>
            </a:endParaRPr>
          </a:p>
          <a:p>
            <a:pPr indent="0" lvl="0" marL="0" rtl="0" algn="l">
              <a:lnSpc>
                <a:spcPct val="100000"/>
              </a:lnSpc>
              <a:spcBef>
                <a:spcPts val="0"/>
              </a:spcBef>
              <a:spcAft>
                <a:spcPts val="0"/>
              </a:spcAft>
              <a:buClr>
                <a:srgbClr val="000000"/>
              </a:buClr>
              <a:buSzPts val="1100"/>
              <a:buFont typeface="Arial"/>
              <a:buNone/>
            </a:pPr>
            <a:r>
              <a:rPr i="1" lang="en" sz="1900">
                <a:solidFill>
                  <a:srgbClr val="5D89B4"/>
                </a:solidFill>
                <a:latin typeface="Barlow Condensed"/>
                <a:ea typeface="Barlow Condensed"/>
                <a:cs typeface="Barlow Condensed"/>
                <a:sym typeface="Barlow Condensed"/>
              </a:rPr>
              <a:t>google.com/+biocomplexity</a:t>
            </a:r>
            <a:endParaRPr b="1" i="1" sz="1900">
              <a:solidFill>
                <a:srgbClr val="5D89B4"/>
              </a:solidFill>
              <a:latin typeface="Barlow Condensed"/>
              <a:ea typeface="Barlow Condensed"/>
              <a:cs typeface="Barlow Condensed"/>
              <a:sym typeface="Barlow Condensed"/>
            </a:endParaRPr>
          </a:p>
        </p:txBody>
      </p:sp>
      <p:sp>
        <p:nvSpPr>
          <p:cNvPr id="105" name="Google Shape;105;p25"/>
          <p:cNvSpPr txBox="1"/>
          <p:nvPr/>
        </p:nvSpPr>
        <p:spPr>
          <a:xfrm>
            <a:off x="936050" y="18155925"/>
            <a:ext cx="11448600" cy="3851100"/>
          </a:xfrm>
          <a:prstGeom prst="rect">
            <a:avLst/>
          </a:prstGeom>
          <a:noFill/>
          <a:ln>
            <a:noFill/>
          </a:ln>
        </p:spPr>
        <p:txBody>
          <a:bodyPr anchorCtr="0" anchor="t" bIns="159350" lIns="318875" spcFirstLastPara="1" rIns="318875" wrap="square" tIns="159350">
            <a:noAutofit/>
          </a:bodyPr>
          <a:lstStyle/>
          <a:p>
            <a:pPr indent="-406400" lvl="0" marL="4572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As a part of our trade journal discovery, we studied similar research, e.g., [1] and [2], to obtain a list of trade journals, to understand their methods and criteria for selecting the relevant journals. </a:t>
            </a:r>
            <a:endParaRPr sz="2800">
              <a:solidFill>
                <a:srgbClr val="141F22"/>
              </a:solidFill>
              <a:latin typeface="Barlow Condensed"/>
              <a:ea typeface="Barlow Condensed"/>
              <a:cs typeface="Barlow Condensed"/>
              <a:sym typeface="Barlow Condensed"/>
            </a:endParaRPr>
          </a:p>
          <a:p>
            <a:pPr indent="-406400" lvl="0" marL="4572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selected  4 trade journals from a larger compiled list to be web-scraped for product innovations based on the criterions given on the right.</a:t>
            </a:r>
            <a:endParaRPr sz="2800">
              <a:solidFill>
                <a:srgbClr val="141F22"/>
              </a:solidFill>
              <a:latin typeface="Barlow Condensed"/>
              <a:ea typeface="Barlow Condensed"/>
              <a:cs typeface="Barlow Condensed"/>
              <a:sym typeface="Barlow Condensed"/>
            </a:endParaRPr>
          </a:p>
          <a:p>
            <a:pPr indent="-406400" lvl="1"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Drugs: Pharmacy Times and Pharmacy Today</a:t>
            </a:r>
            <a:endParaRPr sz="2800">
              <a:solidFill>
                <a:srgbClr val="141F22"/>
              </a:solidFill>
              <a:latin typeface="Barlow Condensed"/>
              <a:ea typeface="Barlow Condensed"/>
              <a:cs typeface="Barlow Condensed"/>
              <a:sym typeface="Barlow Condensed"/>
            </a:endParaRPr>
          </a:p>
          <a:p>
            <a:pPr indent="-406400" lvl="1"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Medical Devices: Medical Design Briefs and Surgical Products Magazine</a:t>
            </a:r>
            <a:endParaRPr sz="2800">
              <a:solidFill>
                <a:srgbClr val="141F22"/>
              </a:solidFill>
              <a:latin typeface="Barlow Condensed"/>
              <a:ea typeface="Barlow Condensed"/>
              <a:cs typeface="Barlow Condensed"/>
              <a:sym typeface="Barlow Condensed"/>
            </a:endParaRPr>
          </a:p>
        </p:txBody>
      </p:sp>
      <p:sp>
        <p:nvSpPr>
          <p:cNvPr id="106" name="Google Shape;106;p25"/>
          <p:cNvSpPr txBox="1"/>
          <p:nvPr/>
        </p:nvSpPr>
        <p:spPr>
          <a:xfrm>
            <a:off x="23399875" y="18168550"/>
            <a:ext cx="10915200" cy="3102000"/>
          </a:xfrm>
          <a:prstGeom prst="rect">
            <a:avLst/>
          </a:prstGeom>
          <a:noFill/>
          <a:ln>
            <a:noFill/>
          </a:ln>
        </p:spPr>
        <p:txBody>
          <a:bodyPr anchorCtr="0" anchor="t" bIns="159350" lIns="318875" spcFirstLastPara="1" rIns="318875" wrap="square" tIns="159350">
            <a:noAutofit/>
          </a:bodyPr>
          <a:lstStyle/>
          <a:p>
            <a:pPr indent="-406400" lvl="0" marL="4572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We used the Levenshtein Distance method [3] to identify name standardization issues and created a set of rules and applied them to all data sources.</a:t>
            </a:r>
            <a:endParaRPr sz="2800" u="sng">
              <a:solidFill>
                <a:srgbClr val="141F22"/>
              </a:solidFill>
              <a:latin typeface="Barlow Condensed"/>
              <a:ea typeface="Barlow Condensed"/>
              <a:cs typeface="Barlow Condensed"/>
              <a:sym typeface="Barlow Condensed"/>
            </a:endParaRPr>
          </a:p>
          <a:p>
            <a:pPr indent="-406400" lvl="0" marL="457200" rtl="0" algn="l">
              <a:spcBef>
                <a:spcPts val="0"/>
              </a:spcBef>
              <a:spcAft>
                <a:spcPts val="0"/>
              </a:spcAft>
              <a:buClr>
                <a:srgbClr val="141F22"/>
              </a:buClr>
              <a:buSzPts val="2800"/>
              <a:buFont typeface="Barlow Condensed"/>
              <a:buChar char="●"/>
            </a:pPr>
            <a:r>
              <a:rPr lang="en" sz="2800" u="sng">
                <a:solidFill>
                  <a:srgbClr val="141F22"/>
                </a:solidFill>
                <a:latin typeface="Barlow Condensed"/>
                <a:ea typeface="Barlow Condensed"/>
                <a:cs typeface="Barlow Condensed"/>
                <a:sym typeface="Barlow Condensed"/>
              </a:rPr>
              <a:t>Challenges</a:t>
            </a:r>
            <a:endParaRPr sz="2800" u="sng">
              <a:solidFill>
                <a:srgbClr val="141F22"/>
              </a:solidFill>
              <a:latin typeface="Barlow Condensed"/>
              <a:ea typeface="Barlow Condensed"/>
              <a:cs typeface="Barlow Condensed"/>
              <a:sym typeface="Barlow Condensed"/>
            </a:endParaRPr>
          </a:p>
          <a:p>
            <a:pPr indent="-406400" lvl="1"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Company names can vary across data source</a:t>
            </a:r>
            <a:endParaRPr sz="2800">
              <a:solidFill>
                <a:srgbClr val="141F22"/>
              </a:solidFill>
              <a:latin typeface="Barlow Condensed"/>
              <a:ea typeface="Barlow Condensed"/>
              <a:cs typeface="Barlow Condensed"/>
              <a:sym typeface="Barlow Condensed"/>
            </a:endParaRPr>
          </a:p>
          <a:p>
            <a:pPr indent="0" lvl="0" marL="1371600" rtl="0" algn="l">
              <a:spcBef>
                <a:spcPts val="0"/>
              </a:spcBef>
              <a:spcAft>
                <a:spcPts val="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Further complicated by  parent-subsidiary relationships, mergers, company divisions and cooperative projects.</a:t>
            </a:r>
            <a:endParaRPr sz="2800">
              <a:solidFill>
                <a:srgbClr val="141F22"/>
              </a:solidFill>
              <a:latin typeface="Barlow Condensed"/>
              <a:ea typeface="Barlow Condensed"/>
              <a:cs typeface="Barlow Condensed"/>
              <a:sym typeface="Barlow Condensed"/>
            </a:endParaRPr>
          </a:p>
          <a:p>
            <a:pPr indent="0" lvl="0" marL="1371600" rtl="0" algn="l">
              <a:spcBef>
                <a:spcPts val="0"/>
              </a:spcBef>
              <a:spcAft>
                <a:spcPts val="0"/>
              </a:spcAft>
              <a:buClr>
                <a:schemeClr val="dk1"/>
              </a:buClr>
              <a:buSzPts val="1100"/>
              <a:buFont typeface="Arial"/>
              <a:buNone/>
            </a:pPr>
            <a:r>
              <a:t/>
            </a:r>
            <a:endParaRPr sz="2800">
              <a:solidFill>
                <a:srgbClr val="141F22"/>
              </a:solidFill>
              <a:latin typeface="Barlow Condensed"/>
              <a:ea typeface="Barlow Condensed"/>
              <a:cs typeface="Barlow Condensed"/>
              <a:sym typeface="Barlow Condensed"/>
            </a:endParaRPr>
          </a:p>
          <a:p>
            <a:pPr indent="0" lvl="0" marL="0" rtl="0" algn="l">
              <a:spcBef>
                <a:spcPts val="0"/>
              </a:spcBef>
              <a:spcAft>
                <a:spcPts val="0"/>
              </a:spcAft>
              <a:buNone/>
            </a:pPr>
            <a:r>
              <a:t/>
            </a:r>
            <a:endParaRPr sz="2800">
              <a:solidFill>
                <a:srgbClr val="141F22"/>
              </a:solidFill>
              <a:latin typeface="Barlow Condensed"/>
              <a:ea typeface="Barlow Condensed"/>
              <a:cs typeface="Barlow Condensed"/>
              <a:sym typeface="Barlow Condensed"/>
            </a:endParaRPr>
          </a:p>
        </p:txBody>
      </p:sp>
      <p:sp>
        <p:nvSpPr>
          <p:cNvPr id="107" name="Google Shape;107;p25"/>
          <p:cNvSpPr txBox="1"/>
          <p:nvPr/>
        </p:nvSpPr>
        <p:spPr>
          <a:xfrm>
            <a:off x="1022150" y="17275800"/>
            <a:ext cx="33537600" cy="837000"/>
          </a:xfrm>
          <a:prstGeom prst="rect">
            <a:avLst/>
          </a:prstGeom>
          <a:solidFill>
            <a:srgbClr val="C64600"/>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 Trade Journals</a:t>
            </a:r>
            <a:endParaRPr b="1" sz="4900">
              <a:solidFill>
                <a:srgbClr val="FFFFFF"/>
              </a:solidFill>
              <a:latin typeface="Barlow Condensed"/>
              <a:ea typeface="Barlow Condensed"/>
              <a:cs typeface="Barlow Condensed"/>
              <a:sym typeface="Barlow Condensed"/>
            </a:endParaRPr>
          </a:p>
        </p:txBody>
      </p:sp>
      <p:grpSp>
        <p:nvGrpSpPr>
          <p:cNvPr id="108" name="Google Shape;108;p25"/>
          <p:cNvGrpSpPr/>
          <p:nvPr/>
        </p:nvGrpSpPr>
        <p:grpSpPr>
          <a:xfrm>
            <a:off x="10748250" y="38305675"/>
            <a:ext cx="12150050" cy="1896441"/>
            <a:chOff x="14336159" y="38365918"/>
            <a:chExt cx="5454078" cy="1499400"/>
          </a:xfrm>
        </p:grpSpPr>
        <p:sp>
          <p:nvSpPr>
            <p:cNvPr id="109" name="Google Shape;109;p25"/>
            <p:cNvSpPr txBox="1"/>
            <p:nvPr/>
          </p:nvSpPr>
          <p:spPr>
            <a:xfrm>
              <a:off x="14336159" y="38442116"/>
              <a:ext cx="1909500" cy="1336500"/>
            </a:xfrm>
            <a:prstGeom prst="rect">
              <a:avLst/>
            </a:prstGeom>
            <a:noFill/>
            <a:ln>
              <a:noFill/>
            </a:ln>
          </p:spPr>
          <p:txBody>
            <a:bodyPr anchorCtr="0" anchor="ctr" bIns="159350" lIns="318875" spcFirstLastPara="1" rIns="318875" wrap="square" tIns="159350">
              <a:noAutofit/>
            </a:bodyPr>
            <a:lstStyle/>
            <a:p>
              <a:pPr indent="0" lvl="0" marL="0" rtl="0" algn="ctr">
                <a:spcBef>
                  <a:spcPts val="0"/>
                </a:spcBef>
                <a:spcAft>
                  <a:spcPts val="0"/>
                </a:spcAft>
                <a:buNone/>
              </a:pPr>
              <a:r>
                <a:rPr b="1" i="1" lang="en" sz="3000">
                  <a:solidFill>
                    <a:srgbClr val="FFFFFF"/>
                  </a:solidFill>
                  <a:latin typeface="Barlow Condensed"/>
                  <a:ea typeface="Barlow Condensed"/>
                  <a:cs typeface="Barlow Condensed"/>
                  <a:sym typeface="Barlow Condensed"/>
                </a:rPr>
                <a:t>DELETE THIS BLUE BOX</a:t>
              </a:r>
              <a:br>
                <a:rPr b="1" i="1" lang="en" sz="3700">
                  <a:solidFill>
                    <a:srgbClr val="FFFFFF"/>
                  </a:solidFill>
                  <a:latin typeface="Barlow Condensed"/>
                  <a:ea typeface="Barlow Condensed"/>
                  <a:cs typeface="Barlow Condensed"/>
                  <a:sym typeface="Barlow Condensed"/>
                </a:rPr>
              </a:br>
              <a:r>
                <a:rPr i="1" lang="en" sz="1900">
                  <a:solidFill>
                    <a:srgbClr val="FFFFFF"/>
                  </a:solidFill>
                  <a:latin typeface="Barlow Condensed"/>
                  <a:ea typeface="Barlow Condensed"/>
                  <a:cs typeface="Barlow Condensed"/>
                  <a:sym typeface="Barlow Condensed"/>
                </a:rPr>
                <a:t>{PLACEHOLDER ONLY}</a:t>
              </a:r>
              <a:endParaRPr i="1" sz="1900">
                <a:solidFill>
                  <a:srgbClr val="FFFFFF"/>
                </a:solidFill>
                <a:latin typeface="Barlow Condensed"/>
                <a:ea typeface="Barlow Condensed"/>
                <a:cs typeface="Barlow Condensed"/>
                <a:sym typeface="Barlow Condensed"/>
              </a:endParaRPr>
            </a:p>
          </p:txBody>
        </p:sp>
        <p:sp>
          <p:nvSpPr>
            <p:cNvPr id="110" name="Google Shape;110;p25"/>
            <p:cNvSpPr txBox="1"/>
            <p:nvPr/>
          </p:nvSpPr>
          <p:spPr>
            <a:xfrm>
              <a:off x="16195207" y="38365918"/>
              <a:ext cx="1823700" cy="1499400"/>
            </a:xfrm>
            <a:prstGeom prst="rect">
              <a:avLst/>
            </a:prstGeom>
            <a:noFill/>
            <a:ln>
              <a:noFill/>
            </a:ln>
          </p:spPr>
          <p:txBody>
            <a:bodyPr anchorCtr="0" anchor="ctr" bIns="159350" lIns="318875" spcFirstLastPara="1" rIns="318875" wrap="square" tIns="159350">
              <a:noAutofit/>
            </a:bodyPr>
            <a:lstStyle/>
            <a:p>
              <a:pPr indent="0" lvl="0" marL="0" rtl="0" algn="ctr">
                <a:spcBef>
                  <a:spcPts val="0"/>
                </a:spcBef>
                <a:spcAft>
                  <a:spcPts val="0"/>
                </a:spcAft>
                <a:buNone/>
              </a:pPr>
              <a:r>
                <a:rPr i="1" lang="en" sz="1900">
                  <a:solidFill>
                    <a:srgbClr val="FFFFFF"/>
                  </a:solidFill>
                  <a:latin typeface="Barlow Condensed Medium"/>
                  <a:ea typeface="Barlow Condensed Medium"/>
                  <a:cs typeface="Barlow Condensed Medium"/>
                  <a:sym typeface="Barlow Condensed Medium"/>
                </a:rPr>
                <a:t>This is an allowable area for your </a:t>
              </a:r>
              <a:br>
                <a:rPr i="1" lang="en" sz="1900">
                  <a:solidFill>
                    <a:srgbClr val="FFFFFF"/>
                  </a:solidFill>
                  <a:latin typeface="Barlow Condensed Medium"/>
                  <a:ea typeface="Barlow Condensed Medium"/>
                  <a:cs typeface="Barlow Condensed Medium"/>
                  <a:sym typeface="Barlow Condensed Medium"/>
                </a:rPr>
              </a:br>
              <a:r>
                <a:rPr i="1" lang="en" sz="1900">
                  <a:solidFill>
                    <a:srgbClr val="FFFFFF"/>
                  </a:solidFill>
                  <a:latin typeface="Barlow Condensed Medium"/>
                  <a:ea typeface="Barlow Condensed Medium"/>
                  <a:cs typeface="Barlow Condensed Medium"/>
                  <a:sym typeface="Barlow Condensed Medium"/>
                </a:rPr>
                <a:t>sponsor logos or school affiliation logos</a:t>
              </a:r>
              <a:endParaRPr i="1" sz="1900">
                <a:solidFill>
                  <a:srgbClr val="FFFFFF"/>
                </a:solidFill>
                <a:latin typeface="Barlow Condensed Medium"/>
                <a:ea typeface="Barlow Condensed Medium"/>
                <a:cs typeface="Barlow Condensed Medium"/>
                <a:sym typeface="Barlow Condensed Medium"/>
              </a:endParaRPr>
            </a:p>
          </p:txBody>
        </p:sp>
        <p:sp>
          <p:nvSpPr>
            <p:cNvPr id="111" name="Google Shape;111;p25"/>
            <p:cNvSpPr txBox="1"/>
            <p:nvPr/>
          </p:nvSpPr>
          <p:spPr>
            <a:xfrm>
              <a:off x="17966538" y="38442113"/>
              <a:ext cx="1823700" cy="1336500"/>
            </a:xfrm>
            <a:prstGeom prst="rect">
              <a:avLst/>
            </a:prstGeom>
            <a:noFill/>
            <a:ln>
              <a:noFill/>
            </a:ln>
          </p:spPr>
          <p:txBody>
            <a:bodyPr anchorCtr="0" anchor="ctr" bIns="159350" lIns="318875" spcFirstLastPara="1" rIns="318875" wrap="square" tIns="159350">
              <a:noAutofit/>
            </a:bodyPr>
            <a:lstStyle/>
            <a:p>
              <a:pPr indent="0" lvl="0" marL="0" rtl="0" algn="ctr">
                <a:spcBef>
                  <a:spcPts val="0"/>
                </a:spcBef>
                <a:spcAft>
                  <a:spcPts val="0"/>
                </a:spcAft>
                <a:buNone/>
              </a:pPr>
              <a:r>
                <a:rPr b="1" i="1" lang="en" sz="2100">
                  <a:solidFill>
                    <a:srgbClr val="FFFFFF"/>
                  </a:solidFill>
                  <a:latin typeface="Barlow Condensed"/>
                  <a:ea typeface="Barlow Condensed"/>
                  <a:cs typeface="Barlow Condensed"/>
                  <a:sym typeface="Barlow Condensed"/>
                </a:rPr>
                <a:t>DO NOT PLACE LOGOS IN TITLE AREA</a:t>
              </a:r>
              <a:endParaRPr i="1" sz="2100">
                <a:solidFill>
                  <a:srgbClr val="FFFFFF"/>
                </a:solidFill>
                <a:latin typeface="Barlow Condensed"/>
                <a:ea typeface="Barlow Condensed"/>
                <a:cs typeface="Barlow Condensed"/>
                <a:sym typeface="Barlow Condensed"/>
              </a:endParaRPr>
            </a:p>
          </p:txBody>
        </p:sp>
      </p:grpSp>
      <p:sp>
        <p:nvSpPr>
          <p:cNvPr id="112" name="Google Shape;112;p25"/>
          <p:cNvSpPr txBox="1"/>
          <p:nvPr/>
        </p:nvSpPr>
        <p:spPr>
          <a:xfrm>
            <a:off x="1048775" y="5305100"/>
            <a:ext cx="33537600" cy="979200"/>
          </a:xfrm>
          <a:prstGeom prst="rect">
            <a:avLst/>
          </a:prstGeom>
          <a:solidFill>
            <a:srgbClr val="5D89B4"/>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Introduction</a:t>
            </a:r>
            <a:endParaRPr b="1" sz="4900">
              <a:solidFill>
                <a:srgbClr val="FFFFFF"/>
              </a:solidFill>
              <a:latin typeface="Barlow Condensed"/>
              <a:ea typeface="Barlow Condensed"/>
              <a:cs typeface="Barlow Condensed"/>
              <a:sym typeface="Barlow Condensed"/>
            </a:endParaRPr>
          </a:p>
        </p:txBody>
      </p:sp>
      <p:pic>
        <p:nvPicPr>
          <p:cNvPr id="113" name="Google Shape;113;p25"/>
          <p:cNvPicPr preferRelativeResize="0"/>
          <p:nvPr/>
        </p:nvPicPr>
        <p:blipFill>
          <a:blip r:embed="rId5">
            <a:alphaModFix/>
          </a:blip>
          <a:stretch>
            <a:fillRect/>
          </a:stretch>
        </p:blipFill>
        <p:spPr>
          <a:xfrm>
            <a:off x="12631812" y="18198700"/>
            <a:ext cx="10520925" cy="3102025"/>
          </a:xfrm>
          <a:prstGeom prst="rect">
            <a:avLst/>
          </a:prstGeom>
          <a:noFill/>
          <a:ln>
            <a:noFill/>
          </a:ln>
        </p:spPr>
      </p:pic>
      <p:pic>
        <p:nvPicPr>
          <p:cNvPr id="114" name="Google Shape;114;p25"/>
          <p:cNvPicPr preferRelativeResize="0"/>
          <p:nvPr/>
        </p:nvPicPr>
        <p:blipFill>
          <a:blip r:embed="rId6">
            <a:alphaModFix/>
          </a:blip>
          <a:stretch>
            <a:fillRect/>
          </a:stretch>
        </p:blipFill>
        <p:spPr>
          <a:xfrm>
            <a:off x="12137326" y="32105925"/>
            <a:ext cx="8133534" cy="5648325"/>
          </a:xfrm>
          <a:prstGeom prst="rect">
            <a:avLst/>
          </a:prstGeom>
          <a:noFill/>
          <a:ln>
            <a:noFill/>
          </a:ln>
        </p:spPr>
      </p:pic>
      <p:sp>
        <p:nvSpPr>
          <p:cNvPr id="115" name="Google Shape;115;p25"/>
          <p:cNvSpPr txBox="1"/>
          <p:nvPr/>
        </p:nvSpPr>
        <p:spPr>
          <a:xfrm>
            <a:off x="1048775" y="12052050"/>
            <a:ext cx="11848200" cy="5648400"/>
          </a:xfrm>
          <a:prstGeom prst="rect">
            <a:avLst/>
          </a:prstGeom>
          <a:noFill/>
          <a:ln>
            <a:noFill/>
          </a:ln>
        </p:spPr>
        <p:txBody>
          <a:bodyPr anchorCtr="0" anchor="t" bIns="91425" lIns="91425" spcFirstLastPara="1" rIns="91425" wrap="square" tIns="91425">
            <a:noAutofit/>
          </a:bodyPr>
          <a:lstStyle/>
          <a:p>
            <a:pPr indent="-406400" lvl="0" marL="457200" rtl="0" algn="l">
              <a:lnSpc>
                <a:spcPct val="90000"/>
              </a:lnSpc>
              <a:spcBef>
                <a:spcPts val="800"/>
              </a:spcBef>
              <a:spcAft>
                <a:spcPts val="0"/>
              </a:spcAft>
              <a:buClr>
                <a:srgbClr val="44546A"/>
              </a:buClr>
              <a:buSzPts val="2800"/>
              <a:buFont typeface="Barlow Condensed"/>
              <a:buChar char="❏"/>
            </a:pPr>
            <a:r>
              <a:rPr lang="en" sz="2800" u="sng">
                <a:latin typeface="Barlow Condensed"/>
                <a:ea typeface="Barlow Condensed"/>
                <a:cs typeface="Barlow Condensed"/>
                <a:sym typeface="Barlow Condensed"/>
              </a:rPr>
              <a:t>Drugs @ FDA</a:t>
            </a:r>
            <a:r>
              <a:rPr lang="en" sz="2800">
                <a:latin typeface="Barlow Condensed"/>
                <a:ea typeface="Barlow Condensed"/>
                <a:cs typeface="Barlow Condensed"/>
                <a:sym typeface="Barlow Condensed"/>
              </a:rPr>
              <a:t> website provides a comprehensive list of all drug approvals up-to-date.</a:t>
            </a:r>
            <a:endParaRPr sz="2800">
              <a:solidFill>
                <a:srgbClr val="44546A"/>
              </a:solidFill>
              <a:latin typeface="Barlow Condensed"/>
              <a:ea typeface="Barlow Condensed"/>
              <a:cs typeface="Barlow Condensed"/>
              <a:sym typeface="Barlow Condensed"/>
            </a:endParaRPr>
          </a:p>
          <a:p>
            <a:pPr indent="-406400" lvl="0" marL="457200" rtl="0" algn="l">
              <a:lnSpc>
                <a:spcPct val="90000"/>
              </a:lnSpc>
              <a:spcBef>
                <a:spcPts val="0"/>
              </a:spcBef>
              <a:spcAft>
                <a:spcPts val="0"/>
              </a:spcAft>
              <a:buClr>
                <a:srgbClr val="44546A"/>
              </a:buClr>
              <a:buSzPts val="2800"/>
              <a:buFont typeface="Barlow Condensed"/>
              <a:buChar char="❏"/>
            </a:pPr>
            <a:r>
              <a:rPr lang="en" sz="2800">
                <a:latin typeface="Barlow Condensed"/>
                <a:ea typeface="Barlow Condensed"/>
                <a:cs typeface="Barlow Condensed"/>
                <a:sym typeface="Barlow Condensed"/>
              </a:rPr>
              <a:t>Medical Devices are classified by the level of risk on the user/patient by the FDA:</a:t>
            </a:r>
            <a:endParaRPr sz="2800">
              <a:latin typeface="Barlow Condensed"/>
              <a:ea typeface="Barlow Condensed"/>
              <a:cs typeface="Barlow Condensed"/>
              <a:sym typeface="Barlow Condensed"/>
            </a:endParaRPr>
          </a:p>
          <a:p>
            <a:pPr indent="-406400" lvl="0" marL="914400" rtl="0" algn="l">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PMA (Pre-Market Approval)</a:t>
            </a:r>
            <a:r>
              <a:rPr lang="en" sz="2800">
                <a:latin typeface="Barlow Condensed"/>
                <a:ea typeface="Barlow Condensed"/>
                <a:cs typeface="Barlow Condensed"/>
                <a:sym typeface="Barlow Condensed"/>
              </a:rPr>
              <a:t>: Includes Class III devices which have the highest risks and need the most examination. It takes a long time to process a PMA and is usually the most expensive approval process. </a:t>
            </a:r>
            <a:endParaRPr sz="2800">
              <a:latin typeface="Barlow Condensed"/>
              <a:ea typeface="Barlow Condensed"/>
              <a:cs typeface="Barlow Condensed"/>
              <a:sym typeface="Barlow Condensed"/>
            </a:endParaRPr>
          </a:p>
          <a:p>
            <a:pPr indent="-406400" lvl="0" marL="914400" rtl="0" algn="l">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510k (Pre-Market Approvals)</a:t>
            </a:r>
            <a:r>
              <a:rPr lang="en" sz="2800">
                <a:latin typeface="Barlow Condensed"/>
                <a:ea typeface="Barlow Condensed"/>
                <a:cs typeface="Barlow Condensed"/>
                <a:sym typeface="Barlow Condensed"/>
              </a:rPr>
              <a:t>:  Includes Class II devices that have moderate risk and are approved by being “Substantially Equivalent” to devices that have previously been approved.</a:t>
            </a:r>
            <a:endParaRPr sz="2800">
              <a:latin typeface="Barlow Condensed"/>
              <a:ea typeface="Barlow Condensed"/>
              <a:cs typeface="Barlow Condensed"/>
              <a:sym typeface="Barlow Condensed"/>
            </a:endParaRPr>
          </a:p>
          <a:p>
            <a:pPr indent="-406400" lvl="0" marL="914400" rtl="0" algn="l">
              <a:spcBef>
                <a:spcPts val="0"/>
              </a:spcBef>
              <a:spcAft>
                <a:spcPts val="0"/>
              </a:spcAft>
              <a:buSzPts val="2800"/>
              <a:buFont typeface="Barlow Condensed"/>
              <a:buChar char="●"/>
            </a:pPr>
            <a:r>
              <a:rPr lang="en" sz="2800" u="sng">
                <a:latin typeface="Barlow Condensed"/>
                <a:ea typeface="Barlow Condensed"/>
                <a:cs typeface="Barlow Condensed"/>
                <a:sym typeface="Barlow Condensed"/>
              </a:rPr>
              <a:t>HDE (Humanitarian Device Exemption)</a:t>
            </a:r>
            <a:r>
              <a:rPr lang="en" sz="2800">
                <a:latin typeface="Barlow Condensed"/>
                <a:ea typeface="Barlow Condensed"/>
                <a:cs typeface="Barlow Condensed"/>
                <a:sym typeface="Barlow Condensed"/>
              </a:rPr>
              <a:t>: This is the process where medical devices are allowed to be marketed without requiring evidence of effectiveness. </a:t>
            </a:r>
            <a:endParaRPr sz="2800">
              <a:latin typeface="Barlow Condensed"/>
              <a:ea typeface="Barlow Condensed"/>
              <a:cs typeface="Barlow Condensed"/>
              <a:sym typeface="Barlow Condensed"/>
            </a:endParaRPr>
          </a:p>
          <a:p>
            <a:pPr indent="457200" lvl="0" marL="457200" marR="0" rtl="0" algn="l">
              <a:lnSpc>
                <a:spcPct val="100000"/>
              </a:lnSpc>
              <a:spcBef>
                <a:spcPts val="0"/>
              </a:spcBef>
              <a:spcAft>
                <a:spcPts val="0"/>
              </a:spcAft>
              <a:buNone/>
            </a:pPr>
            <a:r>
              <a:rPr lang="en" sz="2800">
                <a:latin typeface="Barlow Condensed"/>
                <a:ea typeface="Barlow Condensed"/>
                <a:cs typeface="Barlow Condensed"/>
                <a:sym typeface="Barlow Condensed"/>
              </a:rPr>
              <a:t>*Note: Class 1 devices do not need FDA approval in most cases.</a:t>
            </a:r>
            <a:endParaRPr sz="2800">
              <a:latin typeface="Barlow Condensed"/>
              <a:ea typeface="Barlow Condensed"/>
              <a:cs typeface="Barlow Condensed"/>
              <a:sym typeface="Barlow Condensed"/>
            </a:endParaRPr>
          </a:p>
        </p:txBody>
      </p:sp>
      <p:sp>
        <p:nvSpPr>
          <p:cNvPr id="116" name="Google Shape;116;p25"/>
          <p:cNvSpPr txBox="1"/>
          <p:nvPr/>
        </p:nvSpPr>
        <p:spPr>
          <a:xfrm>
            <a:off x="8270689" y="3826775"/>
            <a:ext cx="264921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SDAL: Gizem Korkmaz, Ian Crandell, and Stephanie Shipp</a:t>
            </a:r>
            <a:endParaRPr i="1" sz="3600">
              <a:solidFill>
                <a:srgbClr val="141F22"/>
              </a:solidFill>
              <a:latin typeface="Barlow Condensed"/>
              <a:ea typeface="Barlow Condensed"/>
              <a:cs typeface="Barlow Condensed"/>
              <a:sym typeface="Barlow Condensed"/>
            </a:endParaRPr>
          </a:p>
          <a:p>
            <a:pPr indent="0" lvl="0" marL="0" rtl="0" algn="l">
              <a:spcBef>
                <a:spcPts val="0"/>
              </a:spcBef>
              <a:spcAft>
                <a:spcPts val="0"/>
              </a:spcAft>
              <a:buClr>
                <a:srgbClr val="000000"/>
              </a:buClr>
              <a:buFont typeface="Arial"/>
              <a:buNone/>
            </a:pPr>
            <a:r>
              <a:rPr i="1" lang="en" sz="3600">
                <a:solidFill>
                  <a:srgbClr val="141F22"/>
                </a:solidFill>
                <a:latin typeface="Barlow Condensed"/>
                <a:ea typeface="Barlow Condensed"/>
                <a:cs typeface="Barlow Condensed"/>
                <a:sym typeface="Barlow Condensed"/>
              </a:rPr>
              <a:t>Sponsor: Gary Anderson, The National Center for Science &amp; Engineering Statistics (NCSES) at the National Science Foundation (NSF)</a:t>
            </a:r>
            <a:endParaRPr i="1" sz="3600">
              <a:solidFill>
                <a:srgbClr val="141F22"/>
              </a:solidFill>
              <a:latin typeface="Barlow Condensed"/>
              <a:ea typeface="Barlow Condensed"/>
              <a:cs typeface="Barlow Condensed"/>
              <a:sym typeface="Barlow Condensed"/>
            </a:endParaRPr>
          </a:p>
        </p:txBody>
      </p:sp>
      <p:pic>
        <p:nvPicPr>
          <p:cNvPr id="117" name="Google Shape;117;p25"/>
          <p:cNvPicPr preferRelativeResize="0"/>
          <p:nvPr/>
        </p:nvPicPr>
        <p:blipFill>
          <a:blip r:embed="rId7">
            <a:alphaModFix/>
          </a:blip>
          <a:stretch>
            <a:fillRect/>
          </a:stretch>
        </p:blipFill>
        <p:spPr>
          <a:xfrm>
            <a:off x="33181650" y="3302388"/>
            <a:ext cx="1581150" cy="1590675"/>
          </a:xfrm>
          <a:prstGeom prst="rect">
            <a:avLst/>
          </a:prstGeom>
          <a:noFill/>
          <a:ln>
            <a:noFill/>
          </a:ln>
        </p:spPr>
      </p:pic>
      <p:sp>
        <p:nvSpPr>
          <p:cNvPr id="118" name="Google Shape;118;p25"/>
          <p:cNvSpPr txBox="1"/>
          <p:nvPr/>
        </p:nvSpPr>
        <p:spPr>
          <a:xfrm>
            <a:off x="1022150" y="10029925"/>
            <a:ext cx="33537600" cy="1105800"/>
          </a:xfrm>
          <a:prstGeom prst="rect">
            <a:avLst/>
          </a:prstGeom>
          <a:solidFill>
            <a:srgbClr val="5D89B4"/>
          </a:solidFill>
          <a:ln>
            <a:noFill/>
          </a:ln>
        </p:spPr>
        <p:txBody>
          <a:bodyPr anchorCtr="0" anchor="ctr" bIns="156150" lIns="312475" spcFirstLastPara="1" rIns="312475" wrap="square" tIns="156150">
            <a:noAutofit/>
          </a:bodyPr>
          <a:lstStyle/>
          <a:p>
            <a:pPr indent="0" lvl="0" marL="0" marR="0" rtl="0" algn="l">
              <a:lnSpc>
                <a:spcPct val="100000"/>
              </a:lnSpc>
              <a:spcBef>
                <a:spcPts val="0"/>
              </a:spcBef>
              <a:spcAft>
                <a:spcPts val="0"/>
              </a:spcAft>
              <a:buClr>
                <a:srgbClr val="000000"/>
              </a:buClr>
              <a:buFont typeface="Arial"/>
              <a:buNone/>
            </a:pPr>
            <a:r>
              <a:rPr b="1" lang="en" sz="4800">
                <a:solidFill>
                  <a:srgbClr val="FFFFFF"/>
                </a:solidFill>
                <a:latin typeface="Barlow Condensed"/>
                <a:ea typeface="Barlow Condensed"/>
                <a:cs typeface="Barlow Condensed"/>
                <a:sym typeface="Barlow Condensed"/>
              </a:rPr>
              <a:t>Data and Methods</a:t>
            </a:r>
            <a:endParaRPr b="1" sz="4800">
              <a:solidFill>
                <a:srgbClr val="FFFFFF"/>
              </a:solidFill>
              <a:latin typeface="Barlow Condensed"/>
              <a:ea typeface="Barlow Condensed"/>
              <a:cs typeface="Barlow Condensed"/>
              <a:sym typeface="Barlow Condensed"/>
            </a:endParaRPr>
          </a:p>
        </p:txBody>
      </p:sp>
      <p:sp>
        <p:nvSpPr>
          <p:cNvPr id="119" name="Google Shape;119;p25"/>
          <p:cNvSpPr txBox="1"/>
          <p:nvPr/>
        </p:nvSpPr>
        <p:spPr>
          <a:xfrm>
            <a:off x="1048775" y="11364325"/>
            <a:ext cx="11499000" cy="697800"/>
          </a:xfrm>
          <a:prstGeom prst="rect">
            <a:avLst/>
          </a:prstGeom>
          <a:solidFill>
            <a:srgbClr val="C64600"/>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 FDA Databases</a:t>
            </a:r>
            <a:endParaRPr b="1" sz="4900">
              <a:solidFill>
                <a:srgbClr val="FFFFFF"/>
              </a:solidFill>
              <a:latin typeface="Barlow Condensed"/>
              <a:ea typeface="Barlow Condensed"/>
              <a:cs typeface="Barlow Condensed"/>
              <a:sym typeface="Barlow Condensed"/>
            </a:endParaRPr>
          </a:p>
        </p:txBody>
      </p:sp>
      <p:sp>
        <p:nvSpPr>
          <p:cNvPr id="120" name="Google Shape;120;p25"/>
          <p:cNvSpPr txBox="1"/>
          <p:nvPr/>
        </p:nvSpPr>
        <p:spPr>
          <a:xfrm>
            <a:off x="1048775" y="22660325"/>
            <a:ext cx="10705200" cy="14994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2800">
                <a:solidFill>
                  <a:srgbClr val="141F22"/>
                </a:solidFill>
                <a:latin typeface="Barlow Condensed"/>
                <a:ea typeface="Barlow Condensed"/>
                <a:cs typeface="Barlow Condensed"/>
                <a:sym typeface="Barlow Condensed"/>
              </a:rPr>
              <a:t>FDA Drug Database (2013 - 2015)</a:t>
            </a:r>
            <a:endParaRPr b="1" sz="2800">
              <a:solidFill>
                <a:srgbClr val="141F22"/>
              </a:solidFill>
              <a:latin typeface="Barlow Condensed"/>
              <a:ea typeface="Barlow Condensed"/>
              <a:cs typeface="Barlow Condensed"/>
              <a:sym typeface="Barlow Condensed"/>
            </a:endParaRPr>
          </a:p>
          <a:p>
            <a:pPr indent="-406400" lvl="0"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17,309 drug approvals (1,820 original submissions) and 723 companies.</a:t>
            </a:r>
            <a:endParaRPr sz="2800">
              <a:solidFill>
                <a:srgbClr val="141F22"/>
              </a:solidFill>
              <a:latin typeface="Barlow Condensed"/>
              <a:ea typeface="Barlow Condensed"/>
              <a:cs typeface="Barlow Condensed"/>
              <a:sym typeface="Barlow Condensed"/>
            </a:endParaRPr>
          </a:p>
          <a:p>
            <a:pPr indent="-406400" lvl="0"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10  companies with the highest number of approvals are given below.</a:t>
            </a:r>
            <a:endParaRPr sz="2800">
              <a:solidFill>
                <a:srgbClr val="141F22"/>
              </a:solidFill>
              <a:latin typeface="Barlow Condensed"/>
              <a:ea typeface="Barlow Condensed"/>
              <a:cs typeface="Barlow Condensed"/>
              <a:sym typeface="Barlow Condensed"/>
            </a:endParaRPr>
          </a:p>
        </p:txBody>
      </p:sp>
      <p:pic>
        <p:nvPicPr>
          <p:cNvPr id="121" name="Google Shape;121;p25"/>
          <p:cNvPicPr preferRelativeResize="0"/>
          <p:nvPr/>
        </p:nvPicPr>
        <p:blipFill rotWithShape="1">
          <a:blip r:embed="rId8">
            <a:alphaModFix/>
          </a:blip>
          <a:srcRect b="0" l="19011" r="16630" t="0"/>
          <a:stretch/>
        </p:blipFill>
        <p:spPr>
          <a:xfrm>
            <a:off x="11864788" y="22740713"/>
            <a:ext cx="10060800" cy="8793392"/>
          </a:xfrm>
          <a:prstGeom prst="rect">
            <a:avLst/>
          </a:prstGeom>
          <a:noFill/>
          <a:ln>
            <a:noFill/>
          </a:ln>
        </p:spPr>
      </p:pic>
      <p:sp>
        <p:nvSpPr>
          <p:cNvPr id="122" name="Google Shape;122;p25"/>
          <p:cNvSpPr txBox="1"/>
          <p:nvPr/>
        </p:nvSpPr>
        <p:spPr>
          <a:xfrm rot="-2937757">
            <a:off x="16094411" y="26996542"/>
            <a:ext cx="1295405" cy="281737"/>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Times</a:t>
            </a:r>
            <a:endParaRPr sz="1000">
              <a:solidFill>
                <a:srgbClr val="0000FF"/>
              </a:solidFill>
              <a:latin typeface="Trebuchet MS"/>
              <a:ea typeface="Trebuchet MS"/>
              <a:cs typeface="Trebuchet MS"/>
              <a:sym typeface="Trebuchet MS"/>
            </a:endParaRPr>
          </a:p>
        </p:txBody>
      </p:sp>
      <p:sp>
        <p:nvSpPr>
          <p:cNvPr id="123" name="Google Shape;123;p25"/>
          <p:cNvSpPr txBox="1"/>
          <p:nvPr/>
        </p:nvSpPr>
        <p:spPr>
          <a:xfrm rot="-3259780">
            <a:off x="15236419" y="26376788"/>
            <a:ext cx="1295444" cy="28182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Surgical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Products</a:t>
            </a:r>
            <a:endParaRPr sz="1000">
              <a:solidFill>
                <a:srgbClr val="0000FF"/>
              </a:solidFill>
              <a:latin typeface="Trebuchet MS"/>
              <a:ea typeface="Trebuchet MS"/>
              <a:cs typeface="Trebuchet MS"/>
              <a:sym typeface="Trebuchet MS"/>
            </a:endParaRPr>
          </a:p>
        </p:txBody>
      </p:sp>
      <p:sp>
        <p:nvSpPr>
          <p:cNvPr id="124" name="Google Shape;124;p25"/>
          <p:cNvSpPr txBox="1"/>
          <p:nvPr/>
        </p:nvSpPr>
        <p:spPr>
          <a:xfrm rot="2322075">
            <a:off x="16185063" y="26683025"/>
            <a:ext cx="1295462" cy="28148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Medical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Designs</a:t>
            </a:r>
            <a:endParaRPr sz="1000">
              <a:solidFill>
                <a:srgbClr val="0000FF"/>
              </a:solidFill>
              <a:latin typeface="Trebuchet MS"/>
              <a:ea typeface="Trebuchet MS"/>
              <a:cs typeface="Trebuchet MS"/>
              <a:sym typeface="Trebuchet MS"/>
            </a:endParaRPr>
          </a:p>
        </p:txBody>
      </p:sp>
      <p:sp>
        <p:nvSpPr>
          <p:cNvPr id="125" name="Google Shape;125;p25"/>
          <p:cNvSpPr txBox="1"/>
          <p:nvPr/>
        </p:nvSpPr>
        <p:spPr>
          <a:xfrm rot="2356020">
            <a:off x="15545996" y="27504175"/>
            <a:ext cx="1295394" cy="28183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Pharmacy </a:t>
            </a:r>
            <a:endParaRPr sz="1000">
              <a:solidFill>
                <a:srgbClr val="0000FF"/>
              </a:solidFill>
              <a:latin typeface="Trebuchet MS"/>
              <a:ea typeface="Trebuchet MS"/>
              <a:cs typeface="Trebuchet MS"/>
              <a:sym typeface="Trebuchet MS"/>
            </a:endParaRPr>
          </a:p>
          <a:p>
            <a:pPr indent="0" lvl="0" marL="0" rtl="0" algn="l">
              <a:spcBef>
                <a:spcPts val="0"/>
              </a:spcBef>
              <a:spcAft>
                <a:spcPts val="0"/>
              </a:spcAft>
              <a:buNone/>
            </a:pPr>
            <a:r>
              <a:rPr lang="en" sz="1000">
                <a:solidFill>
                  <a:srgbClr val="0000FF"/>
                </a:solidFill>
                <a:latin typeface="Trebuchet MS"/>
                <a:ea typeface="Trebuchet MS"/>
                <a:cs typeface="Trebuchet MS"/>
                <a:sym typeface="Trebuchet MS"/>
              </a:rPr>
              <a:t>Today</a:t>
            </a:r>
            <a:endParaRPr sz="1000">
              <a:solidFill>
                <a:srgbClr val="0000FF"/>
              </a:solidFill>
              <a:latin typeface="Trebuchet MS"/>
              <a:ea typeface="Trebuchet MS"/>
              <a:cs typeface="Trebuchet MS"/>
              <a:sym typeface="Trebuchet MS"/>
            </a:endParaRPr>
          </a:p>
        </p:txBody>
      </p:sp>
      <p:sp>
        <p:nvSpPr>
          <p:cNvPr id="126" name="Google Shape;126;p25"/>
          <p:cNvSpPr txBox="1"/>
          <p:nvPr/>
        </p:nvSpPr>
        <p:spPr>
          <a:xfrm>
            <a:off x="1012250" y="29521525"/>
            <a:ext cx="10521000" cy="1590600"/>
          </a:xfrm>
          <a:prstGeom prst="rect">
            <a:avLst/>
          </a:prstGeom>
          <a:solidFill>
            <a:srgbClr val="FFFFFF"/>
          </a:solid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2800">
                <a:solidFill>
                  <a:srgbClr val="141F22"/>
                </a:solidFill>
                <a:latin typeface="Barlow Condensed"/>
                <a:ea typeface="Barlow Condensed"/>
                <a:cs typeface="Barlow Condensed"/>
                <a:sym typeface="Barlow Condensed"/>
              </a:rPr>
              <a:t>FDA Medical Device Databases</a:t>
            </a:r>
            <a:endParaRPr b="1" sz="2800">
              <a:solidFill>
                <a:srgbClr val="141F22"/>
              </a:solidFill>
              <a:latin typeface="Barlow Condensed"/>
              <a:ea typeface="Barlow Condensed"/>
              <a:cs typeface="Barlow Condensed"/>
              <a:sym typeface="Barlow Condensed"/>
            </a:endParaRPr>
          </a:p>
          <a:p>
            <a:pPr indent="-406400" lvl="0" marL="914400" rtl="0" algn="l">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Top companies for each submission type (indicated by different colors). The approval counts are given next to the company names.</a:t>
            </a:r>
            <a:endParaRPr sz="2800">
              <a:solidFill>
                <a:srgbClr val="141F22"/>
              </a:solidFill>
              <a:latin typeface="Barlow Condensed"/>
              <a:ea typeface="Barlow Condensed"/>
              <a:cs typeface="Barlow Condensed"/>
              <a:sym typeface="Barlow Condensed"/>
            </a:endParaRPr>
          </a:p>
        </p:txBody>
      </p:sp>
      <p:sp>
        <p:nvSpPr>
          <p:cNvPr id="127" name="Google Shape;127;p25"/>
          <p:cNvSpPr txBox="1"/>
          <p:nvPr/>
        </p:nvSpPr>
        <p:spPr>
          <a:xfrm>
            <a:off x="11006378" y="22719313"/>
            <a:ext cx="31992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3000">
                <a:solidFill>
                  <a:srgbClr val="141F22"/>
                </a:solidFill>
                <a:latin typeface="Barlow Condensed"/>
                <a:ea typeface="Barlow Condensed"/>
                <a:cs typeface="Barlow Condensed"/>
                <a:sym typeface="Barlow Condensed"/>
              </a:rPr>
              <a:t>Trade Journals</a:t>
            </a:r>
            <a:endParaRPr sz="3000">
              <a:solidFill>
                <a:srgbClr val="141F22"/>
              </a:solidFill>
              <a:latin typeface="Barlow Condensed"/>
              <a:ea typeface="Barlow Condensed"/>
              <a:cs typeface="Barlow Condensed"/>
              <a:sym typeface="Barlow Condensed"/>
            </a:endParaRPr>
          </a:p>
        </p:txBody>
      </p:sp>
      <p:sp>
        <p:nvSpPr>
          <p:cNvPr id="128" name="Google Shape;128;p25"/>
          <p:cNvSpPr txBox="1"/>
          <p:nvPr/>
        </p:nvSpPr>
        <p:spPr>
          <a:xfrm>
            <a:off x="11363425" y="31531938"/>
            <a:ext cx="10521000" cy="650100"/>
          </a:xfrm>
          <a:prstGeom prst="rect">
            <a:avLst/>
          </a:prstGeom>
          <a:noFill/>
          <a:ln>
            <a:noFill/>
          </a:ln>
        </p:spPr>
        <p:txBody>
          <a:bodyPr anchorCtr="0" anchor="t" bIns="156150" lIns="312475" spcFirstLastPara="1" rIns="312475" wrap="square" tIns="156150">
            <a:noAutofit/>
          </a:bodyPr>
          <a:lstStyle/>
          <a:p>
            <a:pPr indent="-419100" lvl="0" marL="914400" rtl="0" algn="l">
              <a:spcBef>
                <a:spcPts val="0"/>
              </a:spcBef>
              <a:spcAft>
                <a:spcPts val="0"/>
              </a:spcAft>
              <a:buClr>
                <a:srgbClr val="141F22"/>
              </a:buClr>
              <a:buSzPts val="3000"/>
              <a:buFont typeface="Barlow Condensed"/>
              <a:buChar char="●"/>
            </a:pPr>
            <a:r>
              <a:rPr lang="en" sz="3000">
                <a:solidFill>
                  <a:srgbClr val="141F22"/>
                </a:solidFill>
                <a:latin typeface="Barlow Condensed"/>
                <a:ea typeface="Barlow Condensed"/>
                <a:cs typeface="Barlow Condensed"/>
                <a:sym typeface="Barlow Condensed"/>
              </a:rPr>
              <a:t>FDA p</a:t>
            </a:r>
            <a:r>
              <a:rPr lang="en" sz="3000">
                <a:solidFill>
                  <a:srgbClr val="141F22"/>
                </a:solidFill>
                <a:latin typeface="Barlow Condensed"/>
                <a:ea typeface="Barlow Condensed"/>
                <a:cs typeface="Barlow Condensed"/>
                <a:sym typeface="Barlow Condensed"/>
              </a:rPr>
              <a:t>re-market </a:t>
            </a:r>
            <a:r>
              <a:rPr lang="en" sz="3000">
                <a:solidFill>
                  <a:srgbClr val="141F22"/>
                </a:solidFill>
                <a:latin typeface="Barlow Condensed"/>
                <a:ea typeface="Barlow Condensed"/>
                <a:cs typeface="Barlow Condensed"/>
                <a:sym typeface="Barlow Condensed"/>
              </a:rPr>
              <a:t>approval</a:t>
            </a:r>
            <a:r>
              <a:rPr lang="en" sz="3000">
                <a:solidFill>
                  <a:srgbClr val="141F22"/>
                </a:solidFill>
                <a:latin typeface="Barlow Condensed"/>
                <a:ea typeface="Barlow Condensed"/>
                <a:cs typeface="Barlow Condensed"/>
                <a:sym typeface="Barlow Condensed"/>
              </a:rPr>
              <a:t> (PMA) by submission type</a:t>
            </a:r>
            <a:endParaRPr sz="3000">
              <a:solidFill>
                <a:srgbClr val="141F22"/>
              </a:solidFill>
              <a:latin typeface="Barlow Condensed"/>
              <a:ea typeface="Barlow Condensed"/>
              <a:cs typeface="Barlow Condensed"/>
              <a:sym typeface="Barlow Condensed"/>
            </a:endParaRPr>
          </a:p>
        </p:txBody>
      </p:sp>
      <p:graphicFrame>
        <p:nvGraphicFramePr>
          <p:cNvPr id="129" name="Google Shape;129;p25"/>
          <p:cNvGraphicFramePr/>
          <p:nvPr/>
        </p:nvGraphicFramePr>
        <p:xfrm>
          <a:off x="22443950" y="23951800"/>
          <a:ext cx="3000000" cy="3000000"/>
        </p:xfrm>
        <a:graphic>
          <a:graphicData uri="http://schemas.openxmlformats.org/drawingml/2006/table">
            <a:tbl>
              <a:tblPr>
                <a:noFill/>
                <a:tableStyleId>{8E4F67AC-6ADF-4BCD-BAFD-BC3866D3C2D2}</a:tableStyleId>
              </a:tblPr>
              <a:tblGrid>
                <a:gridCol w="3224950"/>
                <a:gridCol w="1735700"/>
                <a:gridCol w="1700575"/>
                <a:gridCol w="2057175"/>
                <a:gridCol w="3397400"/>
              </a:tblGrid>
              <a:tr h="123190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Data Source</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Number of companies (after cleaning)</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Number of companies matching FDA</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Clr>
                          <a:schemeClr val="dk1"/>
                        </a:buClr>
                        <a:buSzPts val="1100"/>
                        <a:buFont typeface="Arial"/>
                        <a:buNone/>
                      </a:pPr>
                      <a:r>
                        <a:rPr lang="en" sz="2400">
                          <a:solidFill>
                            <a:schemeClr val="dk1"/>
                          </a:solidFill>
                          <a:latin typeface="Barlow Condensed"/>
                          <a:ea typeface="Barlow Condensed"/>
                          <a:cs typeface="Barlow Condensed"/>
                          <a:sym typeface="Barlow Condensed"/>
                        </a:rPr>
                        <a:t>Total number of FDA approvals for these companies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Total number of new products in trade journal for these companies (% FDA approval)</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FDA Medical Device Database</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3,915</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D9EAD3"/>
                    </a:solidFill>
                  </a:tcPr>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Medical Design Briefs</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375</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13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384</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 (4.43%)</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Surgical Products</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69</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344</a:t>
                      </a:r>
                      <a:endParaRPr sz="2400">
                        <a:latin typeface="Barlow Condensed"/>
                        <a:ea typeface="Barlow Condensed"/>
                        <a:cs typeface="Barlow Condensed"/>
                        <a:sym typeface="Barlow Condensed"/>
                      </a:endParaRPr>
                    </a:p>
                  </a:txBody>
                  <a:tcPr marT="63500" marB="63500" marR="63500" marL="63500">
                    <a:solidFill>
                      <a:srgbClr val="D9EAD3"/>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29 (8.43%)</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FDA drugs</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723</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l">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Clr>
                          <a:schemeClr val="dk1"/>
                        </a:buClr>
                        <a:buSzPts val="1100"/>
                        <a:buFont typeface="Arial"/>
                        <a:buNone/>
                      </a:pPr>
                      <a:r>
                        <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t/>
                      </a:r>
                      <a:endParaRPr sz="2400">
                        <a:latin typeface="Barlow Condensed"/>
                        <a:ea typeface="Barlow Condensed"/>
                        <a:cs typeface="Barlow Condensed"/>
                        <a:sym typeface="Barlow Condensed"/>
                      </a:endParaRPr>
                    </a:p>
                  </a:txBody>
                  <a:tcPr marT="63500" marB="63500" marR="63500" marL="63500">
                    <a:solidFill>
                      <a:srgbClr val="FFF2CC"/>
                    </a:solidFill>
                  </a:tcPr>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Pharmacy Times</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177</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68</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4,950</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249 (5.03%)</a:t>
                      </a:r>
                      <a:endParaRPr sz="2400">
                        <a:latin typeface="Barlow Condensed"/>
                        <a:ea typeface="Barlow Condensed"/>
                        <a:cs typeface="Barlow Condensed"/>
                        <a:sym typeface="Barlow Condensed"/>
                      </a:endParaRPr>
                    </a:p>
                  </a:txBody>
                  <a:tcPr marT="63500" marB="63500" marR="63500" marL="63500"/>
                </a:tc>
              </a:tr>
              <a:tr h="492750">
                <a:tc>
                  <a:txBody>
                    <a:bodyPr>
                      <a:noAutofit/>
                    </a:bodyPr>
                    <a:lstStyle/>
                    <a:p>
                      <a:pPr indent="0" lvl="0" marL="0" rtl="0" algn="l">
                        <a:spcBef>
                          <a:spcPts val="0"/>
                        </a:spcBef>
                        <a:spcAft>
                          <a:spcPts val="0"/>
                        </a:spcAft>
                        <a:buNone/>
                      </a:pPr>
                      <a:r>
                        <a:rPr lang="en" sz="2400">
                          <a:latin typeface="Barlow Condensed"/>
                          <a:ea typeface="Barlow Condensed"/>
                          <a:cs typeface="Barlow Condensed"/>
                          <a:sym typeface="Barlow Condensed"/>
                        </a:rPr>
                        <a:t>Pharmacy Today</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103</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57 </a:t>
                      </a:r>
                      <a:endParaRPr sz="2400">
                        <a:latin typeface="Barlow Condensed"/>
                        <a:ea typeface="Barlow Condensed"/>
                        <a:cs typeface="Barlow Condensed"/>
                        <a:sym typeface="Barlow Condensed"/>
                      </a:endParaRPr>
                    </a:p>
                  </a:txBody>
                  <a:tcPr marT="63500" marB="63500" marR="63500" marL="63500"/>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6,328</a:t>
                      </a:r>
                      <a:endParaRPr sz="2400">
                        <a:latin typeface="Barlow Condensed"/>
                        <a:ea typeface="Barlow Condensed"/>
                        <a:cs typeface="Barlow Condensed"/>
                        <a:sym typeface="Barlow Condensed"/>
                      </a:endParaRPr>
                    </a:p>
                  </a:txBody>
                  <a:tcPr marT="63500" marB="63500" marR="63500" marL="63500">
                    <a:solidFill>
                      <a:srgbClr val="FFF2CC"/>
                    </a:solidFill>
                  </a:tcPr>
                </a:tc>
                <a:tc>
                  <a:txBody>
                    <a:bodyPr>
                      <a:noAutofit/>
                    </a:bodyPr>
                    <a:lstStyle/>
                    <a:p>
                      <a:pPr indent="0" lvl="0" marL="0" rtl="0" algn="r">
                        <a:spcBef>
                          <a:spcPts val="0"/>
                        </a:spcBef>
                        <a:spcAft>
                          <a:spcPts val="0"/>
                        </a:spcAft>
                        <a:buNone/>
                      </a:pPr>
                      <a:r>
                        <a:rPr lang="en" sz="2400">
                          <a:latin typeface="Barlow Condensed"/>
                          <a:ea typeface="Barlow Condensed"/>
                          <a:cs typeface="Barlow Condensed"/>
                          <a:sym typeface="Barlow Condensed"/>
                        </a:rPr>
                        <a:t>91 (1.44%)</a:t>
                      </a:r>
                      <a:endParaRPr sz="2400">
                        <a:latin typeface="Barlow Condensed"/>
                        <a:ea typeface="Barlow Condensed"/>
                        <a:cs typeface="Barlow Condensed"/>
                        <a:sym typeface="Barlow Condensed"/>
                      </a:endParaRPr>
                    </a:p>
                  </a:txBody>
                  <a:tcPr marT="63500" marB="63500" marR="63500" marL="63500"/>
                </a:tc>
              </a:tr>
            </a:tbl>
          </a:graphicData>
        </a:graphic>
      </p:graphicFrame>
      <p:sp>
        <p:nvSpPr>
          <p:cNvPr id="130" name="Google Shape;130;p25"/>
          <p:cNvSpPr txBox="1"/>
          <p:nvPr/>
        </p:nvSpPr>
        <p:spPr>
          <a:xfrm>
            <a:off x="22326200" y="22688325"/>
            <a:ext cx="9525000" cy="697800"/>
          </a:xfrm>
          <a:prstGeom prst="rect">
            <a:avLst/>
          </a:prstGeom>
          <a:noFill/>
          <a:ln>
            <a:noFill/>
          </a:ln>
        </p:spPr>
        <p:txBody>
          <a:bodyPr anchorCtr="0" anchor="t" bIns="156150" lIns="312475" spcFirstLastPara="1" rIns="312475" wrap="square" tIns="156150">
            <a:noAutofit/>
          </a:bodyPr>
          <a:lstStyle/>
          <a:p>
            <a:pPr indent="0" lvl="0" marL="0" rtl="0" algn="l">
              <a:spcBef>
                <a:spcPts val="0"/>
              </a:spcBef>
              <a:spcAft>
                <a:spcPts val="0"/>
              </a:spcAft>
              <a:buNone/>
            </a:pPr>
            <a:r>
              <a:rPr b="1" lang="en" sz="3000">
                <a:solidFill>
                  <a:srgbClr val="141F22"/>
                </a:solidFill>
                <a:latin typeface="Barlow Condensed"/>
                <a:ea typeface="Barlow Condensed"/>
                <a:cs typeface="Barlow Condensed"/>
                <a:sym typeface="Barlow Condensed"/>
              </a:rPr>
              <a:t>Matching Companies in Data Sources</a:t>
            </a:r>
            <a:endParaRPr sz="3000">
              <a:solidFill>
                <a:srgbClr val="141F22"/>
              </a:solidFill>
              <a:latin typeface="Barlow Condensed"/>
              <a:ea typeface="Barlow Condensed"/>
              <a:cs typeface="Barlow Condensed"/>
              <a:sym typeface="Barlow Condensed"/>
            </a:endParaRPr>
          </a:p>
          <a:p>
            <a:pPr indent="0" lvl="0" marL="914400" rtl="0" algn="l">
              <a:spcBef>
                <a:spcPts val="0"/>
              </a:spcBef>
              <a:spcAft>
                <a:spcPts val="0"/>
              </a:spcAft>
              <a:buNone/>
            </a:pPr>
            <a:r>
              <a:t/>
            </a:r>
            <a:endParaRPr sz="3000">
              <a:solidFill>
                <a:srgbClr val="141F22"/>
              </a:solidFill>
              <a:latin typeface="Barlow Condensed"/>
              <a:ea typeface="Barlow Condensed"/>
              <a:cs typeface="Barlow Condensed"/>
              <a:sym typeface="Barlow Condensed"/>
            </a:endParaRPr>
          </a:p>
        </p:txBody>
      </p:sp>
      <p:sp>
        <p:nvSpPr>
          <p:cNvPr id="131" name="Google Shape;131;p25"/>
          <p:cNvSpPr txBox="1"/>
          <p:nvPr/>
        </p:nvSpPr>
        <p:spPr>
          <a:xfrm>
            <a:off x="21945600" y="29658675"/>
            <a:ext cx="12817200" cy="697800"/>
          </a:xfrm>
          <a:prstGeom prst="rect">
            <a:avLst/>
          </a:prstGeom>
          <a:solidFill>
            <a:srgbClr val="C64600"/>
          </a:solidFill>
          <a:ln>
            <a:noFill/>
          </a:ln>
        </p:spPr>
        <p:txBody>
          <a:bodyPr anchorCtr="0" anchor="ctr" bIns="159350" lIns="318875" spcFirstLastPara="1" rIns="318875" wrap="square" tIns="159350">
            <a:noAutofit/>
          </a:bodyPr>
          <a:lstStyle/>
          <a:p>
            <a:pPr indent="0" lvl="0" marL="0" rtl="0" algn="l">
              <a:spcBef>
                <a:spcPts val="0"/>
              </a:spcBef>
              <a:spcAft>
                <a:spcPts val="0"/>
              </a:spcAft>
              <a:buClr>
                <a:srgbClr val="000000"/>
              </a:buClr>
              <a:buFont typeface="Arial"/>
              <a:buNone/>
            </a:pPr>
            <a:r>
              <a:rPr b="1" lang="en" sz="4900">
                <a:solidFill>
                  <a:srgbClr val="FFFFFF"/>
                </a:solidFill>
                <a:latin typeface="Barlow Condensed"/>
                <a:ea typeface="Barlow Condensed"/>
                <a:cs typeface="Barlow Condensed"/>
                <a:sym typeface="Barlow Condensed"/>
              </a:rPr>
              <a:t> Next Steps</a:t>
            </a:r>
            <a:endParaRPr b="1" sz="4900">
              <a:solidFill>
                <a:srgbClr val="FFFFFF"/>
              </a:solidFill>
              <a:latin typeface="Barlow Condensed"/>
              <a:ea typeface="Barlow Condensed"/>
              <a:cs typeface="Barlow Condensed"/>
              <a:sym typeface="Barlow Condensed"/>
            </a:endParaRPr>
          </a:p>
        </p:txBody>
      </p:sp>
      <p:pic>
        <p:nvPicPr>
          <p:cNvPr id="132" name="Google Shape;132;p25"/>
          <p:cNvPicPr preferRelativeResize="0"/>
          <p:nvPr/>
        </p:nvPicPr>
        <p:blipFill>
          <a:blip r:embed="rId9">
            <a:alphaModFix/>
          </a:blip>
          <a:stretch>
            <a:fillRect/>
          </a:stretch>
        </p:blipFill>
        <p:spPr>
          <a:xfrm>
            <a:off x="1743600" y="31115325"/>
            <a:ext cx="8905875" cy="5648325"/>
          </a:xfrm>
          <a:prstGeom prst="rect">
            <a:avLst/>
          </a:prstGeom>
          <a:noFill/>
          <a:ln>
            <a:noFill/>
          </a:ln>
        </p:spPr>
      </p:pic>
      <p:sp>
        <p:nvSpPr>
          <p:cNvPr id="133" name="Google Shape;133;p25"/>
          <p:cNvSpPr txBox="1"/>
          <p:nvPr/>
        </p:nvSpPr>
        <p:spPr>
          <a:xfrm>
            <a:off x="13524275" y="22774150"/>
            <a:ext cx="5724600" cy="97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800">
                <a:solidFill>
                  <a:srgbClr val="141F22"/>
                </a:solidFill>
                <a:latin typeface="Barlow Condensed"/>
                <a:ea typeface="Barlow Condensed"/>
                <a:cs typeface="Barlow Condensed"/>
                <a:sym typeface="Barlow Condensed"/>
              </a:rPr>
              <a:t>Top published companies by trade journal</a:t>
            </a:r>
            <a:endParaRPr sz="2800">
              <a:latin typeface="Barlow Condensed"/>
              <a:ea typeface="Barlow Condensed"/>
              <a:cs typeface="Barlow Condensed"/>
              <a:sym typeface="Barlow Condensed"/>
            </a:endParaRPr>
          </a:p>
        </p:txBody>
      </p:sp>
      <p:sp>
        <p:nvSpPr>
          <p:cNvPr id="134" name="Google Shape;134;p25"/>
          <p:cNvSpPr txBox="1"/>
          <p:nvPr/>
        </p:nvSpPr>
        <p:spPr>
          <a:xfrm>
            <a:off x="21884425" y="30379250"/>
            <a:ext cx="12990900" cy="3851100"/>
          </a:xfrm>
          <a:prstGeom prst="rect">
            <a:avLst/>
          </a:prstGeom>
          <a:noFill/>
          <a:ln>
            <a:noFill/>
          </a:ln>
        </p:spPr>
        <p:txBody>
          <a:bodyPr anchorCtr="0" anchor="t" bIns="159350" lIns="318875" spcFirstLastPara="1" rIns="318875" wrap="square" tIns="159350">
            <a:noAutofit/>
          </a:bodyPr>
          <a:lstStyle/>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Obtain product approval counts by submission and supplement types as some of these types (e.g., location change) will not count as innovation, hence may not be announced in the trade journals.</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Match </a:t>
            </a:r>
            <a:r>
              <a:rPr i="1" lang="en" sz="2800">
                <a:solidFill>
                  <a:srgbClr val="141F22"/>
                </a:solidFill>
                <a:latin typeface="Barlow Condensed"/>
                <a:ea typeface="Barlow Condensed"/>
                <a:cs typeface="Barlow Condensed"/>
                <a:sym typeface="Barlow Condensed"/>
              </a:rPr>
              <a:t>at the product level </a:t>
            </a:r>
            <a:r>
              <a:rPr lang="en" sz="2800">
                <a:solidFill>
                  <a:srgbClr val="141F22"/>
                </a:solidFill>
                <a:latin typeface="Barlow Condensed"/>
                <a:ea typeface="Barlow Condensed"/>
                <a:cs typeface="Barlow Condensed"/>
                <a:sym typeface="Barlow Condensed"/>
              </a:rPr>
              <a:t>and and aggregate by company and industry</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Develop more advanced </a:t>
            </a:r>
            <a:r>
              <a:rPr lang="en" sz="2800">
                <a:solidFill>
                  <a:srgbClr val="141F22"/>
                </a:solidFill>
                <a:latin typeface="Barlow Condensed"/>
                <a:ea typeface="Barlow Condensed"/>
                <a:cs typeface="Barlow Condensed"/>
                <a:sym typeface="Barlow Condensed"/>
              </a:rPr>
              <a:t>methods for </a:t>
            </a:r>
            <a:r>
              <a:rPr lang="en" sz="2800">
                <a:solidFill>
                  <a:srgbClr val="141F22"/>
                </a:solidFill>
                <a:latin typeface="Barlow Condensed"/>
                <a:ea typeface="Barlow Condensed"/>
                <a:cs typeface="Barlow Condensed"/>
                <a:sym typeface="Barlow Condensed"/>
              </a:rPr>
              <a:t>company name standardization and acquire new data sources for more specific information on industry and companies (e.g., subsidiaries, revenue, size)</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Identify additional trade journals from the literature and based on the industry experts’ uses</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Introduce additional data sources: SEC filings, press releases from company websites</a:t>
            </a:r>
            <a:endParaRPr sz="2800">
              <a:solidFill>
                <a:srgbClr val="141F22"/>
              </a:solidFill>
              <a:latin typeface="Barlow Condensed"/>
              <a:ea typeface="Barlow Condensed"/>
              <a:cs typeface="Barlow Condensed"/>
              <a:sym typeface="Barlow Condensed"/>
            </a:endParaRPr>
          </a:p>
          <a:p>
            <a:pPr indent="-406400" lvl="0" marL="457200" marR="0" rtl="0" algn="l">
              <a:lnSpc>
                <a:spcPct val="100000"/>
              </a:lnSpc>
              <a:spcBef>
                <a:spcPts val="0"/>
              </a:spcBef>
              <a:spcAft>
                <a:spcPts val="0"/>
              </a:spcAft>
              <a:buClr>
                <a:srgbClr val="141F22"/>
              </a:buClr>
              <a:buSzPts val="2800"/>
              <a:buFont typeface="Barlow Condensed"/>
              <a:buChar char="●"/>
            </a:pPr>
            <a:r>
              <a:rPr lang="en" sz="2800">
                <a:solidFill>
                  <a:srgbClr val="141F22"/>
                </a:solidFill>
                <a:latin typeface="Barlow Condensed"/>
                <a:ea typeface="Barlow Condensed"/>
                <a:cs typeface="Barlow Condensed"/>
                <a:sym typeface="Barlow Condensed"/>
              </a:rPr>
              <a:t>Extend the methods to other industries (e.g., </a:t>
            </a:r>
            <a:r>
              <a:rPr lang="en" sz="2800">
                <a:solidFill>
                  <a:srgbClr val="141F22"/>
                </a:solidFill>
                <a:latin typeface="Barlow Condensed"/>
                <a:ea typeface="Barlow Condensed"/>
                <a:cs typeface="Barlow Condensed"/>
                <a:sym typeface="Barlow Condensed"/>
              </a:rPr>
              <a:t>automotive</a:t>
            </a:r>
            <a:r>
              <a:rPr lang="en" sz="2800">
                <a:solidFill>
                  <a:srgbClr val="141F22"/>
                </a:solidFill>
                <a:latin typeface="Barlow Condensed"/>
                <a:ea typeface="Barlow Condensed"/>
                <a:cs typeface="Barlow Condensed"/>
                <a:sym typeface="Barlow Condensed"/>
              </a:rPr>
              <a:t>, technology)</a:t>
            </a:r>
            <a:endParaRPr sz="2800">
              <a:solidFill>
                <a:srgbClr val="141F22"/>
              </a:solidFill>
              <a:latin typeface="Barlow Condensed"/>
              <a:ea typeface="Barlow Condensed"/>
              <a:cs typeface="Barlow Condensed"/>
              <a:sym typeface="Barlow Condensed"/>
            </a:endParaRPr>
          </a:p>
        </p:txBody>
      </p:sp>
      <p:sp>
        <p:nvSpPr>
          <p:cNvPr id="135" name="Google Shape;135;p25"/>
          <p:cNvSpPr txBox="1"/>
          <p:nvPr/>
        </p:nvSpPr>
        <p:spPr>
          <a:xfrm>
            <a:off x="22534925" y="23098063"/>
            <a:ext cx="9825900" cy="83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600"/>
              </a:spcAft>
              <a:buClr>
                <a:schemeClr val="dk1"/>
              </a:buClr>
              <a:buSzPts val="1100"/>
              <a:buFont typeface="Arial"/>
              <a:buNone/>
            </a:pPr>
            <a:r>
              <a:rPr lang="en" sz="2800">
                <a:solidFill>
                  <a:srgbClr val="141F22"/>
                </a:solidFill>
                <a:latin typeface="Barlow Condensed"/>
                <a:ea typeface="Barlow Condensed"/>
                <a:cs typeface="Barlow Condensed"/>
                <a:sym typeface="Barlow Condensed"/>
              </a:rPr>
              <a:t>Number of unique companies in each dat</a:t>
            </a:r>
            <a:r>
              <a:rPr lang="en" sz="2800">
                <a:solidFill>
                  <a:srgbClr val="141F22"/>
                </a:solidFill>
                <a:latin typeface="Barlow Condensed"/>
                <a:ea typeface="Barlow Condensed"/>
                <a:cs typeface="Barlow Condensed"/>
                <a:sym typeface="Barlow Condensed"/>
              </a:rPr>
              <a:t>a source</a:t>
            </a:r>
            <a:r>
              <a:rPr lang="en" sz="2800">
                <a:solidFill>
                  <a:srgbClr val="141F22"/>
                </a:solidFill>
                <a:latin typeface="Barlow Condensed"/>
                <a:ea typeface="Barlow Condensed"/>
                <a:cs typeface="Barlow Condensed"/>
                <a:sym typeface="Barlow Condensed"/>
              </a:rPr>
              <a:t> (2013-2015)</a:t>
            </a:r>
            <a:endParaRPr sz="2800">
              <a:latin typeface="Barlow Condensed"/>
              <a:ea typeface="Barlow Condensed"/>
              <a:cs typeface="Barlow Condensed"/>
              <a:sym typeface="Barlow Condensed"/>
            </a:endParaRPr>
          </a:p>
        </p:txBody>
      </p:sp>
      <p:sp>
        <p:nvSpPr>
          <p:cNvPr id="136" name="Google Shape;136;p25"/>
          <p:cNvSpPr txBox="1"/>
          <p:nvPr/>
        </p:nvSpPr>
        <p:spPr>
          <a:xfrm>
            <a:off x="22443950" y="28446650"/>
            <a:ext cx="11998500" cy="837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1800"/>
              </a:spcBef>
              <a:spcAft>
                <a:spcPts val="600"/>
              </a:spcAft>
              <a:buNone/>
            </a:pPr>
            <a:r>
              <a:rPr lang="en" sz="2800">
                <a:solidFill>
                  <a:srgbClr val="141F22"/>
                </a:solidFill>
                <a:latin typeface="Barlow Condensed"/>
                <a:ea typeface="Barlow Condensed"/>
                <a:cs typeface="Barlow Condensed"/>
                <a:sym typeface="Barlow Condensed"/>
              </a:rPr>
              <a:t>We have identified the above company matches across these data sources. The goal is to identify new product </a:t>
            </a:r>
            <a:r>
              <a:rPr lang="en" sz="2800">
                <a:solidFill>
                  <a:srgbClr val="141F22"/>
                </a:solidFill>
                <a:latin typeface="Barlow Condensed"/>
                <a:ea typeface="Barlow Condensed"/>
                <a:cs typeface="Barlow Condensed"/>
                <a:sym typeface="Barlow Condensed"/>
              </a:rPr>
              <a:t>announcements</a:t>
            </a:r>
            <a:r>
              <a:rPr lang="en" sz="2800">
                <a:solidFill>
                  <a:srgbClr val="141F22"/>
                </a:solidFill>
                <a:latin typeface="Barlow Condensed"/>
                <a:ea typeface="Barlow Condensed"/>
                <a:cs typeface="Barlow Condensed"/>
                <a:sym typeface="Barlow Condensed"/>
              </a:rPr>
              <a:t> that are covered in trade journals in the FDA drug and medical device approval databases.</a:t>
            </a:r>
            <a:endParaRPr sz="2800">
              <a:latin typeface="Barlow Condensed"/>
              <a:ea typeface="Barlow Condensed"/>
              <a:cs typeface="Barlow Condensed"/>
              <a:sym typeface="Barlow Condensed"/>
            </a:endParaRPr>
          </a:p>
        </p:txBody>
      </p:sp>
      <p:pic>
        <p:nvPicPr>
          <p:cNvPr id="137" name="Google Shape;137;p25"/>
          <p:cNvPicPr preferRelativeResize="0"/>
          <p:nvPr/>
        </p:nvPicPr>
        <p:blipFill>
          <a:blip r:embed="rId10">
            <a:alphaModFix/>
          </a:blip>
          <a:stretch>
            <a:fillRect/>
          </a:stretch>
        </p:blipFill>
        <p:spPr>
          <a:xfrm>
            <a:off x="1819813" y="24410550"/>
            <a:ext cx="8905877" cy="5009545"/>
          </a:xfrm>
          <a:prstGeom prst="rect">
            <a:avLst/>
          </a:prstGeom>
          <a:noFill/>
          <a:ln>
            <a:noFill/>
          </a:ln>
        </p:spPr>
      </p:pic>
      <p:pic>
        <p:nvPicPr>
          <p:cNvPr id="138" name="Google Shape;138;p25"/>
          <p:cNvPicPr preferRelativeResize="0"/>
          <p:nvPr/>
        </p:nvPicPr>
        <p:blipFill>
          <a:blip r:embed="rId11">
            <a:alphaModFix/>
          </a:blip>
          <a:stretch>
            <a:fillRect/>
          </a:stretch>
        </p:blipFill>
        <p:spPr>
          <a:xfrm>
            <a:off x="12896975" y="11381600"/>
            <a:ext cx="21998799" cy="5648325"/>
          </a:xfrm>
          <a:prstGeom prst="rect">
            <a:avLst/>
          </a:prstGeom>
          <a:noFill/>
          <a:ln>
            <a:noFill/>
          </a:ln>
        </p:spPr>
      </p:pic>
      <p:pic>
        <p:nvPicPr>
          <p:cNvPr id="139" name="Google Shape;139;p25"/>
          <p:cNvPicPr preferRelativeResize="0"/>
          <p:nvPr/>
        </p:nvPicPr>
        <p:blipFill>
          <a:blip r:embed="rId12">
            <a:alphaModFix/>
          </a:blip>
          <a:stretch>
            <a:fillRect/>
          </a:stretch>
        </p:blipFill>
        <p:spPr>
          <a:xfrm>
            <a:off x="9691325" y="38034400"/>
            <a:ext cx="2857500" cy="2857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
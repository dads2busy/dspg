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 Medium"/>
      <p:regular r:id="rId7"/>
      <p:bold r:id="rId8"/>
      <p:italic r:id="rId9"/>
      <p:boldItalic r:id="rId10"/>
    </p:embeddedFont>
    <p:embeddedFont>
      <p:font typeface="Barlow Condense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15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Condensed-regular.fntdata"/><Relationship Id="rId10" Type="http://schemas.openxmlformats.org/officeDocument/2006/relationships/font" Target="fonts/BarlowCondensedMedium-boldItalic.fntdata"/><Relationship Id="rId13" Type="http://schemas.openxmlformats.org/officeDocument/2006/relationships/font" Target="fonts/BarlowCondensed-italic.fntdata"/><Relationship Id="rId12" Type="http://schemas.openxmlformats.org/officeDocument/2006/relationships/font" Target="fonts/BarlowCondense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Medium-italic.fntdata"/><Relationship Id="rId14" Type="http://schemas.openxmlformats.org/officeDocument/2006/relationships/font" Target="fonts/Barlow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arlowCondensedMedium-regular.fntdata"/><Relationship Id="rId8" Type="http://schemas.openxmlformats.org/officeDocument/2006/relationships/font" Target="fonts/BarlowCondensed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8270713" y="20125"/>
            <a:ext cx="26601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Bold 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96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270713" y="1432312"/>
            <a:ext cx="26601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Bold 96pt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 to this Poster | Barlow Condensed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Italicized 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48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1149100" y="27280450"/>
            <a:ext cx="22795200" cy="9792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7673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7673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4485975" y="5051125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6878243" y="7887749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485965" y="12366799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525850" y="27217150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References/Acknowledgements | Barlow Condensed Bold 30pt </a:t>
            </a:r>
            <a:endParaRPr b="1" i="0" sz="30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270711" y="3674375"/>
            <a:ext cx="13240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Affiliations  | Barlow Condensed Italicized 36pt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249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602050" y="28322950"/>
            <a:ext cx="8819400" cy="8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10748250" y="38161861"/>
            <a:ext cx="12287555" cy="2204167"/>
            <a:chOff x="14336159" y="38252213"/>
            <a:chExt cx="5515803" cy="1742700"/>
          </a:xfrm>
        </p:grpSpPr>
        <p:sp>
          <p:nvSpPr>
            <p:cNvPr id="67" name="Google Shape;67;p13"/>
            <p:cNvSpPr/>
            <p:nvPr/>
          </p:nvSpPr>
          <p:spPr>
            <a:xfrm>
              <a:off x="14336163" y="38252213"/>
              <a:ext cx="5515800" cy="1742700"/>
            </a:xfrm>
            <a:prstGeom prst="flowChartProcess">
              <a:avLst/>
            </a:prstGeom>
            <a:solidFill>
              <a:srgbClr val="5D89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4336159" y="38442116"/>
              <a:ext cx="19095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3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DELETE THIS BLUE BOX</a:t>
              </a:r>
              <a:br>
                <a:rPr b="1" i="1" lang="en" sz="36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{PLACEHOLDER ONLY}</a:t>
              </a:r>
              <a:endParaRPr i="1" sz="1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6195207" y="38365918"/>
              <a:ext cx="18237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This is an allowable area for your </a:t>
              </a:r>
              <a:b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sponsor logos or school affiliation logos</a:t>
              </a:r>
              <a:endParaRPr i="1" sz="1800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endParaRPr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17966538" y="38442113"/>
              <a:ext cx="18237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DO NOT PLACE LOGOS IN TITLE AREA</a:t>
              </a:r>
              <a:endParaRPr i="1" sz="2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1" name="Google Shape;71;p13"/>
          <p:cNvSpPr txBox="1"/>
          <p:nvPr/>
        </p:nvSpPr>
        <p:spPr>
          <a:xfrm>
            <a:off x="128435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1249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8435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4485983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0487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0487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4485975" y="17632988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26878243" y="20469611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4485965" y="24948661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1249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28435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
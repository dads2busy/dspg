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1148000" cx="36576000"/>
  <p:notesSz cx="6858000" cy="9144000"/>
  <p:embeddedFontLst>
    <p:embeddedFont>
      <p:font typeface="Barlow Condensed Medium"/>
      <p:regular r:id="rId7"/>
      <p:bold r:id="rId8"/>
      <p:italic r:id="rId9"/>
      <p:boldItalic r:id="rId10"/>
    </p:embeddedFont>
    <p:embeddedFont>
      <p:font typeface="Barlow Condense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960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960" orient="horz"/>
        <p:guide pos="1152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BarlowCondensed-italic.fntdata"/><Relationship Id="rId8" Type="http://schemas.openxmlformats.org/officeDocument/2006/relationships/font" Target="fonts/BarlowCondensedMedium-bold.fntdata"/><Relationship Id="rId3" Type="http://schemas.openxmlformats.org/officeDocument/2006/relationships/presProps" Target="presProps.xml"/><Relationship Id="rId12" Type="http://schemas.openxmlformats.org/officeDocument/2006/relationships/font" Target="fonts/BarlowCondensed-bold.fntdata"/><Relationship Id="rId7" Type="http://schemas.openxmlformats.org/officeDocument/2006/relationships/font" Target="fonts/BarlowCondensedMedium-regular.fntdata"/><Relationship Id="rId17" Type="http://schemas.openxmlformats.org/officeDocument/2006/relationships/customXml" Target="../customXml/item3.xml"/><Relationship Id="rId2" Type="http://schemas.openxmlformats.org/officeDocument/2006/relationships/viewProps" Target="viewProps.xml"/><Relationship Id="rId16" Type="http://schemas.openxmlformats.org/officeDocument/2006/relationships/customXml" Target="../customXml/item2.xml"/><Relationship Id="rId11" Type="http://schemas.openxmlformats.org/officeDocument/2006/relationships/font" Target="fonts/BarlowCondensed-regular.fntdata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15" Type="http://schemas.openxmlformats.org/officeDocument/2006/relationships/customXml" Target="../customXml/item1.xml"/><Relationship Id="rId10" Type="http://schemas.openxmlformats.org/officeDocument/2006/relationships/font" Target="fonts/BarlowCondensedMedium-boldItalic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Medium-italic.fntdata"/><Relationship Id="rId14" Type="http://schemas.openxmlformats.org/officeDocument/2006/relationships/font" Target="fonts/BarlowCondense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RULES TO FOLLOW: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Stay in Google Slides</a:t>
            </a:r>
            <a:r>
              <a:rPr lang="en"/>
              <a:t> to work on your poster because it: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rovides a template with all the </a:t>
            </a:r>
            <a:r>
              <a:rPr b="1" lang="en">
                <a:solidFill>
                  <a:schemeClr val="dk1"/>
                </a:solidFill>
              </a:rPr>
              <a:t>approved</a:t>
            </a:r>
            <a:r>
              <a:rPr lang="en">
                <a:solidFill>
                  <a:schemeClr val="dk1"/>
                </a:solidFill>
              </a:rPr>
              <a:t> branding including colors, fonts, and logo placement/usage;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allows you to </a:t>
            </a:r>
            <a:r>
              <a:rPr b="1" lang="en"/>
              <a:t>collaborate</a:t>
            </a:r>
            <a:r>
              <a:rPr lang="en"/>
              <a:t> with others;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helps you to </a:t>
            </a:r>
            <a:r>
              <a:rPr b="1" lang="en"/>
              <a:t>communicate</a:t>
            </a:r>
            <a:r>
              <a:rPr lang="en"/>
              <a:t> with your fellow researchers, lab./dept., and creative services;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Editing</a:t>
            </a:r>
            <a:r>
              <a:rPr lang="en"/>
              <a:t> this file: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660400" lvl="0" marL="4572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9950" lIns="519950" spcFirstLastPara="1" rIns="519950" wrap="square" tIns="51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8270713" y="20125"/>
            <a:ext cx="266019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Title | Barlow Condensed </a:t>
            </a:r>
            <a:r>
              <a:rPr b="1" i="0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Bold </a:t>
            </a: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96</a:t>
            </a:r>
            <a:r>
              <a:rPr b="1" i="0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</a:t>
            </a: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 </a:t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270713" y="1432312"/>
            <a:ext cx="266019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Title | Barlow Condensed Bold 96pt </a:t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8270714" y="3039425"/>
            <a:ext cx="25925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Contributors to this Poster | Barlow Condensed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Italicized 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48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</a:t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1149100" y="27280450"/>
            <a:ext cx="22795200" cy="9792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2767380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767380" y="5061800"/>
            <a:ext cx="111006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4485975" y="5051125"/>
            <a:ext cx="9935550" cy="7299700"/>
          </a:xfrm>
          <a:prstGeom prst="flowChartProcess">
            <a:avLst/>
          </a:prstGeom>
          <a:noFill/>
          <a:ln cap="flat" cmpd="sng" w="76200">
            <a:solidFill>
              <a:srgbClr val="5D89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26878243" y="7887749"/>
            <a:ext cx="51510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Suggested border / frame color and thickness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 figures and photos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4485965" y="12366799"/>
            <a:ext cx="56811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/ Photo Caption | Barlow Condensed Italicized 20pt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5525850" y="27217150"/>
            <a:ext cx="100608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References/Acknowledgements | Barlow Condensed Bold 30pt </a:t>
            </a:r>
            <a:endParaRPr b="1" i="0" sz="30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8270711" y="3674375"/>
            <a:ext cx="13240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Affiliations  | Barlow Condensed Italicized 36pt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124975" y="6804625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5602050" y="28322950"/>
            <a:ext cx="8819400" cy="85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b="1" i="1" sz="24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b="1"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10748250" y="38161861"/>
            <a:ext cx="12287555" cy="2204167"/>
            <a:chOff x="14336159" y="38252213"/>
            <a:chExt cx="5515803" cy="1742700"/>
          </a:xfrm>
        </p:grpSpPr>
        <p:sp>
          <p:nvSpPr>
            <p:cNvPr id="67" name="Google Shape;67;p13"/>
            <p:cNvSpPr/>
            <p:nvPr/>
          </p:nvSpPr>
          <p:spPr>
            <a:xfrm>
              <a:off x="14336163" y="38252213"/>
              <a:ext cx="5515800" cy="1742700"/>
            </a:xfrm>
            <a:prstGeom prst="flowChartProcess">
              <a:avLst/>
            </a:prstGeom>
            <a:solidFill>
              <a:srgbClr val="5D89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4336159" y="38442116"/>
              <a:ext cx="1909500" cy="13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30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DELETE THIS BLUE BOX</a:t>
              </a:r>
              <a:br>
                <a:rPr b="1" i="1" lang="en" sz="36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i="1" lang="en" sz="18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{PLACEHOLDER ONLY}</a:t>
              </a:r>
              <a:endParaRPr i="1" sz="1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6195207" y="38365918"/>
              <a:ext cx="18237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  <a:t>This is an allowable area for your </a:t>
              </a:r>
              <a:b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</a:br>
              <a: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  <a:t>sponsor logos or school affiliation logos</a:t>
              </a:r>
              <a:endParaRPr i="1" sz="1800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endParaRPr>
            </a:p>
          </p:txBody>
        </p:sp>
        <p:sp>
          <p:nvSpPr>
            <p:cNvPr id="70" name="Google Shape;70;p13"/>
            <p:cNvSpPr txBox="1"/>
            <p:nvPr/>
          </p:nvSpPr>
          <p:spPr>
            <a:xfrm>
              <a:off x="17966538" y="38442113"/>
              <a:ext cx="1823700" cy="13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0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DO NOT PLACE LOGOS IN TITLE AREA</a:t>
              </a:r>
              <a:endParaRPr i="1" sz="20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71" name="Google Shape;71;p13"/>
          <p:cNvSpPr txBox="1"/>
          <p:nvPr/>
        </p:nvSpPr>
        <p:spPr>
          <a:xfrm>
            <a:off x="12843575" y="6804625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124975" y="17292800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2843575" y="17292800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4485983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048780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048780" y="5061800"/>
            <a:ext cx="111006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24485975" y="17632988"/>
            <a:ext cx="9935550" cy="7299700"/>
          </a:xfrm>
          <a:prstGeom prst="flowChartProcess">
            <a:avLst/>
          </a:prstGeom>
          <a:noFill/>
          <a:ln cap="flat" cmpd="sng" w="76200">
            <a:solidFill>
              <a:srgbClr val="5D89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26878243" y="20469611"/>
            <a:ext cx="51510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Suggested border / frame color and thickness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 figures and photos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24485965" y="24948661"/>
            <a:ext cx="56811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/ Photo Caption | Barlow Condensed Italicized 20pt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124975" y="28274763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2843575" y="28274763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7DC7DA1E-9B41-4F4B-9BC4-A5830727CDE3}"/>
</file>

<file path=customXml/itemProps2.xml><?xml version="1.0" encoding="utf-8"?>
<ds:datastoreItem xmlns:ds="http://schemas.openxmlformats.org/officeDocument/2006/customXml" ds:itemID="{0AAD4F7D-109E-4994-BBBB-BE99D91F441C}"/>
</file>

<file path=customXml/itemProps3.xml><?xml version="1.0" encoding="utf-8"?>
<ds:datastoreItem xmlns:ds="http://schemas.openxmlformats.org/officeDocument/2006/customXml" ds:itemID="{4DE8114C-9A4D-476E-9E75-6BF7317AB82D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
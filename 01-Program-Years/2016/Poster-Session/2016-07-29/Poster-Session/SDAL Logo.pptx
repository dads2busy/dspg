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74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021C-EC15-6540-9CBE-67053202D672}" type="datetimeFigureOut">
              <a:rPr lang="en-US" smtClean="0"/>
              <a:t>7/25/16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681E-AC1A-1845-B538-875A26468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98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021C-EC15-6540-9CBE-67053202D672}" type="datetimeFigureOut">
              <a:rPr lang="en-US" smtClean="0"/>
              <a:t>7/25/16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681E-AC1A-1845-B538-875A26468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49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021C-EC15-6540-9CBE-67053202D672}" type="datetimeFigureOut">
              <a:rPr lang="en-US" smtClean="0"/>
              <a:t>7/25/16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681E-AC1A-1845-B538-875A26468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2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021C-EC15-6540-9CBE-67053202D672}" type="datetimeFigureOut">
              <a:rPr lang="en-US" smtClean="0"/>
              <a:t>7/25/16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681E-AC1A-1845-B538-875A26468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68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021C-EC15-6540-9CBE-67053202D672}" type="datetimeFigureOut">
              <a:rPr lang="en-US" smtClean="0"/>
              <a:t>7/25/16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681E-AC1A-1845-B538-875A26468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0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021C-EC15-6540-9CBE-67053202D672}" type="datetimeFigureOut">
              <a:rPr lang="en-US" smtClean="0"/>
              <a:t>7/25/16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681E-AC1A-1845-B538-875A26468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8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021C-EC15-6540-9CBE-67053202D672}" type="datetimeFigureOut">
              <a:rPr lang="en-US" smtClean="0"/>
              <a:t>7/25/16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681E-AC1A-1845-B538-875A26468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67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021C-EC15-6540-9CBE-67053202D672}" type="datetimeFigureOut">
              <a:rPr lang="en-US" smtClean="0"/>
              <a:t>7/25/16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681E-AC1A-1845-B538-875A26468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3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021C-EC15-6540-9CBE-67053202D672}" type="datetimeFigureOut">
              <a:rPr lang="en-US" smtClean="0"/>
              <a:t>7/25/16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681E-AC1A-1845-B538-875A26468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358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021C-EC15-6540-9CBE-67053202D672}" type="datetimeFigureOut">
              <a:rPr lang="en-US" smtClean="0"/>
              <a:t>7/25/16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681E-AC1A-1845-B538-875A26468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55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021C-EC15-6540-9CBE-67053202D672}" type="datetimeFigureOut">
              <a:rPr lang="en-US" smtClean="0"/>
              <a:t>7/25/16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681E-AC1A-1845-B538-875A26468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48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7021C-EC15-6540-9CBE-67053202D672}" type="datetimeFigureOut">
              <a:rPr lang="en-US" smtClean="0"/>
              <a:t>7/25/16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F681E-AC1A-1845-B538-875A26468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8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700"/>
            <a:ext cx="12192000" cy="656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77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2016-07-25T18:07:39Z</dcterms:created>
  <dcterms:modified xsi:type="dcterms:W3CDTF">2016-07-25T18:08:13Z</dcterms:modified>
</cp:coreProperties>
</file>
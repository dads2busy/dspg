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0" cy="41549638"/>
  <p:notesSz cx="6858000" cy="9144000"/>
  <p:defaultTextStyle>
    <a:defPPr>
      <a:defRPr lang="en-US"/>
    </a:defPPr>
    <a:lvl1pPr marL="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1pPr>
    <a:lvl2pPr marL="1874977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2pPr>
    <a:lvl3pPr marL="3749954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3pPr>
    <a:lvl4pPr marL="5624932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4pPr>
    <a:lvl5pPr marL="7499909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5pPr>
    <a:lvl6pPr marL="9374886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6pPr>
    <a:lvl7pPr marL="11249863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7pPr>
    <a:lvl8pPr marL="1312484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8pPr>
    <a:lvl9pPr marL="14999818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87"/>
    <p:restoredTop sz="94613"/>
  </p:normalViewPr>
  <p:slideViewPr>
    <p:cSldViewPr snapToGrid="0" snapToObjects="1">
      <p:cViewPr>
        <p:scale>
          <a:sx n="35" d="100"/>
          <a:sy n="35" d="100"/>
        </p:scale>
        <p:origin x="536" y="-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6799909"/>
            <a:ext cx="31089600" cy="1446543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1823181"/>
            <a:ext cx="27432000" cy="10031542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7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3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10358568"/>
            <a:ext cx="31546800" cy="17283492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7805569"/>
            <a:ext cx="31546800" cy="9088980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2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7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212143"/>
            <a:ext cx="31546800" cy="80310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10185435"/>
            <a:ext cx="15473360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5177160"/>
            <a:ext cx="15473360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10185435"/>
            <a:ext cx="15549564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5177160"/>
            <a:ext cx="15549564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1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9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4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5982388"/>
            <a:ext cx="18516600" cy="29527173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5982388"/>
            <a:ext cx="18516600" cy="29527173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0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7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2212133"/>
            <a:ext cx="7886700" cy="352113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2212133"/>
            <a:ext cx="23202900" cy="3521139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4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2212143"/>
            <a:ext cx="31546800" cy="8031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11060667"/>
            <a:ext cx="31546800" cy="26362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D1B2C-7FEC-A643-940A-7934DC981F4F}" type="datetimeFigureOut">
              <a:rPr lang="en-US" smtClean="0"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8510368"/>
            <a:ext cx="123444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3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41554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23" y="957385"/>
            <a:ext cx="8712200" cy="3530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223" y="39039800"/>
            <a:ext cx="5715000" cy="1854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455" y="15720748"/>
            <a:ext cx="15495932" cy="18666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24791" y="2536067"/>
            <a:ext cx="224762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latin typeface="Raleway Light" charset="0"/>
                <a:ea typeface="Raleway Light" charset="0"/>
                <a:cs typeface="Raleway Light" charset="0"/>
              </a:rPr>
              <a:t>DATA: THE </a:t>
            </a:r>
            <a:r>
              <a:rPr lang="en-US" sz="9600" b="1" dirty="0">
                <a:latin typeface="Raleway Light" charset="0"/>
                <a:ea typeface="Raleway Light" charset="0"/>
                <a:cs typeface="Raleway Light" charset="0"/>
              </a:rPr>
              <a:t>NEW ASSET CLASS</a:t>
            </a:r>
            <a:endParaRPr lang="en-US" sz="9600" b="1" dirty="0">
              <a:latin typeface="Raleway Light" charset="0"/>
              <a:ea typeface="Raleway Light" charset="0"/>
              <a:cs typeface="Raleway Light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314" y="9404212"/>
            <a:ext cx="2245645" cy="1827012"/>
          </a:xfrm>
          <a:prstGeom prst="rect">
            <a:avLst/>
          </a:prstGeom>
        </p:spPr>
      </p:pic>
      <p:pic>
        <p:nvPicPr>
          <p:cNvPr id="16" name="Picture 15" descr="Survey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820" y="9345394"/>
            <a:ext cx="2077096" cy="1390453"/>
          </a:xfrm>
          <a:prstGeom prst="rect">
            <a:avLst/>
          </a:prstGeom>
        </p:spPr>
      </p:pic>
      <p:pic>
        <p:nvPicPr>
          <p:cNvPr id="17" name="Picture 16" descr="medical record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388" y="9323325"/>
            <a:ext cx="2742985" cy="1907899"/>
          </a:xfrm>
          <a:prstGeom prst="rect">
            <a:avLst/>
          </a:prstGeom>
        </p:spPr>
      </p:pic>
      <p:pic>
        <p:nvPicPr>
          <p:cNvPr id="18" name="Picture 17" descr="Credit card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18" y="9367266"/>
            <a:ext cx="3383368" cy="2117137"/>
          </a:xfrm>
          <a:prstGeom prst="rect">
            <a:avLst/>
          </a:prstGeom>
        </p:spPr>
      </p:pic>
      <p:pic>
        <p:nvPicPr>
          <p:cNvPr id="19" name="Picture 18" descr="Social media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6167" y="9269799"/>
            <a:ext cx="3988064" cy="216020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83650" y="11966101"/>
            <a:ext cx="74012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Designed Data Collections</a:t>
            </a:r>
          </a:p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Statistically designed and intentional observational data collections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4389" y="11966101"/>
            <a:ext cx="74012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Administrative Data</a:t>
            </a:r>
          </a:p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Data collected for the administration of an organization or program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61230" y="11966101"/>
            <a:ext cx="6617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Opportunity Data</a:t>
            </a:r>
          </a:p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Data generated as we move through our daily paces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988272" y="12005858"/>
            <a:ext cx="67993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Procedural Data</a:t>
            </a:r>
          </a:p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Data derived from policies and procedures 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5723" y="10213096"/>
            <a:ext cx="1855922" cy="127130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9100" y="9340083"/>
            <a:ext cx="2745747" cy="23663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383650" y="15425956"/>
            <a:ext cx="130357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Veracity and Value 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2733" y="15720748"/>
            <a:ext cx="15495932" cy="186667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651928" y="15425956"/>
            <a:ext cx="130357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Social and Behavioral Data Flows 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969" y="24961122"/>
            <a:ext cx="32637046" cy="18856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383649" y="24657796"/>
            <a:ext cx="3022456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Governance, Structure, and Quality 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969" y="32252817"/>
            <a:ext cx="32637046" cy="188563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383649" y="31949491"/>
            <a:ext cx="3022456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Challenge and Opportunities 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749101" y="39409416"/>
            <a:ext cx="7455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bi.vt.edu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/</a:t>
            </a:r>
            <a:r>
              <a:rPr lang="en-US" sz="2400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sdal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131987" y="4948497"/>
            <a:ext cx="22476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Sallie Keller, Aaron Schroeder, Stephanie Shipp, David Higdon,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Gizem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Korkmaz,Emily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Molfino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, Mark Orr,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Bianica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Pires</a:t>
            </a:r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, Katie </a:t>
            </a:r>
            <a:r>
              <a:rPr lang="en-US" sz="2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Ziemer</a:t>
            </a:r>
            <a:endParaRPr lang="en-US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Mark Almanza, Madison </a:t>
            </a:r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Arnsburger</a:t>
            </a: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 </a:t>
            </a: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Jessica Flynn, Millicent Grant, Adrienne Rogers, Will </a:t>
            </a:r>
            <a:r>
              <a:rPr lang="en-US" sz="2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Sandholtz</a:t>
            </a: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Emily Stark and Samantha Tyner</a:t>
            </a:r>
            <a:endParaRPr lang="en-US" sz="2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09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92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</vt:lpstr>
      <vt:lpstr>Calibri Light</vt:lpstr>
      <vt:lpstr>Raleway</vt:lpstr>
      <vt:lpstr>Raleway Light</vt:lpstr>
      <vt:lpstr>Raleway Medium</vt:lpstr>
      <vt:lpstr>Trebuchet MS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7</cp:revision>
  <dcterms:created xsi:type="dcterms:W3CDTF">2016-07-05T19:56:53Z</dcterms:created>
  <dcterms:modified xsi:type="dcterms:W3CDTF">2016-07-25T17:54:01Z</dcterms:modified>
</cp:coreProperties>
</file>
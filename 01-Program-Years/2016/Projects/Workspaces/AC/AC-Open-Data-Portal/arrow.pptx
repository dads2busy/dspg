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" d="100"/>
          <a:sy n="10" d="100"/>
        </p:scale>
        <p:origin x="3060" y="1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0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4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7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1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83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8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6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8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EF637-1675-4C9B-BFB8-182A986A9D4B}" type="datetimeFigureOut">
              <a:rPr lang="en-US" smtClean="0"/>
              <a:t>7/13/2016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1BC5C-6426-4231-B13C-7AC0B708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7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733003" y="1712017"/>
            <a:ext cx="952023" cy="952023"/>
            <a:chOff x="17941003" y="13294417"/>
            <a:chExt cx="952023" cy="952023"/>
          </a:xfrm>
        </p:grpSpPr>
        <p:sp>
          <p:nvSpPr>
            <p:cNvPr id="5" name="Oval 4"/>
            <p:cNvSpPr/>
            <p:nvPr/>
          </p:nvSpPr>
          <p:spPr>
            <a:xfrm>
              <a:off x="18088266" y="13441680"/>
              <a:ext cx="640080" cy="640080"/>
            </a:xfrm>
            <a:prstGeom prst="ellipse">
              <a:avLst/>
            </a:prstGeom>
            <a:solidFill>
              <a:srgbClr val="5E89B4"/>
            </a:solidFill>
            <a:ln>
              <a:solidFill>
                <a:srgbClr val="5E8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17941003" y="13294417"/>
              <a:ext cx="952023" cy="952023"/>
            </a:xfrm>
            <a:prstGeom prst="ellipse">
              <a:avLst/>
            </a:prstGeom>
            <a:noFill/>
            <a:ln w="38100">
              <a:solidFill>
                <a:srgbClr val="5E8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200306" y="2179320"/>
            <a:ext cx="2436396" cy="2651092"/>
            <a:chOff x="18408306" y="13761720"/>
            <a:chExt cx="2436396" cy="2651092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8408306" y="13761720"/>
              <a:ext cx="2372171" cy="2586867"/>
            </a:xfrm>
            <a:prstGeom prst="line">
              <a:avLst/>
            </a:prstGeom>
            <a:ln w="38100">
              <a:solidFill>
                <a:srgbClr val="5E89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 flipV="1">
              <a:off x="20716251" y="16284361"/>
              <a:ext cx="128451" cy="128451"/>
            </a:xfrm>
            <a:prstGeom prst="ellipse">
              <a:avLst/>
            </a:prstGeom>
            <a:solidFill>
              <a:srgbClr val="5E89B4"/>
            </a:solidFill>
            <a:ln>
              <a:solidFill>
                <a:srgbClr val="5E8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583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Adrienne Rogers</dc:creator>
  <cp:lastModifiedBy>Adrienne Rogers</cp:lastModifiedBy>
  <cp:revision>1</cp:revision>
  <dcterms:created xsi:type="dcterms:W3CDTF">2016-07-13T17:40:56Z</dcterms:created>
  <dcterms:modified xsi:type="dcterms:W3CDTF">2016-07-13T17:41:16Z</dcterms:modified>
</cp:coreProperties>
</file>
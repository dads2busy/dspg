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Shape 8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ollaboration.vbi.vt.edu/display/SDAL/911+Research+Question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Arlington 911</a:t>
            </a:r>
          </a:p>
        </p:txBody>
      </p:sp>
      <p:sp>
        <p:nvSpPr>
          <p:cNvPr id="55" name="Shape 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Mark Almanza, Maddie Arnsbarger, 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Jess Flynn, Will Sandholtz, Sam Tyner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Outline</a:t>
            </a:r>
          </a:p>
        </p:txBody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Research Questions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Data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Initial Findings</a:t>
            </a:r>
          </a:p>
          <a:p>
            <a:pPr indent="-228600" lvl="0" marL="457200">
              <a:spcBef>
                <a:spcPts val="0"/>
              </a:spcBef>
            </a:pPr>
            <a:r>
              <a:rPr lang="en"/>
              <a:t>Overall Challenges and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Research Questions</a:t>
            </a:r>
          </a:p>
        </p:txBody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Improving response times</a:t>
            </a:r>
          </a:p>
          <a:p>
            <a:pPr indent="-330200" lvl="1" marL="914400" rtl="0">
              <a:spcBef>
                <a:spcPts val="0"/>
              </a:spcBef>
              <a:buSzPct val="100000"/>
            </a:pPr>
            <a:r>
              <a:rPr lang="en" sz="1600"/>
              <a:t>What type of calls are most common throughout the day? Can this knowledge help improve unit response time?</a:t>
            </a:r>
          </a:p>
          <a:p>
            <a:pPr indent="-330200" lvl="1" marL="914400" rtl="0">
              <a:spcBef>
                <a:spcPts val="0"/>
              </a:spcBef>
              <a:buSzPct val="100000"/>
            </a:pPr>
            <a:r>
              <a:rPr lang="en" sz="1600"/>
              <a:t>Will reassigning fireboxes to stations improve response time? </a:t>
            </a:r>
          </a:p>
          <a:p>
            <a:pPr indent="-228600" lvl="2" marL="1371600" rtl="0">
              <a:spcBef>
                <a:spcPts val="0"/>
              </a:spcBef>
            </a:pPr>
            <a:r>
              <a:rPr lang="en"/>
              <a:t>Reference: "A reconfiguration of fire station and fleet locations for the Santiago Fire Department" by Perez, J; Maldonado, S; Marianov, V  </a:t>
            </a:r>
            <a:r>
              <a:rPr i="1" lang="en"/>
              <a:t>International Journal of Production Research</a:t>
            </a:r>
            <a:r>
              <a:rPr lang="en"/>
              <a:t> 2016</a:t>
            </a:r>
          </a:p>
          <a:p>
            <a:pPr indent="-330200" lvl="1" marL="914400" rtl="0">
              <a:spcBef>
                <a:spcPts val="0"/>
              </a:spcBef>
              <a:buSzPct val="100000"/>
            </a:pPr>
            <a:r>
              <a:rPr lang="en" sz="1600"/>
              <a:t>Where in the response is there room for improvement? Turnout time, time to scene, call completed time, etc.?</a:t>
            </a:r>
          </a:p>
          <a:p>
            <a:pPr indent="-330200" lvl="2" marL="1371600" rtl="0">
              <a:spcBef>
                <a:spcPts val="0"/>
              </a:spcBef>
              <a:buSzPct val="114285"/>
            </a:pPr>
            <a:r>
              <a:rPr lang="en"/>
              <a:t>Reference: </a:t>
            </a:r>
            <a:r>
              <a:rPr lang="en" sz="1600"/>
              <a:t> </a:t>
            </a:r>
            <a:r>
              <a:rPr lang="en"/>
              <a:t>"Fire Department Turnout Times: A Contextual Analysis" by Dennis Reglen; Daniel S. Scheller </a:t>
            </a:r>
            <a:r>
              <a:rPr i="1" lang="en"/>
              <a:t>Journal of Homeland Security and Emergency Management</a:t>
            </a:r>
            <a:r>
              <a:rPr lang="en"/>
              <a:t> 2016.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Predicting locations of housing units without smoke detectors</a:t>
            </a:r>
          </a:p>
          <a:p>
            <a:pPr indent="-330200" lvl="1" marL="914400">
              <a:spcBef>
                <a:spcPts val="0"/>
              </a:spcBef>
              <a:buSzPct val="100000"/>
            </a:pPr>
            <a:r>
              <a:rPr lang="en" sz="1600"/>
              <a:t>Reference: New Orleans study on smoke detectors by location in the 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Data</a:t>
            </a:r>
          </a:p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Message incident - 911 calls coming in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Apparatus - every unit/truck responding to an incident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Incident - data on the response, completion time, outcome, etc.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Smoke Alarm - ACFD visiting housing and trying to install smoke detectors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External:</a:t>
            </a:r>
          </a:p>
          <a:p>
            <a:pPr indent="-330200" lvl="1" marL="914400" rtl="0">
              <a:spcBef>
                <a:spcPts val="0"/>
              </a:spcBef>
              <a:buSzPct val="100000"/>
            </a:pPr>
            <a:r>
              <a:rPr lang="en" sz="1600"/>
              <a:t>Housing - tax records by property. Use with smoke alarm data</a:t>
            </a:r>
          </a:p>
          <a:p>
            <a:pPr indent="-330200" lvl="1" marL="914400">
              <a:spcBef>
                <a:spcPts val="0"/>
              </a:spcBef>
              <a:buSzPct val="100000"/>
            </a:pPr>
            <a:r>
              <a:rPr lang="en" sz="1600"/>
              <a:t>ACS - sociodemographic information housing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Initial Findings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9" name="Shape 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https://collaboration.vbi.vt.edu/display/SDAL/911+Research+Questions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Overall Challenges</a:t>
            </a:r>
          </a:p>
        </p:txBody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Joining the data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Missing metadata from vendor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Many NULL or missing values in data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Future Directions</a:t>
            </a:r>
          </a:p>
        </p:txBody>
      </p:sp>
      <p:sp>
        <p:nvSpPr>
          <p:cNvPr id="91" name="Shape 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Bayesian simulation for predicting response times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Map of likely housing units without smoke detectors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Additional research questions:</a:t>
            </a:r>
          </a:p>
          <a:p>
            <a:pPr indent="-228600" lvl="1" marL="914400">
              <a:spcBef>
                <a:spcPts val="0"/>
              </a:spcBef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
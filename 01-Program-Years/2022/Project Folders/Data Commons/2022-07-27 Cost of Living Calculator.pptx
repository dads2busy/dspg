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4"/>
    <p:sldMasterId id="2147483654" r:id="rId5"/>
  </p:sldMasterIdLst>
  <p:notesMasterIdLst>
    <p:notesMasterId r:id="rId8"/>
  </p:notesMasterIdLst>
  <p:sldIdLst>
    <p:sldId id="4473" r:id="rId6"/>
    <p:sldId id="122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urston, Joel (jt9sz)" initials="T(" lastIdx="1" clrIdx="0">
    <p:extLst>
      <p:ext uri="{19B8F6BF-5375-455C-9EA6-DF929625EA0E}">
        <p15:presenceInfo xmlns:p15="http://schemas.microsoft.com/office/powerpoint/2012/main" userId="S::jt9sz@virginia.edu::0b817237-2e4a-4a07-ab95-9daea5bb5909" providerId="AD"/>
      </p:ext>
    </p:extLst>
  </p:cmAuthor>
  <p:cmAuthor id="2" name="Cohen, Samantha (sc2pg)" initials="C(" lastIdx="2" clrIdx="1">
    <p:extLst>
      <p:ext uri="{19B8F6BF-5375-455C-9EA6-DF929625EA0E}">
        <p15:presenceInfo xmlns:p15="http://schemas.microsoft.com/office/powerpoint/2012/main" userId="S::sc2pg@virginia.edu::00765cc7-31bd-431d-b2b3-38c8fe88a53e" providerId="AD"/>
      </p:ext>
    </p:extLst>
  </p:cmAuthor>
  <p:cmAuthor id="3" name="Kindlon, Audrey Elizabeth (aek6p)" initials="K(" lastIdx="3" clrIdx="2">
    <p:extLst>
      <p:ext uri="{19B8F6BF-5375-455C-9EA6-DF929625EA0E}">
        <p15:presenceInfo xmlns:p15="http://schemas.microsoft.com/office/powerpoint/2012/main" userId="S::aek6p@virginia.edu::f95630c5-f72e-4dd5-adaf-cb51aa87912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572A7"/>
    <a:srgbClr val="EF8B47"/>
    <a:srgbClr val="002060"/>
    <a:srgbClr val="DE6201"/>
    <a:srgbClr val="EC1B23"/>
    <a:srgbClr val="000000"/>
    <a:srgbClr val="CD5500"/>
    <a:srgbClr val="222C4B"/>
    <a:srgbClr val="8A0000"/>
    <a:srgbClr val="A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7AC25-DEC2-42F7-A0F2-98B8E0B454A4}" v="1" dt="2022-06-27T14:04:18.623"/>
    <p1510:client id="{29A84D3A-C6A3-482C-96D1-4B225B8D20D7}" v="309" dt="2022-06-27T01:13:11.985"/>
    <p1510:client id="{48E616C1-8602-42A6-BE26-AF7BE5B3F24B}" v="143" dt="2022-07-27T19:42:00.577"/>
    <p1510:client id="{5D6BF709-5E8E-42CD-8539-50CF86E8D660}" v="582" dt="2022-06-26T20:14:38.189"/>
    <p1510:client id="{6501EEA7-7263-4318-A8BB-F78DE2E445E5}" v="69" dt="2022-06-27T10:37:50.421"/>
    <p1510:client id="{6B990953-C15E-4406-BBAF-D4FD4FB504E6}" v="2" dt="2022-06-27T13:57:05.972"/>
    <p1510:client id="{9E0F1916-7137-42E0-BC0F-FD3B36C0D0CA}" v="245" dt="2022-06-27T13:25:55.551"/>
    <p1510:client id="{A9C9FAB8-E4D8-4554-99F2-CF225C006DDC}" v="99" dt="2022-06-27T09:46:53.289"/>
    <p1510:client id="{DB5E85F2-4065-4EB3-A32E-781ACBE01212}" v="26" dt="2022-06-27T12:18:54.282"/>
    <p1510:client id="{E07EE0A4-1808-5D06-25AD-80D82A7E89CE}" v="14" dt="2022-07-27T19:42:32.610"/>
    <p1510:client id="{F477DF55-DA16-46E0-8129-A100030D5647}" v="208" dt="2022-06-27T13:23:34.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Alan (ahw9f)" userId="S::ahw9f@virginia.edu::4e89eb0f-2a2f-437e-8bbf-c08a3bb1e14c" providerId="AD" clId="Web-{E07EE0A4-1808-5D06-25AD-80D82A7E89CE}"/>
    <pc:docChg chg="modSld">
      <pc:chgData name="Wang, Alan (ahw9f)" userId="S::ahw9f@virginia.edu::4e89eb0f-2a2f-437e-8bbf-c08a3bb1e14c" providerId="AD" clId="Web-{E07EE0A4-1808-5D06-25AD-80D82A7E89CE}" dt="2022-07-27T19:42:32.610" v="13"/>
      <pc:docMkLst>
        <pc:docMk/>
      </pc:docMkLst>
      <pc:sldChg chg="addSp delSp modSp">
        <pc:chgData name="Wang, Alan (ahw9f)" userId="S::ahw9f@virginia.edu::4e89eb0f-2a2f-437e-8bbf-c08a3bb1e14c" providerId="AD" clId="Web-{E07EE0A4-1808-5D06-25AD-80D82A7E89CE}" dt="2022-07-27T19:42:32.610" v="13"/>
        <pc:sldMkLst>
          <pc:docMk/>
          <pc:sldMk cId="4146045861" sldId="1228"/>
        </pc:sldMkLst>
        <pc:spChg chg="add del mod">
          <ac:chgData name="Wang, Alan (ahw9f)" userId="S::ahw9f@virginia.edu::4e89eb0f-2a2f-437e-8bbf-c08a3bb1e14c" providerId="AD" clId="Web-{E07EE0A4-1808-5D06-25AD-80D82A7E89CE}" dt="2022-07-27T19:41:25.171" v="3"/>
          <ac:spMkLst>
            <pc:docMk/>
            <pc:sldMk cId="4146045861" sldId="1228"/>
            <ac:spMk id="2" creationId="{BA5B4E53-9AEF-7084-F799-4A4C0266A66D}"/>
          </ac:spMkLst>
        </pc:spChg>
        <pc:spChg chg="add del mod">
          <ac:chgData name="Wang, Alan (ahw9f)" userId="S::ahw9f@virginia.edu::4e89eb0f-2a2f-437e-8bbf-c08a3bb1e14c" providerId="AD" clId="Web-{E07EE0A4-1808-5D06-25AD-80D82A7E89CE}" dt="2022-07-27T19:42:12.750" v="9"/>
          <ac:spMkLst>
            <pc:docMk/>
            <pc:sldMk cId="4146045861" sldId="1228"/>
            <ac:spMk id="5" creationId="{17441A33-2844-0186-5207-7E02C3EDB52C}"/>
          </ac:spMkLst>
        </pc:spChg>
        <pc:spChg chg="add del mod">
          <ac:chgData name="Wang, Alan (ahw9f)" userId="S::ahw9f@virginia.edu::4e89eb0f-2a2f-437e-8bbf-c08a3bb1e14c" providerId="AD" clId="Web-{E07EE0A4-1808-5D06-25AD-80D82A7E89CE}" dt="2022-07-27T19:42:32.610" v="13"/>
          <ac:spMkLst>
            <pc:docMk/>
            <pc:sldMk cId="4146045861" sldId="1228"/>
            <ac:spMk id="6" creationId="{A5482A27-F772-4DB5-A6D5-7CDD06EF709A}"/>
          </ac:spMkLst>
        </pc:spChg>
        <pc:graphicFrameChg chg="add del mod">
          <ac:chgData name="Wang, Alan (ahw9f)" userId="S::ahw9f@virginia.edu::4e89eb0f-2a2f-437e-8bbf-c08a3bb1e14c" providerId="AD" clId="Web-{E07EE0A4-1808-5D06-25AD-80D82A7E89CE}" dt="2022-07-27T19:42:10.860" v="5"/>
          <ac:graphicFrameMkLst>
            <pc:docMk/>
            <pc:sldMk cId="4146045861" sldId="1228"/>
            <ac:graphicFrameMk id="4" creationId="{5380040D-D5E7-10AD-1940-A66A9051FDB8}"/>
          </ac:graphicFrameMkLst>
        </pc:graphicFrameChg>
      </pc:sldChg>
    </pc:docChg>
  </pc:docChgLst>
  <pc:docChgLst>
    <pc:chgData name="Wang, Alan (ahw9f)" userId="S::ahw9f@virginia.edu::4e89eb0f-2a2f-437e-8bbf-c08a3bb1e14c" providerId="AD" clId="Web-{48E616C1-8602-42A6-BE26-AF7BE5B3F24B}"/>
    <pc:docChg chg="delSld modSld">
      <pc:chgData name="Wang, Alan (ahw9f)" userId="S::ahw9f@virginia.edu::4e89eb0f-2a2f-437e-8bbf-c08a3bb1e14c" providerId="AD" clId="Web-{48E616C1-8602-42A6-BE26-AF7BE5B3F24B}" dt="2022-07-27T19:42:00.577" v="125"/>
      <pc:docMkLst>
        <pc:docMk/>
      </pc:docMkLst>
      <pc:sldChg chg="addSp delSp modSp">
        <pc:chgData name="Wang, Alan (ahw9f)" userId="S::ahw9f@virginia.edu::4e89eb0f-2a2f-437e-8bbf-c08a3bb1e14c" providerId="AD" clId="Web-{48E616C1-8602-42A6-BE26-AF7BE5B3F24B}" dt="2022-07-27T19:42:00.577" v="125"/>
        <pc:sldMkLst>
          <pc:docMk/>
          <pc:sldMk cId="4146045861" sldId="1228"/>
        </pc:sldMkLst>
        <pc:spChg chg="del mod">
          <ac:chgData name="Wang, Alan (ahw9f)" userId="S::ahw9f@virginia.edu::4e89eb0f-2a2f-437e-8bbf-c08a3bb1e14c" providerId="AD" clId="Web-{48E616C1-8602-42A6-BE26-AF7BE5B3F24B}" dt="2022-07-27T19:34:24.669" v="16"/>
          <ac:spMkLst>
            <pc:docMk/>
            <pc:sldMk cId="4146045861" sldId="1228"/>
            <ac:spMk id="2" creationId="{8072405D-7F31-E866-90D0-989C436E3F47}"/>
          </ac:spMkLst>
        </pc:spChg>
        <pc:spChg chg="del mod">
          <ac:chgData name="Wang, Alan (ahw9f)" userId="S::ahw9f@virginia.edu::4e89eb0f-2a2f-437e-8bbf-c08a3bb1e14c" providerId="AD" clId="Web-{48E616C1-8602-42A6-BE26-AF7BE5B3F24B}" dt="2022-07-27T19:36:16.517" v="20"/>
          <ac:spMkLst>
            <pc:docMk/>
            <pc:sldMk cId="4146045861" sldId="1228"/>
            <ac:spMk id="4" creationId="{00000000-0000-0000-0000-000000000000}"/>
          </ac:spMkLst>
        </pc:spChg>
        <pc:spChg chg="add del mod">
          <ac:chgData name="Wang, Alan (ahw9f)" userId="S::ahw9f@virginia.edu::4e89eb0f-2a2f-437e-8bbf-c08a3bb1e14c" providerId="AD" clId="Web-{48E616C1-8602-42A6-BE26-AF7BE5B3F24B}" dt="2022-07-27T19:36:14.126" v="19"/>
          <ac:spMkLst>
            <pc:docMk/>
            <pc:sldMk cId="4146045861" sldId="1228"/>
            <ac:spMk id="5" creationId="{971DF5CB-F715-DF6A-400F-394F8A71218A}"/>
          </ac:spMkLst>
        </pc:spChg>
        <pc:spChg chg="add del mod">
          <ac:chgData name="Wang, Alan (ahw9f)" userId="S::ahw9f@virginia.edu::4e89eb0f-2a2f-437e-8bbf-c08a3bb1e14c" providerId="AD" clId="Web-{48E616C1-8602-42A6-BE26-AF7BE5B3F24B}" dt="2022-07-27T19:37:53.755" v="35"/>
          <ac:spMkLst>
            <pc:docMk/>
            <pc:sldMk cId="4146045861" sldId="1228"/>
            <ac:spMk id="6" creationId="{861C89B6-AC1D-421F-A8CC-531D48561AA2}"/>
          </ac:spMkLst>
        </pc:spChg>
        <pc:graphicFrameChg chg="add del mod">
          <ac:chgData name="Wang, Alan (ahw9f)" userId="S::ahw9f@virginia.edu::4e89eb0f-2a2f-437e-8bbf-c08a3bb1e14c" providerId="AD" clId="Web-{48E616C1-8602-42A6-BE26-AF7BE5B3F24B}" dt="2022-07-27T19:38:30.865" v="37"/>
          <ac:graphicFrameMkLst>
            <pc:docMk/>
            <pc:sldMk cId="4146045861" sldId="1228"/>
            <ac:graphicFrameMk id="8" creationId="{BA325D11-077B-897D-36F8-3D42849105B1}"/>
          </ac:graphicFrameMkLst>
        </pc:graphicFrameChg>
        <pc:graphicFrameChg chg="add del mod modGraphic">
          <ac:chgData name="Wang, Alan (ahw9f)" userId="S::ahw9f@virginia.edu::4e89eb0f-2a2f-437e-8bbf-c08a3bb1e14c" providerId="AD" clId="Web-{48E616C1-8602-42A6-BE26-AF7BE5B3F24B}" dt="2022-07-27T19:39:16.898" v="109"/>
          <ac:graphicFrameMkLst>
            <pc:docMk/>
            <pc:sldMk cId="4146045861" sldId="1228"/>
            <ac:graphicFrameMk id="10" creationId="{C4B2AE3F-480A-B0EB-43F0-9DC78A5CB10A}"/>
          </ac:graphicFrameMkLst>
        </pc:graphicFrameChg>
        <pc:graphicFrameChg chg="add del mod modGraphic">
          <ac:chgData name="Wang, Alan (ahw9f)" userId="S::ahw9f@virginia.edu::4e89eb0f-2a2f-437e-8bbf-c08a3bb1e14c" providerId="AD" clId="Web-{48E616C1-8602-42A6-BE26-AF7BE5B3F24B}" dt="2022-07-27T19:40:46.808" v="123"/>
          <ac:graphicFrameMkLst>
            <pc:docMk/>
            <pc:sldMk cId="4146045861" sldId="1228"/>
            <ac:graphicFrameMk id="12" creationId="{F188B559-FCB5-E128-9429-800DE2091D4D}"/>
          </ac:graphicFrameMkLst>
        </pc:graphicFrameChg>
        <pc:graphicFrameChg chg="add del mod">
          <ac:chgData name="Wang, Alan (ahw9f)" userId="S::ahw9f@virginia.edu::4e89eb0f-2a2f-437e-8bbf-c08a3bb1e14c" providerId="AD" clId="Web-{48E616C1-8602-42A6-BE26-AF7BE5B3F24B}" dt="2022-07-27T19:42:00.577" v="125"/>
          <ac:graphicFrameMkLst>
            <pc:docMk/>
            <pc:sldMk cId="4146045861" sldId="1228"/>
            <ac:graphicFrameMk id="14" creationId="{1CD97392-706C-003B-A752-5CFBD8AD6053}"/>
          </ac:graphicFrameMkLst>
        </pc:graphicFrameChg>
      </pc:sldChg>
      <pc:sldChg chg="del">
        <pc:chgData name="Wang, Alan (ahw9f)" userId="S::ahw9f@virginia.edu::4e89eb0f-2a2f-437e-8bbf-c08a3bb1e14c" providerId="AD" clId="Web-{48E616C1-8602-42A6-BE26-AF7BE5B3F24B}" dt="2022-07-27T19:34:09.949" v="0"/>
        <pc:sldMkLst>
          <pc:docMk/>
          <pc:sldMk cId="1394194057" sldId="1290"/>
        </pc:sldMkLst>
      </pc:sldChg>
      <pc:sldChg chg="modSp">
        <pc:chgData name="Wang, Alan (ahw9f)" userId="S::ahw9f@virginia.edu::4e89eb0f-2a2f-437e-8bbf-c08a3bb1e14c" providerId="AD" clId="Web-{48E616C1-8602-42A6-BE26-AF7BE5B3F24B}" dt="2022-07-27T19:36:46.752" v="31" actId="20577"/>
        <pc:sldMkLst>
          <pc:docMk/>
          <pc:sldMk cId="3413707014" sldId="4473"/>
        </pc:sldMkLst>
        <pc:spChg chg="mod">
          <ac:chgData name="Wang, Alan (ahw9f)" userId="S::ahw9f@virginia.edu::4e89eb0f-2a2f-437e-8bbf-c08a3bb1e14c" providerId="AD" clId="Web-{48E616C1-8602-42A6-BE26-AF7BE5B3F24B}" dt="2022-07-27T19:36:40.783" v="29" actId="20577"/>
          <ac:spMkLst>
            <pc:docMk/>
            <pc:sldMk cId="3413707014" sldId="4473"/>
            <ac:spMk id="4" creationId="{D17CB445-45D0-D474-A3D1-7B34B22C871A}"/>
          </ac:spMkLst>
        </pc:spChg>
        <pc:spChg chg="mod">
          <ac:chgData name="Wang, Alan (ahw9f)" userId="S::ahw9f@virginia.edu::4e89eb0f-2a2f-437e-8bbf-c08a3bb1e14c" providerId="AD" clId="Web-{48E616C1-8602-42A6-BE26-AF7BE5B3F24B}" dt="2022-07-27T19:36:46.752" v="31" actId="20577"/>
          <ac:spMkLst>
            <pc:docMk/>
            <pc:sldMk cId="3413707014" sldId="4473"/>
            <ac:spMk id="5" creationId="{4C9BF0B2-B67E-89BC-BE7A-C2D39FA840A6}"/>
          </ac:spMkLst>
        </pc:spChg>
      </pc:sldChg>
      <pc:sldChg chg="del">
        <pc:chgData name="Wang, Alan (ahw9f)" userId="S::ahw9f@virginia.edu::4e89eb0f-2a2f-437e-8bbf-c08a3bb1e14c" providerId="AD" clId="Web-{48E616C1-8602-42A6-BE26-AF7BE5B3F24B}" dt="2022-07-27T19:34:09.949" v="3"/>
        <pc:sldMkLst>
          <pc:docMk/>
          <pc:sldMk cId="4103992584" sldId="4475"/>
        </pc:sldMkLst>
      </pc:sldChg>
      <pc:sldChg chg="del">
        <pc:chgData name="Wang, Alan (ahw9f)" userId="S::ahw9f@virginia.edu::4e89eb0f-2a2f-437e-8bbf-c08a3bb1e14c" providerId="AD" clId="Web-{48E616C1-8602-42A6-BE26-AF7BE5B3F24B}" dt="2022-07-27T19:34:09.949" v="1"/>
        <pc:sldMkLst>
          <pc:docMk/>
          <pc:sldMk cId="405128075" sldId="4477"/>
        </pc:sldMkLst>
      </pc:sldChg>
      <pc:sldChg chg="del">
        <pc:chgData name="Wang, Alan (ahw9f)" userId="S::ahw9f@virginia.edu::4e89eb0f-2a2f-437e-8bbf-c08a3bb1e14c" providerId="AD" clId="Web-{48E616C1-8602-42A6-BE26-AF7BE5B3F24B}" dt="2022-07-27T19:34:09.949" v="2"/>
        <pc:sldMkLst>
          <pc:docMk/>
          <pc:sldMk cId="1207787457" sldId="4478"/>
        </pc:sldMkLst>
      </pc:sldChg>
      <pc:sldChg chg="del">
        <pc:chgData name="Wang, Alan (ahw9f)" userId="S::ahw9f@virginia.edu::4e89eb0f-2a2f-437e-8bbf-c08a3bb1e14c" providerId="AD" clId="Web-{48E616C1-8602-42A6-BE26-AF7BE5B3F24B}" dt="2022-07-27T19:34:09.965" v="8"/>
        <pc:sldMkLst>
          <pc:docMk/>
          <pc:sldMk cId="1796937350" sldId="4480"/>
        </pc:sldMkLst>
      </pc:sldChg>
      <pc:sldChg chg="del">
        <pc:chgData name="Wang, Alan (ahw9f)" userId="S::ahw9f@virginia.edu::4e89eb0f-2a2f-437e-8bbf-c08a3bb1e14c" providerId="AD" clId="Web-{48E616C1-8602-42A6-BE26-AF7BE5B3F24B}" dt="2022-07-27T19:34:09.949" v="7"/>
        <pc:sldMkLst>
          <pc:docMk/>
          <pc:sldMk cId="2440498536" sldId="4481"/>
        </pc:sldMkLst>
      </pc:sldChg>
      <pc:sldChg chg="del">
        <pc:chgData name="Wang, Alan (ahw9f)" userId="S::ahw9f@virginia.edu::4e89eb0f-2a2f-437e-8bbf-c08a3bb1e14c" providerId="AD" clId="Web-{48E616C1-8602-42A6-BE26-AF7BE5B3F24B}" dt="2022-07-27T19:34:09.949" v="5"/>
        <pc:sldMkLst>
          <pc:docMk/>
          <pc:sldMk cId="44825534" sldId="4482"/>
        </pc:sldMkLst>
      </pc:sldChg>
      <pc:sldChg chg="del">
        <pc:chgData name="Wang, Alan (ahw9f)" userId="S::ahw9f@virginia.edu::4e89eb0f-2a2f-437e-8bbf-c08a3bb1e14c" providerId="AD" clId="Web-{48E616C1-8602-42A6-BE26-AF7BE5B3F24B}" dt="2022-07-27T19:34:09.949" v="6"/>
        <pc:sldMkLst>
          <pc:docMk/>
          <pc:sldMk cId="1630401657" sldId="4483"/>
        </pc:sldMkLst>
      </pc:sldChg>
      <pc:sldChg chg="del">
        <pc:chgData name="Wang, Alan (ahw9f)" userId="S::ahw9f@virginia.edu::4e89eb0f-2a2f-437e-8bbf-c08a3bb1e14c" providerId="AD" clId="Web-{48E616C1-8602-42A6-BE26-AF7BE5B3F24B}" dt="2022-07-27T19:34:09.949" v="4"/>
        <pc:sldMkLst>
          <pc:docMk/>
          <pc:sldMk cId="4128265631" sldId="44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8E670-59E9-7040-86C6-47E90554D0F7}" type="datetimeFigureOut">
              <a:rPr lang="en-US" smtClean="0"/>
              <a:t>7/27/2022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884223-1D8D-DB4E-80E4-3985798CD799}" type="slidenum">
              <a:rPr lang="en-US" smtClean="0"/>
              <a:t>‹#›</a:t>
            </a:fld>
            <a:endParaRPr lang="en-US"/>
          </a:p>
        </p:txBody>
      </p:sp>
    </p:spTree>
    <p:extLst>
      <p:ext uri="{BB962C8B-B14F-4D97-AF65-F5344CB8AC3E}">
        <p14:creationId xmlns:p14="http://schemas.microsoft.com/office/powerpoint/2010/main" val="291729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National Center for Science and Engineering Statistics</a:t>
            </a:r>
            <a:endParaRPr lang="en-US"/>
          </a:p>
        </p:txBody>
      </p:sp>
      <p:sp>
        <p:nvSpPr>
          <p:cNvPr id="4" name="Slide Number Placeholder 3"/>
          <p:cNvSpPr>
            <a:spLocks noGrp="1"/>
          </p:cNvSpPr>
          <p:nvPr>
            <p:ph type="sldNum" sz="quarter" idx="5"/>
          </p:nvPr>
        </p:nvSpPr>
        <p:spPr/>
        <p:txBody>
          <a:bodyPr/>
          <a:lstStyle/>
          <a:p>
            <a:fld id="{5E884223-1D8D-DB4E-80E4-3985798CD799}" type="slidenum">
              <a:rPr lang="en-US" smtClean="0"/>
              <a:t>1</a:t>
            </a:fld>
            <a:endParaRPr lang="en-US"/>
          </a:p>
        </p:txBody>
      </p:sp>
    </p:spTree>
    <p:extLst>
      <p:ext uri="{BB962C8B-B14F-4D97-AF65-F5344CB8AC3E}">
        <p14:creationId xmlns:p14="http://schemas.microsoft.com/office/powerpoint/2010/main" val="205024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171450">
              <a:lnSpc>
                <a:spcPct val="90000"/>
              </a:lnSpc>
              <a:spcBef>
                <a:spcPts val="500"/>
              </a:spcBef>
              <a:buFont typeface="Arial"/>
              <a:buChar char="•"/>
            </a:pPr>
            <a:r>
              <a:rPr lang="en-US"/>
              <a:t>"Opportunity Data. Opportunity data is defined as data generated on an ongoing basis as society moves through its daily paces. Opportunity data is derived from a variety of sources such as GPS systems and embedded sensors, social media exchanges, mobile and wearable devices, and Internet entries. Captured through a variety of methods including direct flows, Internet searches, web crawling and scraping, these data may exist in a variety of electronic and physical modalities. Though technological advances allow users to collect volumes of data opportunistically, these collections are likely to be the least understood and studied."</a:t>
            </a:r>
          </a:p>
          <a:p>
            <a:pPr indent="-171450">
              <a:lnSpc>
                <a:spcPct val="90000"/>
              </a:lnSpc>
              <a:spcBef>
                <a:spcPts val="500"/>
              </a:spcBef>
              <a:buFont typeface="Arial"/>
              <a:buChar char="•"/>
            </a:pPr>
            <a:r>
              <a:rPr lang="en-US"/>
              <a:t>"Administrative Data. Administrative data, also called “business practice” data, provides an opportunity for gathering information that exists due to normal economic activity and can be repurposed to supplement surveys in measuring innovation (National Research Council 2014). Administrative data can include a firm’s accounting records, patent and trademark databases, and 2 reports on innovation, and are available from the firm directly, publicly on the web, or from third parties (National Research Council 2014)."</a:t>
            </a:r>
            <a:endParaRPr lang="en-US">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84223-1D8D-DB4E-80E4-3985798CD7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8928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5"/>
          <p:cNvSpPr>
            <a:spLocks noGrp="1"/>
          </p:cNvSpPr>
          <p:nvPr>
            <p:ph type="body" sz="quarter" idx="10" hasCustomPrompt="1"/>
          </p:nvPr>
        </p:nvSpPr>
        <p:spPr>
          <a:xfrm>
            <a:off x="377952" y="2743518"/>
            <a:ext cx="11814048" cy="571500"/>
          </a:xfrm>
          <a:prstGeom prst="rect">
            <a:avLst/>
          </a:prstGeom>
        </p:spPr>
        <p:txBody>
          <a:bodyPr/>
          <a:lstStyle>
            <a:lvl1pPr marL="0" indent="0" algn="ctr">
              <a:buNone/>
              <a:defRPr sz="3600" b="1" i="0" u="heavy" cap="all" baseline="0">
                <a:solidFill>
                  <a:schemeClr val="bg1"/>
                </a:solidFill>
                <a:uFill>
                  <a:solidFill>
                    <a:srgbClr val="E47100"/>
                  </a:solidFill>
                </a:uFill>
                <a:latin typeface="ITC Franklin Gothic Std Med" charset="0"/>
                <a:ea typeface="ITC Franklin Gothic Std Med" charset="0"/>
                <a:cs typeface="ITC Franklin Gothic Std Med" charset="0"/>
              </a:defRPr>
            </a:lvl1pPr>
            <a:lvl2pPr marL="457200" indent="0">
              <a:buNone/>
              <a:defRPr b="1" i="0">
                <a:solidFill>
                  <a:schemeClr val="bg1"/>
                </a:solidFill>
                <a:latin typeface="ITC Franklin Gothic Std Med" charset="0"/>
                <a:ea typeface="ITC Franklin Gothic Std Med" charset="0"/>
                <a:cs typeface="ITC Franklin Gothic Std Med" charset="0"/>
              </a:defRPr>
            </a:lvl2pPr>
            <a:lvl3pPr marL="914400" indent="0">
              <a:buNone/>
              <a:defRPr b="1" i="0">
                <a:solidFill>
                  <a:schemeClr val="bg1"/>
                </a:solidFill>
                <a:latin typeface="ITC Franklin Gothic Std Med" charset="0"/>
                <a:ea typeface="ITC Franklin Gothic Std Med" charset="0"/>
                <a:cs typeface="ITC Franklin Gothic Std Med" charset="0"/>
              </a:defRPr>
            </a:lvl3pPr>
            <a:lvl4pPr marL="1371600" indent="0">
              <a:buNone/>
              <a:defRPr b="1" i="0">
                <a:solidFill>
                  <a:schemeClr val="bg1"/>
                </a:solidFill>
                <a:latin typeface="ITC Franklin Gothic Std Med" charset="0"/>
                <a:ea typeface="ITC Franklin Gothic Std Med" charset="0"/>
                <a:cs typeface="ITC Franklin Gothic Std Med" charset="0"/>
              </a:defRPr>
            </a:lvl4pPr>
            <a:lvl5pPr marL="1828800" indent="0">
              <a:buNone/>
              <a:defRPr b="1" i="0">
                <a:solidFill>
                  <a:schemeClr val="bg1"/>
                </a:solidFill>
                <a:latin typeface="ITC Franklin Gothic Std Med" charset="0"/>
                <a:ea typeface="ITC Franklin Gothic Std Med" charset="0"/>
                <a:cs typeface="ITC Franklin Gothic Std Med" charset="0"/>
              </a:defRPr>
            </a:lvl5pPr>
          </a:lstStyle>
          <a:p>
            <a:pPr lvl="0"/>
            <a:r>
              <a:rPr lang="en-US"/>
              <a:t>OPTIONAL PRESENTATION TITLE</a:t>
            </a:r>
          </a:p>
        </p:txBody>
      </p:sp>
      <p:sp>
        <p:nvSpPr>
          <p:cNvPr id="10" name="Text Placeholder 11"/>
          <p:cNvSpPr>
            <a:spLocks noGrp="1"/>
          </p:cNvSpPr>
          <p:nvPr>
            <p:ph type="body" sz="quarter" idx="11" hasCustomPrompt="1"/>
          </p:nvPr>
        </p:nvSpPr>
        <p:spPr>
          <a:xfrm>
            <a:off x="377825" y="3503864"/>
            <a:ext cx="11814175" cy="454033"/>
          </a:xfrm>
          <a:prstGeom prst="rect">
            <a:avLst/>
          </a:prstGeom>
        </p:spPr>
        <p:txBody>
          <a:bodyPr/>
          <a:lstStyle>
            <a:lvl1pPr marL="0" indent="0" algn="ctr">
              <a:buNone/>
              <a:defRPr sz="1400" b="1" i="0" cap="all" baseline="0">
                <a:solidFill>
                  <a:schemeClr val="bg1"/>
                </a:solidFill>
                <a:latin typeface="ITC Franklin Gothic Std Med" charset="0"/>
                <a:ea typeface="ITC Franklin Gothic Std Med" charset="0"/>
                <a:cs typeface="ITC Franklin Gothic Std Med" charset="0"/>
              </a:defRPr>
            </a:lvl1pPr>
          </a:lstStyle>
          <a:p>
            <a:r>
              <a:rPr lang="en-US" b="1" i="0" cap="all">
                <a:uFill>
                  <a:solidFill>
                    <a:srgbClr val="E47100"/>
                  </a:solidFill>
                </a:uFill>
                <a:latin typeface="ITC Franklin Gothic Std Med" charset="0"/>
                <a:ea typeface="ITC Franklin Gothic Std Med" charset="0"/>
                <a:cs typeface="ITC Franklin Gothic Std Med" charset="0"/>
              </a:rPr>
              <a:t> OPTIONAL AUTHOR NAME</a:t>
            </a:r>
          </a:p>
        </p:txBody>
      </p:sp>
    </p:spTree>
    <p:extLst>
      <p:ext uri="{BB962C8B-B14F-4D97-AF65-F5344CB8AC3E}">
        <p14:creationId xmlns:p14="http://schemas.microsoft.com/office/powerpoint/2010/main" val="5298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ext Placeholder 9"/>
          <p:cNvSpPr>
            <a:spLocks noGrp="1"/>
          </p:cNvSpPr>
          <p:nvPr>
            <p:ph type="body" sz="quarter" idx="10" hasCustomPrompt="1"/>
          </p:nvPr>
        </p:nvSpPr>
        <p:spPr>
          <a:xfrm>
            <a:off x="365760" y="3130917"/>
            <a:ext cx="11814175" cy="731838"/>
          </a:xfrm>
          <a:prstGeom prst="rect">
            <a:avLst/>
          </a:prstGeom>
        </p:spPr>
        <p:txBody>
          <a:bodyPr/>
          <a:lstStyle>
            <a:lvl1pPr marL="0" indent="0" algn="ctr">
              <a:buNone/>
              <a:defRPr sz="3600" b="1" i="0" u="heavy" baseline="0">
                <a:solidFill>
                  <a:srgbClr val="222C4B"/>
                </a:solidFill>
                <a:uFill>
                  <a:solidFill>
                    <a:srgbClr val="E47100"/>
                  </a:solidFill>
                </a:uFill>
                <a:latin typeface="ITC Franklin Gothic Std Med" charset="0"/>
                <a:ea typeface="ITC Franklin Gothic Std Med" charset="0"/>
                <a:cs typeface="ITC Franklin Gothic Std Med" charset="0"/>
              </a:defRPr>
            </a:lvl1pPr>
            <a:lvl2pPr marL="457200" indent="0" algn="ctr">
              <a:buNone/>
              <a:defRPr b="1" i="0">
                <a:solidFill>
                  <a:srgbClr val="222C4B"/>
                </a:solidFill>
                <a:latin typeface="ITC Franklin Gothic Std Med" charset="0"/>
                <a:ea typeface="ITC Franklin Gothic Std Med" charset="0"/>
                <a:cs typeface="ITC Franklin Gothic Std Med" charset="0"/>
              </a:defRPr>
            </a:lvl2pPr>
            <a:lvl3pPr marL="914400" indent="0" algn="ctr">
              <a:buNone/>
              <a:defRPr b="1" i="0">
                <a:solidFill>
                  <a:srgbClr val="222C4B"/>
                </a:solidFill>
                <a:latin typeface="ITC Franklin Gothic Std Med" charset="0"/>
                <a:ea typeface="ITC Franklin Gothic Std Med" charset="0"/>
                <a:cs typeface="ITC Franklin Gothic Std Med" charset="0"/>
              </a:defRPr>
            </a:lvl3pPr>
            <a:lvl4pPr marL="1371600" indent="0" algn="ctr">
              <a:buNone/>
              <a:defRPr b="1" i="0">
                <a:solidFill>
                  <a:srgbClr val="222C4B"/>
                </a:solidFill>
                <a:latin typeface="ITC Franklin Gothic Std Med" charset="0"/>
                <a:ea typeface="ITC Franklin Gothic Std Med" charset="0"/>
                <a:cs typeface="ITC Franklin Gothic Std Med" charset="0"/>
              </a:defRPr>
            </a:lvl4pPr>
            <a:lvl5pPr marL="1828800" indent="0" algn="ctr">
              <a:buNone/>
              <a:defRPr b="1" i="0">
                <a:solidFill>
                  <a:srgbClr val="222C4B"/>
                </a:solidFill>
                <a:latin typeface="ITC Franklin Gothic Std Med" charset="0"/>
                <a:ea typeface="ITC Franklin Gothic Std Med" charset="0"/>
                <a:cs typeface="ITC Franklin Gothic Std Med" charset="0"/>
              </a:defRPr>
            </a:lvl5pPr>
          </a:lstStyle>
          <a:p>
            <a:pPr lvl="0"/>
            <a:r>
              <a:rPr lang="en-US"/>
              <a:t>TITLE HERE</a:t>
            </a:r>
          </a:p>
        </p:txBody>
      </p:sp>
    </p:spTree>
    <p:extLst>
      <p:ext uri="{BB962C8B-B14F-4D97-AF65-F5344CB8AC3E}">
        <p14:creationId xmlns:p14="http://schemas.microsoft.com/office/powerpoint/2010/main" val="1003932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394085" y="6460257"/>
            <a:ext cx="2844800" cy="365125"/>
          </a:xfrm>
          <a:prstGeom prst="rect">
            <a:avLst/>
          </a:prstGeom>
        </p:spPr>
        <p:txBody>
          <a:bodyPr/>
          <a:lstStyle/>
          <a:p>
            <a:fld id="{6B0A811D-F3F9-4A1F-B241-B660D2918E75}" type="slidenum">
              <a:rPr lang="en-US" smtClean="0"/>
              <a:t>‹#›</a:t>
            </a:fld>
            <a:endParaRPr lang="en-US"/>
          </a:p>
        </p:txBody>
      </p:sp>
    </p:spTree>
    <p:extLst>
      <p:ext uri="{BB962C8B-B14F-4D97-AF65-F5344CB8AC3E}">
        <p14:creationId xmlns:p14="http://schemas.microsoft.com/office/powerpoint/2010/main" val="269490615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7" name="Content Placeholder 2">
            <a:extLst>
              <a:ext uri="{FF2B5EF4-FFF2-40B4-BE49-F238E27FC236}">
                <a16:creationId xmlns:a16="http://schemas.microsoft.com/office/drawing/2014/main" id="{C853FCE9-8599-DA41-AEED-15B5184A0D52}"/>
              </a:ext>
            </a:extLst>
          </p:cNvPr>
          <p:cNvSpPr>
            <a:spLocks noGrp="1"/>
          </p:cNvSpPr>
          <p:nvPr>
            <p:ph idx="1"/>
          </p:nvPr>
        </p:nvSpPr>
        <p:spPr>
          <a:xfrm>
            <a:off x="867139" y="1260721"/>
            <a:ext cx="10434577" cy="4422449"/>
          </a:xfrm>
          <a:prstGeom prst="rect">
            <a:avLst/>
          </a:prstGeom>
        </p:spPr>
        <p:txBody>
          <a:bodyPr/>
          <a:lstStyle>
            <a:lvl1pPr>
              <a:defRPr sz="3200">
                <a:latin typeface="ITC Franklin Gothic Std Book" panose="020B0504030503020204" pitchFamily="34" charset="0"/>
              </a:defRPr>
            </a:lvl1pPr>
            <a:lvl2pPr>
              <a:defRPr sz="2800">
                <a:latin typeface="ITC Franklin Gothic Std Book" panose="020B0504030503020204" pitchFamily="34" charset="0"/>
              </a:defRPr>
            </a:lvl2pPr>
            <a:lvl3pPr>
              <a:defRPr sz="2400">
                <a:latin typeface="ITC Franklin Gothic Std Book" panose="020B0504030503020204" pitchFamily="34" charset="0"/>
              </a:defRPr>
            </a:lvl3pPr>
            <a:lvl4pPr>
              <a:defRPr sz="2000">
                <a:latin typeface="ITC Franklin Gothic Std Book" panose="020B0504030503020204" pitchFamily="34" charset="0"/>
              </a:defRPr>
            </a:lvl4pPr>
            <a:lvl5pPr>
              <a:defRPr sz="2000">
                <a:latin typeface="ITC Franklin Gothic Std Book" panose="020B050403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687724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3037"/>
            <a:ext cx="5384800" cy="4525963"/>
          </a:xfrm>
        </p:spPr>
        <p:txBody>
          <a:bodyPr/>
          <a:lstStyle>
            <a:lvl1pPr>
              <a:defRPr sz="3200">
                <a:latin typeface="ITC Franklin Gothic Std Book" panose="020B0504030503020204" pitchFamily="34" charset="0"/>
                <a:cs typeface="ITC Franklin Gothic Std Book" panose="020B0504030503020204" pitchFamily="34" charset="0"/>
              </a:defRPr>
            </a:lvl1pPr>
            <a:lvl2pPr>
              <a:defRPr sz="2800">
                <a:latin typeface="ITC Franklin Gothic Std Book" panose="020B0504030503020204" pitchFamily="34" charset="0"/>
                <a:cs typeface="ITC Franklin Gothic Std Book" panose="020B0504030503020204" pitchFamily="34" charset="0"/>
              </a:defRPr>
            </a:lvl2pPr>
            <a:lvl3pPr>
              <a:defRPr sz="2400">
                <a:latin typeface="ITC Franklin Gothic Std Book" panose="020B0504030503020204" pitchFamily="34" charset="0"/>
                <a:cs typeface="ITC Franklin Gothic Std Book" panose="020B0504030503020204" pitchFamily="34" charset="0"/>
              </a:defRPr>
            </a:lvl3pPr>
            <a:lvl4pPr>
              <a:defRPr sz="2000">
                <a:latin typeface="ITC Franklin Gothic Std Book" panose="020B0504030503020204" pitchFamily="34" charset="0"/>
                <a:cs typeface="ITC Franklin Gothic Std Book" panose="020B0504030503020204" pitchFamily="34" charset="0"/>
              </a:defRPr>
            </a:lvl4pPr>
            <a:lvl5pPr>
              <a:defRPr sz="2000">
                <a:latin typeface="ITC Franklin Gothic Std Book" panose="020B0504030503020204" pitchFamily="34" charset="0"/>
                <a:cs typeface="ITC Franklin Gothic Std Book" panose="020B0504030503020204"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48722480-E2DF-D84C-AFD3-6FEAD59F60B7}"/>
              </a:ext>
            </a:extLst>
          </p:cNvPr>
          <p:cNvSpPr>
            <a:spLocks noGrp="1"/>
          </p:cNvSpPr>
          <p:nvPr>
            <p:ph type="title"/>
          </p:nvPr>
        </p:nvSpPr>
        <p:spPr>
          <a:xfrm>
            <a:off x="598026" y="252389"/>
            <a:ext cx="10972800" cy="1143000"/>
          </a:xfrm>
        </p:spPr>
        <p:txBody>
          <a:bodyPr/>
          <a:lstStyle>
            <a:lvl1pPr algn="ctr">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Tree>
    <p:extLst>
      <p:ext uri="{BB962C8B-B14F-4D97-AF65-F5344CB8AC3E}">
        <p14:creationId xmlns:p14="http://schemas.microsoft.com/office/powerpoint/2010/main" val="3996502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0DFBEA-7B27-3749-950B-7DE4151A4BFF}"/>
              </a:ext>
            </a:extLst>
          </p:cNvPr>
          <p:cNvSpPr>
            <a:spLocks noGrp="1"/>
          </p:cNvSpPr>
          <p:nvPr>
            <p:ph type="title"/>
          </p:nvPr>
        </p:nvSpPr>
        <p:spPr>
          <a:xfrm>
            <a:off x="598026" y="252389"/>
            <a:ext cx="10972800" cy="1143000"/>
          </a:xfrm>
        </p:spPr>
        <p:txBody>
          <a:bodyPr/>
          <a:lstStyle>
            <a:lvl1pPr algn="ctr">
              <a:lnSpc>
                <a:spcPct val="80000"/>
              </a:lnSpc>
              <a:defRPr sz="4400" b="1">
                <a:solidFill>
                  <a:srgbClr val="E46C0A"/>
                </a:solidFill>
                <a:latin typeface="ITC Franklin Gothic Std Book" panose="020B0504030503020204" pitchFamily="34" charset="0"/>
                <a:cs typeface="ITC Franklin Gothic Std Book" panose="020B0504030503020204" pitchFamily="34" charset="0"/>
              </a:defRPr>
            </a:lvl1pPr>
          </a:lstStyle>
          <a:p>
            <a:r>
              <a:rPr lang="en-US"/>
              <a:t>Click to edit Master title style</a:t>
            </a:r>
          </a:p>
        </p:txBody>
      </p:sp>
      <p:sp>
        <p:nvSpPr>
          <p:cNvPr id="3" name="TextBox 2">
            <a:extLst>
              <a:ext uri="{FF2B5EF4-FFF2-40B4-BE49-F238E27FC236}">
                <a16:creationId xmlns:a16="http://schemas.microsoft.com/office/drawing/2014/main" id="{EAD5707C-19E4-0943-A995-81D349022A74}"/>
              </a:ext>
            </a:extLst>
          </p:cNvPr>
          <p:cNvSpPr txBox="1"/>
          <p:nvPr userDrawn="1"/>
        </p:nvSpPr>
        <p:spPr>
          <a:xfrm>
            <a:off x="10030265" y="6175717"/>
            <a:ext cx="1871003" cy="562708"/>
          </a:xfrm>
          <a:prstGeom prst="rect">
            <a:avLst/>
          </a:prstGeom>
          <a:solidFill>
            <a:srgbClr val="0D2F68"/>
          </a:solidFill>
          <a:ln>
            <a:solidFill>
              <a:srgbClr val="0D2F68"/>
            </a:solidFill>
          </a:ln>
        </p:spPr>
        <p:txBody>
          <a:bodyPr wrap="square" rtlCol="0">
            <a:spAutoFit/>
          </a:bodyPr>
          <a:lstStyle/>
          <a:p>
            <a:endParaRPr lang="en-US"/>
          </a:p>
        </p:txBody>
      </p:sp>
    </p:spTree>
    <p:extLst>
      <p:ext uri="{BB962C8B-B14F-4D97-AF65-F5344CB8AC3E}">
        <p14:creationId xmlns:p14="http://schemas.microsoft.com/office/powerpoint/2010/main" val="314341935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0"/>
            <a:ext cx="12188952"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380144" cy="6858000"/>
          </a:xfrm>
          <a:prstGeom prst="rect">
            <a:avLst/>
          </a:prstGeom>
          <a:solidFill>
            <a:srgbClr val="E47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 y="0"/>
            <a:ext cx="1727200" cy="2057400"/>
          </a:xfrm>
          <a:prstGeom prst="rect">
            <a:avLst/>
          </a:prstGeom>
        </p:spPr>
      </p:pic>
      <p:pic>
        <p:nvPicPr>
          <p:cNvPr id="11" name="Picture 10"/>
          <p:cNvPicPr>
            <a:picLocks noChangeAspect="1"/>
          </p:cNvPicPr>
          <p:nvPr userDrawn="1"/>
        </p:nvPicPr>
        <p:blipFill>
          <a:blip r:embed="rId4"/>
          <a:stretch>
            <a:fillRect/>
          </a:stretch>
        </p:blipFill>
        <p:spPr>
          <a:xfrm>
            <a:off x="5482669" y="5126805"/>
            <a:ext cx="1603756" cy="1005940"/>
          </a:xfrm>
          <a:prstGeom prst="rect">
            <a:avLst/>
          </a:prstGeom>
        </p:spPr>
      </p:pic>
    </p:spTree>
    <p:extLst>
      <p:ext uri="{BB962C8B-B14F-4D97-AF65-F5344CB8AC3E}">
        <p14:creationId xmlns:p14="http://schemas.microsoft.com/office/powerpoint/2010/main" val="191790679"/>
      </p:ext>
    </p:extLst>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380144" cy="6858000"/>
          </a:xfrm>
          <a:prstGeom prst="rect">
            <a:avLst/>
          </a:prstGeom>
          <a:solidFill>
            <a:srgbClr val="222C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2" y="0"/>
            <a:ext cx="1727200" cy="2057400"/>
          </a:xfrm>
          <a:prstGeom prst="rect">
            <a:avLst/>
          </a:prstGeom>
        </p:spPr>
      </p:pic>
    </p:spTree>
    <p:extLst>
      <p:ext uri="{BB962C8B-B14F-4D97-AF65-F5344CB8AC3E}">
        <p14:creationId xmlns:p14="http://schemas.microsoft.com/office/powerpoint/2010/main" val="914787848"/>
      </p:ext>
    </p:extLst>
  </p:cSld>
  <p:clrMap bg1="lt1" tx1="dk1" bg2="lt2" tx2="dk2" accent1="accent1" accent2="accent2" accent3="accent3" accent4="accent4" accent5="accent5" accent6="accent6" hlink="hlink" folHlink="folHlink"/>
  <p:sldLayoutIdLst>
    <p:sldLayoutId id="2147483655" r:id="rId1"/>
    <p:sldLayoutId id="2147483812" r:id="rId2"/>
    <p:sldLayoutId id="2147483889" r:id="rId3"/>
    <p:sldLayoutId id="2147483982" r:id="rId4"/>
    <p:sldLayoutId id="2147483983" r:id="rId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17CB445-45D0-D474-A3D1-7B34B22C871A}"/>
              </a:ext>
            </a:extLst>
          </p:cNvPr>
          <p:cNvSpPr>
            <a:spLocks noGrp="1"/>
          </p:cNvSpPr>
          <p:nvPr>
            <p:ph type="body" sz="quarter" idx="10"/>
          </p:nvPr>
        </p:nvSpPr>
        <p:spPr>
          <a:xfrm>
            <a:off x="377825" y="961369"/>
            <a:ext cx="11814048" cy="1807956"/>
          </a:xfrm>
        </p:spPr>
        <p:txBody>
          <a:bodyPr lIns="91440" tIns="45720" rIns="91440" bIns="45720" anchor="t"/>
          <a:lstStyle/>
          <a:p>
            <a:r>
              <a:rPr lang="en-US" sz="5400" u="none">
                <a:latin typeface="Franklin Gothic Medium" panose="020B0603020102020204"/>
              </a:rPr>
              <a:t>Cost of living calculator</a:t>
            </a:r>
            <a:endParaRPr lang="en-US"/>
          </a:p>
        </p:txBody>
      </p:sp>
      <p:sp>
        <p:nvSpPr>
          <p:cNvPr id="5" name="Text Placeholder 4">
            <a:extLst>
              <a:ext uri="{FF2B5EF4-FFF2-40B4-BE49-F238E27FC236}">
                <a16:creationId xmlns:a16="http://schemas.microsoft.com/office/drawing/2014/main" id="{4C9BF0B2-B67E-89BC-BE7A-C2D39FA840A6}"/>
              </a:ext>
            </a:extLst>
          </p:cNvPr>
          <p:cNvSpPr>
            <a:spLocks noGrp="1"/>
          </p:cNvSpPr>
          <p:nvPr>
            <p:ph type="body" sz="quarter" idx="11"/>
          </p:nvPr>
        </p:nvSpPr>
        <p:spPr>
          <a:xfrm>
            <a:off x="377825" y="3270599"/>
            <a:ext cx="11814175" cy="454033"/>
          </a:xfrm>
        </p:spPr>
        <p:txBody>
          <a:bodyPr lIns="91440" tIns="45720" rIns="91440" bIns="45720" anchor="t"/>
          <a:lstStyle/>
          <a:p>
            <a:r>
              <a:rPr lang="en-US" sz="3600" b="0">
                <a:solidFill>
                  <a:srgbClr val="FFFFFF"/>
                </a:solidFill>
                <a:latin typeface="Franklin Gothic Demi"/>
                <a:ea typeface="Roboto Medium"/>
                <a:cs typeface="Lato Medium"/>
              </a:rPr>
              <a:t>?</a:t>
            </a:r>
          </a:p>
          <a:p>
            <a:r>
              <a:rPr lang="en-US" sz="3600">
                <a:solidFill>
                  <a:schemeClr val="accent5"/>
                </a:solidFill>
                <a:latin typeface="Franklin Gothic Demi"/>
                <a:ea typeface="Roboto Medium"/>
                <a:cs typeface="Lato Medium"/>
              </a:rPr>
              <a:t>UVA-BI-SDAD</a:t>
            </a:r>
            <a:endParaRPr lang="en-US">
              <a:solidFill>
                <a:schemeClr val="accent5"/>
              </a:solidFill>
            </a:endParaRPr>
          </a:p>
        </p:txBody>
      </p:sp>
    </p:spTree>
    <p:extLst>
      <p:ext uri="{BB962C8B-B14F-4D97-AF65-F5344CB8AC3E}">
        <p14:creationId xmlns:p14="http://schemas.microsoft.com/office/powerpoint/2010/main" val="341370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04586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Title Page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llie Keller Keynote Datapalooza 2019 V.4" id="{B378DE51-6AD5-2B46-B3FB-C787098E7B24}" vid="{ABE16229-AED9-D140-8E6D-80BC540ABF81}"/>
    </a:ext>
  </a:extLst>
</a:theme>
</file>

<file path=ppt/theme/theme2.xml><?xml version="1.0" encoding="utf-8"?>
<a:theme xmlns:a="http://schemas.openxmlformats.org/drawingml/2006/main" name="Title Page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spAutoFit/>
      </a:bodyPr>
      <a:lstStyle>
        <a:defPPr marL="0" marR="0" indent="0" algn="ctr" defTabSz="914400" rtl="0" eaLnBrk="1" fontAlgn="auto" latinLnBrk="0" hangingPunct="1">
          <a:lnSpc>
            <a:spcPct val="100000"/>
          </a:lnSpc>
          <a:spcBef>
            <a:spcPts val="0"/>
          </a:spcBef>
          <a:spcAft>
            <a:spcPts val="0"/>
          </a:spcAft>
          <a:buClrTx/>
          <a:buSzTx/>
          <a:buFontTx/>
          <a:buNone/>
          <a:tabLst/>
          <a:defRPr kumimoji="0" sz="2800" i="0" u="none" strike="noStrike" kern="1200" cap="none" spc="0" normalizeH="0" baseline="0" noProof="0" dirty="0" smtClean="0">
            <a:ln>
              <a:noFill/>
            </a:ln>
            <a:effectLst/>
            <a:uLnTx/>
            <a:uFillTx/>
            <a:latin typeface="ITC Franklin Gothic Std Book" panose="020B0504030503020204" pitchFamily="34" charset="0"/>
            <a:ea typeface="+mn-ea"/>
            <a:cs typeface="+mn-cs"/>
          </a:defRPr>
        </a:defPPr>
      </a:lstStyle>
    </a:txDef>
  </a:objectDefaults>
  <a:extraClrSchemeLst/>
  <a:extLst>
    <a:ext uri="{05A4C25C-085E-4340-85A3-A5531E510DB2}">
      <thm15:themeFamily xmlns:thm15="http://schemas.microsoft.com/office/thememl/2012/main" name="Sallie Keller Keynote Datapalooza 2019 V.4" id="{B378DE51-6AD5-2B46-B3FB-C787098E7B24}" vid="{98495C8F-282C-A64F-8757-ED63A5FF11F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FAA1649-487F-457C-817A-4E3FD018F29B}">
  <ds:schemaRefs>
    <ds:schemaRef ds:uri="http://schemas.microsoft.com/sharepoint/v3/contenttype/forms"/>
  </ds:schemaRefs>
</ds:datastoreItem>
</file>

<file path=customXml/itemProps2.xml><?xml version="1.0" encoding="utf-8"?>
<ds:datastoreItem xmlns:ds="http://schemas.openxmlformats.org/officeDocument/2006/customXml" ds:itemID="{7A17F0E8-FB49-4B12-8732-E9ED87088D23}"/>
</file>

<file path=customXml/itemProps3.xml><?xml version="1.0" encoding="utf-8"?>
<ds:datastoreItem xmlns:ds="http://schemas.openxmlformats.org/officeDocument/2006/customXml" ds:itemID="{37E2FCFE-817B-426F-80CE-5AED7C792FED}">
  <ds:schemaRefs>
    <ds:schemaRef ds:uri="5ba80a41-9917-4a22-8f13-cb051ddce64c"/>
    <ds:schemaRef ds:uri="7a2657dd-b8a5-4c99-8d51-b0b9d254c98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Title Page 1</Template>
  <Application>Microsoft Office PowerPoint</Application>
  <PresentationFormat>Widescreen</PresentationFormat>
  <Slides>2</Slides>
  <Notes>2</Notes>
  <HiddenSlides>0</HiddenSlide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Title Page 2</vt:lpstr>
      <vt:lpstr>Title Page 4</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Grace Dusseau</dc:creator>
  <cp:revision>1</cp:revision>
  <cp:lastPrinted>2020-01-14T15:35:07Z</cp:lastPrinted>
  <dcterms:created xsi:type="dcterms:W3CDTF">2019-10-28T18:33:48Z</dcterms:created>
  <dcterms:modified xsi:type="dcterms:W3CDTF">2022-07-27T19:42:51Z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y fmtid="{D5CDD505-2E9C-101B-9397-08002B2CF9AE}" pid="3" name="Order">
    <vt:r8>17087000</vt:r8>
  </property>
  <property fmtid="{D5CDD505-2E9C-101B-9397-08002B2CF9AE}" pid="4" name="ComplianceAssetId">
    <vt:lpwstr/>
  </property>
  <property fmtid="{D5CDD505-2E9C-101B-9397-08002B2CF9AE}" pid="5" name="_SharedFileIndex">
    <vt:lpwstr/>
  </property>
  <property fmtid="{D5CDD505-2E9C-101B-9397-08002B2CF9AE}" pid="6" name="_SourceUrl">
    <vt:lpwstr/>
  </property>
  <property fmtid="{D5CDD505-2E9C-101B-9397-08002B2CF9AE}" pid="7" name="MediaServiceImageTags">
    <vt:lpwstr/>
  </property>
</Properties>
</file>
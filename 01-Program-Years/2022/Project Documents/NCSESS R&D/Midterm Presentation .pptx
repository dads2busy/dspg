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2" r:id="rId4"/>
    <p:sldMasterId id="2147483698" r:id="rId5"/>
    <p:sldMasterId id="2147483716" r:id="rId6"/>
    <p:sldMasterId id="2147483766" r:id="rId7"/>
  </p:sldMasterIdLst>
  <p:notesMasterIdLst>
    <p:notesMasterId r:id="rId22"/>
  </p:notesMasterIdLst>
  <p:sldIdLst>
    <p:sldId id="258" r:id="rId8"/>
    <p:sldId id="275" r:id="rId9"/>
    <p:sldId id="259" r:id="rId10"/>
    <p:sldId id="260" r:id="rId11"/>
    <p:sldId id="261" r:id="rId12"/>
    <p:sldId id="263" r:id="rId13"/>
    <p:sldId id="264" r:id="rId14"/>
    <p:sldId id="274" r:id="rId15"/>
    <p:sldId id="268" r:id="rId16"/>
    <p:sldId id="266" r:id="rId17"/>
    <p:sldId id="271" r:id="rId18"/>
    <p:sldId id="269" r:id="rId19"/>
    <p:sldId id="272"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6BA23C-89B7-D51C-80CF-77505CF2B451}" v="83" dt="2022-06-24T13:19:13.139"/>
    <p1510:client id="{0D558100-FE88-6401-8B4E-B10DBEBB28B2}" v="46" dt="2022-06-27T12:32:48.952"/>
    <p1510:client id="{17966822-0435-0095-53CE-31B5CBA51817}" v="1523" dt="2022-06-24T13:40:33.532"/>
    <p1510:client id="{4C1670E7-1DBB-97BD-2B86-2315846BEF5F}" v="108" dt="2022-06-24T13:35:32.404"/>
    <p1510:client id="{698E4D09-3A6F-76D5-D361-BBD906E4AF6F}" v="520" dt="2022-06-27T13:43:39.828"/>
    <p1510:client id="{763D4B0A-077A-9CF3-5A79-88502FDEFF10}" v="437" dt="2022-06-23T16:40:45.894"/>
    <p1510:client id="{B241438A-7DBE-360D-9E63-0DD3DE6E14B5}" v="35" dt="2022-06-23T12:50:33.263"/>
    <p1510:client id="{B5EB2B28-D39D-F445-6E99-03D22AAA4A62}" v="383" dt="2022-06-23T14:35:42.928"/>
    <p1510:client id="{C7CA8A4A-B33E-844F-9755-7890B1C614EF}" v="14" dt="2022-06-24T13:36:24.544"/>
    <p1510:client id="{DE4CA514-8E65-4C1B-EBB4-EC97140A68FD}" v="1" dt="2022-06-24T12:56:47.7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4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kiell, Skylar Elise (seh6fy)" userId="S::seh6fy@virginia.edu::7b839001-3b03-428b-90ec-19bb7df3303d" providerId="AD" clId="Web-{DE4CA514-8E65-4C1B-EBB4-EC97140A68FD}"/>
    <pc:docChg chg="modSld">
      <pc:chgData name="Haskiell, Skylar Elise (seh6fy)" userId="S::seh6fy@virginia.edu::7b839001-3b03-428b-90ec-19bb7df3303d" providerId="AD" clId="Web-{DE4CA514-8E65-4C1B-EBB4-EC97140A68FD}" dt="2022-06-24T12:56:44.410" v="17"/>
      <pc:docMkLst>
        <pc:docMk/>
      </pc:docMkLst>
      <pc:sldChg chg="modNotes">
        <pc:chgData name="Haskiell, Skylar Elise (seh6fy)" userId="S::seh6fy@virginia.edu::7b839001-3b03-428b-90ec-19bb7df3303d" providerId="AD" clId="Web-{DE4CA514-8E65-4C1B-EBB4-EC97140A68FD}" dt="2022-06-24T12:56:44.410" v="17"/>
        <pc:sldMkLst>
          <pc:docMk/>
          <pc:sldMk cId="3021293076" sldId="268"/>
        </pc:sldMkLst>
      </pc:sldChg>
    </pc:docChg>
  </pc:docChgLst>
  <pc:docChgLst>
    <pc:chgData name="Haskiell, Skylar Elise (seh6fy)" userId="S::seh6fy@virginia.edu::7b839001-3b03-428b-90ec-19bb7df3303d" providerId="AD" clId="Web-{B5EB2B28-D39D-F445-6E99-03D22AAA4A62}"/>
    <pc:docChg chg="addSld delSld modSld">
      <pc:chgData name="Haskiell, Skylar Elise (seh6fy)" userId="S::seh6fy@virginia.edu::7b839001-3b03-428b-90ec-19bb7df3303d" providerId="AD" clId="Web-{B5EB2B28-D39D-F445-6E99-03D22AAA4A62}" dt="2022-06-23T14:35:47.490" v="246"/>
      <pc:docMkLst>
        <pc:docMk/>
      </pc:docMkLst>
      <pc:sldChg chg="add modNotes">
        <pc:chgData name="Haskiell, Skylar Elise (seh6fy)" userId="S::seh6fy@virginia.edu::7b839001-3b03-428b-90ec-19bb7df3303d" providerId="AD" clId="Web-{B5EB2B28-D39D-F445-6E99-03D22AAA4A62}" dt="2022-06-23T13:02:19.517" v="50"/>
        <pc:sldMkLst>
          <pc:docMk/>
          <pc:sldMk cId="3555598073" sldId="264"/>
        </pc:sldMkLst>
      </pc:sldChg>
      <pc:sldChg chg="delSp modSp add del replId">
        <pc:chgData name="Haskiell, Skylar Elise (seh6fy)" userId="S::seh6fy@virginia.edu::7b839001-3b03-428b-90ec-19bb7df3303d" providerId="AD" clId="Web-{B5EB2B28-D39D-F445-6E99-03D22AAA4A62}" dt="2022-06-23T12:51:54.788" v="17"/>
        <pc:sldMkLst>
          <pc:docMk/>
          <pc:sldMk cId="1057111020" sldId="265"/>
        </pc:sldMkLst>
        <pc:spChg chg="mod">
          <ac:chgData name="Haskiell, Skylar Elise (seh6fy)" userId="S::seh6fy@virginia.edu::7b839001-3b03-428b-90ec-19bb7df3303d" providerId="AD" clId="Web-{B5EB2B28-D39D-F445-6E99-03D22AAA4A62}" dt="2022-06-23T12:51:41.428" v="14" actId="20577"/>
          <ac:spMkLst>
            <pc:docMk/>
            <pc:sldMk cId="1057111020" sldId="265"/>
            <ac:spMk id="3" creationId="{921E9A38-3F84-7894-3152-A30CB98E7E21}"/>
          </ac:spMkLst>
        </pc:spChg>
        <pc:picChg chg="del">
          <ac:chgData name="Haskiell, Skylar Elise (seh6fy)" userId="S::seh6fy@virginia.edu::7b839001-3b03-428b-90ec-19bb7df3303d" providerId="AD" clId="Web-{B5EB2B28-D39D-F445-6E99-03D22AAA4A62}" dt="2022-06-23T12:51:42.303" v="15"/>
          <ac:picMkLst>
            <pc:docMk/>
            <pc:sldMk cId="1057111020" sldId="265"/>
            <ac:picMk id="4" creationId="{DB46D8BB-5321-F223-C873-F8AB522DD17A}"/>
          </ac:picMkLst>
        </pc:picChg>
      </pc:sldChg>
      <pc:sldChg chg="add">
        <pc:chgData name="Haskiell, Skylar Elise (seh6fy)" userId="S::seh6fy@virginia.edu::7b839001-3b03-428b-90ec-19bb7df3303d" providerId="AD" clId="Web-{B5EB2B28-D39D-F445-6E99-03D22AAA4A62}" dt="2022-06-23T12:51:53.241" v="16"/>
        <pc:sldMkLst>
          <pc:docMk/>
          <pc:sldMk cId="1135110768" sldId="266"/>
        </pc:sldMkLst>
      </pc:sldChg>
      <pc:sldChg chg="modSp add replId modNotes">
        <pc:chgData name="Haskiell, Skylar Elise (seh6fy)" userId="S::seh6fy@virginia.edu::7b839001-3b03-428b-90ec-19bb7df3303d" providerId="AD" clId="Web-{B5EB2B28-D39D-F445-6E99-03D22AAA4A62}" dt="2022-06-23T14:35:47.490" v="246"/>
        <pc:sldMkLst>
          <pc:docMk/>
          <pc:sldMk cId="64472302" sldId="267"/>
        </pc:sldMkLst>
        <pc:spChg chg="mod">
          <ac:chgData name="Haskiell, Skylar Elise (seh6fy)" userId="S::seh6fy@virginia.edu::7b839001-3b03-428b-90ec-19bb7df3303d" providerId="AD" clId="Web-{B5EB2B28-D39D-F445-6E99-03D22AAA4A62}" dt="2022-06-23T14:35:42.928" v="243" actId="20577"/>
          <ac:spMkLst>
            <pc:docMk/>
            <pc:sldMk cId="64472302" sldId="267"/>
            <ac:spMk id="3" creationId="{3E638C77-33A7-C12A-9552-DE501E5CA847}"/>
          </ac:spMkLst>
        </pc:spChg>
        <pc:spChg chg="mod">
          <ac:chgData name="Haskiell, Skylar Elise (seh6fy)" userId="S::seh6fy@virginia.edu::7b839001-3b03-428b-90ec-19bb7df3303d" providerId="AD" clId="Web-{B5EB2B28-D39D-F445-6E99-03D22AAA4A62}" dt="2022-06-23T14:23:25.583" v="56" actId="20577"/>
          <ac:spMkLst>
            <pc:docMk/>
            <pc:sldMk cId="64472302" sldId="267"/>
            <ac:spMk id="4" creationId="{EC72E54B-31C4-F625-12EE-7874D8F607C2}"/>
          </ac:spMkLst>
        </pc:spChg>
      </pc:sldChg>
    </pc:docChg>
  </pc:docChgLst>
  <pc:docChgLst>
    <pc:chgData name="Haskiell, Skylar Elise (seh6fy)" userId="S::seh6fy@virginia.edu::7b839001-3b03-428b-90ec-19bb7df3303d" providerId="AD" clId="Web-{B241438A-7DBE-360D-9E63-0DD3DE6E14B5}"/>
    <pc:docChg chg="addSld delSld modSld addMainMaster">
      <pc:chgData name="Haskiell, Skylar Elise (seh6fy)" userId="S::seh6fy@virginia.edu::7b839001-3b03-428b-90ec-19bb7df3303d" providerId="AD" clId="Web-{B241438A-7DBE-360D-9E63-0DD3DE6E14B5}" dt="2022-06-23T12:50:33.263" v="26"/>
      <pc:docMkLst>
        <pc:docMk/>
      </pc:docMkLst>
      <pc:sldChg chg="del">
        <pc:chgData name="Haskiell, Skylar Elise (seh6fy)" userId="S::seh6fy@virginia.edu::7b839001-3b03-428b-90ec-19bb7df3303d" providerId="AD" clId="Web-{B241438A-7DBE-360D-9E63-0DD3DE6E14B5}" dt="2022-06-23T12:47:09.431" v="1"/>
        <pc:sldMkLst>
          <pc:docMk/>
          <pc:sldMk cId="109857222" sldId="256"/>
        </pc:sldMkLst>
      </pc:sldChg>
      <pc:sldChg chg="add del">
        <pc:chgData name="Haskiell, Skylar Elise (seh6fy)" userId="S::seh6fy@virginia.edu::7b839001-3b03-428b-90ec-19bb7df3303d" providerId="AD" clId="Web-{B241438A-7DBE-360D-9E63-0DD3DE6E14B5}" dt="2022-06-23T12:47:49.807" v="3"/>
        <pc:sldMkLst>
          <pc:docMk/>
          <pc:sldMk cId="2730112225" sldId="257"/>
        </pc:sldMkLst>
      </pc:sldChg>
      <pc:sldChg chg="modSp add">
        <pc:chgData name="Haskiell, Skylar Elise (seh6fy)" userId="S::seh6fy@virginia.edu::7b839001-3b03-428b-90ec-19bb7df3303d" providerId="AD" clId="Web-{B241438A-7DBE-360D-9E63-0DD3DE6E14B5}" dt="2022-06-23T12:48:26.557" v="11" actId="20577"/>
        <pc:sldMkLst>
          <pc:docMk/>
          <pc:sldMk cId="529787353" sldId="258"/>
        </pc:sldMkLst>
        <pc:spChg chg="mod">
          <ac:chgData name="Haskiell, Skylar Elise (seh6fy)" userId="S::seh6fy@virginia.edu::7b839001-3b03-428b-90ec-19bb7df3303d" providerId="AD" clId="Web-{B241438A-7DBE-360D-9E63-0DD3DE6E14B5}" dt="2022-06-23T12:48:26.557" v="11" actId="20577"/>
          <ac:spMkLst>
            <pc:docMk/>
            <pc:sldMk cId="529787353" sldId="258"/>
            <ac:spMk id="14" creationId="{18E233E1-EAE4-CB4F-A9C8-784FA3B298F2}"/>
          </ac:spMkLst>
        </pc:spChg>
      </pc:sldChg>
      <pc:sldChg chg="add">
        <pc:chgData name="Haskiell, Skylar Elise (seh6fy)" userId="S::seh6fy@virginia.edu::7b839001-3b03-428b-90ec-19bb7df3303d" providerId="AD" clId="Web-{B241438A-7DBE-360D-9E63-0DD3DE6E14B5}" dt="2022-06-23T12:48:27.776" v="12"/>
        <pc:sldMkLst>
          <pc:docMk/>
          <pc:sldMk cId="4291207776" sldId="259"/>
        </pc:sldMkLst>
      </pc:sldChg>
      <pc:sldChg chg="add">
        <pc:chgData name="Haskiell, Skylar Elise (seh6fy)" userId="S::seh6fy@virginia.edu::7b839001-3b03-428b-90ec-19bb7df3303d" providerId="AD" clId="Web-{B241438A-7DBE-360D-9E63-0DD3DE6E14B5}" dt="2022-06-23T12:48:43.605" v="13"/>
        <pc:sldMkLst>
          <pc:docMk/>
          <pc:sldMk cId="4272623993" sldId="260"/>
        </pc:sldMkLst>
      </pc:sldChg>
      <pc:sldChg chg="add">
        <pc:chgData name="Haskiell, Skylar Elise (seh6fy)" userId="S::seh6fy@virginia.edu::7b839001-3b03-428b-90ec-19bb7df3303d" providerId="AD" clId="Web-{B241438A-7DBE-360D-9E63-0DD3DE6E14B5}" dt="2022-06-23T12:48:48.105" v="14"/>
        <pc:sldMkLst>
          <pc:docMk/>
          <pc:sldMk cId="2731477591" sldId="261"/>
        </pc:sldMkLst>
      </pc:sldChg>
      <pc:sldChg chg="delSp modSp add del replId">
        <pc:chgData name="Haskiell, Skylar Elise (seh6fy)" userId="S::seh6fy@virginia.edu::7b839001-3b03-428b-90ec-19bb7df3303d" providerId="AD" clId="Web-{B241438A-7DBE-360D-9E63-0DD3DE6E14B5}" dt="2022-06-23T12:50:33.263" v="26"/>
        <pc:sldMkLst>
          <pc:docMk/>
          <pc:sldMk cId="4130957672" sldId="262"/>
        </pc:sldMkLst>
        <pc:spChg chg="del">
          <ac:chgData name="Haskiell, Skylar Elise (seh6fy)" userId="S::seh6fy@virginia.edu::7b839001-3b03-428b-90ec-19bb7df3303d" providerId="AD" clId="Web-{B241438A-7DBE-360D-9E63-0DD3DE6E14B5}" dt="2022-06-23T12:49:24.230" v="24"/>
          <ac:spMkLst>
            <pc:docMk/>
            <pc:sldMk cId="4130957672" sldId="262"/>
            <ac:spMk id="9" creationId="{ED64541F-E98C-14E1-2115-D3A00B2103C5}"/>
          </ac:spMkLst>
        </pc:spChg>
        <pc:spChg chg="del mod">
          <ac:chgData name="Haskiell, Skylar Elise (seh6fy)" userId="S::seh6fy@virginia.edu::7b839001-3b03-428b-90ec-19bb7df3303d" providerId="AD" clId="Web-{B241438A-7DBE-360D-9E63-0DD3DE6E14B5}" dt="2022-06-23T12:49:21.308" v="23"/>
          <ac:spMkLst>
            <pc:docMk/>
            <pc:sldMk cId="4130957672" sldId="262"/>
            <ac:spMk id="10" creationId="{00000000-0000-0000-0000-000000000000}"/>
          </ac:spMkLst>
        </pc:spChg>
        <pc:spChg chg="mod">
          <ac:chgData name="Haskiell, Skylar Elise (seh6fy)" userId="S::seh6fy@virginia.edu::7b839001-3b03-428b-90ec-19bb7df3303d" providerId="AD" clId="Web-{B241438A-7DBE-360D-9E63-0DD3DE6E14B5}" dt="2022-06-23T12:49:12.339" v="20" actId="20577"/>
          <ac:spMkLst>
            <pc:docMk/>
            <pc:sldMk cId="4130957672" sldId="262"/>
            <ac:spMk id="13" creationId="{8729AEFF-976C-E840-B70D-088A3EA4AD19}"/>
          </ac:spMkLst>
        </pc:spChg>
        <pc:picChg chg="del">
          <ac:chgData name="Haskiell, Skylar Elise (seh6fy)" userId="S::seh6fy@virginia.edu::7b839001-3b03-428b-90ec-19bb7df3303d" providerId="AD" clId="Web-{B241438A-7DBE-360D-9E63-0DD3DE6E14B5}" dt="2022-06-23T12:49:14.199" v="21"/>
          <ac:picMkLst>
            <pc:docMk/>
            <pc:sldMk cId="4130957672" sldId="262"/>
            <ac:picMk id="6" creationId="{2512E1F6-BECB-E69D-32E0-67FB179D54B0}"/>
          </ac:picMkLst>
        </pc:picChg>
      </pc:sldChg>
      <pc:sldChg chg="add">
        <pc:chgData name="Haskiell, Skylar Elise (seh6fy)" userId="S::seh6fy@virginia.edu::7b839001-3b03-428b-90ec-19bb7df3303d" providerId="AD" clId="Web-{B241438A-7DBE-360D-9E63-0DD3DE6E14B5}" dt="2022-06-23T12:50:31.825" v="25"/>
        <pc:sldMkLst>
          <pc:docMk/>
          <pc:sldMk cId="599169828" sldId="263"/>
        </pc:sldMkLst>
      </pc:sldChg>
      <pc:sldMasterChg chg="add addSldLayout">
        <pc:chgData name="Haskiell, Skylar Elise (seh6fy)" userId="S::seh6fy@virginia.edu::7b839001-3b03-428b-90ec-19bb7df3303d" providerId="AD" clId="Web-{B241438A-7DBE-360D-9E63-0DD3DE6E14B5}" dt="2022-06-23T12:47:47.307" v="2"/>
        <pc:sldMasterMkLst>
          <pc:docMk/>
          <pc:sldMasterMk cId="2173512733" sldId="2147483698"/>
        </pc:sldMasterMkLst>
        <pc:sldLayoutChg chg="add">
          <pc:chgData name="Haskiell, Skylar Elise (seh6fy)" userId="S::seh6fy@virginia.edu::7b839001-3b03-428b-90ec-19bb7df3303d" providerId="AD" clId="Web-{B241438A-7DBE-360D-9E63-0DD3DE6E14B5}" dt="2022-06-23T12:47:47.307" v="2"/>
          <pc:sldLayoutMkLst>
            <pc:docMk/>
            <pc:sldMasterMk cId="2173512733" sldId="2147483698"/>
            <pc:sldLayoutMk cId="1738266743" sldId="2147483699"/>
          </pc:sldLayoutMkLst>
        </pc:sldLayoutChg>
      </pc:sldMasterChg>
      <pc:sldMasterChg chg="add addSldLayout">
        <pc:chgData name="Haskiell, Skylar Elise (seh6fy)" userId="S::seh6fy@virginia.edu::7b839001-3b03-428b-90ec-19bb7df3303d" providerId="AD" clId="Web-{B241438A-7DBE-360D-9E63-0DD3DE6E14B5}" dt="2022-06-23T12:48:27.776" v="12"/>
        <pc:sldMasterMkLst>
          <pc:docMk/>
          <pc:sldMasterMk cId="3194312398" sldId="2147483716"/>
        </pc:sldMasterMkLst>
        <pc:sldLayoutChg chg="add">
          <pc:chgData name="Haskiell, Skylar Elise (seh6fy)" userId="S::seh6fy@virginia.edu::7b839001-3b03-428b-90ec-19bb7df3303d" providerId="AD" clId="Web-{B241438A-7DBE-360D-9E63-0DD3DE6E14B5}" dt="2022-06-23T12:48:27.776" v="12"/>
          <pc:sldLayoutMkLst>
            <pc:docMk/>
            <pc:sldMasterMk cId="3194312398" sldId="2147483716"/>
            <pc:sldLayoutMk cId="591315522" sldId="2147483717"/>
          </pc:sldLayoutMkLst>
        </pc:sldLayoutChg>
        <pc:sldLayoutChg chg="add">
          <pc:chgData name="Haskiell, Skylar Elise (seh6fy)" userId="S::seh6fy@virginia.edu::7b839001-3b03-428b-90ec-19bb7df3303d" providerId="AD" clId="Web-{B241438A-7DBE-360D-9E63-0DD3DE6E14B5}" dt="2022-06-23T12:48:27.776" v="12"/>
          <pc:sldLayoutMkLst>
            <pc:docMk/>
            <pc:sldMasterMk cId="3194312398" sldId="2147483716"/>
            <pc:sldLayoutMk cId="1146525351" sldId="2147483718"/>
          </pc:sldLayoutMkLst>
        </pc:sldLayoutChg>
      </pc:sldMasterChg>
      <pc:sldMasterChg chg="add addSldLayout">
        <pc:chgData name="Haskiell, Skylar Elise (seh6fy)" userId="S::seh6fy@virginia.edu::7b839001-3b03-428b-90ec-19bb7df3303d" providerId="AD" clId="Web-{B241438A-7DBE-360D-9E63-0DD3DE6E14B5}" dt="2022-06-23T12:50:31.825" v="25"/>
        <pc:sldMasterMkLst>
          <pc:docMk/>
          <pc:sldMasterMk cId="3782962349" sldId="2147483766"/>
        </pc:sldMasterMkLst>
        <pc:sldLayoutChg chg="add">
          <pc:chgData name="Haskiell, Skylar Elise (seh6fy)" userId="S::seh6fy@virginia.edu::7b839001-3b03-428b-90ec-19bb7df3303d" providerId="AD" clId="Web-{B241438A-7DBE-360D-9E63-0DD3DE6E14B5}" dt="2022-06-23T12:50:31.825" v="25"/>
          <pc:sldLayoutMkLst>
            <pc:docMk/>
            <pc:sldMasterMk cId="3782962349" sldId="2147483766"/>
            <pc:sldLayoutMk cId="61105658" sldId="2147483767"/>
          </pc:sldLayoutMkLst>
        </pc:sldLayoutChg>
        <pc:sldLayoutChg chg="add">
          <pc:chgData name="Haskiell, Skylar Elise (seh6fy)" userId="S::seh6fy@virginia.edu::7b839001-3b03-428b-90ec-19bb7df3303d" providerId="AD" clId="Web-{B241438A-7DBE-360D-9E63-0DD3DE6E14B5}" dt="2022-06-23T12:50:31.825" v="25"/>
          <pc:sldLayoutMkLst>
            <pc:docMk/>
            <pc:sldMasterMk cId="3782962349" sldId="2147483766"/>
            <pc:sldLayoutMk cId="3256809305" sldId="2147483770"/>
          </pc:sldLayoutMkLst>
        </pc:sldLayoutChg>
        <pc:sldLayoutChg chg="add">
          <pc:chgData name="Haskiell, Skylar Elise (seh6fy)" userId="S::seh6fy@virginia.edu::7b839001-3b03-428b-90ec-19bb7df3303d" providerId="AD" clId="Web-{B241438A-7DBE-360D-9E63-0DD3DE6E14B5}" dt="2022-06-23T12:50:31.825" v="25"/>
          <pc:sldLayoutMkLst>
            <pc:docMk/>
            <pc:sldMasterMk cId="3782962349" sldId="2147483766"/>
            <pc:sldLayoutMk cId="4112577241" sldId="2147483771"/>
          </pc:sldLayoutMkLst>
        </pc:sldLayoutChg>
      </pc:sldMasterChg>
      <pc:sldMasterChg chg="add addSldLayout">
        <pc:chgData name="Haskiell, Skylar Elise (seh6fy)" userId="S::seh6fy@virginia.edu::7b839001-3b03-428b-90ec-19bb7df3303d" providerId="AD" clId="Web-{B241438A-7DBE-360D-9E63-0DD3DE6E14B5}" dt="2022-06-23T12:47:08.150" v="0"/>
        <pc:sldMasterMkLst>
          <pc:docMk/>
          <pc:sldMasterMk cId="1713677190" sldId="2147483772"/>
        </pc:sldMasterMkLst>
        <pc:sldLayoutChg chg="add">
          <pc:chgData name="Haskiell, Skylar Elise (seh6fy)" userId="S::seh6fy@virginia.edu::7b839001-3b03-428b-90ec-19bb7df3303d" providerId="AD" clId="Web-{B241438A-7DBE-360D-9E63-0DD3DE6E14B5}" dt="2022-06-23T12:47:08.150" v="0"/>
          <pc:sldLayoutMkLst>
            <pc:docMk/>
            <pc:sldMasterMk cId="1713677190" sldId="2147483772"/>
            <pc:sldLayoutMk cId="3547508948" sldId="2147483773"/>
          </pc:sldLayoutMkLst>
        </pc:sldLayoutChg>
        <pc:sldLayoutChg chg="add">
          <pc:chgData name="Haskiell, Skylar Elise (seh6fy)" userId="S::seh6fy@virginia.edu::7b839001-3b03-428b-90ec-19bb7df3303d" providerId="AD" clId="Web-{B241438A-7DBE-360D-9E63-0DD3DE6E14B5}" dt="2022-06-23T12:47:08.150" v="0"/>
          <pc:sldLayoutMkLst>
            <pc:docMk/>
            <pc:sldMasterMk cId="1713677190" sldId="2147483772"/>
            <pc:sldLayoutMk cId="58763443" sldId="2147483774"/>
          </pc:sldLayoutMkLst>
        </pc:sldLayoutChg>
      </pc:sldMasterChg>
    </pc:docChg>
  </pc:docChgLst>
  <pc:docChgLst>
    <pc:chgData name="Linehan, Kathryn Joyce (kjl5t)" userId="S::kjl5t@virginia.edu::85f2eb49-a901-44ff-b61c-aeef26a99c23" providerId="AD" clId="Web-{086BA23C-89B7-D51C-80CF-77505CF2B451}"/>
    <pc:docChg chg="modSld">
      <pc:chgData name="Linehan, Kathryn Joyce (kjl5t)" userId="S::kjl5t@virginia.edu::85f2eb49-a901-44ff-b61c-aeef26a99c23" providerId="AD" clId="Web-{086BA23C-89B7-D51C-80CF-77505CF2B451}" dt="2022-06-24T13:19:12.874" v="47" actId="20577"/>
      <pc:docMkLst>
        <pc:docMk/>
      </pc:docMkLst>
      <pc:sldChg chg="modSp">
        <pc:chgData name="Linehan, Kathryn Joyce (kjl5t)" userId="S::kjl5t@virginia.edu::85f2eb49-a901-44ff-b61c-aeef26a99c23" providerId="AD" clId="Web-{086BA23C-89B7-D51C-80CF-77505CF2B451}" dt="2022-06-24T13:14:24.475" v="34" actId="1076"/>
        <pc:sldMkLst>
          <pc:docMk/>
          <pc:sldMk cId="4291207776" sldId="259"/>
        </pc:sldMkLst>
        <pc:spChg chg="mod">
          <ac:chgData name="Linehan, Kathryn Joyce (kjl5t)" userId="S::kjl5t@virginia.edu::85f2eb49-a901-44ff-b61c-aeef26a99c23" providerId="AD" clId="Web-{086BA23C-89B7-D51C-80CF-77505CF2B451}" dt="2022-06-24T13:14:24.475" v="34" actId="1076"/>
          <ac:spMkLst>
            <pc:docMk/>
            <pc:sldMk cId="4291207776" sldId="259"/>
            <ac:spMk id="2" creationId="{00000000-0000-0000-0000-000000000000}"/>
          </ac:spMkLst>
        </pc:spChg>
        <pc:spChg chg="mod">
          <ac:chgData name="Linehan, Kathryn Joyce (kjl5t)" userId="S::kjl5t@virginia.edu::85f2eb49-a901-44ff-b61c-aeef26a99c23" providerId="AD" clId="Web-{086BA23C-89B7-D51C-80CF-77505CF2B451}" dt="2022-06-24T13:14:02.162" v="28" actId="1076"/>
          <ac:spMkLst>
            <pc:docMk/>
            <pc:sldMk cId="4291207776" sldId="259"/>
            <ac:spMk id="4" creationId="{C0873668-FD04-4192-912A-F98D8FF4DC67}"/>
          </ac:spMkLst>
        </pc:spChg>
      </pc:sldChg>
      <pc:sldChg chg="modSp">
        <pc:chgData name="Linehan, Kathryn Joyce (kjl5t)" userId="S::kjl5t@virginia.edu::85f2eb49-a901-44ff-b61c-aeef26a99c23" providerId="AD" clId="Web-{086BA23C-89B7-D51C-80CF-77505CF2B451}" dt="2022-06-24T13:15:40.539" v="37" actId="20577"/>
        <pc:sldMkLst>
          <pc:docMk/>
          <pc:sldMk cId="4272623993" sldId="260"/>
        </pc:sldMkLst>
        <pc:spChg chg="mod">
          <ac:chgData name="Linehan, Kathryn Joyce (kjl5t)" userId="S::kjl5t@virginia.edu::85f2eb49-a901-44ff-b61c-aeef26a99c23" providerId="AD" clId="Web-{086BA23C-89B7-D51C-80CF-77505CF2B451}" dt="2022-06-24T13:15:40.539" v="37" actId="20577"/>
          <ac:spMkLst>
            <pc:docMk/>
            <pc:sldMk cId="4272623993" sldId="260"/>
            <ac:spMk id="10" creationId="{00000000-0000-0000-0000-000000000000}"/>
          </ac:spMkLst>
        </pc:spChg>
      </pc:sldChg>
      <pc:sldChg chg="modSp">
        <pc:chgData name="Linehan, Kathryn Joyce (kjl5t)" userId="S::kjl5t@virginia.edu::85f2eb49-a901-44ff-b61c-aeef26a99c23" providerId="AD" clId="Web-{086BA23C-89B7-D51C-80CF-77505CF2B451}" dt="2022-06-24T13:16:22.197" v="43" actId="20577"/>
        <pc:sldMkLst>
          <pc:docMk/>
          <pc:sldMk cId="2731477591" sldId="261"/>
        </pc:sldMkLst>
        <pc:spChg chg="mod">
          <ac:chgData name="Linehan, Kathryn Joyce (kjl5t)" userId="S::kjl5t@virginia.edu::85f2eb49-a901-44ff-b61c-aeef26a99c23" providerId="AD" clId="Web-{086BA23C-89B7-D51C-80CF-77505CF2B451}" dt="2022-06-24T13:16:22.197" v="43" actId="20577"/>
          <ac:spMkLst>
            <pc:docMk/>
            <pc:sldMk cId="2731477591" sldId="261"/>
            <ac:spMk id="9" creationId="{ED64541F-E98C-14E1-2115-D3A00B2103C5}"/>
          </ac:spMkLst>
        </pc:spChg>
        <pc:spChg chg="mod">
          <ac:chgData name="Linehan, Kathryn Joyce (kjl5t)" userId="S::kjl5t@virginia.edu::85f2eb49-a901-44ff-b61c-aeef26a99c23" providerId="AD" clId="Web-{086BA23C-89B7-D51C-80CF-77505CF2B451}" dt="2022-06-24T13:16:14.228" v="40" actId="14100"/>
          <ac:spMkLst>
            <pc:docMk/>
            <pc:sldMk cId="2731477591" sldId="261"/>
            <ac:spMk id="10" creationId="{00000000-0000-0000-0000-000000000000}"/>
          </ac:spMkLst>
        </pc:spChg>
        <pc:picChg chg="mod">
          <ac:chgData name="Linehan, Kathryn Joyce (kjl5t)" userId="S::kjl5t@virginia.edu::85f2eb49-a901-44ff-b61c-aeef26a99c23" providerId="AD" clId="Web-{086BA23C-89B7-D51C-80CF-77505CF2B451}" dt="2022-06-24T13:16:10.228" v="39" actId="1076"/>
          <ac:picMkLst>
            <pc:docMk/>
            <pc:sldMk cId="2731477591" sldId="261"/>
            <ac:picMk id="6" creationId="{2512E1F6-BECB-E69D-32E0-67FB179D54B0}"/>
          </ac:picMkLst>
        </pc:picChg>
      </pc:sldChg>
      <pc:sldChg chg="modSp">
        <pc:chgData name="Linehan, Kathryn Joyce (kjl5t)" userId="S::kjl5t@virginia.edu::85f2eb49-a901-44ff-b61c-aeef26a99c23" providerId="AD" clId="Web-{086BA23C-89B7-D51C-80CF-77505CF2B451}" dt="2022-06-24T13:19:12.874" v="47" actId="20577"/>
        <pc:sldMkLst>
          <pc:docMk/>
          <pc:sldMk cId="3183751240" sldId="269"/>
        </pc:sldMkLst>
        <pc:spChg chg="mod">
          <ac:chgData name="Linehan, Kathryn Joyce (kjl5t)" userId="S::kjl5t@virginia.edu::85f2eb49-a901-44ff-b61c-aeef26a99c23" providerId="AD" clId="Web-{086BA23C-89B7-D51C-80CF-77505CF2B451}" dt="2022-06-24T13:19:12.874" v="47" actId="20577"/>
          <ac:spMkLst>
            <pc:docMk/>
            <pc:sldMk cId="3183751240" sldId="269"/>
            <ac:spMk id="3" creationId="{3E638C77-33A7-C12A-9552-DE501E5CA847}"/>
          </ac:spMkLst>
        </pc:spChg>
      </pc:sldChg>
    </pc:docChg>
  </pc:docChgLst>
  <pc:docChgLst>
    <pc:chgData name="Haskiell, Skylar Elise (seh6fy)" userId="S::seh6fy@virginia.edu::7b839001-3b03-428b-90ec-19bb7df3303d" providerId="AD" clId="Web-{4C1670E7-1DBB-97BD-2B86-2315846BEF5F}"/>
    <pc:docChg chg="addSld modSld">
      <pc:chgData name="Haskiell, Skylar Elise (seh6fy)" userId="S::seh6fy@virginia.edu::7b839001-3b03-428b-90ec-19bb7df3303d" providerId="AD" clId="Web-{4C1670E7-1DBB-97BD-2B86-2315846BEF5F}" dt="2022-06-24T13:35:31.607" v="61" actId="20577"/>
      <pc:docMkLst>
        <pc:docMk/>
      </pc:docMkLst>
      <pc:sldChg chg="addSp delSp modSp">
        <pc:chgData name="Haskiell, Skylar Elise (seh6fy)" userId="S::seh6fy@virginia.edu::7b839001-3b03-428b-90ec-19bb7df3303d" providerId="AD" clId="Web-{4C1670E7-1DBB-97BD-2B86-2315846BEF5F}" dt="2022-06-24T13:31:52.304" v="6" actId="1076"/>
        <pc:sldMkLst>
          <pc:docMk/>
          <pc:sldMk cId="4291207776" sldId="259"/>
        </pc:sldMkLst>
        <pc:picChg chg="add mod">
          <ac:chgData name="Haskiell, Skylar Elise (seh6fy)" userId="S::seh6fy@virginia.edu::7b839001-3b03-428b-90ec-19bb7df3303d" providerId="AD" clId="Web-{4C1670E7-1DBB-97BD-2B86-2315846BEF5F}" dt="2022-06-24T13:31:52.304" v="6" actId="1076"/>
          <ac:picMkLst>
            <pc:docMk/>
            <pc:sldMk cId="4291207776" sldId="259"/>
            <ac:picMk id="3" creationId="{79F46B8A-7629-BF4C-BA11-FC7AFB38CF2F}"/>
          </ac:picMkLst>
        </pc:picChg>
        <pc:picChg chg="del">
          <ac:chgData name="Haskiell, Skylar Elise (seh6fy)" userId="S::seh6fy@virginia.edu::7b839001-3b03-428b-90ec-19bb7df3303d" providerId="AD" clId="Web-{4C1670E7-1DBB-97BD-2B86-2315846BEF5F}" dt="2022-06-24T13:31:15.287" v="2"/>
          <ac:picMkLst>
            <pc:docMk/>
            <pc:sldMk cId="4291207776" sldId="259"/>
            <ac:picMk id="7" creationId="{5EAEA131-46C8-3A4A-89F6-90629BF1F435}"/>
          </ac:picMkLst>
        </pc:picChg>
      </pc:sldChg>
      <pc:sldChg chg="addSp modSp">
        <pc:chgData name="Haskiell, Skylar Elise (seh6fy)" userId="S::seh6fy@virginia.edu::7b839001-3b03-428b-90ec-19bb7df3303d" providerId="AD" clId="Web-{4C1670E7-1DBB-97BD-2B86-2315846BEF5F}" dt="2022-06-24T13:35:31.607" v="61" actId="20577"/>
        <pc:sldMkLst>
          <pc:docMk/>
          <pc:sldMk cId="3021293076" sldId="268"/>
        </pc:sldMkLst>
        <pc:spChg chg="add mod">
          <ac:chgData name="Haskiell, Skylar Elise (seh6fy)" userId="S::seh6fy@virginia.edu::7b839001-3b03-428b-90ec-19bb7df3303d" providerId="AD" clId="Web-{4C1670E7-1DBB-97BD-2B86-2315846BEF5F}" dt="2022-06-24T13:35:31.607" v="61" actId="20577"/>
          <ac:spMkLst>
            <pc:docMk/>
            <pc:sldMk cId="3021293076" sldId="268"/>
            <ac:spMk id="4" creationId="{FE4C0C0A-C6EC-B964-92E0-365FDBD650DE}"/>
          </ac:spMkLst>
        </pc:spChg>
        <pc:picChg chg="mod">
          <ac:chgData name="Haskiell, Skylar Elise (seh6fy)" userId="S::seh6fy@virginia.edu::7b839001-3b03-428b-90ec-19bb7df3303d" providerId="AD" clId="Web-{4C1670E7-1DBB-97BD-2B86-2315846BEF5F}" dt="2022-06-24T13:27:56.204" v="0" actId="1076"/>
          <ac:picMkLst>
            <pc:docMk/>
            <pc:sldMk cId="3021293076" sldId="268"/>
            <ac:picMk id="2" creationId="{ACD965D4-357A-5579-A395-633FB87BABE6}"/>
          </ac:picMkLst>
        </pc:picChg>
      </pc:sldChg>
      <pc:sldChg chg="add">
        <pc:chgData name="Haskiell, Skylar Elise (seh6fy)" userId="S::seh6fy@virginia.edu::7b839001-3b03-428b-90ec-19bb7df3303d" providerId="AD" clId="Web-{4C1670E7-1DBB-97BD-2B86-2315846BEF5F}" dt="2022-06-24T13:28:24.517" v="1"/>
        <pc:sldMkLst>
          <pc:docMk/>
          <pc:sldMk cId="2187185239" sldId="272"/>
        </pc:sldMkLst>
      </pc:sldChg>
    </pc:docChg>
  </pc:docChgLst>
  <pc:docChgLst>
    <pc:chgData name="Haskiell, Skylar Elise (seh6fy)" userId="S::seh6fy@virginia.edu::7b839001-3b03-428b-90ec-19bb7df3303d" providerId="AD" clId="Web-{763D4B0A-077A-9CF3-5A79-88502FDEFF10}"/>
    <pc:docChg chg="addSld delSld modSld">
      <pc:chgData name="Haskiell, Skylar Elise (seh6fy)" userId="S::seh6fy@virginia.edu::7b839001-3b03-428b-90ec-19bb7df3303d" providerId="AD" clId="Web-{763D4B0A-077A-9CF3-5A79-88502FDEFF10}" dt="2022-06-23T16:52:55.602" v="988"/>
      <pc:docMkLst>
        <pc:docMk/>
      </pc:docMkLst>
      <pc:sldChg chg="modSp modNotes">
        <pc:chgData name="Haskiell, Skylar Elise (seh6fy)" userId="S::seh6fy@virginia.edu::7b839001-3b03-428b-90ec-19bb7df3303d" providerId="AD" clId="Web-{763D4B0A-077A-9CF3-5A79-88502FDEFF10}" dt="2022-06-23T16:48:24.223" v="817"/>
        <pc:sldMkLst>
          <pc:docMk/>
          <pc:sldMk cId="4291207776" sldId="259"/>
        </pc:sldMkLst>
        <pc:spChg chg="mod">
          <ac:chgData name="Haskiell, Skylar Elise (seh6fy)" userId="S::seh6fy@virginia.edu::7b839001-3b03-428b-90ec-19bb7df3303d" providerId="AD" clId="Web-{763D4B0A-077A-9CF3-5A79-88502FDEFF10}" dt="2022-06-23T16:04:28.350" v="6" actId="20577"/>
          <ac:spMkLst>
            <pc:docMk/>
            <pc:sldMk cId="4291207776" sldId="259"/>
            <ac:spMk id="2" creationId="{00000000-0000-0000-0000-000000000000}"/>
          </ac:spMkLst>
        </pc:spChg>
      </pc:sldChg>
      <pc:sldChg chg="mod modShow modNotes">
        <pc:chgData name="Haskiell, Skylar Elise (seh6fy)" userId="S::seh6fy@virginia.edu::7b839001-3b03-428b-90ec-19bb7df3303d" providerId="AD" clId="Web-{763D4B0A-077A-9CF3-5A79-88502FDEFF10}" dt="2022-06-23T16:52:55.602" v="988"/>
        <pc:sldMkLst>
          <pc:docMk/>
          <pc:sldMk cId="4272623993" sldId="260"/>
        </pc:sldMkLst>
      </pc:sldChg>
      <pc:sldChg chg="mod modShow modNotes">
        <pc:chgData name="Haskiell, Skylar Elise (seh6fy)" userId="S::seh6fy@virginia.edu::7b839001-3b03-428b-90ec-19bb7df3303d" providerId="AD" clId="Web-{763D4B0A-077A-9CF3-5A79-88502FDEFF10}" dt="2022-06-23T16:35:22.371" v="389"/>
        <pc:sldMkLst>
          <pc:docMk/>
          <pc:sldMk cId="2731477591" sldId="261"/>
        </pc:sldMkLst>
      </pc:sldChg>
      <pc:sldChg chg="modNotes">
        <pc:chgData name="Haskiell, Skylar Elise (seh6fy)" userId="S::seh6fy@virginia.edu::7b839001-3b03-428b-90ec-19bb7df3303d" providerId="AD" clId="Web-{763D4B0A-077A-9CF3-5A79-88502FDEFF10}" dt="2022-06-23T16:06:18.107" v="13"/>
        <pc:sldMkLst>
          <pc:docMk/>
          <pc:sldMk cId="599169828" sldId="263"/>
        </pc:sldMkLst>
      </pc:sldChg>
      <pc:sldChg chg="del mod modShow">
        <pc:chgData name="Haskiell, Skylar Elise (seh6fy)" userId="S::seh6fy@virginia.edu::7b839001-3b03-428b-90ec-19bb7df3303d" providerId="AD" clId="Web-{763D4B0A-077A-9CF3-5A79-88502FDEFF10}" dt="2022-06-23T16:14:26.110" v="127"/>
        <pc:sldMkLst>
          <pc:docMk/>
          <pc:sldMk cId="64472302" sldId="267"/>
        </pc:sldMkLst>
      </pc:sldChg>
      <pc:sldChg chg="delSp modSp add replId modNotes">
        <pc:chgData name="Haskiell, Skylar Elise (seh6fy)" userId="S::seh6fy@virginia.edu::7b839001-3b03-428b-90ec-19bb7df3303d" providerId="AD" clId="Web-{763D4B0A-077A-9CF3-5A79-88502FDEFF10}" dt="2022-06-23T16:40:45.894" v="481" actId="20577"/>
        <pc:sldMkLst>
          <pc:docMk/>
          <pc:sldMk cId="3021293076" sldId="268"/>
        </pc:sldMkLst>
        <pc:spChg chg="mod">
          <ac:chgData name="Haskiell, Skylar Elise (seh6fy)" userId="S::seh6fy@virginia.edu::7b839001-3b03-428b-90ec-19bb7df3303d" providerId="AD" clId="Web-{763D4B0A-077A-9CF3-5A79-88502FDEFF10}" dt="2022-06-23T16:07:13.220" v="23" actId="20577"/>
          <ac:spMkLst>
            <pc:docMk/>
            <pc:sldMk cId="3021293076" sldId="268"/>
            <ac:spMk id="3" creationId="{921E9A38-3F84-7894-3152-A30CB98E7E21}"/>
          </ac:spMkLst>
        </pc:spChg>
        <pc:spChg chg="mod">
          <ac:chgData name="Haskiell, Skylar Elise (seh6fy)" userId="S::seh6fy@virginia.edu::7b839001-3b03-428b-90ec-19bb7df3303d" providerId="AD" clId="Web-{763D4B0A-077A-9CF3-5A79-88502FDEFF10}" dt="2022-06-23T16:40:45.894" v="481" actId="20577"/>
          <ac:spMkLst>
            <pc:docMk/>
            <pc:sldMk cId="3021293076" sldId="268"/>
            <ac:spMk id="5" creationId="{C75A70F0-8151-3EE2-3BAA-6EDBF4DBFB54}"/>
          </ac:spMkLst>
        </pc:spChg>
        <pc:spChg chg="del mod">
          <ac:chgData name="Haskiell, Skylar Elise (seh6fy)" userId="S::seh6fy@virginia.edu::7b839001-3b03-428b-90ec-19bb7df3303d" providerId="AD" clId="Web-{763D4B0A-077A-9CF3-5A79-88502FDEFF10}" dt="2022-06-23T16:07:18.221" v="27"/>
          <ac:spMkLst>
            <pc:docMk/>
            <pc:sldMk cId="3021293076" sldId="268"/>
            <ac:spMk id="7" creationId="{D151650E-95E2-933F-9880-A1F1A97F39F0}"/>
          </ac:spMkLst>
        </pc:spChg>
        <pc:picChg chg="del">
          <ac:chgData name="Haskiell, Skylar Elise (seh6fy)" userId="S::seh6fy@virginia.edu::7b839001-3b03-428b-90ec-19bb7df3303d" providerId="AD" clId="Web-{763D4B0A-077A-9CF3-5A79-88502FDEFF10}" dt="2022-06-23T16:07:14.767" v="24"/>
          <ac:picMkLst>
            <pc:docMk/>
            <pc:sldMk cId="3021293076" sldId="268"/>
            <ac:picMk id="4" creationId="{DB46D8BB-5321-F223-C873-F8AB522DD17A}"/>
          </ac:picMkLst>
        </pc:picChg>
      </pc:sldChg>
      <pc:sldChg chg="modSp modNotes">
        <pc:chgData name="Haskiell, Skylar Elise (seh6fy)" userId="S::seh6fy@virginia.edu::7b839001-3b03-428b-90ec-19bb7df3303d" providerId="AD" clId="Web-{763D4B0A-077A-9CF3-5A79-88502FDEFF10}" dt="2022-06-23T16:36:45.533" v="475" actId="20577"/>
        <pc:sldMkLst>
          <pc:docMk/>
          <pc:sldMk cId="3183751240" sldId="269"/>
        </pc:sldMkLst>
        <pc:spChg chg="mod">
          <ac:chgData name="Haskiell, Skylar Elise (seh6fy)" userId="S::seh6fy@virginia.edu::7b839001-3b03-428b-90ec-19bb7df3303d" providerId="AD" clId="Web-{763D4B0A-077A-9CF3-5A79-88502FDEFF10}" dt="2022-06-23T16:36:45.533" v="475" actId="20577"/>
          <ac:spMkLst>
            <pc:docMk/>
            <pc:sldMk cId="3183751240" sldId="269"/>
            <ac:spMk id="3" creationId="{3E638C77-33A7-C12A-9552-DE501E5CA847}"/>
          </ac:spMkLst>
        </pc:spChg>
      </pc:sldChg>
      <pc:sldChg chg="addSp delSp modSp add del replId">
        <pc:chgData name="Haskiell, Skylar Elise (seh6fy)" userId="S::seh6fy@virginia.edu::7b839001-3b03-428b-90ec-19bb7df3303d" providerId="AD" clId="Web-{763D4B0A-077A-9CF3-5A79-88502FDEFF10}" dt="2022-06-23T16:21:05.263" v="178"/>
        <pc:sldMkLst>
          <pc:docMk/>
          <pc:sldMk cId="872493870" sldId="270"/>
        </pc:sldMkLst>
        <pc:spChg chg="add del mod">
          <ac:chgData name="Haskiell, Skylar Elise (seh6fy)" userId="S::seh6fy@virginia.edu::7b839001-3b03-428b-90ec-19bb7df3303d" providerId="AD" clId="Web-{763D4B0A-077A-9CF3-5A79-88502FDEFF10}" dt="2022-06-23T16:17:40.265" v="157"/>
          <ac:spMkLst>
            <pc:docMk/>
            <pc:sldMk cId="872493870" sldId="270"/>
            <ac:spMk id="2" creationId="{6578FBCC-BF99-EEF9-D1C9-9E860EFF5C03}"/>
          </ac:spMkLst>
        </pc:spChg>
        <pc:spChg chg="mod">
          <ac:chgData name="Haskiell, Skylar Elise (seh6fy)" userId="S::seh6fy@virginia.edu::7b839001-3b03-428b-90ec-19bb7df3303d" providerId="AD" clId="Web-{763D4B0A-077A-9CF3-5A79-88502FDEFF10}" dt="2022-06-23T16:20:38.387" v="175" actId="20577"/>
          <ac:spMkLst>
            <pc:docMk/>
            <pc:sldMk cId="872493870" sldId="270"/>
            <ac:spMk id="3" creationId="{3E638C77-33A7-C12A-9552-DE501E5CA847}"/>
          </ac:spMkLst>
        </pc:spChg>
        <pc:spChg chg="mod">
          <ac:chgData name="Haskiell, Skylar Elise (seh6fy)" userId="S::seh6fy@virginia.edu::7b839001-3b03-428b-90ec-19bb7df3303d" providerId="AD" clId="Web-{763D4B0A-077A-9CF3-5A79-88502FDEFF10}" dt="2022-06-23T16:16:44.479" v="154" actId="20577"/>
          <ac:spMkLst>
            <pc:docMk/>
            <pc:sldMk cId="872493870" sldId="270"/>
            <ac:spMk id="4" creationId="{EC72E54B-31C4-F625-12EE-7874D8F607C2}"/>
          </ac:spMkLst>
        </pc:spChg>
        <pc:spChg chg="add">
          <ac:chgData name="Haskiell, Skylar Elise (seh6fy)" userId="S::seh6fy@virginia.edu::7b839001-3b03-428b-90ec-19bb7df3303d" providerId="AD" clId="Web-{763D4B0A-077A-9CF3-5A79-88502FDEFF10}" dt="2022-06-23T16:20:21.417" v="164"/>
          <ac:spMkLst>
            <pc:docMk/>
            <pc:sldMk cId="872493870" sldId="270"/>
            <ac:spMk id="7" creationId="{7A49A1DD-C36E-D9C2-929D-19540EB3D285}"/>
          </ac:spMkLst>
        </pc:spChg>
        <pc:graphicFrameChg chg="add del">
          <ac:chgData name="Haskiell, Skylar Elise (seh6fy)" userId="S::seh6fy@virginia.edu::7b839001-3b03-428b-90ec-19bb7df3303d" providerId="AD" clId="Web-{763D4B0A-077A-9CF3-5A79-88502FDEFF10}" dt="2022-06-23T16:20:14.088" v="163"/>
          <ac:graphicFrameMkLst>
            <pc:docMk/>
            <pc:sldMk cId="872493870" sldId="270"/>
            <ac:graphicFrameMk id="6" creationId="{298B5AA5-127A-922D-9B7D-3D0FD46393D8}"/>
          </ac:graphicFrameMkLst>
        </pc:graphicFrameChg>
        <pc:picChg chg="add mod">
          <ac:chgData name="Haskiell, Skylar Elise (seh6fy)" userId="S::seh6fy@virginia.edu::7b839001-3b03-428b-90ec-19bb7df3303d" providerId="AD" clId="Web-{763D4B0A-077A-9CF3-5A79-88502FDEFF10}" dt="2022-06-23T16:20:43.264" v="177" actId="1076"/>
          <ac:picMkLst>
            <pc:docMk/>
            <pc:sldMk cId="872493870" sldId="270"/>
            <ac:picMk id="5" creationId="{D0BFF743-2E80-2015-0BA1-442DD916C109}"/>
          </ac:picMkLst>
        </pc:picChg>
      </pc:sldChg>
      <pc:sldChg chg="delSp modSp modNotes">
        <pc:chgData name="Haskiell, Skylar Elise (seh6fy)" userId="S::seh6fy@virginia.edu::7b839001-3b03-428b-90ec-19bb7df3303d" providerId="AD" clId="Web-{763D4B0A-077A-9CF3-5A79-88502FDEFF10}" dt="2022-06-23T16:23:44.634" v="270"/>
        <pc:sldMkLst>
          <pc:docMk/>
          <pc:sldMk cId="1902996460" sldId="271"/>
        </pc:sldMkLst>
        <pc:spChg chg="mod">
          <ac:chgData name="Haskiell, Skylar Elise (seh6fy)" userId="S::seh6fy@virginia.edu::7b839001-3b03-428b-90ec-19bb7df3303d" providerId="AD" clId="Web-{763D4B0A-077A-9CF3-5A79-88502FDEFF10}" dt="2022-06-23T16:21:52.173" v="228" actId="20577"/>
          <ac:spMkLst>
            <pc:docMk/>
            <pc:sldMk cId="1902996460" sldId="271"/>
            <ac:spMk id="2" creationId="{4E5B30D1-2186-A091-E638-457A555EE789}"/>
          </ac:spMkLst>
        </pc:spChg>
        <pc:spChg chg="mod">
          <ac:chgData name="Haskiell, Skylar Elise (seh6fy)" userId="S::seh6fy@virginia.edu::7b839001-3b03-428b-90ec-19bb7df3303d" providerId="AD" clId="Web-{763D4B0A-077A-9CF3-5A79-88502FDEFF10}" dt="2022-06-23T16:21:52.657" v="229" actId="20577"/>
          <ac:spMkLst>
            <pc:docMk/>
            <pc:sldMk cId="1902996460" sldId="271"/>
            <ac:spMk id="3" creationId="{3E638C77-33A7-C12A-9552-DE501E5CA847}"/>
          </ac:spMkLst>
        </pc:spChg>
        <pc:picChg chg="del mod">
          <ac:chgData name="Haskiell, Skylar Elise (seh6fy)" userId="S::seh6fy@virginia.edu::7b839001-3b03-428b-90ec-19bb7df3303d" providerId="AD" clId="Web-{763D4B0A-077A-9CF3-5A79-88502FDEFF10}" dt="2022-06-23T16:23:44.634" v="270"/>
          <ac:picMkLst>
            <pc:docMk/>
            <pc:sldMk cId="1902996460" sldId="271"/>
            <ac:picMk id="5" creationId="{D0BFF743-2E80-2015-0BA1-442DD916C109}"/>
          </ac:picMkLst>
        </pc:picChg>
      </pc:sldChg>
    </pc:docChg>
  </pc:docChgLst>
  <pc:docChgLst>
    <pc:chgData name="Haskiell, Skylar Elise (seh6fy)" userId="S::seh6fy@virginia.edu::7b839001-3b03-428b-90ec-19bb7df3303d" providerId="AD" clId="Web-{0D558100-FE88-6401-8B4E-B10DBEBB28B2}"/>
    <pc:docChg chg="addSld delSld modSld sldOrd">
      <pc:chgData name="Haskiell, Skylar Elise (seh6fy)" userId="S::seh6fy@virginia.edu::7b839001-3b03-428b-90ec-19bb7df3303d" providerId="AD" clId="Web-{0D558100-FE88-6401-8B4E-B10DBEBB28B2}" dt="2022-06-27T12:34:24.940" v="107"/>
      <pc:docMkLst>
        <pc:docMk/>
      </pc:docMkLst>
      <pc:sldChg chg="modNotes">
        <pc:chgData name="Haskiell, Skylar Elise (seh6fy)" userId="S::seh6fy@virginia.edu::7b839001-3b03-428b-90ec-19bb7df3303d" providerId="AD" clId="Web-{0D558100-FE88-6401-8B4E-B10DBEBB28B2}" dt="2022-06-26T23:40:05.505" v="3"/>
        <pc:sldMkLst>
          <pc:docMk/>
          <pc:sldMk cId="529787353" sldId="258"/>
        </pc:sldMkLst>
      </pc:sldChg>
      <pc:sldChg chg="modNotes">
        <pc:chgData name="Haskiell, Skylar Elise (seh6fy)" userId="S::seh6fy@virginia.edu::7b839001-3b03-428b-90ec-19bb7df3303d" providerId="AD" clId="Web-{0D558100-FE88-6401-8B4E-B10DBEBB28B2}" dt="2022-06-26T23:40:16.584" v="9"/>
        <pc:sldMkLst>
          <pc:docMk/>
          <pc:sldMk cId="4291207776" sldId="259"/>
        </pc:sldMkLst>
      </pc:sldChg>
      <pc:sldChg chg="modNotes">
        <pc:chgData name="Haskiell, Skylar Elise (seh6fy)" userId="S::seh6fy@virginia.edu::7b839001-3b03-428b-90ec-19bb7df3303d" providerId="AD" clId="Web-{0D558100-FE88-6401-8B4E-B10DBEBB28B2}" dt="2022-06-26T23:40:24.896" v="17"/>
        <pc:sldMkLst>
          <pc:docMk/>
          <pc:sldMk cId="4272623993" sldId="260"/>
        </pc:sldMkLst>
      </pc:sldChg>
      <pc:sldChg chg="modNotes">
        <pc:chgData name="Haskiell, Skylar Elise (seh6fy)" userId="S::seh6fy@virginia.edu::7b839001-3b03-428b-90ec-19bb7df3303d" providerId="AD" clId="Web-{0D558100-FE88-6401-8B4E-B10DBEBB28B2}" dt="2022-06-26T23:41:30.857" v="50"/>
        <pc:sldMkLst>
          <pc:docMk/>
          <pc:sldMk cId="2731477591" sldId="261"/>
        </pc:sldMkLst>
      </pc:sldChg>
      <pc:sldChg chg="modNotes">
        <pc:chgData name="Haskiell, Skylar Elise (seh6fy)" userId="S::seh6fy@virginia.edu::7b839001-3b03-428b-90ec-19bb7df3303d" providerId="AD" clId="Web-{0D558100-FE88-6401-8B4E-B10DBEBB28B2}" dt="2022-06-26T23:40:49.135" v="31"/>
        <pc:sldMkLst>
          <pc:docMk/>
          <pc:sldMk cId="599169828" sldId="263"/>
        </pc:sldMkLst>
      </pc:sldChg>
      <pc:sldChg chg="modNotes">
        <pc:chgData name="Haskiell, Skylar Elise (seh6fy)" userId="S::seh6fy@virginia.edu::7b839001-3b03-428b-90ec-19bb7df3303d" providerId="AD" clId="Web-{0D558100-FE88-6401-8B4E-B10DBEBB28B2}" dt="2022-06-26T23:40:56.198" v="38"/>
        <pc:sldMkLst>
          <pc:docMk/>
          <pc:sldMk cId="3555598073" sldId="264"/>
        </pc:sldMkLst>
      </pc:sldChg>
      <pc:sldChg chg="modNotes">
        <pc:chgData name="Haskiell, Skylar Elise (seh6fy)" userId="S::seh6fy@virginia.edu::7b839001-3b03-428b-90ec-19bb7df3303d" providerId="AD" clId="Web-{0D558100-FE88-6401-8B4E-B10DBEBB28B2}" dt="2022-06-26T23:41:51.998" v="58"/>
        <pc:sldMkLst>
          <pc:docMk/>
          <pc:sldMk cId="1135110768" sldId="266"/>
        </pc:sldMkLst>
      </pc:sldChg>
      <pc:sldChg chg="modNotes">
        <pc:chgData name="Haskiell, Skylar Elise (seh6fy)" userId="S::seh6fy@virginia.edu::7b839001-3b03-428b-90ec-19bb7df3303d" providerId="AD" clId="Web-{0D558100-FE88-6401-8B4E-B10DBEBB28B2}" dt="2022-06-26T23:41:06.325" v="45"/>
        <pc:sldMkLst>
          <pc:docMk/>
          <pc:sldMk cId="3021293076" sldId="268"/>
        </pc:sldMkLst>
      </pc:sldChg>
      <pc:sldChg chg="modNotes">
        <pc:chgData name="Haskiell, Skylar Elise (seh6fy)" userId="S::seh6fy@virginia.edu::7b839001-3b03-428b-90ec-19bb7df3303d" providerId="AD" clId="Web-{0D558100-FE88-6401-8B4E-B10DBEBB28B2}" dt="2022-06-26T23:42:07.280" v="72"/>
        <pc:sldMkLst>
          <pc:docMk/>
          <pc:sldMk cId="3183751240" sldId="269"/>
        </pc:sldMkLst>
      </pc:sldChg>
      <pc:sldChg chg="modNotes">
        <pc:chgData name="Haskiell, Skylar Elise (seh6fy)" userId="S::seh6fy@virginia.edu::7b839001-3b03-428b-90ec-19bb7df3303d" providerId="AD" clId="Web-{0D558100-FE88-6401-8B4E-B10DBEBB28B2}" dt="2022-06-26T23:42:01.639" v="67"/>
        <pc:sldMkLst>
          <pc:docMk/>
          <pc:sldMk cId="1902996460" sldId="271"/>
        </pc:sldMkLst>
      </pc:sldChg>
      <pc:sldChg chg="addSp delSp modSp new ord modNotes">
        <pc:chgData name="Haskiell, Skylar Elise (seh6fy)" userId="S::seh6fy@virginia.edu::7b839001-3b03-428b-90ec-19bb7df3303d" providerId="AD" clId="Web-{0D558100-FE88-6401-8B4E-B10DBEBB28B2}" dt="2022-06-27T12:34:24.940" v="107"/>
        <pc:sldMkLst>
          <pc:docMk/>
          <pc:sldMk cId="199898858" sldId="275"/>
        </pc:sldMkLst>
        <pc:spChg chg="add mod">
          <ac:chgData name="Haskiell, Skylar Elise (seh6fy)" userId="S::seh6fy@virginia.edu::7b839001-3b03-428b-90ec-19bb7df3303d" providerId="AD" clId="Web-{0D558100-FE88-6401-8B4E-B10DBEBB28B2}" dt="2022-06-27T12:31:43.903" v="94" actId="20577"/>
          <ac:spMkLst>
            <pc:docMk/>
            <pc:sldMk cId="199898858" sldId="275"/>
            <ac:spMk id="2" creationId="{8682376D-28E3-4197-FFA3-55CA0B6716D6}"/>
          </ac:spMkLst>
        </pc:spChg>
        <pc:spChg chg="add mod">
          <ac:chgData name="Haskiell, Skylar Elise (seh6fy)" userId="S::seh6fy@virginia.edu::7b839001-3b03-428b-90ec-19bb7df3303d" providerId="AD" clId="Web-{0D558100-FE88-6401-8B4E-B10DBEBB28B2}" dt="2022-06-27T12:32:48.952" v="104" actId="14100"/>
          <ac:spMkLst>
            <pc:docMk/>
            <pc:sldMk cId="199898858" sldId="275"/>
            <ac:spMk id="7" creationId="{987C0ADC-0699-1C29-3AC9-210FE9E2D00D}"/>
          </ac:spMkLst>
        </pc:spChg>
        <pc:picChg chg="mod">
          <ac:chgData name="Haskiell, Skylar Elise (seh6fy)" userId="S::seh6fy@virginia.edu::7b839001-3b03-428b-90ec-19bb7df3303d" providerId="AD" clId="Web-{0D558100-FE88-6401-8B4E-B10DBEBB28B2}" dt="2022-06-27T12:32:43.874" v="103" actId="14100"/>
          <ac:picMkLst>
            <pc:docMk/>
            <pc:sldMk cId="199898858" sldId="275"/>
            <ac:picMk id="3" creationId="{B927A2DC-5BED-EEC8-442D-5264FB5E4848}"/>
          </ac:picMkLst>
        </pc:picChg>
        <pc:picChg chg="add del mod">
          <ac:chgData name="Haskiell, Skylar Elise (seh6fy)" userId="S::seh6fy@virginia.edu::7b839001-3b03-428b-90ec-19bb7df3303d" providerId="AD" clId="Web-{0D558100-FE88-6401-8B4E-B10DBEBB28B2}" dt="2022-06-27T12:32:04.201" v="96"/>
          <ac:picMkLst>
            <pc:docMk/>
            <pc:sldMk cId="199898858" sldId="275"/>
            <ac:picMk id="4" creationId="{D72BF29B-ED5D-0512-908D-8F18A9B48748}"/>
          </ac:picMkLst>
        </pc:picChg>
        <pc:picChg chg="add mod">
          <ac:chgData name="Haskiell, Skylar Elise (seh6fy)" userId="S::seh6fy@virginia.edu::7b839001-3b03-428b-90ec-19bb7df3303d" providerId="AD" clId="Web-{0D558100-FE88-6401-8B4E-B10DBEBB28B2}" dt="2022-06-27T12:32:17.326" v="98" actId="1076"/>
          <ac:picMkLst>
            <pc:docMk/>
            <pc:sldMk cId="199898858" sldId="275"/>
            <ac:picMk id="6" creationId="{F7A34092-5E84-3AE1-0A49-DB31671ACF5B}"/>
          </ac:picMkLst>
        </pc:picChg>
      </pc:sldChg>
      <pc:sldChg chg="new del">
        <pc:chgData name="Haskiell, Skylar Elise (seh6fy)" userId="S::seh6fy@virginia.edu::7b839001-3b03-428b-90ec-19bb7df3303d" providerId="AD" clId="Web-{0D558100-FE88-6401-8B4E-B10DBEBB28B2}" dt="2022-06-27T12:30:40.558" v="74"/>
        <pc:sldMkLst>
          <pc:docMk/>
          <pc:sldMk cId="322826298" sldId="275"/>
        </pc:sldMkLst>
      </pc:sldChg>
    </pc:docChg>
  </pc:docChgLst>
  <pc:docChgLst>
    <pc:chgData name="Olsson, Kristian Naoki (kno5cac)" userId="S::kno5cac@virginia.edu::b68c0803-24aa-4b0a-b1a1-d486f53718a7" providerId="AD" clId="Web-{17966822-0435-0095-53CE-31B5CBA51817}"/>
    <pc:docChg chg="addSld delSld modSld">
      <pc:chgData name="Olsson, Kristian Naoki (kno5cac)" userId="S::kno5cac@virginia.edu::b68c0803-24aa-4b0a-b1a1-d486f53718a7" providerId="AD" clId="Web-{17966822-0435-0095-53CE-31B5CBA51817}" dt="2022-06-24T13:40:33.532" v="831" actId="1076"/>
      <pc:docMkLst>
        <pc:docMk/>
      </pc:docMkLst>
      <pc:sldChg chg="modSp">
        <pc:chgData name="Olsson, Kristian Naoki (kno5cac)" userId="S::kno5cac@virginia.edu::b68c0803-24aa-4b0a-b1a1-d486f53718a7" providerId="AD" clId="Web-{17966822-0435-0095-53CE-31B5CBA51817}" dt="2022-06-23T16:02:43.620" v="69" actId="20577"/>
        <pc:sldMkLst>
          <pc:docMk/>
          <pc:sldMk cId="4291207776" sldId="259"/>
        </pc:sldMkLst>
        <pc:spChg chg="mod">
          <ac:chgData name="Olsson, Kristian Naoki (kno5cac)" userId="S::kno5cac@virginia.edu::b68c0803-24aa-4b0a-b1a1-d486f53718a7" providerId="AD" clId="Web-{17966822-0435-0095-53CE-31B5CBA51817}" dt="2022-06-23T16:02:43.620" v="69" actId="20577"/>
          <ac:spMkLst>
            <pc:docMk/>
            <pc:sldMk cId="4291207776" sldId="259"/>
            <ac:spMk id="2" creationId="{00000000-0000-0000-0000-000000000000}"/>
          </ac:spMkLst>
        </pc:spChg>
      </pc:sldChg>
      <pc:sldChg chg="modSp">
        <pc:chgData name="Olsson, Kristian Naoki (kno5cac)" userId="S::kno5cac@virginia.edu::b68c0803-24aa-4b0a-b1a1-d486f53718a7" providerId="AD" clId="Web-{17966822-0435-0095-53CE-31B5CBA51817}" dt="2022-06-24T13:40:33.532" v="831" actId="1076"/>
        <pc:sldMkLst>
          <pc:docMk/>
          <pc:sldMk cId="2731477591" sldId="261"/>
        </pc:sldMkLst>
        <pc:spChg chg="mod">
          <ac:chgData name="Olsson, Kristian Naoki (kno5cac)" userId="S::kno5cac@virginia.edu::b68c0803-24aa-4b0a-b1a1-d486f53718a7" providerId="AD" clId="Web-{17966822-0435-0095-53CE-31B5CBA51817}" dt="2022-06-24T13:40:33.532" v="831" actId="1076"/>
          <ac:spMkLst>
            <pc:docMk/>
            <pc:sldMk cId="2731477591" sldId="261"/>
            <ac:spMk id="9" creationId="{ED64541F-E98C-14E1-2115-D3A00B2103C5}"/>
          </ac:spMkLst>
        </pc:spChg>
      </pc:sldChg>
      <pc:sldChg chg="addSp modSp">
        <pc:chgData name="Olsson, Kristian Naoki (kno5cac)" userId="S::kno5cac@virginia.edu::b68c0803-24aa-4b0a-b1a1-d486f53718a7" providerId="AD" clId="Web-{17966822-0435-0095-53CE-31B5CBA51817}" dt="2022-06-23T16:37:27.159" v="830" actId="1076"/>
        <pc:sldMkLst>
          <pc:docMk/>
          <pc:sldMk cId="3021293076" sldId="268"/>
        </pc:sldMkLst>
        <pc:spChg chg="mod">
          <ac:chgData name="Olsson, Kristian Naoki (kno5cac)" userId="S::kno5cac@virginia.edu::b68c0803-24aa-4b0a-b1a1-d486f53718a7" providerId="AD" clId="Web-{17966822-0435-0095-53CE-31B5CBA51817}" dt="2022-06-23T16:37:18.331" v="825" actId="14100"/>
          <ac:spMkLst>
            <pc:docMk/>
            <pc:sldMk cId="3021293076" sldId="268"/>
            <ac:spMk id="5" creationId="{C75A70F0-8151-3EE2-3BAA-6EDBF4DBFB54}"/>
          </ac:spMkLst>
        </pc:spChg>
        <pc:picChg chg="add mod">
          <ac:chgData name="Olsson, Kristian Naoki (kno5cac)" userId="S::kno5cac@virginia.edu::b68c0803-24aa-4b0a-b1a1-d486f53718a7" providerId="AD" clId="Web-{17966822-0435-0095-53CE-31B5CBA51817}" dt="2022-06-23T16:37:27.159" v="830" actId="1076"/>
          <ac:picMkLst>
            <pc:docMk/>
            <pc:sldMk cId="3021293076" sldId="268"/>
            <ac:picMk id="2" creationId="{ACD965D4-357A-5579-A395-633FB87BABE6}"/>
          </ac:picMkLst>
        </pc:picChg>
      </pc:sldChg>
      <pc:sldChg chg="modSp add replId">
        <pc:chgData name="Olsson, Kristian Naoki (kno5cac)" userId="S::kno5cac@virginia.edu::b68c0803-24aa-4b0a-b1a1-d486f53718a7" providerId="AD" clId="Web-{17966822-0435-0095-53CE-31B5CBA51817}" dt="2022-06-23T16:35:33.798" v="824" actId="20577"/>
        <pc:sldMkLst>
          <pc:docMk/>
          <pc:sldMk cId="3183751240" sldId="269"/>
        </pc:sldMkLst>
        <pc:spChg chg="mod">
          <ac:chgData name="Olsson, Kristian Naoki (kno5cac)" userId="S::kno5cac@virginia.edu::b68c0803-24aa-4b0a-b1a1-d486f53718a7" providerId="AD" clId="Web-{17966822-0435-0095-53CE-31B5CBA51817}" dt="2022-06-23T16:35:33.798" v="824" actId="20577"/>
          <ac:spMkLst>
            <pc:docMk/>
            <pc:sldMk cId="3183751240" sldId="269"/>
            <ac:spMk id="3" creationId="{3E638C77-33A7-C12A-9552-DE501E5CA847}"/>
          </ac:spMkLst>
        </pc:spChg>
        <pc:spChg chg="mod">
          <ac:chgData name="Olsson, Kristian Naoki (kno5cac)" userId="S::kno5cac@virginia.edu::b68c0803-24aa-4b0a-b1a1-d486f53718a7" providerId="AD" clId="Web-{17966822-0435-0095-53CE-31B5CBA51817}" dt="2022-06-23T16:11:16.505" v="76" actId="20577"/>
          <ac:spMkLst>
            <pc:docMk/>
            <pc:sldMk cId="3183751240" sldId="269"/>
            <ac:spMk id="4" creationId="{EC72E54B-31C4-F625-12EE-7874D8F607C2}"/>
          </ac:spMkLst>
        </pc:spChg>
      </pc:sldChg>
      <pc:sldChg chg="modSp">
        <pc:chgData name="Olsson, Kristian Naoki (kno5cac)" userId="S::kno5cac@virginia.edu::b68c0803-24aa-4b0a-b1a1-d486f53718a7" providerId="AD" clId="Web-{17966822-0435-0095-53CE-31B5CBA51817}" dt="2022-06-23T16:20:44.969" v="322" actId="14100"/>
        <pc:sldMkLst>
          <pc:docMk/>
          <pc:sldMk cId="872493870" sldId="270"/>
        </pc:sldMkLst>
        <pc:spChg chg="mod">
          <ac:chgData name="Olsson, Kristian Naoki (kno5cac)" userId="S::kno5cac@virginia.edu::b68c0803-24aa-4b0a-b1a1-d486f53718a7" providerId="AD" clId="Web-{17966822-0435-0095-53CE-31B5CBA51817}" dt="2022-06-23T16:20:44.969" v="322" actId="14100"/>
          <ac:spMkLst>
            <pc:docMk/>
            <pc:sldMk cId="872493870" sldId="270"/>
            <ac:spMk id="3" creationId="{3E638C77-33A7-C12A-9552-DE501E5CA847}"/>
          </ac:spMkLst>
        </pc:spChg>
      </pc:sldChg>
      <pc:sldChg chg="addSp delSp modSp add replId">
        <pc:chgData name="Olsson, Kristian Naoki (kno5cac)" userId="S::kno5cac@virginia.edu::b68c0803-24aa-4b0a-b1a1-d486f53718a7" providerId="AD" clId="Web-{17966822-0435-0095-53CE-31B5CBA51817}" dt="2022-06-23T16:34:25.765" v="777" actId="1076"/>
        <pc:sldMkLst>
          <pc:docMk/>
          <pc:sldMk cId="1902996460" sldId="271"/>
        </pc:sldMkLst>
        <pc:spChg chg="add mod">
          <ac:chgData name="Olsson, Kristian Naoki (kno5cac)" userId="S::kno5cac@virginia.edu::b68c0803-24aa-4b0a-b1a1-d486f53718a7" providerId="AD" clId="Web-{17966822-0435-0095-53CE-31B5CBA51817}" dt="2022-06-23T16:33:58.827" v="772" actId="1076"/>
          <ac:spMkLst>
            <pc:docMk/>
            <pc:sldMk cId="1902996460" sldId="271"/>
            <ac:spMk id="2" creationId="{4E5B30D1-2186-A091-E638-457A555EE789}"/>
          </ac:spMkLst>
        </pc:spChg>
        <pc:spChg chg="mod">
          <ac:chgData name="Olsson, Kristian Naoki (kno5cac)" userId="S::kno5cac@virginia.edu::b68c0803-24aa-4b0a-b1a1-d486f53718a7" providerId="AD" clId="Web-{17966822-0435-0095-53CE-31B5CBA51817}" dt="2022-06-23T16:33:58.812" v="771" actId="1076"/>
          <ac:spMkLst>
            <pc:docMk/>
            <pc:sldMk cId="1902996460" sldId="271"/>
            <ac:spMk id="3" creationId="{3E638C77-33A7-C12A-9552-DE501E5CA847}"/>
          </ac:spMkLst>
        </pc:spChg>
        <pc:spChg chg="mod">
          <ac:chgData name="Olsson, Kristian Naoki (kno5cac)" userId="S::kno5cac@virginia.edu::b68c0803-24aa-4b0a-b1a1-d486f53718a7" providerId="AD" clId="Web-{17966822-0435-0095-53CE-31B5CBA51817}" dt="2022-06-23T16:34:25.765" v="777" actId="1076"/>
          <ac:spMkLst>
            <pc:docMk/>
            <pc:sldMk cId="1902996460" sldId="271"/>
            <ac:spMk id="4" creationId="{EC72E54B-31C4-F625-12EE-7874D8F607C2}"/>
          </ac:spMkLst>
        </pc:spChg>
        <pc:spChg chg="add mod">
          <ac:chgData name="Olsson, Kristian Naoki (kno5cac)" userId="S::kno5cac@virginia.edu::b68c0803-24aa-4b0a-b1a1-d486f53718a7" providerId="AD" clId="Web-{17966822-0435-0095-53CE-31B5CBA51817}" dt="2022-06-23T16:33:41.608" v="770" actId="20577"/>
          <ac:spMkLst>
            <pc:docMk/>
            <pc:sldMk cId="1902996460" sldId="271"/>
            <ac:spMk id="6" creationId="{82423C2B-B312-EF34-1C65-F7279E16CD35}"/>
          </ac:spMkLst>
        </pc:spChg>
        <pc:spChg chg="del">
          <ac:chgData name="Olsson, Kristian Naoki (kno5cac)" userId="S::kno5cac@virginia.edu::b68c0803-24aa-4b0a-b1a1-d486f53718a7" providerId="AD" clId="Web-{17966822-0435-0095-53CE-31B5CBA51817}" dt="2022-06-23T16:20:50.328" v="324"/>
          <ac:spMkLst>
            <pc:docMk/>
            <pc:sldMk cId="1902996460" sldId="271"/>
            <ac:spMk id="7" creationId="{7A49A1DD-C36E-D9C2-929D-19540EB3D285}"/>
          </ac:spMkLst>
        </pc:spChg>
      </pc:sldChg>
      <pc:sldChg chg="add del replId">
        <pc:chgData name="Olsson, Kristian Naoki (kno5cac)" userId="S::kno5cac@virginia.edu::b68c0803-24aa-4b0a-b1a1-d486f53718a7" providerId="AD" clId="Web-{17966822-0435-0095-53CE-31B5CBA51817}" dt="2022-06-23T16:20:39.562" v="321"/>
        <pc:sldMkLst>
          <pc:docMk/>
          <pc:sldMk cId="2405296753" sldId="271"/>
        </pc:sldMkLst>
      </pc:sldChg>
    </pc:docChg>
  </pc:docChgLst>
  <pc:docChgLst>
    <pc:chgData name="Olsson, Kristian Naoki (kno5cac)" userId="S::kno5cac@virginia.edu::b68c0803-24aa-4b0a-b1a1-d486f53718a7" providerId="AD" clId="Web-{698E4D09-3A6F-76D5-D361-BBD906E4AF6F}"/>
    <pc:docChg chg="addSld delSld modSld">
      <pc:chgData name="Olsson, Kristian Naoki (kno5cac)" userId="S::kno5cac@virginia.edu::b68c0803-24aa-4b0a-b1a1-d486f53718a7" providerId="AD" clId="Web-{698E4D09-3A6F-76D5-D361-BBD906E4AF6F}" dt="2022-06-27T14:18:29.612" v="2703"/>
      <pc:docMkLst>
        <pc:docMk/>
      </pc:docMkLst>
      <pc:sldChg chg="modNotes">
        <pc:chgData name="Olsson, Kristian Naoki (kno5cac)" userId="S::kno5cac@virginia.edu::b68c0803-24aa-4b0a-b1a1-d486f53718a7" providerId="AD" clId="Web-{698E4D09-3A6F-76D5-D361-BBD906E4AF6F}" dt="2022-06-27T14:18:29.612" v="2703"/>
        <pc:sldMkLst>
          <pc:docMk/>
          <pc:sldMk cId="2731477591" sldId="261"/>
        </pc:sldMkLst>
      </pc:sldChg>
      <pc:sldChg chg="modSp modNotes">
        <pc:chgData name="Olsson, Kristian Naoki (kno5cac)" userId="S::kno5cac@virginia.edu::b68c0803-24aa-4b0a-b1a1-d486f53718a7" providerId="AD" clId="Web-{698E4D09-3A6F-76D5-D361-BBD906E4AF6F}" dt="2022-06-27T13:36:45.193" v="2537"/>
        <pc:sldMkLst>
          <pc:docMk/>
          <pc:sldMk cId="599169828" sldId="263"/>
        </pc:sldMkLst>
        <pc:spChg chg="mod">
          <ac:chgData name="Olsson, Kristian Naoki (kno5cac)" userId="S::kno5cac@virginia.edu::b68c0803-24aa-4b0a-b1a1-d486f53718a7" providerId="AD" clId="Web-{698E4D09-3A6F-76D5-D361-BBD906E4AF6F}" dt="2022-06-27T04:07:23.741" v="73" actId="20577"/>
          <ac:spMkLst>
            <pc:docMk/>
            <pc:sldMk cId="599169828" sldId="263"/>
            <ac:spMk id="5" creationId="{C75A70F0-8151-3EE2-3BAA-6EDBF4DBFB54}"/>
          </ac:spMkLst>
        </pc:spChg>
        <pc:picChg chg="mod">
          <ac:chgData name="Olsson, Kristian Naoki (kno5cac)" userId="S::kno5cac@virginia.edu::b68c0803-24aa-4b0a-b1a1-d486f53718a7" providerId="AD" clId="Web-{698E4D09-3A6F-76D5-D361-BBD906E4AF6F}" dt="2022-06-27T04:07:25.506" v="74" actId="14100"/>
          <ac:picMkLst>
            <pc:docMk/>
            <pc:sldMk cId="599169828" sldId="263"/>
            <ac:picMk id="2" creationId="{6A317917-73E4-A648-9D05-DCABFB2F7FB9}"/>
          </ac:picMkLst>
        </pc:picChg>
      </pc:sldChg>
      <pc:sldChg chg="modSp modNotes">
        <pc:chgData name="Olsson, Kristian Naoki (kno5cac)" userId="S::kno5cac@virginia.edu::b68c0803-24aa-4b0a-b1a1-d486f53718a7" providerId="AD" clId="Web-{698E4D09-3A6F-76D5-D361-BBD906E4AF6F}" dt="2022-06-27T13:26:25.210" v="1863"/>
        <pc:sldMkLst>
          <pc:docMk/>
          <pc:sldMk cId="3555598073" sldId="264"/>
        </pc:sldMkLst>
        <pc:spChg chg="mod">
          <ac:chgData name="Olsson, Kristian Naoki (kno5cac)" userId="S::kno5cac@virginia.edu::b68c0803-24aa-4b0a-b1a1-d486f53718a7" providerId="AD" clId="Web-{698E4D09-3A6F-76D5-D361-BBD906E4AF6F}" dt="2022-06-27T05:35:45.044" v="250" actId="20577"/>
          <ac:spMkLst>
            <pc:docMk/>
            <pc:sldMk cId="3555598073" sldId="264"/>
            <ac:spMk id="5" creationId="{C75A70F0-8151-3EE2-3BAA-6EDBF4DBFB54}"/>
          </ac:spMkLst>
        </pc:spChg>
        <pc:spChg chg="mod">
          <ac:chgData name="Olsson, Kristian Naoki (kno5cac)" userId="S::kno5cac@virginia.edu::b68c0803-24aa-4b0a-b1a1-d486f53718a7" providerId="AD" clId="Web-{698E4D09-3A6F-76D5-D361-BBD906E4AF6F}" dt="2022-06-27T05:16:29.644" v="214" actId="1076"/>
          <ac:spMkLst>
            <pc:docMk/>
            <pc:sldMk cId="3555598073" sldId="264"/>
            <ac:spMk id="7" creationId="{D151650E-95E2-933F-9880-A1F1A97F39F0}"/>
          </ac:spMkLst>
        </pc:spChg>
        <pc:picChg chg="mod">
          <ac:chgData name="Olsson, Kristian Naoki (kno5cac)" userId="S::kno5cac@virginia.edu::b68c0803-24aa-4b0a-b1a1-d486f53718a7" providerId="AD" clId="Web-{698E4D09-3A6F-76D5-D361-BBD906E4AF6F}" dt="2022-06-27T05:16:31.613" v="216" actId="1076"/>
          <ac:picMkLst>
            <pc:docMk/>
            <pc:sldMk cId="3555598073" sldId="264"/>
            <ac:picMk id="4" creationId="{DB46D8BB-5321-F223-C873-F8AB522DD17A}"/>
          </ac:picMkLst>
        </pc:picChg>
      </pc:sldChg>
      <pc:sldChg chg="modNotes">
        <pc:chgData name="Olsson, Kristian Naoki (kno5cac)" userId="S::kno5cac@virginia.edu::b68c0803-24aa-4b0a-b1a1-d486f53718a7" providerId="AD" clId="Web-{698E4D09-3A6F-76D5-D361-BBD906E4AF6F}" dt="2022-06-27T13:43:37.734" v="2606"/>
        <pc:sldMkLst>
          <pc:docMk/>
          <pc:sldMk cId="1135110768" sldId="266"/>
        </pc:sldMkLst>
      </pc:sldChg>
      <pc:sldChg chg="modSp modNotes">
        <pc:chgData name="Olsson, Kristian Naoki (kno5cac)" userId="S::kno5cac@virginia.edu::b68c0803-24aa-4b0a-b1a1-d486f53718a7" providerId="AD" clId="Web-{698E4D09-3A6F-76D5-D361-BBD906E4AF6F}" dt="2022-06-27T13:29:43.480" v="2213"/>
        <pc:sldMkLst>
          <pc:docMk/>
          <pc:sldMk cId="3021293076" sldId="268"/>
        </pc:sldMkLst>
        <pc:spChg chg="mod">
          <ac:chgData name="Olsson, Kristian Naoki (kno5cac)" userId="S::kno5cac@virginia.edu::b68c0803-24aa-4b0a-b1a1-d486f53718a7" providerId="AD" clId="Web-{698E4D09-3A6F-76D5-D361-BBD906E4AF6F}" dt="2022-06-27T05:38:31.485" v="301" actId="1076"/>
          <ac:spMkLst>
            <pc:docMk/>
            <pc:sldMk cId="3021293076" sldId="268"/>
            <ac:spMk id="4" creationId="{FE4C0C0A-C6EC-B964-92E0-365FDBD650DE}"/>
          </ac:spMkLst>
        </pc:spChg>
        <pc:spChg chg="mod">
          <ac:chgData name="Olsson, Kristian Naoki (kno5cac)" userId="S::kno5cac@virginia.edu::b68c0803-24aa-4b0a-b1a1-d486f53718a7" providerId="AD" clId="Web-{698E4D09-3A6F-76D5-D361-BBD906E4AF6F}" dt="2022-06-27T05:38:48.720" v="302" actId="20577"/>
          <ac:spMkLst>
            <pc:docMk/>
            <pc:sldMk cId="3021293076" sldId="268"/>
            <ac:spMk id="5" creationId="{C75A70F0-8151-3EE2-3BAA-6EDBF4DBFB54}"/>
          </ac:spMkLst>
        </pc:spChg>
        <pc:picChg chg="mod">
          <ac:chgData name="Olsson, Kristian Naoki (kno5cac)" userId="S::kno5cac@virginia.edu::b68c0803-24aa-4b0a-b1a1-d486f53718a7" providerId="AD" clId="Web-{698E4D09-3A6F-76D5-D361-BBD906E4AF6F}" dt="2022-06-27T12:04:51.142" v="570" actId="1076"/>
          <ac:picMkLst>
            <pc:docMk/>
            <pc:sldMk cId="3021293076" sldId="268"/>
            <ac:picMk id="2" creationId="{ACD965D4-357A-5579-A395-633FB87BABE6}"/>
          </ac:picMkLst>
        </pc:picChg>
      </pc:sldChg>
      <pc:sldChg chg="modSp">
        <pc:chgData name="Olsson, Kristian Naoki (kno5cac)" userId="S::kno5cac@virginia.edu::b68c0803-24aa-4b0a-b1a1-d486f53718a7" providerId="AD" clId="Web-{698E4D09-3A6F-76D5-D361-BBD906E4AF6F}" dt="2022-06-27T01:37:58.924" v="36" actId="20577"/>
        <pc:sldMkLst>
          <pc:docMk/>
          <pc:sldMk cId="2187185239" sldId="272"/>
        </pc:sldMkLst>
        <pc:spChg chg="mod">
          <ac:chgData name="Olsson, Kristian Naoki (kno5cac)" userId="S::kno5cac@virginia.edu::b68c0803-24aa-4b0a-b1a1-d486f53718a7" providerId="AD" clId="Web-{698E4D09-3A6F-76D5-D361-BBD906E4AF6F}" dt="2022-06-27T01:37:58.924" v="36" actId="20577"/>
          <ac:spMkLst>
            <pc:docMk/>
            <pc:sldMk cId="2187185239" sldId="272"/>
            <ac:spMk id="2" creationId="{00000000-0000-0000-0000-000000000000}"/>
          </ac:spMkLst>
        </pc:spChg>
        <pc:spChg chg="mod">
          <ac:chgData name="Olsson, Kristian Naoki (kno5cac)" userId="S::kno5cac@virginia.edu::b68c0803-24aa-4b0a-b1a1-d486f53718a7" providerId="AD" clId="Web-{698E4D09-3A6F-76D5-D361-BBD906E4AF6F}" dt="2022-06-27T01:37:39.923" v="32" actId="20577"/>
          <ac:spMkLst>
            <pc:docMk/>
            <pc:sldMk cId="2187185239" sldId="272"/>
            <ac:spMk id="3" creationId="{00000000-0000-0000-0000-000000000000}"/>
          </ac:spMkLst>
        </pc:spChg>
      </pc:sldChg>
      <pc:sldChg chg="modSp add replId">
        <pc:chgData name="Olsson, Kristian Naoki (kno5cac)" userId="S::kno5cac@virginia.edu::b68c0803-24aa-4b0a-b1a1-d486f53718a7" providerId="AD" clId="Web-{698E4D09-3A6F-76D5-D361-BBD906E4AF6F}" dt="2022-06-27T01:37:46.846" v="34" actId="20577"/>
        <pc:sldMkLst>
          <pc:docMk/>
          <pc:sldMk cId="1614426870" sldId="273"/>
        </pc:sldMkLst>
        <pc:spChg chg="mod">
          <ac:chgData name="Olsson, Kristian Naoki (kno5cac)" userId="S::kno5cac@virginia.edu::b68c0803-24aa-4b0a-b1a1-d486f53718a7" providerId="AD" clId="Web-{698E4D09-3A6F-76D5-D361-BBD906E4AF6F}" dt="2022-06-27T01:37:46.846" v="34" actId="20577"/>
          <ac:spMkLst>
            <pc:docMk/>
            <pc:sldMk cId="1614426870" sldId="273"/>
            <ac:spMk id="3" creationId="{00000000-0000-0000-0000-000000000000}"/>
          </ac:spMkLst>
        </pc:spChg>
      </pc:sldChg>
      <pc:sldChg chg="modSp add del replId">
        <pc:chgData name="Olsson, Kristian Naoki (kno5cac)" userId="S::kno5cac@virginia.edu::b68c0803-24aa-4b0a-b1a1-d486f53718a7" providerId="AD" clId="Web-{698E4D09-3A6F-76D5-D361-BBD906E4AF6F}" dt="2022-06-27T00:48:07.967" v="13"/>
        <pc:sldMkLst>
          <pc:docMk/>
          <pc:sldMk cId="4012074191" sldId="273"/>
        </pc:sldMkLst>
        <pc:spChg chg="mod">
          <ac:chgData name="Olsson, Kristian Naoki (kno5cac)" userId="S::kno5cac@virginia.edu::b68c0803-24aa-4b0a-b1a1-d486f53718a7" providerId="AD" clId="Web-{698E4D09-3A6F-76D5-D361-BBD906E4AF6F}" dt="2022-06-27T00:48:02.467" v="12" actId="20577"/>
          <ac:spMkLst>
            <pc:docMk/>
            <pc:sldMk cId="4012074191" sldId="273"/>
            <ac:spMk id="2" creationId="{00000000-0000-0000-0000-000000000000}"/>
          </ac:spMkLst>
        </pc:spChg>
      </pc:sldChg>
      <pc:sldChg chg="addSp delSp modSp add replId modNotes">
        <pc:chgData name="Olsson, Kristian Naoki (kno5cac)" userId="S::kno5cac@virginia.edu::b68c0803-24aa-4b0a-b1a1-d486f53718a7" providerId="AD" clId="Web-{698E4D09-3A6F-76D5-D361-BBD906E4AF6F}" dt="2022-06-27T13:27:44.274" v="2036"/>
        <pc:sldMkLst>
          <pc:docMk/>
          <pc:sldMk cId="1516475634" sldId="274"/>
        </pc:sldMkLst>
        <pc:spChg chg="add del">
          <ac:chgData name="Olsson, Kristian Naoki (kno5cac)" userId="S::kno5cac@virginia.edu::b68c0803-24aa-4b0a-b1a1-d486f53718a7" providerId="AD" clId="Web-{698E4D09-3A6F-76D5-D361-BBD906E4AF6F}" dt="2022-06-27T05:21:39.010" v="224"/>
          <ac:spMkLst>
            <pc:docMk/>
            <pc:sldMk cId="1516475634" sldId="274"/>
            <ac:spMk id="4" creationId="{26515AEA-DACB-5D4A-6E86-45A1D62213E7}"/>
          </ac:spMkLst>
        </pc:spChg>
        <pc:spChg chg="mod">
          <ac:chgData name="Olsson, Kristian Naoki (kno5cac)" userId="S::kno5cac@virginia.edu::b68c0803-24aa-4b0a-b1a1-d486f53718a7" providerId="AD" clId="Web-{698E4D09-3A6F-76D5-D361-BBD906E4AF6F}" dt="2022-06-27T05:36:50.577" v="256" actId="20577"/>
          <ac:spMkLst>
            <pc:docMk/>
            <pc:sldMk cId="1516475634" sldId="274"/>
            <ac:spMk id="5" creationId="{C75A70F0-8151-3EE2-3BAA-6EDBF4DBFB54}"/>
          </ac:spMkLst>
        </pc:spChg>
        <pc:picChg chg="del">
          <ac:chgData name="Olsson, Kristian Naoki (kno5cac)" userId="S::kno5cac@virginia.edu::b68c0803-24aa-4b0a-b1a1-d486f53718a7" providerId="AD" clId="Web-{698E4D09-3A6F-76D5-D361-BBD906E4AF6F}" dt="2022-06-27T04:07:18.240" v="70"/>
          <ac:picMkLst>
            <pc:docMk/>
            <pc:sldMk cId="1516475634" sldId="274"/>
            <ac:picMk id="2" creationId="{6A317917-73E4-A648-9D05-DCABFB2F7FB9}"/>
          </ac:picMkLst>
        </pc:picChg>
      </pc:sldChg>
      <pc:sldChg chg="addSp delSp modSp">
        <pc:chgData name="Olsson, Kristian Naoki (kno5cac)" userId="S::kno5cac@virginia.edu::b68c0803-24aa-4b0a-b1a1-d486f53718a7" providerId="AD" clId="Web-{698E4D09-3A6F-76D5-D361-BBD906E4AF6F}" dt="2022-06-27T12:35:10.731" v="715" actId="20577"/>
        <pc:sldMkLst>
          <pc:docMk/>
          <pc:sldMk cId="199898858" sldId="275"/>
        </pc:sldMkLst>
        <pc:spChg chg="add del mod">
          <ac:chgData name="Olsson, Kristian Naoki (kno5cac)" userId="S::kno5cac@virginia.edu::b68c0803-24aa-4b0a-b1a1-d486f53718a7" providerId="AD" clId="Web-{698E4D09-3A6F-76D5-D361-BBD906E4AF6F}" dt="2022-06-27T12:33:50.840" v="679"/>
          <ac:spMkLst>
            <pc:docMk/>
            <pc:sldMk cId="199898858" sldId="275"/>
            <ac:spMk id="5" creationId="{CA15BF03-230F-D4DF-F118-DAF78D77E1B6}"/>
          </ac:spMkLst>
        </pc:spChg>
        <pc:spChg chg="mod">
          <ac:chgData name="Olsson, Kristian Naoki (kno5cac)" userId="S::kno5cac@virginia.edu::b68c0803-24aa-4b0a-b1a1-d486f53718a7" providerId="AD" clId="Web-{698E4D09-3A6F-76D5-D361-BBD906E4AF6F}" dt="2022-06-27T12:35:10.731" v="715" actId="20577"/>
          <ac:spMkLst>
            <pc:docMk/>
            <pc:sldMk cId="199898858" sldId="275"/>
            <ac:spMk id="7" creationId="{987C0ADC-0699-1C29-3AC9-210FE9E2D00D}"/>
          </ac:spMkLst>
        </pc:spChg>
        <pc:spChg chg="add mod">
          <ac:chgData name="Olsson, Kristian Naoki (kno5cac)" userId="S::kno5cac@virginia.edu::b68c0803-24aa-4b0a-b1a1-d486f53718a7" providerId="AD" clId="Web-{698E4D09-3A6F-76D5-D361-BBD906E4AF6F}" dt="2022-06-27T12:35:07.590" v="712" actId="20577"/>
          <ac:spMkLst>
            <pc:docMk/>
            <pc:sldMk cId="199898858" sldId="275"/>
            <ac:spMk id="8" creationId="{9DB1B063-85CD-90C1-F1AF-1DC65242595B}"/>
          </ac:spMkLst>
        </pc:spChg>
        <pc:picChg chg="add mod">
          <ac:chgData name="Olsson, Kristian Naoki (kno5cac)" userId="S::kno5cac@virginia.edu::b68c0803-24aa-4b0a-b1a1-d486f53718a7" providerId="AD" clId="Web-{698E4D09-3A6F-76D5-D361-BBD906E4AF6F}" dt="2022-06-27T12:33:57.558" v="683" actId="1076"/>
          <ac:picMkLst>
            <pc:docMk/>
            <pc:sldMk cId="199898858" sldId="275"/>
            <ac:picMk id="3" creationId="{B927A2DC-5BED-EEC8-442D-5264FB5E4848}"/>
          </ac:picMkLst>
        </pc:picChg>
        <pc:picChg chg="mod">
          <ac:chgData name="Olsson, Kristian Naoki (kno5cac)" userId="S::kno5cac@virginia.edu::b68c0803-24aa-4b0a-b1a1-d486f53718a7" providerId="AD" clId="Web-{698E4D09-3A6F-76D5-D361-BBD906E4AF6F}" dt="2022-06-27T12:34:02.308" v="685" actId="14100"/>
          <ac:picMkLst>
            <pc:docMk/>
            <pc:sldMk cId="199898858" sldId="275"/>
            <ac:picMk id="6" creationId="{F7A34092-5E84-3AE1-0A49-DB31671ACF5B}"/>
          </ac:picMkLst>
        </pc:picChg>
      </pc:sldChg>
    </pc:docChg>
  </pc:docChgLst>
  <pc:docChgLst>
    <pc:chgData name="Haskiell, Skylar Elise (seh6fy)" userId="S::seh6fy@virginia.edu::7b839001-3b03-428b-90ec-19bb7df3303d" providerId="AD" clId="Web-{C7CA8A4A-B33E-844F-9755-7890B1C614EF}"/>
    <pc:docChg chg="modSld">
      <pc:chgData name="Haskiell, Skylar Elise (seh6fy)" userId="S::seh6fy@virginia.edu::7b839001-3b03-428b-90ec-19bb7df3303d" providerId="AD" clId="Web-{C7CA8A4A-B33E-844F-9755-7890B1C614EF}" dt="2022-06-24T13:36:24.544" v="10" actId="1076"/>
      <pc:docMkLst>
        <pc:docMk/>
      </pc:docMkLst>
      <pc:sldChg chg="delSp modSp">
        <pc:chgData name="Haskiell, Skylar Elise (seh6fy)" userId="S::seh6fy@virginia.edu::7b839001-3b03-428b-90ec-19bb7df3303d" providerId="AD" clId="Web-{C7CA8A4A-B33E-844F-9755-7890B1C614EF}" dt="2022-06-24T13:36:24.544" v="10" actId="1076"/>
        <pc:sldMkLst>
          <pc:docMk/>
          <pc:sldMk cId="4291207776" sldId="259"/>
        </pc:sldMkLst>
        <pc:spChg chg="mod">
          <ac:chgData name="Haskiell, Skylar Elise (seh6fy)" userId="S::seh6fy@virginia.edu::7b839001-3b03-428b-90ec-19bb7df3303d" providerId="AD" clId="Web-{C7CA8A4A-B33E-844F-9755-7890B1C614EF}" dt="2022-06-24T13:36:12.138" v="3" actId="20577"/>
          <ac:spMkLst>
            <pc:docMk/>
            <pc:sldMk cId="4291207776" sldId="259"/>
            <ac:spMk id="2" creationId="{00000000-0000-0000-0000-000000000000}"/>
          </ac:spMkLst>
        </pc:spChg>
        <pc:picChg chg="mod">
          <ac:chgData name="Haskiell, Skylar Elise (seh6fy)" userId="S::seh6fy@virginia.edu::7b839001-3b03-428b-90ec-19bb7df3303d" providerId="AD" clId="Web-{C7CA8A4A-B33E-844F-9755-7890B1C614EF}" dt="2022-06-24T13:36:21.982" v="9" actId="1076"/>
          <ac:picMkLst>
            <pc:docMk/>
            <pc:sldMk cId="4291207776" sldId="259"/>
            <ac:picMk id="3" creationId="{79F46B8A-7629-BF4C-BA11-FC7AFB38CF2F}"/>
          </ac:picMkLst>
        </pc:picChg>
        <pc:picChg chg="mod">
          <ac:chgData name="Haskiell, Skylar Elise (seh6fy)" userId="S::seh6fy@virginia.edu::7b839001-3b03-428b-90ec-19bb7df3303d" providerId="AD" clId="Web-{C7CA8A4A-B33E-844F-9755-7890B1C614EF}" dt="2022-06-24T13:36:24.544" v="10" actId="1076"/>
          <ac:picMkLst>
            <pc:docMk/>
            <pc:sldMk cId="4291207776" sldId="259"/>
            <ac:picMk id="5" creationId="{CF6B9F48-BCD5-EA4A-8006-9B91CE5E2934}"/>
          </ac:picMkLst>
        </pc:picChg>
        <pc:picChg chg="del">
          <ac:chgData name="Haskiell, Skylar Elise (seh6fy)" userId="S::seh6fy@virginia.edu::7b839001-3b03-428b-90ec-19bb7df3303d" providerId="AD" clId="Web-{C7CA8A4A-B33E-844F-9755-7890B1C614EF}" dt="2022-06-24T13:36:17.732" v="7"/>
          <ac:picMkLst>
            <pc:docMk/>
            <pc:sldMk cId="4291207776" sldId="259"/>
            <ac:picMk id="9" creationId="{A541D891-0D10-0B4E-8998-11CBAB5E6F6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C0F383-F86D-4733-A3D9-76352550CBE4}" type="datetimeFigureOut">
              <a:t>6/27/2022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56F7C7-3CAF-4081-993D-FED93F42416A}" type="slidenum">
              <a:t>‹#›</a:t>
            </a:fld>
            <a:endParaRPr lang="en-US"/>
          </a:p>
        </p:txBody>
      </p:sp>
    </p:spTree>
    <p:extLst>
      <p:ext uri="{BB962C8B-B14F-4D97-AF65-F5344CB8AC3E}">
        <p14:creationId xmlns:p14="http://schemas.microsoft.com/office/powerpoint/2010/main" val="2352926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en.wikipedia.org/wiki/Matrix_(mathematics)" TargetMode="External"/><Relationship Id="rId3" Type="http://schemas.openxmlformats.org/officeDocument/2006/relationships/hyperlink" Target="https://en.wikipedia.org/wiki/Generative_model" TargetMode="External"/><Relationship Id="rId7" Type="http://schemas.openxmlformats.org/officeDocument/2006/relationships/hyperlink" Target="https://en.wikipedia.org/wiki/Linear_algebra"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en.wikipedia.org/wiki/Multivariate_analysis" TargetMode="External"/><Relationship Id="rId5" Type="http://schemas.openxmlformats.org/officeDocument/2006/relationships/hyperlink" Target="https://en.wikipedia.org/wiki/Algorithm" TargetMode="External"/><Relationship Id="rId4" Type="http://schemas.openxmlformats.org/officeDocument/2006/relationships/hyperlink" Target="https://en.wikipedia.org/wiki/Latent_variable" TargetMode="External"/><Relationship Id="rId9" Type="http://schemas.openxmlformats.org/officeDocument/2006/relationships/hyperlink" Target="https://en.wikipedia.org/wiki/Matrix_decomposition"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cs typeface="Calibri"/>
              </a:rPr>
              <a:t>Skylar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884223-1D8D-DB4E-80E4-3985798CD7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1680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cs typeface="Calibri"/>
              </a:rPr>
              <a:t>Skylar</a:t>
            </a:r>
            <a:endParaRPr lang="en-US">
              <a:cs typeface="Calibri"/>
            </a:endParaRPr>
          </a:p>
        </p:txBody>
      </p:sp>
      <p:sp>
        <p:nvSpPr>
          <p:cNvPr id="4" name="Slide Number Placeholder 3"/>
          <p:cNvSpPr>
            <a:spLocks noGrp="1"/>
          </p:cNvSpPr>
          <p:nvPr>
            <p:ph type="sldNum" sz="quarter" idx="5"/>
          </p:nvPr>
        </p:nvSpPr>
        <p:spPr/>
        <p:txBody>
          <a:bodyPr/>
          <a:lstStyle/>
          <a:p>
            <a:fld id="{2C56F7C7-3CAF-4081-993D-FED93F42416A}" type="slidenum">
              <a:rPr lang="en-US"/>
              <a:t>2</a:t>
            </a:fld>
            <a:endParaRPr lang="en-US"/>
          </a:p>
        </p:txBody>
      </p:sp>
    </p:spTree>
    <p:extLst>
      <p:ext uri="{BB962C8B-B14F-4D97-AF65-F5344CB8AC3E}">
        <p14:creationId xmlns:p14="http://schemas.microsoft.com/office/powerpoint/2010/main" val="2180118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cs typeface="Calibri"/>
              </a:rPr>
              <a:t>Skylar</a:t>
            </a:r>
            <a:endParaRPr lang="en-US">
              <a:cs typeface="Calibri"/>
            </a:endParaRPr>
          </a:p>
          <a:p>
            <a:r>
              <a:rPr lang="en-US">
                <a:cs typeface="Calibri"/>
              </a:rPr>
              <a:t> project is looking at data from Federal </a:t>
            </a:r>
            <a:r>
              <a:rPr lang="en-US" err="1">
                <a:cs typeface="Calibri"/>
              </a:rPr>
              <a:t>RePORTER</a:t>
            </a:r>
            <a:r>
              <a:rPr lang="en-US">
                <a:cs typeface="Calibri"/>
              </a:rPr>
              <a:t>, a data base for science and engineering grants, to look at digitalization as a research area</a:t>
            </a:r>
            <a:endParaRPr lang="en-US"/>
          </a:p>
          <a:p>
            <a:r>
              <a:rPr lang="en-US">
                <a:cs typeface="Calibri"/>
              </a:rPr>
              <a:t>-cleaned set of abstracts, no duplications or empty , has 700,000 items</a:t>
            </a:r>
          </a:p>
          <a:p>
            <a:r>
              <a:rPr lang="en-US">
                <a:cs typeface="Calibri"/>
              </a:rPr>
              <a:t>-need a way to parse through them to determine what is digitalization so we can track funding</a:t>
            </a:r>
          </a:p>
          <a:p>
            <a:r>
              <a:rPr lang="en-US">
                <a:cs typeface="Calibri"/>
              </a:rPr>
              <a:t>-need to define digitalization in order to accomplish this</a:t>
            </a:r>
          </a:p>
        </p:txBody>
      </p:sp>
      <p:sp>
        <p:nvSpPr>
          <p:cNvPr id="4" name="Slide Number Placeholder 3"/>
          <p:cNvSpPr>
            <a:spLocks noGrp="1"/>
          </p:cNvSpPr>
          <p:nvPr>
            <p:ph type="sldNum" sz="quarter" idx="5"/>
          </p:nvPr>
        </p:nvSpPr>
        <p:spPr/>
        <p:txBody>
          <a:bodyPr/>
          <a:lstStyle/>
          <a:p>
            <a:fld id="{2C56F7C7-3CAF-4081-993D-FED93F42416A}" type="slidenum">
              <a:rPr lang="en-US"/>
              <a:t>3</a:t>
            </a:fld>
            <a:endParaRPr lang="en-US"/>
          </a:p>
        </p:txBody>
      </p:sp>
    </p:spTree>
    <p:extLst>
      <p:ext uri="{BB962C8B-B14F-4D97-AF65-F5344CB8AC3E}">
        <p14:creationId xmlns:p14="http://schemas.microsoft.com/office/powerpoint/2010/main" val="3775133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cs typeface="Calibri"/>
              </a:rPr>
              <a:t>Skylar</a:t>
            </a:r>
            <a:endParaRPr lang="en-US">
              <a:cs typeface="Calibri"/>
            </a:endParaRPr>
          </a:p>
          <a:p>
            <a:r>
              <a:rPr lang="en-US">
                <a:cs typeface="Calibri"/>
              </a:rPr>
              <a:t>-previous methods of searching through the data utilized latent Dirichlet allocation (</a:t>
            </a:r>
            <a:r>
              <a:rPr lang="en-US">
                <a:hlinkClick r:id="rId3"/>
              </a:rPr>
              <a:t>generative statistical model</a:t>
            </a:r>
            <a:r>
              <a:rPr lang="en-US"/>
              <a:t> that explains a set of observations through </a:t>
            </a:r>
            <a:r>
              <a:rPr lang="en-US">
                <a:hlinkClick r:id="rId4"/>
              </a:rPr>
              <a:t>unobserved</a:t>
            </a:r>
            <a:r>
              <a:rPr lang="en-US"/>
              <a:t> groups, and each group explains why some parts of the data are similar) and non-negative matrix factorization (</a:t>
            </a:r>
            <a:r>
              <a:rPr lang="en-US" err="1"/>
              <a:t>roup</a:t>
            </a:r>
            <a:r>
              <a:rPr lang="en-US"/>
              <a:t> of </a:t>
            </a:r>
            <a:r>
              <a:rPr lang="en-US">
                <a:hlinkClick r:id="rId5"/>
              </a:rPr>
              <a:t>algorithms</a:t>
            </a:r>
            <a:r>
              <a:rPr lang="en-US"/>
              <a:t> in </a:t>
            </a:r>
            <a:r>
              <a:rPr lang="en-US">
                <a:hlinkClick r:id="rId6"/>
              </a:rPr>
              <a:t>multivariate analysis</a:t>
            </a:r>
            <a:r>
              <a:rPr lang="en-US"/>
              <a:t> and </a:t>
            </a:r>
            <a:r>
              <a:rPr lang="en-US">
                <a:hlinkClick r:id="rId7"/>
              </a:rPr>
              <a:t>linear algebra</a:t>
            </a:r>
            <a:r>
              <a:rPr lang="en-US"/>
              <a:t> where a </a:t>
            </a:r>
            <a:r>
              <a:rPr lang="en-US">
                <a:hlinkClick r:id="rId8"/>
              </a:rPr>
              <a:t>matrix</a:t>
            </a:r>
            <a:r>
              <a:rPr lang="en-US"/>
              <a:t> </a:t>
            </a:r>
            <a:r>
              <a:rPr lang="en-US" b="1"/>
              <a:t>V</a:t>
            </a:r>
            <a:r>
              <a:rPr lang="en-US"/>
              <a:t> is </a:t>
            </a:r>
            <a:r>
              <a:rPr lang="en-US">
                <a:hlinkClick r:id="rId9"/>
              </a:rPr>
              <a:t>factorized</a:t>
            </a:r>
            <a:r>
              <a:rPr lang="en-US"/>
              <a:t> into (usually) two matrices </a:t>
            </a:r>
            <a:r>
              <a:rPr lang="en-US" b="1"/>
              <a:t>W</a:t>
            </a:r>
            <a:r>
              <a:rPr lang="en-US"/>
              <a:t> and </a:t>
            </a:r>
            <a:r>
              <a:rPr lang="en-US" b="1"/>
              <a:t>H</a:t>
            </a:r>
            <a:r>
              <a:rPr lang="en-US"/>
              <a:t>, with the property that all three matrices have no negative elements. This non-negativity makes the resulting matrices easier to inspect.)</a:t>
            </a:r>
          </a:p>
          <a:p>
            <a:r>
              <a:rPr lang="en-US">
                <a:cs typeface="Calibri" panose="020F0502020204030204"/>
              </a:rPr>
              <a:t>- case studies on pandemics and </a:t>
            </a:r>
            <a:r>
              <a:rPr lang="en-US" err="1">
                <a:cs typeface="Calibri" panose="020F0502020204030204"/>
              </a:rPr>
              <a:t>artifical</a:t>
            </a:r>
            <a:r>
              <a:rPr lang="en-US">
                <a:cs typeface="Calibri" panose="020F0502020204030204"/>
              </a:rPr>
              <a:t> intelligence were explored</a:t>
            </a:r>
          </a:p>
        </p:txBody>
      </p:sp>
      <p:sp>
        <p:nvSpPr>
          <p:cNvPr id="4" name="Slide Number Placeholder 3"/>
          <p:cNvSpPr>
            <a:spLocks noGrp="1"/>
          </p:cNvSpPr>
          <p:nvPr>
            <p:ph type="sldNum" sz="quarter" idx="5"/>
          </p:nvPr>
        </p:nvSpPr>
        <p:spPr/>
        <p:txBody>
          <a:bodyPr/>
          <a:lstStyle/>
          <a:p>
            <a:fld id="{5B8E8C4F-731C-F24D-9A9E-B4D5C84CE44D}" type="slidenum">
              <a:rPr lang="en-US" smtClean="0"/>
              <a:t>4</a:t>
            </a:fld>
            <a:endParaRPr lang="en-US"/>
          </a:p>
        </p:txBody>
      </p:sp>
    </p:spTree>
    <p:extLst>
      <p:ext uri="{BB962C8B-B14F-4D97-AF65-F5344CB8AC3E}">
        <p14:creationId xmlns:p14="http://schemas.microsoft.com/office/powerpoint/2010/main" val="3880387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cs typeface="Calibri"/>
              </a:rPr>
              <a:t>Kristian</a:t>
            </a:r>
            <a:endParaRPr lang="en-US">
              <a:cs typeface="Calibri"/>
            </a:endParaRPr>
          </a:p>
          <a:p>
            <a:endParaRPr lang="en-US" b="1">
              <a:ea typeface="Calibri"/>
              <a:cs typeface="Calibri"/>
            </a:endParaRPr>
          </a:p>
          <a:p>
            <a:r>
              <a:rPr lang="en-US">
                <a:ea typeface="Calibri"/>
                <a:cs typeface="Calibri"/>
              </a:rPr>
              <a:t>Prior to Skylar and I joining the team, they conducted a </a:t>
            </a:r>
            <a:r>
              <a:rPr lang="en-US" b="1">
                <a:ea typeface="Calibri"/>
                <a:cs typeface="Calibri"/>
              </a:rPr>
              <a:t>case study on the topic of pandemics using topic modeling </a:t>
            </a:r>
            <a:r>
              <a:rPr lang="en-US">
                <a:ea typeface="Calibri"/>
                <a:cs typeface="Calibri"/>
              </a:rPr>
              <a:t>– determine what topics there are within pandemic and how those have changed over time based on their mean topic weight, which is the number of abstracts on the topic divided by total number of abstracts</a:t>
            </a:r>
          </a:p>
          <a:p>
            <a:endParaRPr lang="en-US">
              <a:cs typeface="Calibri"/>
            </a:endParaRPr>
          </a:p>
          <a:p>
            <a:r>
              <a:rPr lang="en-US">
                <a:cs typeface="Calibri"/>
              </a:rPr>
              <a:t>We use a linear model to see whether the number of reports has increased or decreased over time, which would correlate to funding increasing or decreasing respectively. So a negative slope would then identify areas that are receiving decreasing funding/attention such as HIV/AIDS on right</a:t>
            </a:r>
          </a:p>
          <a:p>
            <a:endParaRPr lang="en-US" b="1">
              <a:cs typeface="Calibri"/>
            </a:endParaRPr>
          </a:p>
          <a:p>
            <a:endParaRPr lang="en-US" b="1">
              <a:cs typeface="Calibri"/>
            </a:endParaRPr>
          </a:p>
          <a:p>
            <a:r>
              <a:rPr lang="en-US" b="1">
                <a:cs typeface="Calibri"/>
              </a:rPr>
              <a:t>Three methods</a:t>
            </a:r>
          </a:p>
          <a:p>
            <a:r>
              <a:rPr lang="en-US"/>
              <a:t>•</a:t>
            </a:r>
            <a:r>
              <a:rPr lang="en-US">
                <a:cs typeface="Calibri"/>
              </a:rPr>
              <a:t>Topic Modeling – what Skylar just described</a:t>
            </a:r>
            <a:endParaRPr lang="en-US"/>
          </a:p>
          <a:p>
            <a:endParaRPr lang="en-US">
              <a:cs typeface="Calibri"/>
            </a:endParaRPr>
          </a:p>
          <a:p>
            <a:r>
              <a:rPr lang="en-US" b="1">
                <a:cs typeface="Calibri"/>
              </a:rPr>
              <a:t>New Informational retrieval techniques</a:t>
            </a:r>
            <a:endParaRPr lang="en-US" b="1"/>
          </a:p>
          <a:p>
            <a:r>
              <a:rPr lang="en-US"/>
              <a:t>•Term matching: input a list of keywords related to topic and it identifies abstracts that contain those keywords  </a:t>
            </a:r>
            <a:endParaRPr lang="en-US" err="1">
              <a:cs typeface="Calibri"/>
            </a:endParaRPr>
          </a:p>
          <a:p>
            <a:endParaRPr lang="en-US"/>
          </a:p>
          <a:p>
            <a:r>
              <a:rPr lang="en-US"/>
              <a:t>•Latent semantic indexing (LSI): dimensionality reduction technique that identifies abstracts related to the keywords. It is not necessary for the abstracts to contain the keywords – closeness of word</a:t>
            </a:r>
            <a:endParaRPr lang="en-US">
              <a:cs typeface="Calibri"/>
            </a:endParaRPr>
          </a:p>
          <a:p>
            <a:endParaRPr lang="en-US">
              <a:cs typeface="Calibri"/>
            </a:endParaRPr>
          </a:p>
          <a:p>
            <a:r>
              <a:rPr lang="en-US">
                <a:cs typeface="Calibri"/>
              </a:rPr>
              <a:t>-&gt; similar process for digitalization</a:t>
            </a:r>
            <a:endParaRPr lang="en-US"/>
          </a:p>
          <a:p>
            <a:endParaRPr lang="en-US"/>
          </a:p>
          <a:p>
            <a:endParaRPr lang="en-US"/>
          </a:p>
          <a:p>
            <a:r>
              <a:rPr lang="en-US"/>
              <a:t>Information Retrieval – filter corpus to identify theme-related projects</a:t>
            </a:r>
            <a:endParaRPr lang="en-US">
              <a:cs typeface="Calibri"/>
            </a:endParaRPr>
          </a:p>
          <a:p>
            <a:r>
              <a:rPr lang="en-US"/>
              <a:t>Term matching: identify abstracts that contain keywords</a:t>
            </a:r>
            <a:endParaRPr lang="en-US">
              <a:cs typeface="Calibri"/>
            </a:endParaRPr>
          </a:p>
          <a:p>
            <a:endParaRPr lang="en-US"/>
          </a:p>
          <a:p>
            <a:r>
              <a:rPr lang="en-US"/>
              <a:t>Latent semantic indexing (LSI): dimensionality reduction technique that identifies abstracts related to the keywords. It is not necessary for the abstracts to contain the keywords</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5</a:t>
            </a:fld>
            <a:endParaRPr lang="en-US"/>
          </a:p>
        </p:txBody>
      </p:sp>
    </p:spTree>
    <p:extLst>
      <p:ext uri="{BB962C8B-B14F-4D97-AF65-F5344CB8AC3E}">
        <p14:creationId xmlns:p14="http://schemas.microsoft.com/office/powerpoint/2010/main" val="1567194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cs typeface="Calibri"/>
              </a:rPr>
              <a:t>Kristian</a:t>
            </a:r>
            <a:endParaRPr lang="en-US">
              <a:cs typeface="Calibri"/>
            </a:endParaRPr>
          </a:p>
          <a:p>
            <a:endParaRPr lang="en-US">
              <a:cs typeface="Calibri"/>
            </a:endParaRPr>
          </a:p>
          <a:p>
            <a:r>
              <a:rPr lang="en-US"/>
              <a:t>·    </a:t>
            </a:r>
            <a:r>
              <a:rPr lang="en-US" b="1"/>
              <a:t>  For our project, </a:t>
            </a:r>
            <a:r>
              <a:rPr lang="en-US"/>
              <a:t>We are interested in understanding the topics within digitalization , and how the number of digitalization abstracts have changed over time</a:t>
            </a:r>
            <a:endParaRPr lang="en-US">
              <a:cs typeface="Calibri"/>
            </a:endParaRPr>
          </a:p>
          <a:p>
            <a:r>
              <a:rPr lang="en-US"/>
              <a:t>·      Our first task was to determine what digitalization actually means </a:t>
            </a:r>
          </a:p>
          <a:p>
            <a:r>
              <a:rPr lang="en-US"/>
              <a:t>·      to do this - Our sponsor, John Jankowski at NCSES, provided us with reports from the OECD (</a:t>
            </a:r>
            <a:r>
              <a:rPr lang="en-US" err="1"/>
              <a:t>Organisation</a:t>
            </a:r>
            <a:r>
              <a:rPr lang="en-US"/>
              <a:t> for Economic Co-operation and Development) and G-20 summits</a:t>
            </a:r>
            <a:endParaRPr lang="en-US">
              <a:cs typeface="Calibri"/>
            </a:endParaRPr>
          </a:p>
          <a:p>
            <a:r>
              <a:rPr lang="en-US"/>
              <a:t>·      We read through those and</a:t>
            </a:r>
            <a:r>
              <a:rPr lang="en-US" b="1"/>
              <a:t> defined digitalization and the technologies digitalization entails</a:t>
            </a:r>
            <a:endParaRPr lang="en-US" b="1">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2C56F7C7-3CAF-4081-993D-FED93F42416A}" type="slidenum">
              <a:rPr lang="en-US"/>
              <a:t>6</a:t>
            </a:fld>
            <a:endParaRPr lang="en-US"/>
          </a:p>
        </p:txBody>
      </p:sp>
    </p:spTree>
    <p:extLst>
      <p:ext uri="{BB962C8B-B14F-4D97-AF65-F5344CB8AC3E}">
        <p14:creationId xmlns:p14="http://schemas.microsoft.com/office/powerpoint/2010/main" val="1581939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cs typeface="Calibri"/>
              </a:rPr>
              <a:t>Kristian</a:t>
            </a:r>
            <a:endParaRPr lang="en-US">
              <a:cs typeface="Calibri"/>
            </a:endParaRPr>
          </a:p>
          <a:p>
            <a:endParaRPr lang="en-US">
              <a:cs typeface="Calibri"/>
            </a:endParaRPr>
          </a:p>
          <a:p>
            <a:r>
              <a:rPr lang="en-US"/>
              <a:t>·      Defined digitalization as </a:t>
            </a:r>
            <a:r>
              <a:rPr lang="en-US" b="1"/>
              <a:t>Digitalization is the innovative application and adoption of emerging technologies and data that promote social, economic, and cultural progress.</a:t>
            </a:r>
            <a:endParaRPr lang="en-US">
              <a:cs typeface="Calibri"/>
            </a:endParaRPr>
          </a:p>
          <a:p>
            <a:r>
              <a:rPr lang="en-US"/>
              <a:t>·      List of key technologies such as the internet of things, artificial intelligence, cloud computing, autonomous machines, and big data among many others. The figure to the right also shows the different technologies and how they are interrelated</a:t>
            </a:r>
            <a:endParaRPr lang="en-US">
              <a:cs typeface="Calibri"/>
            </a:endParaRPr>
          </a:p>
          <a:p>
            <a:r>
              <a:rPr lang="en-US"/>
              <a:t>·      Definition and technologies – broad and all encompassing of any technology from the past 50 years where we changed analog forms of data digital, </a:t>
            </a:r>
            <a:r>
              <a:rPr lang="en-US" b="1"/>
              <a:t>so we worked to make a more concise definition</a:t>
            </a:r>
            <a:endParaRPr lang="en-US" b="1">
              <a:cs typeface="Calibri"/>
            </a:endParaRPr>
          </a:p>
          <a:p>
            <a:r>
              <a:rPr lang="en-US" b="1"/>
              <a:t> </a:t>
            </a:r>
            <a:endParaRPr lang="en-US" b="1">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2C56F7C7-3CAF-4081-993D-FED93F42416A}" type="slidenum">
              <a:rPr lang="en-US"/>
              <a:t>7</a:t>
            </a:fld>
            <a:endParaRPr lang="en-US"/>
          </a:p>
        </p:txBody>
      </p:sp>
    </p:spTree>
    <p:extLst>
      <p:ext uri="{BB962C8B-B14F-4D97-AF65-F5344CB8AC3E}">
        <p14:creationId xmlns:p14="http://schemas.microsoft.com/office/powerpoint/2010/main" val="1663785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cs typeface="Calibri"/>
              </a:rPr>
              <a:t>Kristian</a:t>
            </a:r>
            <a:endParaRPr lang="en-US">
              <a:cs typeface="Calibri"/>
            </a:endParaRPr>
          </a:p>
          <a:p>
            <a:endParaRPr lang="en-US" b="1">
              <a:cs typeface="Calibri"/>
            </a:endParaRPr>
          </a:p>
          <a:p>
            <a:r>
              <a:rPr lang="en-US"/>
              <a:t>·    </a:t>
            </a:r>
            <a:r>
              <a:rPr lang="en-US" b="1"/>
              <a:t>We realized</a:t>
            </a:r>
            <a:r>
              <a:rPr lang="en-US"/>
              <a:t> that Sources were all OECD and had similar definitions and key </a:t>
            </a:r>
            <a:r>
              <a:rPr lang="en-US" err="1"/>
              <a:t>technolohies</a:t>
            </a:r>
            <a:endParaRPr lang="en-US">
              <a:cs typeface="Calibri"/>
            </a:endParaRPr>
          </a:p>
          <a:p>
            <a:r>
              <a:rPr lang="en-US"/>
              <a:t>·    We wanted to make a more concise definition using a broader range of sources</a:t>
            </a:r>
            <a:endParaRPr lang="en-US">
              <a:cs typeface="Calibri"/>
            </a:endParaRPr>
          </a:p>
          <a:p>
            <a:r>
              <a:rPr lang="en-US"/>
              <a:t>·    so we looked at other reports from the national academy of science, engineering, and medicine, as well as UVAs library and google scholar</a:t>
            </a:r>
            <a:endParaRPr lang="en-US">
              <a:cs typeface="Calibri"/>
            </a:endParaRPr>
          </a:p>
          <a:p>
            <a:r>
              <a:rPr lang="en-US">
                <a:cs typeface="Calibri"/>
              </a:rPr>
              <a:t>-&gt; new definition</a:t>
            </a:r>
          </a:p>
          <a:p>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2C56F7C7-3CAF-4081-993D-FED93F42416A}" type="slidenum">
              <a:rPr lang="en-US"/>
              <a:t>8</a:t>
            </a:fld>
            <a:endParaRPr lang="en-US"/>
          </a:p>
        </p:txBody>
      </p:sp>
    </p:spTree>
    <p:extLst>
      <p:ext uri="{BB962C8B-B14F-4D97-AF65-F5344CB8AC3E}">
        <p14:creationId xmlns:p14="http://schemas.microsoft.com/office/powerpoint/2010/main" val="2763080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cs typeface="Calibri"/>
              </a:rPr>
              <a:t>Kristian</a:t>
            </a:r>
            <a:endParaRPr lang="en-US">
              <a:cs typeface="Calibri"/>
            </a:endParaRPr>
          </a:p>
          <a:p>
            <a:r>
              <a:rPr lang="en-US"/>
              <a:t>·      Our new definition is </a:t>
            </a:r>
            <a:r>
              <a:rPr lang="en-US" b="1"/>
              <a:t>Digitalization is the innovative adoption of emerging technologies to transform analog data into digital language, which, in turn promotes social, economic, and cultural progress. </a:t>
            </a:r>
            <a:endParaRPr lang="en-US" err="1">
              <a:cs typeface="Calibri"/>
            </a:endParaRPr>
          </a:p>
          <a:p>
            <a:r>
              <a:rPr lang="en-US"/>
              <a:t>·      This definition focuses on adoption of emerging technologies where you incorporate digital technologies to create value for organizations and communities</a:t>
            </a:r>
            <a:endParaRPr lang="en-US">
              <a:cs typeface="Calibri"/>
            </a:endParaRPr>
          </a:p>
          <a:p>
            <a:r>
              <a:rPr lang="en-US"/>
              <a:t>·      This definition is still broad so we will likely do a few topics within digitalization such as big data or the internet of things</a:t>
            </a:r>
            <a:endParaRPr lang="en-US">
              <a:cs typeface="Calibri"/>
            </a:endParaRPr>
          </a:p>
          <a:p>
            <a:endParaRPr lang="en-US">
              <a:cs typeface="Calibri"/>
            </a:endParaRPr>
          </a:p>
          <a:p>
            <a:endParaRPr lang="en-US">
              <a:cs typeface="Calibri"/>
            </a:endParaRPr>
          </a:p>
          <a:p>
            <a:endParaRPr lang="en-US"/>
          </a:p>
          <a:p>
            <a:endParaRPr lang="en-US">
              <a:cs typeface="Calibri"/>
            </a:endParaRPr>
          </a:p>
        </p:txBody>
      </p:sp>
      <p:sp>
        <p:nvSpPr>
          <p:cNvPr id="4" name="Slide Number Placeholder 3"/>
          <p:cNvSpPr>
            <a:spLocks noGrp="1"/>
          </p:cNvSpPr>
          <p:nvPr>
            <p:ph type="sldNum" sz="quarter" idx="5"/>
          </p:nvPr>
        </p:nvSpPr>
        <p:spPr/>
        <p:txBody>
          <a:bodyPr/>
          <a:lstStyle/>
          <a:p>
            <a:fld id="{2C56F7C7-3CAF-4081-993D-FED93F42416A}" type="slidenum">
              <a:rPr lang="en-US"/>
              <a:t>9</a:t>
            </a:fld>
            <a:endParaRPr lang="en-US"/>
          </a:p>
        </p:txBody>
      </p:sp>
    </p:spTree>
    <p:extLst>
      <p:ext uri="{BB962C8B-B14F-4D97-AF65-F5344CB8AC3E}">
        <p14:creationId xmlns:p14="http://schemas.microsoft.com/office/powerpoint/2010/main" val="23684616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cs typeface="Calibri"/>
              </a:rPr>
              <a:t>Kristian</a:t>
            </a:r>
            <a:endParaRPr lang="en-US" b="1"/>
          </a:p>
          <a:p>
            <a:r>
              <a:rPr lang="en-US"/>
              <a:t>·      Next,  continued literature review of information retrieval methods to improve performance and find most applicable method</a:t>
            </a:r>
            <a:endParaRPr lang="en-US">
              <a:cs typeface="Calibri"/>
            </a:endParaRPr>
          </a:p>
          <a:p>
            <a:r>
              <a:rPr lang="en-US"/>
              <a:t>·      So far we have used term matching and latent semantic indexing to identify abstracts mentioned in pandemic case</a:t>
            </a:r>
            <a:endParaRPr lang="en-US">
              <a:cs typeface="Calibri"/>
            </a:endParaRPr>
          </a:p>
          <a:p>
            <a:endParaRPr lang="en-US"/>
          </a:p>
          <a:p>
            <a:r>
              <a:rPr lang="en-US"/>
              <a:t>·      Looking into using approaches such using deep learning and neural networks to create a vector representation of how close words are to a keyword such as pandemics</a:t>
            </a:r>
            <a:endParaRPr lang="en-US">
              <a:cs typeface="Calibri"/>
            </a:endParaRPr>
          </a:p>
          <a:p>
            <a:r>
              <a:rPr lang="en-US"/>
              <a:t>·      Other text classification methods include naïve bayes or k-nearest neighbors where you manually label a subset of the abstracts and determine if it relates to digitalization or not, which will train the computer to find similarities in other abstracts that relate to digitalization</a:t>
            </a:r>
            <a:endParaRPr lang="en-US" err="1">
              <a:cs typeface="Calibri"/>
            </a:endParaRPr>
          </a:p>
          <a:p>
            <a:endParaRPr lang="en-US"/>
          </a:p>
          <a:p>
            <a:r>
              <a:rPr lang="en-US"/>
              <a:t>-&gt; Skylar will go into more depth</a:t>
            </a:r>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p>
          <a:p>
            <a:r>
              <a:rPr lang="en-US" b="1"/>
              <a:t>Neural Network for Information Retrieval : </a:t>
            </a:r>
            <a:r>
              <a:rPr lang="en-US"/>
              <a:t>The idea is to compute the words embeddings (vector representation) of the query (searched terms) and document. Then compute the similarity between the query and the document. The key is to use deep learning to compute the vector representation. </a:t>
            </a:r>
          </a:p>
          <a:p>
            <a:endParaRPr lang="en-US"/>
          </a:p>
          <a:p>
            <a:r>
              <a:rPr lang="en-US" b="1"/>
              <a:t>Probabilistic Latent Semantic Analysis:</a:t>
            </a:r>
            <a:r>
              <a:rPr lang="en-US"/>
              <a:t> The idea supposes a statistical model that explains the co-occurrence between data (words) with a latent structure. The model is fitted with data to compute the probability that a searched term is listed in a document.</a:t>
            </a:r>
          </a:p>
          <a:p>
            <a:r>
              <a:rPr lang="en-US"/>
              <a:t>NOTE: LDA is a generalization of PLSA</a:t>
            </a:r>
          </a:p>
          <a:p>
            <a:endParaRPr lang="en-US"/>
          </a:p>
          <a:p>
            <a:endParaRPr lang="en-US">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10</a:t>
            </a:fld>
            <a:endParaRPr lang="en-US"/>
          </a:p>
        </p:txBody>
      </p:sp>
    </p:spTree>
    <p:extLst>
      <p:ext uri="{BB962C8B-B14F-4D97-AF65-F5344CB8AC3E}">
        <p14:creationId xmlns:p14="http://schemas.microsoft.com/office/powerpoint/2010/main" val="3548098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cs typeface="Calibri"/>
              </a:rPr>
              <a:t>Skylar</a:t>
            </a:r>
            <a:endParaRPr lang="en-US">
              <a:cs typeface="Calibri"/>
            </a:endParaRPr>
          </a:p>
          <a:p>
            <a:r>
              <a:rPr lang="en-US" b="1">
                <a:cs typeface="Calibri"/>
              </a:rPr>
              <a:t>Variance</a:t>
            </a:r>
            <a:r>
              <a:rPr lang="en-US">
                <a:cs typeface="Calibri"/>
              </a:rPr>
              <a:t>: </a:t>
            </a:r>
            <a:r>
              <a:rPr lang="en-US"/>
              <a:t>variability of model prediction for a given data point or a value which tells us spread of our data. Model with high variance pays a lot of attention to training data and does not generalize on the data which it hasn’t seen before. As a result, such models perform very well on training data but has high error rates on test data.</a:t>
            </a:r>
            <a:endParaRPr lang="en-US">
              <a:cs typeface="Calibri"/>
            </a:endParaRPr>
          </a:p>
          <a:p>
            <a:r>
              <a:rPr lang="en-US" b="1">
                <a:cs typeface="Calibri"/>
              </a:rPr>
              <a:t>Bias</a:t>
            </a:r>
            <a:r>
              <a:rPr lang="en-US">
                <a:cs typeface="Calibri"/>
              </a:rPr>
              <a:t>:</a:t>
            </a:r>
            <a:r>
              <a:rPr lang="en-US"/>
              <a:t> difference between the average prediction of our model and the correct value which we are trying to predict. Model with high bias pays very little attention to the training data and oversimplifies the model. It always leads to high error on training and test data.</a:t>
            </a:r>
            <a:endParaRPr lang="en-US">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11</a:t>
            </a:fld>
            <a:endParaRPr lang="en-US"/>
          </a:p>
        </p:txBody>
      </p:sp>
    </p:spTree>
    <p:extLst>
      <p:ext uri="{BB962C8B-B14F-4D97-AF65-F5344CB8AC3E}">
        <p14:creationId xmlns:p14="http://schemas.microsoft.com/office/powerpoint/2010/main" val="3122770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cs typeface="Calibri"/>
              </a:rPr>
              <a:t>Skylar</a:t>
            </a:r>
            <a:endParaRPr lang="en-US">
              <a:cs typeface="Calibri"/>
            </a:endParaRPr>
          </a:p>
          <a:p>
            <a:r>
              <a:rPr lang="en-US">
                <a:cs typeface="Calibri"/>
              </a:rPr>
              <a:t> Not entirely sure what method yet but leaning towards a trained data set due to expertise of the group and unfamiliarity with deep learning</a:t>
            </a:r>
            <a:endParaRPr lang="en-US"/>
          </a:p>
        </p:txBody>
      </p:sp>
      <p:sp>
        <p:nvSpPr>
          <p:cNvPr id="4" name="Slide Number Placeholder 3"/>
          <p:cNvSpPr>
            <a:spLocks noGrp="1"/>
          </p:cNvSpPr>
          <p:nvPr>
            <p:ph type="sldNum" sz="quarter" idx="5"/>
          </p:nvPr>
        </p:nvSpPr>
        <p:spPr/>
        <p:txBody>
          <a:bodyPr/>
          <a:lstStyle/>
          <a:p>
            <a:fld id="{5B8E8C4F-731C-F24D-9A9E-B4D5C84CE44D}" type="slidenum">
              <a:rPr lang="en-US" smtClean="0"/>
              <a:t>12</a:t>
            </a:fld>
            <a:endParaRPr lang="en-US"/>
          </a:p>
        </p:txBody>
      </p:sp>
    </p:spTree>
    <p:extLst>
      <p:ext uri="{BB962C8B-B14F-4D97-AF65-F5344CB8AC3E}">
        <p14:creationId xmlns:p14="http://schemas.microsoft.com/office/powerpoint/2010/main" val="2386616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B8E8C4F-731C-F24D-9A9E-B4D5C84CE44D}" type="slidenum">
              <a:rPr lang="en-US" smtClean="0"/>
              <a:t>13</a:t>
            </a:fld>
            <a:endParaRPr lang="en-US"/>
          </a:p>
        </p:txBody>
      </p:sp>
    </p:spTree>
    <p:extLst>
      <p:ext uri="{BB962C8B-B14F-4D97-AF65-F5344CB8AC3E}">
        <p14:creationId xmlns:p14="http://schemas.microsoft.com/office/powerpoint/2010/main" val="9972129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B8E8C4F-731C-F24D-9A9E-B4D5C84CE44D}" type="slidenum">
              <a:rPr lang="en-US" smtClean="0"/>
              <a:t>14</a:t>
            </a:fld>
            <a:endParaRPr lang="en-US"/>
          </a:p>
        </p:txBody>
      </p:sp>
    </p:spTree>
    <p:extLst>
      <p:ext uri="{BB962C8B-B14F-4D97-AF65-F5344CB8AC3E}">
        <p14:creationId xmlns:p14="http://schemas.microsoft.com/office/powerpoint/2010/main" val="3704606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ext Placeholder 5"/>
          <p:cNvSpPr>
            <a:spLocks noGrp="1"/>
          </p:cNvSpPr>
          <p:nvPr>
            <p:ph type="body" sz="quarter" idx="10" hasCustomPrompt="1"/>
          </p:nvPr>
        </p:nvSpPr>
        <p:spPr>
          <a:xfrm>
            <a:off x="377952" y="2743518"/>
            <a:ext cx="11814048" cy="571500"/>
          </a:xfrm>
          <a:prstGeom prst="rect">
            <a:avLst/>
          </a:prstGeom>
        </p:spPr>
        <p:txBody>
          <a:bodyPr/>
          <a:lstStyle>
            <a:lvl1pPr marL="0" indent="0" algn="ctr">
              <a:buNone/>
              <a:defRPr sz="3600" b="1" i="0" u="heavy" cap="all" baseline="0">
                <a:solidFill>
                  <a:schemeClr val="bg1"/>
                </a:solidFill>
                <a:uFill>
                  <a:solidFill>
                    <a:srgbClr val="E47100"/>
                  </a:solidFill>
                </a:uFill>
                <a:latin typeface="ITC Franklin Gothic Std Med" charset="0"/>
                <a:ea typeface="ITC Franklin Gothic Std Med" charset="0"/>
                <a:cs typeface="ITC Franklin Gothic Std Med" charset="0"/>
              </a:defRPr>
            </a:lvl1pPr>
            <a:lvl2pPr marL="457200" indent="0">
              <a:buNone/>
              <a:defRPr b="1" i="0">
                <a:solidFill>
                  <a:schemeClr val="bg1"/>
                </a:solidFill>
                <a:latin typeface="ITC Franklin Gothic Std Med" charset="0"/>
                <a:ea typeface="ITC Franklin Gothic Std Med" charset="0"/>
                <a:cs typeface="ITC Franklin Gothic Std Med" charset="0"/>
              </a:defRPr>
            </a:lvl2pPr>
            <a:lvl3pPr marL="914400" indent="0">
              <a:buNone/>
              <a:defRPr b="1" i="0">
                <a:solidFill>
                  <a:schemeClr val="bg1"/>
                </a:solidFill>
                <a:latin typeface="ITC Franklin Gothic Std Med" charset="0"/>
                <a:ea typeface="ITC Franklin Gothic Std Med" charset="0"/>
                <a:cs typeface="ITC Franklin Gothic Std Med" charset="0"/>
              </a:defRPr>
            </a:lvl3pPr>
            <a:lvl4pPr marL="1371600" indent="0">
              <a:buNone/>
              <a:defRPr b="1" i="0">
                <a:solidFill>
                  <a:schemeClr val="bg1"/>
                </a:solidFill>
                <a:latin typeface="ITC Franklin Gothic Std Med" charset="0"/>
                <a:ea typeface="ITC Franklin Gothic Std Med" charset="0"/>
                <a:cs typeface="ITC Franklin Gothic Std Med" charset="0"/>
              </a:defRPr>
            </a:lvl4pPr>
            <a:lvl5pPr marL="1828800" indent="0">
              <a:buNone/>
              <a:defRPr b="1" i="0">
                <a:solidFill>
                  <a:schemeClr val="bg1"/>
                </a:solidFill>
                <a:latin typeface="ITC Franklin Gothic Std Med" charset="0"/>
                <a:ea typeface="ITC Franklin Gothic Std Med" charset="0"/>
                <a:cs typeface="ITC Franklin Gothic Std Med" charset="0"/>
              </a:defRPr>
            </a:lvl5pPr>
          </a:lstStyle>
          <a:p>
            <a:pPr lvl="0"/>
            <a:r>
              <a:rPr lang="en-US"/>
              <a:t>OPTIONAL PRESENTATION TITLE</a:t>
            </a:r>
          </a:p>
        </p:txBody>
      </p:sp>
      <p:sp>
        <p:nvSpPr>
          <p:cNvPr id="10" name="Text Placeholder 11"/>
          <p:cNvSpPr>
            <a:spLocks noGrp="1"/>
          </p:cNvSpPr>
          <p:nvPr>
            <p:ph type="body" sz="quarter" idx="11" hasCustomPrompt="1"/>
          </p:nvPr>
        </p:nvSpPr>
        <p:spPr>
          <a:xfrm>
            <a:off x="377825" y="3503864"/>
            <a:ext cx="11814175" cy="454033"/>
          </a:xfrm>
          <a:prstGeom prst="rect">
            <a:avLst/>
          </a:prstGeom>
        </p:spPr>
        <p:txBody>
          <a:bodyPr/>
          <a:lstStyle>
            <a:lvl1pPr marL="0" indent="0" algn="ctr">
              <a:buNone/>
              <a:defRPr sz="1400" b="1" i="0" cap="all" baseline="0">
                <a:solidFill>
                  <a:schemeClr val="bg1"/>
                </a:solidFill>
                <a:latin typeface="ITC Franklin Gothic Std Med" charset="0"/>
                <a:ea typeface="ITC Franklin Gothic Std Med" charset="0"/>
                <a:cs typeface="ITC Franklin Gothic Std Med" charset="0"/>
              </a:defRPr>
            </a:lvl1pPr>
          </a:lstStyle>
          <a:p>
            <a:r>
              <a:rPr lang="en-US" b="1" i="0" cap="all">
                <a:uFill>
                  <a:solidFill>
                    <a:srgbClr val="E47100"/>
                  </a:solidFill>
                </a:uFill>
                <a:latin typeface="ITC Franklin Gothic Std Med" charset="0"/>
                <a:ea typeface="ITC Franklin Gothic Std Med" charset="0"/>
                <a:cs typeface="ITC Franklin Gothic Std Med" charset="0"/>
              </a:rPr>
              <a:t> OPTIONAL AUTHOR NAME</a:t>
            </a:r>
          </a:p>
        </p:txBody>
      </p:sp>
    </p:spTree>
    <p:extLst>
      <p:ext uri="{BB962C8B-B14F-4D97-AF65-F5344CB8AC3E}">
        <p14:creationId xmlns:p14="http://schemas.microsoft.com/office/powerpoint/2010/main" val="354750894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pag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0" y="1682757"/>
            <a:ext cx="12192000" cy="732883"/>
          </a:xfrm>
          <a:prstGeom prst="rect">
            <a:avLst/>
          </a:prstGeom>
        </p:spPr>
        <p:txBody>
          <a:bodyPr vert="horz"/>
          <a:lstStyle>
            <a:lvl1pPr marL="0" indent="0" algn="ctr">
              <a:buFontTx/>
              <a:buNone/>
              <a:defRPr sz="5400">
                <a:solidFill>
                  <a:schemeClr val="bg1"/>
                </a:solidFill>
                <a:latin typeface="ITC Franklin Gothic Std Bk Cp"/>
              </a:defRPr>
            </a:lvl1pPr>
          </a:lstStyle>
          <a:p>
            <a:pPr lvl="0"/>
            <a:r>
              <a:rPr lang="en-US"/>
              <a:t>PRESENTATION TITLE</a:t>
            </a:r>
          </a:p>
        </p:txBody>
      </p:sp>
      <p:sp>
        <p:nvSpPr>
          <p:cNvPr id="10" name="Text Placeholder 9"/>
          <p:cNvSpPr>
            <a:spLocks noGrp="1"/>
          </p:cNvSpPr>
          <p:nvPr>
            <p:ph type="body" sz="quarter" idx="11" hasCustomPrompt="1"/>
          </p:nvPr>
        </p:nvSpPr>
        <p:spPr>
          <a:xfrm>
            <a:off x="11289" y="2415639"/>
            <a:ext cx="12192000" cy="773112"/>
          </a:xfrm>
          <a:prstGeom prst="rect">
            <a:avLst/>
          </a:prstGeom>
        </p:spPr>
        <p:txBody>
          <a:bodyPr vert="horz"/>
          <a:lstStyle>
            <a:lvl1pPr marL="0" indent="0" algn="ctr">
              <a:buFontTx/>
              <a:buNone/>
              <a:defRPr sz="4400" baseline="0">
                <a:solidFill>
                  <a:schemeClr val="bg1"/>
                </a:solidFill>
                <a:latin typeface="ITC Franklin Gothic Std Bk XCp"/>
              </a:defRPr>
            </a:lvl1pPr>
          </a:lstStyle>
          <a:p>
            <a:pPr lvl="0"/>
            <a:r>
              <a:rPr lang="en-US"/>
              <a:t>Subtitle Here</a:t>
            </a:r>
          </a:p>
        </p:txBody>
      </p:sp>
      <p:sp>
        <p:nvSpPr>
          <p:cNvPr id="14" name="Text Placeholder 13"/>
          <p:cNvSpPr>
            <a:spLocks noGrp="1"/>
          </p:cNvSpPr>
          <p:nvPr>
            <p:ph type="body" sz="quarter" idx="12" hasCustomPrompt="1"/>
          </p:nvPr>
        </p:nvSpPr>
        <p:spPr>
          <a:xfrm>
            <a:off x="12095" y="3644103"/>
            <a:ext cx="12192000" cy="419581"/>
          </a:xfrm>
          <a:prstGeom prst="rect">
            <a:avLst/>
          </a:prstGeom>
        </p:spPr>
        <p:txBody>
          <a:bodyPr vert="horz"/>
          <a:lstStyle>
            <a:lvl1pPr marL="0" indent="0" algn="ctr">
              <a:buFontTx/>
              <a:buNone/>
              <a:defRPr sz="2800" baseline="0">
                <a:solidFill>
                  <a:schemeClr val="bg1"/>
                </a:solidFill>
                <a:latin typeface="ITC Franklin Gothic Std Bk Cp"/>
              </a:defRPr>
            </a:lvl1pPr>
          </a:lstStyle>
          <a:p>
            <a:pPr lvl="0"/>
            <a:r>
              <a:rPr lang="en-US"/>
              <a:t>OPTIONAL AUTHOR NAME</a:t>
            </a:r>
          </a:p>
        </p:txBody>
      </p:sp>
      <p:sp>
        <p:nvSpPr>
          <p:cNvPr id="16" name="Text Placeholder 15"/>
          <p:cNvSpPr>
            <a:spLocks noGrp="1"/>
          </p:cNvSpPr>
          <p:nvPr>
            <p:ph type="body" sz="quarter" idx="13" hasCustomPrompt="1"/>
          </p:nvPr>
        </p:nvSpPr>
        <p:spPr>
          <a:xfrm>
            <a:off x="0" y="4063684"/>
            <a:ext cx="12192000" cy="346075"/>
          </a:xfrm>
          <a:prstGeom prst="rect">
            <a:avLst/>
          </a:prstGeom>
        </p:spPr>
        <p:txBody>
          <a:bodyPr vert="horz"/>
          <a:lstStyle>
            <a:lvl1pPr marL="0" indent="0" algn="ctr">
              <a:buFontTx/>
              <a:buNone/>
              <a:defRPr sz="1600" b="0" i="1" baseline="0">
                <a:solidFill>
                  <a:schemeClr val="bg1"/>
                </a:solidFill>
                <a:latin typeface="ITC Franklin Gothic Std Book"/>
              </a:defRPr>
            </a:lvl1pPr>
          </a:lstStyle>
          <a:p>
            <a:pPr lvl="0"/>
            <a:r>
              <a:rPr lang="en-US"/>
              <a:t>August 27th, 2016</a:t>
            </a:r>
          </a:p>
        </p:txBody>
      </p:sp>
    </p:spTree>
    <p:extLst>
      <p:ext uri="{BB962C8B-B14F-4D97-AF65-F5344CB8AC3E}">
        <p14:creationId xmlns:p14="http://schemas.microsoft.com/office/powerpoint/2010/main" val="5876344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ext Placeholder 5"/>
          <p:cNvSpPr>
            <a:spLocks noGrp="1"/>
          </p:cNvSpPr>
          <p:nvPr>
            <p:ph type="body" sz="quarter" idx="10" hasCustomPrompt="1"/>
          </p:nvPr>
        </p:nvSpPr>
        <p:spPr>
          <a:xfrm>
            <a:off x="377952" y="2743518"/>
            <a:ext cx="11814048" cy="571500"/>
          </a:xfrm>
          <a:prstGeom prst="rect">
            <a:avLst/>
          </a:prstGeom>
        </p:spPr>
        <p:txBody>
          <a:bodyPr/>
          <a:lstStyle>
            <a:lvl1pPr marL="0" indent="0" algn="ctr">
              <a:buNone/>
              <a:defRPr sz="3600" b="1" i="0" u="heavy" cap="all" baseline="0">
                <a:solidFill>
                  <a:schemeClr val="bg1"/>
                </a:solidFill>
                <a:uFill>
                  <a:solidFill>
                    <a:srgbClr val="E47100"/>
                  </a:solidFill>
                </a:uFill>
                <a:latin typeface="ITC Franklin Gothic Std Med" charset="0"/>
                <a:ea typeface="ITC Franklin Gothic Std Med" charset="0"/>
                <a:cs typeface="ITC Franklin Gothic Std Med" charset="0"/>
              </a:defRPr>
            </a:lvl1pPr>
            <a:lvl2pPr marL="457200" indent="0">
              <a:buNone/>
              <a:defRPr b="1" i="0">
                <a:solidFill>
                  <a:schemeClr val="bg1"/>
                </a:solidFill>
                <a:latin typeface="ITC Franklin Gothic Std Med" charset="0"/>
                <a:ea typeface="ITC Franklin Gothic Std Med" charset="0"/>
                <a:cs typeface="ITC Franklin Gothic Std Med" charset="0"/>
              </a:defRPr>
            </a:lvl2pPr>
            <a:lvl3pPr marL="914400" indent="0">
              <a:buNone/>
              <a:defRPr b="1" i="0">
                <a:solidFill>
                  <a:schemeClr val="bg1"/>
                </a:solidFill>
                <a:latin typeface="ITC Franklin Gothic Std Med" charset="0"/>
                <a:ea typeface="ITC Franklin Gothic Std Med" charset="0"/>
                <a:cs typeface="ITC Franklin Gothic Std Med" charset="0"/>
              </a:defRPr>
            </a:lvl3pPr>
            <a:lvl4pPr marL="1371600" indent="0">
              <a:buNone/>
              <a:defRPr b="1" i="0">
                <a:solidFill>
                  <a:schemeClr val="bg1"/>
                </a:solidFill>
                <a:latin typeface="ITC Franklin Gothic Std Med" charset="0"/>
                <a:ea typeface="ITC Franklin Gothic Std Med" charset="0"/>
                <a:cs typeface="ITC Franklin Gothic Std Med" charset="0"/>
              </a:defRPr>
            </a:lvl4pPr>
            <a:lvl5pPr marL="1828800" indent="0">
              <a:buNone/>
              <a:defRPr b="1" i="0">
                <a:solidFill>
                  <a:schemeClr val="bg1"/>
                </a:solidFill>
                <a:latin typeface="ITC Franklin Gothic Std Med" charset="0"/>
                <a:ea typeface="ITC Franklin Gothic Std Med" charset="0"/>
                <a:cs typeface="ITC Franklin Gothic Std Med" charset="0"/>
              </a:defRPr>
            </a:lvl5pPr>
          </a:lstStyle>
          <a:p>
            <a:pPr lvl="0"/>
            <a:r>
              <a:rPr lang="en-US"/>
              <a:t>OPTIONAL PRESENTATION TITLE</a:t>
            </a:r>
          </a:p>
        </p:txBody>
      </p:sp>
      <p:sp>
        <p:nvSpPr>
          <p:cNvPr id="10" name="Text Placeholder 11"/>
          <p:cNvSpPr>
            <a:spLocks noGrp="1"/>
          </p:cNvSpPr>
          <p:nvPr>
            <p:ph type="body" sz="quarter" idx="11" hasCustomPrompt="1"/>
          </p:nvPr>
        </p:nvSpPr>
        <p:spPr>
          <a:xfrm>
            <a:off x="377825" y="3503864"/>
            <a:ext cx="11814175" cy="454033"/>
          </a:xfrm>
          <a:prstGeom prst="rect">
            <a:avLst/>
          </a:prstGeom>
        </p:spPr>
        <p:txBody>
          <a:bodyPr/>
          <a:lstStyle>
            <a:lvl1pPr marL="0" indent="0" algn="ctr">
              <a:buNone/>
              <a:defRPr sz="1400" b="1" i="0" cap="all" baseline="0">
                <a:solidFill>
                  <a:schemeClr val="bg1"/>
                </a:solidFill>
                <a:latin typeface="ITC Franklin Gothic Std Med" charset="0"/>
                <a:ea typeface="ITC Franklin Gothic Std Med" charset="0"/>
                <a:cs typeface="ITC Franklin Gothic Std Med" charset="0"/>
              </a:defRPr>
            </a:lvl1pPr>
          </a:lstStyle>
          <a:p>
            <a:r>
              <a:rPr lang="en-US" b="1" i="0" cap="all">
                <a:uFill>
                  <a:solidFill>
                    <a:srgbClr val="E47100"/>
                  </a:solidFill>
                </a:uFill>
                <a:latin typeface="ITC Franklin Gothic Std Med" charset="0"/>
                <a:ea typeface="ITC Franklin Gothic Std Med" charset="0"/>
                <a:cs typeface="ITC Franklin Gothic Std Med" charset="0"/>
              </a:rPr>
              <a:t> OPTIONAL AUTHOR NAME</a:t>
            </a:r>
          </a:p>
        </p:txBody>
      </p:sp>
    </p:spTree>
    <p:extLst>
      <p:ext uri="{BB962C8B-B14F-4D97-AF65-F5344CB8AC3E}">
        <p14:creationId xmlns:p14="http://schemas.microsoft.com/office/powerpoint/2010/main" val="1738266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ext Placeholder 9"/>
          <p:cNvSpPr>
            <a:spLocks noGrp="1"/>
          </p:cNvSpPr>
          <p:nvPr>
            <p:ph type="body" sz="quarter" idx="10" hasCustomPrompt="1"/>
          </p:nvPr>
        </p:nvSpPr>
        <p:spPr>
          <a:xfrm>
            <a:off x="365760" y="3130917"/>
            <a:ext cx="11814175" cy="731838"/>
          </a:xfrm>
          <a:prstGeom prst="rect">
            <a:avLst/>
          </a:prstGeom>
        </p:spPr>
        <p:txBody>
          <a:bodyPr/>
          <a:lstStyle>
            <a:lvl1pPr marL="0" indent="0" algn="ctr">
              <a:buNone/>
              <a:defRPr sz="3600" b="1" i="0" u="heavy" baseline="0">
                <a:solidFill>
                  <a:srgbClr val="222C4B"/>
                </a:solidFill>
                <a:uFill>
                  <a:solidFill>
                    <a:srgbClr val="E47100"/>
                  </a:solidFill>
                </a:uFill>
                <a:latin typeface="ITC Franklin Gothic Std Med" charset="0"/>
                <a:ea typeface="ITC Franklin Gothic Std Med" charset="0"/>
                <a:cs typeface="ITC Franklin Gothic Std Med" charset="0"/>
              </a:defRPr>
            </a:lvl1pPr>
            <a:lvl2pPr marL="457200" indent="0" algn="ctr">
              <a:buNone/>
              <a:defRPr b="1" i="0">
                <a:solidFill>
                  <a:srgbClr val="222C4B"/>
                </a:solidFill>
                <a:latin typeface="ITC Franklin Gothic Std Med" charset="0"/>
                <a:ea typeface="ITC Franklin Gothic Std Med" charset="0"/>
                <a:cs typeface="ITC Franklin Gothic Std Med" charset="0"/>
              </a:defRPr>
            </a:lvl2pPr>
            <a:lvl3pPr marL="914400" indent="0" algn="ctr">
              <a:buNone/>
              <a:defRPr b="1" i="0">
                <a:solidFill>
                  <a:srgbClr val="222C4B"/>
                </a:solidFill>
                <a:latin typeface="ITC Franklin Gothic Std Med" charset="0"/>
                <a:ea typeface="ITC Franklin Gothic Std Med" charset="0"/>
                <a:cs typeface="ITC Franklin Gothic Std Med" charset="0"/>
              </a:defRPr>
            </a:lvl3pPr>
            <a:lvl4pPr marL="1371600" indent="0" algn="ctr">
              <a:buNone/>
              <a:defRPr b="1" i="0">
                <a:solidFill>
                  <a:srgbClr val="222C4B"/>
                </a:solidFill>
                <a:latin typeface="ITC Franklin Gothic Std Med" charset="0"/>
                <a:ea typeface="ITC Franklin Gothic Std Med" charset="0"/>
                <a:cs typeface="ITC Franklin Gothic Std Med" charset="0"/>
              </a:defRPr>
            </a:lvl4pPr>
            <a:lvl5pPr marL="1828800" indent="0" algn="ctr">
              <a:buNone/>
              <a:defRPr b="1" i="0">
                <a:solidFill>
                  <a:srgbClr val="222C4B"/>
                </a:solidFill>
                <a:latin typeface="ITC Franklin Gothic Std Med" charset="0"/>
                <a:ea typeface="ITC Franklin Gothic Std Med" charset="0"/>
                <a:cs typeface="ITC Franklin Gothic Std Med" charset="0"/>
              </a:defRPr>
            </a:lvl5pPr>
          </a:lstStyle>
          <a:p>
            <a:pPr lvl="0"/>
            <a:r>
              <a:rPr lang="en-US"/>
              <a:t>TITLE HERE</a:t>
            </a:r>
          </a:p>
        </p:txBody>
      </p:sp>
    </p:spTree>
    <p:extLst>
      <p:ext uri="{BB962C8B-B14F-4D97-AF65-F5344CB8AC3E}">
        <p14:creationId xmlns:p14="http://schemas.microsoft.com/office/powerpoint/2010/main" val="591315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394085" y="6460257"/>
            <a:ext cx="2844800" cy="365125"/>
          </a:xfrm>
          <a:prstGeom prst="rect">
            <a:avLst/>
          </a:prstGeom>
        </p:spPr>
        <p:txBody>
          <a:bodyPr/>
          <a:lstStyle/>
          <a:p>
            <a:fld id="{6B0A811D-F3F9-4A1F-B241-B660D2918E75}" type="slidenum">
              <a:rPr lang="en-US" smtClean="0"/>
              <a:t>‹#›</a:t>
            </a:fld>
            <a:endParaRPr lang="en-US"/>
          </a:p>
        </p:txBody>
      </p:sp>
    </p:spTree>
    <p:extLst>
      <p:ext uri="{BB962C8B-B14F-4D97-AF65-F5344CB8AC3E}">
        <p14:creationId xmlns:p14="http://schemas.microsoft.com/office/powerpoint/2010/main" val="11465253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ext Placeholder 9"/>
          <p:cNvSpPr>
            <a:spLocks noGrp="1"/>
          </p:cNvSpPr>
          <p:nvPr>
            <p:ph type="body" sz="quarter" idx="10" hasCustomPrompt="1"/>
          </p:nvPr>
        </p:nvSpPr>
        <p:spPr>
          <a:xfrm>
            <a:off x="365760" y="3130917"/>
            <a:ext cx="11814175" cy="731838"/>
          </a:xfrm>
          <a:prstGeom prst="rect">
            <a:avLst/>
          </a:prstGeom>
        </p:spPr>
        <p:txBody>
          <a:bodyPr/>
          <a:lstStyle>
            <a:lvl1pPr marL="0" indent="0" algn="ctr">
              <a:buNone/>
              <a:defRPr sz="3600" b="1" i="0" u="heavy" baseline="0">
                <a:solidFill>
                  <a:srgbClr val="222C4B"/>
                </a:solidFill>
                <a:uFill>
                  <a:solidFill>
                    <a:srgbClr val="E47100"/>
                  </a:solidFill>
                </a:uFill>
                <a:latin typeface="ITC Franklin Gothic Std Med" charset="0"/>
                <a:ea typeface="ITC Franklin Gothic Std Med" charset="0"/>
                <a:cs typeface="ITC Franklin Gothic Std Med" charset="0"/>
              </a:defRPr>
            </a:lvl1pPr>
            <a:lvl2pPr marL="457200" indent="0" algn="ctr">
              <a:buNone/>
              <a:defRPr b="1" i="0">
                <a:solidFill>
                  <a:srgbClr val="222C4B"/>
                </a:solidFill>
                <a:latin typeface="ITC Franklin Gothic Std Med" charset="0"/>
                <a:ea typeface="ITC Franklin Gothic Std Med" charset="0"/>
                <a:cs typeface="ITC Franklin Gothic Std Med" charset="0"/>
              </a:defRPr>
            </a:lvl2pPr>
            <a:lvl3pPr marL="914400" indent="0" algn="ctr">
              <a:buNone/>
              <a:defRPr b="1" i="0">
                <a:solidFill>
                  <a:srgbClr val="222C4B"/>
                </a:solidFill>
                <a:latin typeface="ITC Franklin Gothic Std Med" charset="0"/>
                <a:ea typeface="ITC Franklin Gothic Std Med" charset="0"/>
                <a:cs typeface="ITC Franklin Gothic Std Med" charset="0"/>
              </a:defRPr>
            </a:lvl3pPr>
            <a:lvl4pPr marL="1371600" indent="0" algn="ctr">
              <a:buNone/>
              <a:defRPr b="1" i="0">
                <a:solidFill>
                  <a:srgbClr val="222C4B"/>
                </a:solidFill>
                <a:latin typeface="ITC Franklin Gothic Std Med" charset="0"/>
                <a:ea typeface="ITC Franklin Gothic Std Med" charset="0"/>
                <a:cs typeface="ITC Franklin Gothic Std Med" charset="0"/>
              </a:defRPr>
            </a:lvl4pPr>
            <a:lvl5pPr marL="1828800" indent="0" algn="ctr">
              <a:buNone/>
              <a:defRPr b="1" i="0">
                <a:solidFill>
                  <a:srgbClr val="222C4B"/>
                </a:solidFill>
                <a:latin typeface="ITC Franklin Gothic Std Med" charset="0"/>
                <a:ea typeface="ITC Franklin Gothic Std Med" charset="0"/>
                <a:cs typeface="ITC Franklin Gothic Std Med" charset="0"/>
              </a:defRPr>
            </a:lvl5pPr>
          </a:lstStyle>
          <a:p>
            <a:pPr lvl="0"/>
            <a:r>
              <a:rPr lang="en-US"/>
              <a:t>TITLE HERE</a:t>
            </a:r>
          </a:p>
        </p:txBody>
      </p:sp>
    </p:spTree>
    <p:extLst>
      <p:ext uri="{BB962C8B-B14F-4D97-AF65-F5344CB8AC3E}">
        <p14:creationId xmlns:p14="http://schemas.microsoft.com/office/powerpoint/2010/main" val="61105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O3: backgroun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6809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394085" y="6460257"/>
            <a:ext cx="2844800" cy="365125"/>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6B0A811D-F3F9-4A1F-B241-B660D2918E75}"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25772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3.xml"/><Relationship Id="rId4" Type="http://schemas.openxmlformats.org/officeDocument/2006/relationships/image" Target="../media/image2.emf"/></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1" y="0"/>
            <a:ext cx="12188952" cy="6858000"/>
          </a:xfrm>
          <a:prstGeom prst="rect">
            <a:avLst/>
          </a:prstGeom>
          <a:solidFill>
            <a:srgbClr val="222C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7"/>
          <p:cNvSpPr/>
          <p:nvPr userDrawn="1"/>
        </p:nvSpPr>
        <p:spPr>
          <a:xfrm>
            <a:off x="0" y="0"/>
            <a:ext cx="380144" cy="6858000"/>
          </a:xfrm>
          <a:prstGeom prst="rect">
            <a:avLst/>
          </a:prstGeom>
          <a:solidFill>
            <a:srgbClr val="E47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8"/>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2" y="0"/>
            <a:ext cx="1727200" cy="2057400"/>
          </a:xfrm>
          <a:prstGeom prst="rect">
            <a:avLst/>
          </a:prstGeom>
        </p:spPr>
      </p:pic>
      <p:pic>
        <p:nvPicPr>
          <p:cNvPr id="11" name="Picture 10"/>
          <p:cNvPicPr>
            <a:picLocks noChangeAspect="1"/>
          </p:cNvPicPr>
          <p:nvPr userDrawn="1"/>
        </p:nvPicPr>
        <p:blipFill>
          <a:blip r:embed="rId5"/>
          <a:stretch>
            <a:fillRect/>
          </a:stretch>
        </p:blipFill>
        <p:spPr>
          <a:xfrm>
            <a:off x="5482669" y="5126805"/>
            <a:ext cx="1603756" cy="1005940"/>
          </a:xfrm>
          <a:prstGeom prst="rect">
            <a:avLst/>
          </a:prstGeom>
        </p:spPr>
      </p:pic>
    </p:spTree>
    <p:extLst>
      <p:ext uri="{BB962C8B-B14F-4D97-AF65-F5344CB8AC3E}">
        <p14:creationId xmlns:p14="http://schemas.microsoft.com/office/powerpoint/2010/main" val="1713677190"/>
      </p:ext>
    </p:extLst>
  </p:cSld>
  <p:clrMap bg1="lt1" tx1="dk1" bg2="lt2" tx2="dk2" accent1="accent1" accent2="accent2" accent3="accent3" accent4="accent4" accent5="accent5" accent6="accent6" hlink="hlink" folHlink="folHlink"/>
  <p:sldLayoutIdLst>
    <p:sldLayoutId id="2147483773" r:id="rId1"/>
    <p:sldLayoutId id="2147483774"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1" y="0"/>
            <a:ext cx="12188952" cy="6858000"/>
          </a:xfrm>
          <a:prstGeom prst="rect">
            <a:avLst/>
          </a:prstGeom>
          <a:solidFill>
            <a:srgbClr val="222C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0"/>
            <a:ext cx="380144" cy="6858000"/>
          </a:xfrm>
          <a:prstGeom prst="rect">
            <a:avLst/>
          </a:prstGeom>
          <a:solidFill>
            <a:srgbClr val="E47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 y="0"/>
            <a:ext cx="1727200" cy="2057400"/>
          </a:xfrm>
          <a:prstGeom prst="rect">
            <a:avLst/>
          </a:prstGeom>
        </p:spPr>
      </p:pic>
      <p:pic>
        <p:nvPicPr>
          <p:cNvPr id="11" name="Picture 10"/>
          <p:cNvPicPr>
            <a:picLocks noChangeAspect="1"/>
          </p:cNvPicPr>
          <p:nvPr userDrawn="1"/>
        </p:nvPicPr>
        <p:blipFill>
          <a:blip r:embed="rId4"/>
          <a:stretch>
            <a:fillRect/>
          </a:stretch>
        </p:blipFill>
        <p:spPr>
          <a:xfrm>
            <a:off x="5482669" y="5126805"/>
            <a:ext cx="1603756" cy="1005940"/>
          </a:xfrm>
          <a:prstGeom prst="rect">
            <a:avLst/>
          </a:prstGeom>
        </p:spPr>
      </p:pic>
    </p:spTree>
    <p:extLst>
      <p:ext uri="{BB962C8B-B14F-4D97-AF65-F5344CB8AC3E}">
        <p14:creationId xmlns:p14="http://schemas.microsoft.com/office/powerpoint/2010/main" val="2173512733"/>
      </p:ext>
    </p:extLst>
  </p:cSld>
  <p:clrMap bg1="lt1" tx1="dk1" bg2="lt2" tx2="dk2" accent1="accent1" accent2="accent2" accent3="accent3" accent4="accent4" accent5="accent5" accent6="accent6" hlink="hlink" folHlink="folHlink"/>
  <p:sldLayoutIdLst>
    <p:sldLayoutId id="2147483699" r:id="rId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380144" cy="6858000"/>
          </a:xfrm>
          <a:prstGeom prst="rect">
            <a:avLst/>
          </a:prstGeom>
          <a:solidFill>
            <a:srgbClr val="222C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2" y="0"/>
            <a:ext cx="1727200" cy="2057400"/>
          </a:xfrm>
          <a:prstGeom prst="rect">
            <a:avLst/>
          </a:prstGeom>
        </p:spPr>
      </p:pic>
    </p:spTree>
    <p:extLst>
      <p:ext uri="{BB962C8B-B14F-4D97-AF65-F5344CB8AC3E}">
        <p14:creationId xmlns:p14="http://schemas.microsoft.com/office/powerpoint/2010/main" val="3194312398"/>
      </p:ext>
    </p:extLst>
  </p:cSld>
  <p:clrMap bg1="lt1" tx1="dk1" bg2="lt2" tx2="dk2" accent1="accent1" accent2="accent2" accent3="accent3" accent4="accent4" accent5="accent5" accent6="accent6" hlink="hlink" folHlink="folHlink"/>
  <p:sldLayoutIdLst>
    <p:sldLayoutId id="2147483717" r:id="rId1"/>
    <p:sldLayoutId id="2147483718"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380144" cy="6858000"/>
          </a:xfrm>
          <a:prstGeom prst="rect">
            <a:avLst/>
          </a:prstGeom>
          <a:solidFill>
            <a:srgbClr val="222C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2" y="0"/>
            <a:ext cx="1727200" cy="2057400"/>
          </a:xfrm>
          <a:prstGeom prst="rect">
            <a:avLst/>
          </a:prstGeom>
        </p:spPr>
      </p:pic>
    </p:spTree>
    <p:extLst>
      <p:ext uri="{BB962C8B-B14F-4D97-AF65-F5344CB8AC3E}">
        <p14:creationId xmlns:p14="http://schemas.microsoft.com/office/powerpoint/2010/main" val="3782962349"/>
      </p:ext>
    </p:extLst>
  </p:cSld>
  <p:clrMap bg1="lt1" tx1="dk1" bg2="lt2" tx2="dk2" accent1="accent1" accent2="accent2" accent3="accent3" accent4="accent4" accent5="accent5" accent6="accent6" hlink="hlink" folHlink="folHlink"/>
  <p:sldLayoutIdLst>
    <p:sldLayoutId id="2147483767" r:id="rId1"/>
    <p:sldLayoutId id="2147483770" r:id="rId2"/>
    <p:sldLayoutId id="2147483771"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hyperlink" Target="https://www.oecd.org/g20/key-issues-for-digital-transformation-in-the-g20.pdf" TargetMode="External"/><Relationship Id="rId3" Type="http://schemas.openxmlformats.org/officeDocument/2006/relationships/hyperlink" Target="http://www.g20.utoronto.ca/2021/210805-digital.html" TargetMode="External"/><Relationship Id="rId7" Type="http://schemas.openxmlformats.org/officeDocument/2006/relationships/hyperlink" Target="https://www.oecd.org/china/G20-innovation-report-2016.pdf"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hyperlink" Target="https://www.oecd.org/g20/topics/digitalisation-and-innovation/" TargetMode="External"/><Relationship Id="rId5" Type="http://schemas.openxmlformats.org/officeDocument/2006/relationships/hyperlink" Target="https://www.mofa.go.jp/files/000486596.pdf" TargetMode="External"/><Relationship Id="rId10" Type="http://schemas.openxmlformats.org/officeDocument/2006/relationships/hyperlink" Target="https://www.oecd.org/sti/consumer/challenges-to-consumer-policy-in-the-digital-age.pdf" TargetMode="External"/><Relationship Id="rId4" Type="http://schemas.openxmlformats.org/officeDocument/2006/relationships/hyperlink" Target="https://www.itu.int/en/ITU-D/Statistics/Documents/g20-detf-toolkit_FINAL.pdf" TargetMode="External"/><Relationship Id="rId9" Type="http://schemas.openxmlformats.org/officeDocument/2006/relationships/hyperlink" Target="https://www.oecd.org/digital/bridging-the-digital-gender-divide.pdf"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www.sciencedirect.com/science/article/abs/pii/S017221902200014X" TargetMode="External"/><Relationship Id="rId3" Type="http://schemas.openxmlformats.org/officeDocument/2006/relationships/hyperlink" Target="https://www.researchgate.net/publication/340067801_Digitalization_A_Literature_Review_and_Research_Agenda" TargetMode="External"/><Relationship Id="rId7" Type="http://schemas.openxmlformats.org/officeDocument/2006/relationships/hyperlink" Target="https://unctad.org/webflyer/digital-economy-report-2019"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hyperlink" Target="https://www.oecd.org/publications/going-digital-shaping-policies-improving-lives-9789264312012-en.htm" TargetMode="External"/><Relationship Id="rId5" Type="http://schemas.openxmlformats.org/officeDocument/2006/relationships/hyperlink" Target="https://doi.org/10.17226/26006" TargetMode="External"/><Relationship Id="rId4" Type="http://schemas.openxmlformats.org/officeDocument/2006/relationships/hyperlink" Target="https://www.proquest.com/docview/2469479098/fulltextPDF/1CD9DC0EA60744EAPQ/1?accountid=1467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95270E-8C3F-CC40-A6E0-900918F530D2}"/>
              </a:ext>
            </a:extLst>
          </p:cNvPr>
          <p:cNvSpPr/>
          <p:nvPr/>
        </p:nvSpPr>
        <p:spPr>
          <a:xfrm>
            <a:off x="5967600" y="3213557"/>
            <a:ext cx="256802" cy="477054"/>
          </a:xfrm>
          <a:prstGeom prst="rect">
            <a:avLst/>
          </a:prstGeom>
        </p:spPr>
        <p:txBody>
          <a:bodyPr wrap="none">
            <a:spAutoFit/>
          </a:bodyPr>
          <a:lstStyle/>
          <a:p>
            <a:pPr marL="0" marR="0" lvl="0" indent="0" algn="ctr" defTabSz="412750" rtl="0" eaLnBrk="1" fontAlgn="auto" latinLnBrk="0" hangingPunct="0">
              <a:lnSpc>
                <a:spcPct val="100000"/>
              </a:lnSpc>
              <a:spcBef>
                <a:spcPts val="0"/>
              </a:spcBef>
              <a:spcAft>
                <a:spcPts val="0"/>
              </a:spcAft>
              <a:buClrTx/>
              <a:buSzTx/>
              <a:buFontTx/>
              <a:buNone/>
              <a:tabLst/>
              <a:defRPr/>
            </a:pPr>
            <a:r>
              <a:rPr kumimoji="0" lang="en-US" sz="2500" b="0" i="0" u="none" strike="noStrike" kern="0" cap="none" spc="0" normalizeH="0" baseline="0" noProof="0">
                <a:ln>
                  <a:noFill/>
                </a:ln>
                <a:solidFill>
                  <a:srgbClr val="000000"/>
                </a:solidFill>
                <a:effectLst/>
                <a:uLnTx/>
                <a:uFillTx/>
                <a:latin typeface="-webkit-standard"/>
                <a:ea typeface="+mn-ea"/>
                <a:cs typeface="+mn-cs"/>
                <a:sym typeface="Helvetica Light"/>
              </a:rPr>
              <a:t> </a:t>
            </a:r>
            <a:endParaRPr kumimoji="0" lang="en-US" sz="2500" b="0" i="0" u="none" strike="noStrike" kern="0" cap="none" spc="0" normalizeH="0" baseline="0" noProof="0">
              <a:ln>
                <a:noFill/>
              </a:ln>
              <a:solidFill>
                <a:srgbClr val="000000"/>
              </a:solidFill>
              <a:effectLst/>
              <a:uLnTx/>
              <a:uFillTx/>
              <a:latin typeface="Helvetica Light"/>
              <a:ea typeface="+mn-ea"/>
              <a:cs typeface="+mn-cs"/>
              <a:sym typeface="Helvetica Light"/>
            </a:endParaRPr>
          </a:p>
        </p:txBody>
      </p:sp>
      <p:sp>
        <p:nvSpPr>
          <p:cNvPr id="2" name="Rectangle 1">
            <a:extLst>
              <a:ext uri="{FF2B5EF4-FFF2-40B4-BE49-F238E27FC236}">
                <a16:creationId xmlns:a16="http://schemas.microsoft.com/office/drawing/2014/main" id="{373E1BB6-F7A1-DA4A-A519-FFFF508ED808}"/>
              </a:ext>
            </a:extLst>
          </p:cNvPr>
          <p:cNvSpPr/>
          <p:nvPr/>
        </p:nvSpPr>
        <p:spPr>
          <a:xfrm>
            <a:off x="5047861" y="4949344"/>
            <a:ext cx="2640563" cy="1507439"/>
          </a:xfrm>
          <a:prstGeom prst="rect">
            <a:avLst/>
          </a:prstGeom>
          <a:solidFill>
            <a:srgbClr val="222C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PRESENTATION TITLE HERE"/>
          <p:cNvSpPr txBox="1">
            <a:spLocks noGrp="1"/>
          </p:cNvSpPr>
          <p:nvPr>
            <p:ph type="body" sz="quarter" idx="11"/>
          </p:nvPr>
        </p:nvSpPr>
        <p:spPr>
          <a:xfrm>
            <a:off x="1641232" y="1735613"/>
            <a:ext cx="9293182" cy="2460606"/>
          </a:xfrm>
          <a:prstGeom prst="rect">
            <a:avLst/>
          </a:prstGeom>
        </p:spPr>
        <p:txBody>
          <a:bodyPr/>
          <a:lstStyle/>
          <a:p>
            <a:pPr>
              <a:defRPr sz="8800"/>
            </a:pPr>
            <a:r>
              <a:rPr lang="en-US" sz="4800" cap="none">
                <a:latin typeface="ITC Franklin Gothic Std Book" panose="020B0504030503020204" pitchFamily="34" charset="0"/>
              </a:rPr>
              <a:t>R&amp;D Text Corpora Filtering </a:t>
            </a:r>
          </a:p>
          <a:p>
            <a:pPr>
              <a:defRPr sz="8800"/>
            </a:pPr>
            <a:r>
              <a:rPr lang="en-US" sz="4800" cap="none">
                <a:latin typeface="ITC Franklin Gothic Std Book" panose="020B0504030503020204" pitchFamily="34" charset="0"/>
              </a:rPr>
              <a:t>and Data Mining: </a:t>
            </a:r>
          </a:p>
          <a:p>
            <a:pPr>
              <a:defRPr sz="8800"/>
            </a:pPr>
            <a:r>
              <a:rPr lang="en-US" sz="4800" cap="none">
                <a:latin typeface="ITC Franklin Gothic Std Book" panose="020B0504030503020204" pitchFamily="34" charset="0"/>
              </a:rPr>
              <a:t>Case Study on Digitalization</a:t>
            </a:r>
          </a:p>
          <a:p>
            <a:pPr>
              <a:defRPr sz="8800"/>
            </a:pPr>
            <a:endParaRPr lang="en-US" sz="4800" cap="none">
              <a:latin typeface="ITC Franklin Gothic Std Book" panose="020B0504030503020204" pitchFamily="34" charset="0"/>
            </a:endParaRPr>
          </a:p>
          <a:p>
            <a:pPr>
              <a:defRPr sz="8800"/>
            </a:pPr>
            <a:r>
              <a:rPr lang="en-US" sz="3200" cap="none">
                <a:latin typeface="ITC Franklin Gothic Std Book" panose="020B0504030503020204" pitchFamily="34" charset="0"/>
              </a:rPr>
              <a:t>Data Science for the Public Good</a:t>
            </a:r>
          </a:p>
        </p:txBody>
      </p:sp>
      <p:pic>
        <p:nvPicPr>
          <p:cNvPr id="7" name="Picture 6">
            <a:extLst>
              <a:ext uri="{FF2B5EF4-FFF2-40B4-BE49-F238E27FC236}">
                <a16:creationId xmlns:a16="http://schemas.microsoft.com/office/drawing/2014/main" id="{08F0CF21-5B3B-A249-B61E-C5DF8A50A770}"/>
              </a:ext>
            </a:extLst>
          </p:cNvPr>
          <p:cNvPicPr>
            <a:picLocks noChangeAspect="1"/>
          </p:cNvPicPr>
          <p:nvPr/>
        </p:nvPicPr>
        <p:blipFill>
          <a:blip r:embed="rId3"/>
          <a:stretch>
            <a:fillRect/>
          </a:stretch>
        </p:blipFill>
        <p:spPr>
          <a:xfrm>
            <a:off x="5144271" y="5968292"/>
            <a:ext cx="2640563" cy="560667"/>
          </a:xfrm>
          <a:prstGeom prst="rect">
            <a:avLst/>
          </a:prstGeom>
        </p:spPr>
      </p:pic>
      <p:sp>
        <p:nvSpPr>
          <p:cNvPr id="14" name="Text Placeholder 3">
            <a:extLst>
              <a:ext uri="{FF2B5EF4-FFF2-40B4-BE49-F238E27FC236}">
                <a16:creationId xmlns:a16="http://schemas.microsoft.com/office/drawing/2014/main" id="{18E233E1-EAE4-CB4F-A9C8-784FA3B298F2}"/>
              </a:ext>
            </a:extLst>
          </p:cNvPr>
          <p:cNvSpPr txBox="1">
            <a:spLocks/>
          </p:cNvSpPr>
          <p:nvPr/>
        </p:nvSpPr>
        <p:spPr>
          <a:xfrm>
            <a:off x="272142" y="4452884"/>
            <a:ext cx="12192000" cy="419581"/>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2400">
                <a:solidFill>
                  <a:schemeClr val="bg1"/>
                </a:solidFill>
                <a:latin typeface="ITC Franklin Gothic Std Book"/>
              </a:rPr>
              <a:t>27 June 2022</a:t>
            </a:r>
          </a:p>
        </p:txBody>
      </p:sp>
    </p:spTree>
    <p:extLst>
      <p:ext uri="{BB962C8B-B14F-4D97-AF65-F5344CB8AC3E}">
        <p14:creationId xmlns:p14="http://schemas.microsoft.com/office/powerpoint/2010/main" val="529787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82376D-28E3-4197-FFA3-55CA0B6716D6}"/>
              </a:ext>
            </a:extLst>
          </p:cNvPr>
          <p:cNvSpPr txBox="1"/>
          <p:nvPr/>
        </p:nvSpPr>
        <p:spPr>
          <a:xfrm>
            <a:off x="4048665" y="152400"/>
            <a:ext cx="4569124"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b="1">
                <a:solidFill>
                  <a:srgbClr val="00306C"/>
                </a:solidFill>
                <a:ea typeface="+mn-lt"/>
                <a:cs typeface="+mn-lt"/>
              </a:rPr>
              <a:t>Introduction</a:t>
            </a:r>
            <a:endParaRPr lang="en-US" sz="4400">
              <a:cs typeface="Calibri" panose="020F0502020204030204"/>
            </a:endParaRPr>
          </a:p>
        </p:txBody>
      </p:sp>
      <p:pic>
        <p:nvPicPr>
          <p:cNvPr id="3" name="Picture 3">
            <a:extLst>
              <a:ext uri="{FF2B5EF4-FFF2-40B4-BE49-F238E27FC236}">
                <a16:creationId xmlns:a16="http://schemas.microsoft.com/office/drawing/2014/main" id="{B927A2DC-5BED-EEC8-442D-5264FB5E4848}"/>
              </a:ext>
            </a:extLst>
          </p:cNvPr>
          <p:cNvPicPr>
            <a:picLocks noChangeAspect="1"/>
          </p:cNvPicPr>
          <p:nvPr/>
        </p:nvPicPr>
        <p:blipFill>
          <a:blip r:embed="rId3"/>
          <a:stretch>
            <a:fillRect/>
          </a:stretch>
        </p:blipFill>
        <p:spPr>
          <a:xfrm>
            <a:off x="2162883" y="1245670"/>
            <a:ext cx="2350316" cy="2963402"/>
          </a:xfrm>
          <a:prstGeom prst="rect">
            <a:avLst/>
          </a:prstGeom>
        </p:spPr>
      </p:pic>
      <p:pic>
        <p:nvPicPr>
          <p:cNvPr id="6" name="Picture 6">
            <a:extLst>
              <a:ext uri="{FF2B5EF4-FFF2-40B4-BE49-F238E27FC236}">
                <a16:creationId xmlns:a16="http://schemas.microsoft.com/office/drawing/2014/main" id="{F7A34092-5E84-3AE1-0A49-DB31671ACF5B}"/>
              </a:ext>
            </a:extLst>
          </p:cNvPr>
          <p:cNvPicPr>
            <a:picLocks noChangeAspect="1"/>
          </p:cNvPicPr>
          <p:nvPr/>
        </p:nvPicPr>
        <p:blipFill>
          <a:blip r:embed="rId4"/>
          <a:stretch>
            <a:fillRect/>
          </a:stretch>
        </p:blipFill>
        <p:spPr>
          <a:xfrm>
            <a:off x="7748927" y="1246125"/>
            <a:ext cx="2859832" cy="2964693"/>
          </a:xfrm>
          <a:prstGeom prst="rect">
            <a:avLst/>
          </a:prstGeom>
        </p:spPr>
      </p:pic>
      <p:sp>
        <p:nvSpPr>
          <p:cNvPr id="7" name="TextBox 1">
            <a:extLst>
              <a:ext uri="{FF2B5EF4-FFF2-40B4-BE49-F238E27FC236}">
                <a16:creationId xmlns:a16="http://schemas.microsoft.com/office/drawing/2014/main" id="{987C0ADC-0699-1C29-3AC9-210FE9E2D00D}"/>
              </a:ext>
            </a:extLst>
          </p:cNvPr>
          <p:cNvSpPr txBox="1"/>
          <p:nvPr/>
        </p:nvSpPr>
        <p:spPr>
          <a:xfrm>
            <a:off x="6942318" y="4412485"/>
            <a:ext cx="4584359" cy="143116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b="1">
                <a:solidFill>
                  <a:srgbClr val="1F3864"/>
                </a:solidFill>
                <a:latin typeface="ITC Franklin Gothic Std Book"/>
                <a:cs typeface="Calibri"/>
              </a:rPr>
              <a:t>Skylar Haskiell</a:t>
            </a:r>
            <a:endParaRPr lang="en-US" b="1">
              <a:solidFill>
                <a:srgbClr val="1F3864"/>
              </a:solidFill>
              <a:latin typeface="ITC Franklin Gothic Std Book"/>
            </a:endParaRPr>
          </a:p>
          <a:p>
            <a:pPr algn="ctr">
              <a:spcAft>
                <a:spcPts val="600"/>
              </a:spcAft>
            </a:pPr>
            <a:r>
              <a:rPr lang="en-US">
                <a:solidFill>
                  <a:srgbClr val="1F3864"/>
                </a:solidFill>
                <a:latin typeface="ITC Franklin Gothic Std Book"/>
                <a:cs typeface="Calibri"/>
              </a:rPr>
              <a:t>Major: Computer Science</a:t>
            </a:r>
          </a:p>
          <a:p>
            <a:pPr algn="ctr">
              <a:spcAft>
                <a:spcPts val="600"/>
              </a:spcAft>
            </a:pPr>
            <a:r>
              <a:rPr lang="en-US">
                <a:solidFill>
                  <a:srgbClr val="1F3864"/>
                </a:solidFill>
                <a:latin typeface="ITC Franklin Gothic Std Book"/>
                <a:cs typeface="Calibri"/>
              </a:rPr>
              <a:t>Minor: Biomedical Engineering</a:t>
            </a:r>
          </a:p>
          <a:p>
            <a:pPr algn="ctr">
              <a:spcAft>
                <a:spcPts val="600"/>
              </a:spcAft>
            </a:pPr>
            <a:r>
              <a:rPr lang="en-US">
                <a:solidFill>
                  <a:srgbClr val="1F3864"/>
                </a:solidFill>
                <a:ea typeface="+mn-lt"/>
                <a:cs typeface="+mn-lt"/>
              </a:rPr>
              <a:t>UVA </a:t>
            </a:r>
            <a:r>
              <a:rPr lang="en-US">
                <a:solidFill>
                  <a:srgbClr val="1F3864"/>
                </a:solidFill>
                <a:latin typeface="ITC Franklin Gothic Std Book"/>
                <a:cs typeface="Calibri"/>
              </a:rPr>
              <a:t>Undergraduate: Class of 2024</a:t>
            </a:r>
            <a:endParaRPr lang="en-US"/>
          </a:p>
        </p:txBody>
      </p:sp>
      <p:sp>
        <p:nvSpPr>
          <p:cNvPr id="8" name="TextBox 1">
            <a:extLst>
              <a:ext uri="{FF2B5EF4-FFF2-40B4-BE49-F238E27FC236}">
                <a16:creationId xmlns:a16="http://schemas.microsoft.com/office/drawing/2014/main" id="{9DB1B063-85CD-90C1-F1AF-1DC65242595B}"/>
              </a:ext>
            </a:extLst>
          </p:cNvPr>
          <p:cNvSpPr txBox="1"/>
          <p:nvPr/>
        </p:nvSpPr>
        <p:spPr>
          <a:xfrm>
            <a:off x="1095134" y="4412484"/>
            <a:ext cx="4584359" cy="107721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b="1">
                <a:solidFill>
                  <a:srgbClr val="1F3864"/>
                </a:solidFill>
                <a:latin typeface="ITC Franklin Gothic Std Book"/>
                <a:cs typeface="Calibri"/>
              </a:rPr>
              <a:t>Kristian Olsson</a:t>
            </a:r>
            <a:endParaRPr lang="en-US" b="1">
              <a:solidFill>
                <a:srgbClr val="1F3864"/>
              </a:solidFill>
              <a:latin typeface="ITC Franklin Gothic Std Book"/>
            </a:endParaRPr>
          </a:p>
          <a:p>
            <a:pPr algn="ctr">
              <a:spcAft>
                <a:spcPts val="600"/>
              </a:spcAft>
            </a:pPr>
            <a:r>
              <a:rPr lang="en-US">
                <a:solidFill>
                  <a:srgbClr val="1F3864"/>
                </a:solidFill>
                <a:latin typeface="ITC Franklin Gothic Std Book"/>
                <a:cs typeface="Calibri"/>
              </a:rPr>
              <a:t>Major: Mathematics &amp; Statistics</a:t>
            </a:r>
          </a:p>
          <a:p>
            <a:pPr algn="ctr">
              <a:spcAft>
                <a:spcPts val="600"/>
              </a:spcAft>
            </a:pPr>
            <a:r>
              <a:rPr lang="en-US">
                <a:solidFill>
                  <a:srgbClr val="1F3864"/>
                </a:solidFill>
                <a:latin typeface="ITC Franklin Gothic Std Book"/>
                <a:cs typeface="Calibri"/>
              </a:rPr>
              <a:t>UVA Undergraduate: Class of 2024</a:t>
            </a:r>
          </a:p>
        </p:txBody>
      </p:sp>
    </p:spTree>
    <p:extLst>
      <p:ext uri="{BB962C8B-B14F-4D97-AF65-F5344CB8AC3E}">
        <p14:creationId xmlns:p14="http://schemas.microsoft.com/office/powerpoint/2010/main" val="1998988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4">
            <a:extLst>
              <a:ext uri="{FF2B5EF4-FFF2-40B4-BE49-F238E27FC236}">
                <a16:creationId xmlns:a16="http://schemas.microsoft.com/office/drawing/2014/main" id="{C0873668-FD04-4192-912A-F98D8FF4DC67}"/>
              </a:ext>
            </a:extLst>
          </p:cNvPr>
          <p:cNvSpPr txBox="1">
            <a:spLocks/>
          </p:cNvSpPr>
          <p:nvPr/>
        </p:nvSpPr>
        <p:spPr>
          <a:xfrm>
            <a:off x="1427019" y="322317"/>
            <a:ext cx="9765216" cy="915029"/>
          </a:xfrm>
        </p:spPr>
        <p:txBody>
          <a:bodyPr anchor="t">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4400" b="1">
                <a:solidFill>
                  <a:srgbClr val="00306C"/>
                </a:solidFill>
                <a:latin typeface="ITC Franklin Gothic Std Book"/>
              </a:rPr>
              <a:t>Project Introduction</a:t>
            </a:r>
            <a:endParaRPr lang="en-US" sz="4400" b="1">
              <a:solidFill>
                <a:srgbClr val="00306C"/>
              </a:solidFill>
              <a:latin typeface="ITC Franklin Gothic Std Book" panose="020B0504030503020204" pitchFamily="34" charset="0"/>
            </a:endParaRPr>
          </a:p>
          <a:p>
            <a:pPr marL="0" indent="0" algn="ctr">
              <a:buNone/>
            </a:pPr>
            <a:endParaRPr lang="en-US" sz="4400" b="1">
              <a:solidFill>
                <a:srgbClr val="00306C"/>
              </a:solidFill>
              <a:latin typeface="ITC Franklin Gothic Std Book"/>
            </a:endParaRPr>
          </a:p>
          <a:p>
            <a:pPr marL="0" indent="0" algn="ctr">
              <a:buNone/>
            </a:pPr>
            <a:endParaRPr lang="en-US" sz="4400" b="1">
              <a:solidFill>
                <a:srgbClr val="00306C"/>
              </a:solidFill>
              <a:latin typeface="ITC Franklin Gothic Std Book"/>
            </a:endParaRPr>
          </a:p>
          <a:p>
            <a:pPr marL="0" indent="0">
              <a:buNone/>
            </a:pPr>
            <a:endParaRPr lang="en-US">
              <a:latin typeface="ITC Franklin Gothic Std Book" panose="020B0504030503020204" pitchFamily="34" charset="0"/>
            </a:endParaRPr>
          </a:p>
          <a:p>
            <a:pPr marL="0" indent="0">
              <a:buNone/>
            </a:pPr>
            <a:endParaRPr lang="en-US">
              <a:latin typeface="ITC Franklin Gothic Std Book" panose="020B0504030503020204" pitchFamily="34" charset="0"/>
            </a:endParaRPr>
          </a:p>
        </p:txBody>
      </p:sp>
      <p:sp>
        <p:nvSpPr>
          <p:cNvPr id="2" name="TextBox 1"/>
          <p:cNvSpPr txBox="1"/>
          <p:nvPr/>
        </p:nvSpPr>
        <p:spPr>
          <a:xfrm>
            <a:off x="1231270" y="1150288"/>
            <a:ext cx="10812047" cy="3046988"/>
          </a:xfrm>
          <a:prstGeom prst="rect">
            <a:avLst/>
          </a:prstGeom>
          <a:noFill/>
        </p:spPr>
        <p:txBody>
          <a:bodyPr wrap="square" lIns="91440" tIns="45720" rIns="91440" bIns="45720" rtlCol="0" anchor="t">
            <a:spAutoFit/>
          </a:bodyPr>
          <a:lstStyle/>
          <a:p>
            <a:r>
              <a:rPr lang="en-US" sz="2400">
                <a:solidFill>
                  <a:srgbClr val="002060"/>
                </a:solidFill>
                <a:latin typeface="ITC Franklin Gothic Std Book"/>
              </a:rPr>
              <a:t>Data Source: Grant abstracts contained in Federal </a:t>
            </a:r>
            <a:r>
              <a:rPr lang="en-US" sz="2400" err="1">
                <a:solidFill>
                  <a:srgbClr val="002060"/>
                </a:solidFill>
                <a:latin typeface="ITC Franklin Gothic Std Book"/>
              </a:rPr>
              <a:t>RePORTER</a:t>
            </a:r>
            <a:r>
              <a:rPr lang="en-US" sz="2400">
                <a:solidFill>
                  <a:srgbClr val="002060"/>
                </a:solidFill>
                <a:latin typeface="ITC Franklin Gothic Std Book"/>
              </a:rPr>
              <a:t>, 2008-2020</a:t>
            </a:r>
          </a:p>
          <a:p>
            <a:pPr marL="800100" lvl="1" indent="-342900">
              <a:buFont typeface="Arial" panose="020B0604020202020204" pitchFamily="34" charset="0"/>
              <a:buChar char="•"/>
            </a:pPr>
            <a:r>
              <a:rPr lang="en-US" sz="2400">
                <a:solidFill>
                  <a:srgbClr val="002060"/>
                </a:solidFill>
                <a:latin typeface="ITC Franklin Gothic Std Book"/>
              </a:rPr>
              <a:t>We already have a cleaned dataset</a:t>
            </a:r>
          </a:p>
          <a:p>
            <a:pPr marL="800100" lvl="1" indent="-342900">
              <a:buFont typeface="Arial" panose="020B0604020202020204" pitchFamily="34" charset="0"/>
              <a:buChar char="•"/>
            </a:pPr>
            <a:r>
              <a:rPr lang="en-US" sz="2400">
                <a:solidFill>
                  <a:srgbClr val="002060"/>
                </a:solidFill>
                <a:latin typeface="ITC Franklin Gothic Std Book"/>
              </a:rPr>
              <a:t>~1.2 million abstracts</a:t>
            </a:r>
          </a:p>
          <a:p>
            <a:r>
              <a:rPr lang="en-US" sz="2400">
                <a:solidFill>
                  <a:srgbClr val="002060"/>
                </a:solidFill>
                <a:latin typeface="ITC Franklin Gothic Std Book"/>
                <a:ea typeface="+mn-lt"/>
                <a:cs typeface="+mn-lt"/>
              </a:rPr>
              <a:t>Sponsor: </a:t>
            </a:r>
            <a:r>
              <a:rPr lang="en-US" sz="2400" b="1">
                <a:solidFill>
                  <a:srgbClr val="002060"/>
                </a:solidFill>
                <a:latin typeface="ITC Franklin Gothic Std Book"/>
                <a:ea typeface="+mn-lt"/>
                <a:cs typeface="+mn-lt"/>
              </a:rPr>
              <a:t>National Center for Science and Engineering Statistics</a:t>
            </a:r>
            <a:endParaRPr lang="en-US" b="1">
              <a:solidFill>
                <a:srgbClr val="002060"/>
              </a:solidFill>
              <a:latin typeface="ITC Franklin Gothic Std Book"/>
            </a:endParaRPr>
          </a:p>
          <a:p>
            <a:pPr marL="457200" indent="-457200">
              <a:buAutoNum type="arabicParenR"/>
            </a:pPr>
            <a:r>
              <a:rPr lang="en-US" sz="2400">
                <a:solidFill>
                  <a:srgbClr val="002060"/>
                </a:solidFill>
                <a:latin typeface="ITC Franklin Gothic Std Book"/>
                <a:ea typeface="+mn-lt"/>
                <a:cs typeface="+mn-lt"/>
              </a:rPr>
              <a:t>RQ</a:t>
            </a:r>
            <a:r>
              <a:rPr lang="en-US" sz="2400">
                <a:solidFill>
                  <a:srgbClr val="002060"/>
                </a:solidFill>
                <a:latin typeface="ITC Franklin Gothic Std Book"/>
              </a:rPr>
              <a:t>: How can we characterize the R&amp;D </a:t>
            </a:r>
            <a:r>
              <a:rPr lang="en-US" sz="2400" b="1">
                <a:solidFill>
                  <a:srgbClr val="002060"/>
                </a:solidFill>
                <a:latin typeface="ITC Franklin Gothic Std Book"/>
              </a:rPr>
              <a:t>digitalization </a:t>
            </a:r>
            <a:r>
              <a:rPr lang="en-US" sz="2400">
                <a:solidFill>
                  <a:srgbClr val="002060"/>
                </a:solidFill>
                <a:latin typeface="ITC Franklin Gothic Std Book"/>
              </a:rPr>
              <a:t>research area that the funding supported? What are trends in the </a:t>
            </a:r>
            <a:r>
              <a:rPr lang="en-US" sz="2400" b="1">
                <a:solidFill>
                  <a:srgbClr val="002060"/>
                </a:solidFill>
                <a:latin typeface="ITC Franklin Gothic Std Book"/>
              </a:rPr>
              <a:t>digitalization </a:t>
            </a:r>
            <a:r>
              <a:rPr lang="en-US" sz="2400">
                <a:solidFill>
                  <a:srgbClr val="002060"/>
                </a:solidFill>
                <a:latin typeface="ITC Franklin Gothic Std Book"/>
              </a:rPr>
              <a:t>research area?</a:t>
            </a:r>
          </a:p>
          <a:p>
            <a:pPr marL="457200" indent="-457200">
              <a:buAutoNum type="arabicParenR" startAt="2"/>
            </a:pPr>
            <a:r>
              <a:rPr lang="en-US" sz="2400">
                <a:solidFill>
                  <a:srgbClr val="002060"/>
                </a:solidFill>
                <a:latin typeface="ITC Franklin Gothic Std Book"/>
              </a:rPr>
              <a:t>RQ: What are the emerging topics in the area of </a:t>
            </a:r>
            <a:r>
              <a:rPr lang="en-US" sz="2400" b="1">
                <a:solidFill>
                  <a:srgbClr val="002060"/>
                </a:solidFill>
                <a:latin typeface="ITC Franklin Gothic Std Book"/>
              </a:rPr>
              <a:t>digitalization</a:t>
            </a:r>
            <a:r>
              <a:rPr lang="en-US" sz="2400">
                <a:solidFill>
                  <a:srgbClr val="002060"/>
                </a:solidFill>
                <a:latin typeface="ITC Franklin Gothic Std Book"/>
              </a:rPr>
              <a:t> within Federal </a:t>
            </a:r>
            <a:r>
              <a:rPr lang="en-US" sz="2400" err="1">
                <a:solidFill>
                  <a:srgbClr val="002060"/>
                </a:solidFill>
                <a:latin typeface="ITC Franklin Gothic Std Book"/>
              </a:rPr>
              <a:t>RePORTER</a:t>
            </a:r>
            <a:r>
              <a:rPr lang="en-US" sz="2400">
                <a:solidFill>
                  <a:srgbClr val="002060"/>
                </a:solidFill>
                <a:latin typeface="ITC Franklin Gothic Std Book"/>
              </a:rPr>
              <a:t>? </a:t>
            </a:r>
            <a:endParaRPr lang="en-US" sz="2400">
              <a:solidFill>
                <a:srgbClr val="002060"/>
              </a:solidFill>
              <a:latin typeface="ITC Franklin Gothic Std Book" panose="020B0504030503020204" pitchFamily="34" charset="0"/>
            </a:endParaRPr>
          </a:p>
        </p:txBody>
      </p:sp>
      <p:pic>
        <p:nvPicPr>
          <p:cNvPr id="5" name="Picture 4" descr="Graphical user interface, application, website&#10;&#10;Description automatically generated">
            <a:extLst>
              <a:ext uri="{FF2B5EF4-FFF2-40B4-BE49-F238E27FC236}">
                <a16:creationId xmlns:a16="http://schemas.microsoft.com/office/drawing/2014/main" id="{CF6B9F48-BCD5-EA4A-8006-9B91CE5E2934}"/>
              </a:ext>
            </a:extLst>
          </p:cNvPr>
          <p:cNvPicPr>
            <a:picLocks noChangeAspect="1"/>
          </p:cNvPicPr>
          <p:nvPr/>
        </p:nvPicPr>
        <p:blipFill>
          <a:blip r:embed="rId3"/>
          <a:stretch>
            <a:fillRect/>
          </a:stretch>
        </p:blipFill>
        <p:spPr>
          <a:xfrm>
            <a:off x="1585107" y="4681234"/>
            <a:ext cx="3106970" cy="1910746"/>
          </a:xfrm>
          <a:prstGeom prst="rect">
            <a:avLst/>
          </a:prstGeom>
        </p:spPr>
      </p:pic>
      <p:pic>
        <p:nvPicPr>
          <p:cNvPr id="3" name="Picture 5" descr="Diagram&#10;&#10;Description automatically generated">
            <a:extLst>
              <a:ext uri="{FF2B5EF4-FFF2-40B4-BE49-F238E27FC236}">
                <a16:creationId xmlns:a16="http://schemas.microsoft.com/office/drawing/2014/main" id="{79F46B8A-7629-BF4C-BA11-FC7AFB38CF2F}"/>
              </a:ext>
            </a:extLst>
          </p:cNvPr>
          <p:cNvPicPr>
            <a:picLocks noChangeAspect="1"/>
          </p:cNvPicPr>
          <p:nvPr/>
        </p:nvPicPr>
        <p:blipFill>
          <a:blip r:embed="rId4"/>
          <a:stretch>
            <a:fillRect/>
          </a:stretch>
        </p:blipFill>
        <p:spPr>
          <a:xfrm>
            <a:off x="5878946" y="4210627"/>
            <a:ext cx="4463472" cy="2581563"/>
          </a:xfrm>
          <a:prstGeom prst="rect">
            <a:avLst/>
          </a:prstGeom>
        </p:spPr>
      </p:pic>
    </p:spTree>
    <p:extLst>
      <p:ext uri="{BB962C8B-B14F-4D97-AF65-F5344CB8AC3E}">
        <p14:creationId xmlns:p14="http://schemas.microsoft.com/office/powerpoint/2010/main" val="42912077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8729AEFF-976C-E840-B70D-088A3EA4AD19}"/>
              </a:ext>
            </a:extLst>
          </p:cNvPr>
          <p:cNvSpPr txBox="1"/>
          <p:nvPr/>
        </p:nvSpPr>
        <p:spPr>
          <a:xfrm>
            <a:off x="383060" y="305514"/>
            <a:ext cx="11808940" cy="769441"/>
          </a:xfrm>
          <a:prstGeom prst="rect">
            <a:avLst/>
          </a:prstGeom>
          <a:noFill/>
        </p:spPr>
        <p:txBody>
          <a:bodyPr wrap="square" rtlCol="0">
            <a:spAutoFit/>
          </a:bodyPr>
          <a:lstStyle/>
          <a:p>
            <a:pPr algn="ctr"/>
            <a:r>
              <a:rPr lang="en-US" sz="4400" b="1">
                <a:solidFill>
                  <a:srgbClr val="00306C"/>
                </a:solidFill>
                <a:latin typeface="ITC Franklin Gothic Std Book" panose="020B0504030503020204" pitchFamily="34" charset="0"/>
              </a:rPr>
              <a:t>Prior Work – Topic Modeling</a:t>
            </a:r>
          </a:p>
        </p:txBody>
      </p:sp>
      <p:sp>
        <p:nvSpPr>
          <p:cNvPr id="10" name="Content Placeholder 4"/>
          <p:cNvSpPr txBox="1">
            <a:spLocks/>
          </p:cNvSpPr>
          <p:nvPr/>
        </p:nvSpPr>
        <p:spPr>
          <a:xfrm>
            <a:off x="540489" y="1538129"/>
            <a:ext cx="5749556" cy="4504628"/>
          </a:xfr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400" b="1">
                <a:solidFill>
                  <a:srgbClr val="002060"/>
                </a:solidFill>
                <a:latin typeface="ITC Franklin Gothic Std Book"/>
              </a:rPr>
              <a:t>Data: </a:t>
            </a:r>
            <a:r>
              <a:rPr lang="en-US" sz="2400">
                <a:solidFill>
                  <a:srgbClr val="002060"/>
                </a:solidFill>
                <a:latin typeface="ITC Franklin Gothic Std Book"/>
              </a:rPr>
              <a:t>Federal </a:t>
            </a:r>
            <a:r>
              <a:rPr lang="en-US" sz="2400" err="1">
                <a:solidFill>
                  <a:srgbClr val="002060"/>
                </a:solidFill>
                <a:latin typeface="ITC Franklin Gothic Std Book"/>
              </a:rPr>
              <a:t>RePORTER</a:t>
            </a:r>
            <a:r>
              <a:rPr lang="en-US" sz="2400">
                <a:solidFill>
                  <a:srgbClr val="002060"/>
                </a:solidFill>
                <a:latin typeface="ITC Franklin Gothic Std Book"/>
              </a:rPr>
              <a:t> grant abstracts</a:t>
            </a:r>
          </a:p>
          <a:p>
            <a:pPr marL="0" indent="0">
              <a:buFont typeface="Arial"/>
              <a:buNone/>
            </a:pPr>
            <a:endParaRPr lang="en-US" sz="2400" b="1">
              <a:solidFill>
                <a:srgbClr val="002060"/>
              </a:solidFill>
              <a:latin typeface="ITC Franklin Gothic Std Book" panose="020B0504030503020204" pitchFamily="34" charset="0"/>
            </a:endParaRPr>
          </a:p>
          <a:p>
            <a:pPr marL="0" indent="0">
              <a:buNone/>
            </a:pPr>
            <a:r>
              <a:rPr lang="en-US" sz="2400" b="1">
                <a:solidFill>
                  <a:srgbClr val="002060"/>
                </a:solidFill>
                <a:latin typeface="ITC Franklin Gothic Std Book"/>
              </a:rPr>
              <a:t>Methods: </a:t>
            </a:r>
            <a:endParaRPr lang="en-US" sz="2400" b="1">
              <a:solidFill>
                <a:srgbClr val="002060"/>
              </a:solidFill>
              <a:latin typeface="ITC Franklin Gothic Std Book" panose="020B0504030503020204" pitchFamily="34" charset="0"/>
            </a:endParaRPr>
          </a:p>
          <a:p>
            <a:r>
              <a:rPr lang="en-US" sz="2400">
                <a:solidFill>
                  <a:srgbClr val="002060"/>
                </a:solidFill>
                <a:latin typeface="ITC Franklin Gothic Std Book"/>
              </a:rPr>
              <a:t>Topic Modeling (latent Dirichlet allocation, non-negative matrix factorization)</a:t>
            </a:r>
          </a:p>
          <a:p>
            <a:pPr marL="0" indent="0">
              <a:buFont typeface="Arial"/>
              <a:buNone/>
            </a:pPr>
            <a:endParaRPr lang="en-US" sz="2400" b="1">
              <a:solidFill>
                <a:srgbClr val="002060"/>
              </a:solidFill>
              <a:latin typeface="ITC Franklin Gothic Std Book"/>
            </a:endParaRPr>
          </a:p>
          <a:p>
            <a:pPr marL="0" indent="0">
              <a:buFont typeface="Arial"/>
              <a:buNone/>
            </a:pPr>
            <a:r>
              <a:rPr lang="en-US" sz="2400" b="1">
                <a:solidFill>
                  <a:srgbClr val="002060"/>
                </a:solidFill>
                <a:latin typeface="ITC Franklin Gothic Std Book"/>
              </a:rPr>
              <a:t>Software: </a:t>
            </a:r>
            <a:r>
              <a:rPr lang="en-US" sz="2400">
                <a:solidFill>
                  <a:srgbClr val="002060"/>
                </a:solidFill>
                <a:latin typeface="ITC Franklin Gothic Std Book"/>
              </a:rPr>
              <a:t>Python</a:t>
            </a:r>
            <a:endParaRPr lang="en-US" sz="2400">
              <a:solidFill>
                <a:srgbClr val="002060"/>
              </a:solidFill>
              <a:latin typeface="ITC Franklin Gothic Std Book" panose="020B0504030503020204" pitchFamily="34" charset="0"/>
            </a:endParaRPr>
          </a:p>
          <a:p>
            <a:pPr marL="0" indent="0">
              <a:buNone/>
            </a:pPr>
            <a:endParaRPr lang="en-US" sz="2400">
              <a:solidFill>
                <a:srgbClr val="002060"/>
              </a:solidFill>
              <a:latin typeface="ITC Franklin Gothic Std Book" panose="020B0504030503020204" pitchFamily="34" charset="0"/>
            </a:endParaRPr>
          </a:p>
          <a:p>
            <a:pPr marL="0" indent="0">
              <a:buNone/>
            </a:pPr>
            <a:r>
              <a:rPr lang="en-US" sz="2400" b="1">
                <a:solidFill>
                  <a:srgbClr val="002060"/>
                </a:solidFill>
                <a:latin typeface="ITC Franklin Gothic Std Book"/>
              </a:rPr>
              <a:t>Focus:</a:t>
            </a:r>
            <a:r>
              <a:rPr lang="en-US" sz="2400">
                <a:solidFill>
                  <a:srgbClr val="002060"/>
                </a:solidFill>
                <a:latin typeface="ITC Franklin Gothic Std Book"/>
              </a:rPr>
              <a:t> Pandemics, Artificial Intelligence</a:t>
            </a:r>
          </a:p>
          <a:p>
            <a:pPr marL="0" indent="0">
              <a:buNone/>
            </a:pPr>
            <a:endParaRPr lang="en-US" sz="2400">
              <a:solidFill>
                <a:srgbClr val="002060"/>
              </a:solidFill>
              <a:latin typeface="ITC Franklin Gothic Std Book" panose="020B0504030503020204" pitchFamily="34" charset="0"/>
            </a:endParaRPr>
          </a:p>
        </p:txBody>
      </p:sp>
      <p:pic>
        <p:nvPicPr>
          <p:cNvPr id="2" name="Picture 1">
            <a:extLst>
              <a:ext uri="{FF2B5EF4-FFF2-40B4-BE49-F238E27FC236}">
                <a16:creationId xmlns:a16="http://schemas.microsoft.com/office/drawing/2014/main" id="{8E52F756-E14F-287B-6D65-11633FD7D8AC}"/>
              </a:ext>
            </a:extLst>
          </p:cNvPr>
          <p:cNvPicPr>
            <a:picLocks noChangeAspect="1"/>
          </p:cNvPicPr>
          <p:nvPr/>
        </p:nvPicPr>
        <p:blipFill rotWithShape="1">
          <a:blip r:embed="rId3"/>
          <a:srcRect r="51168"/>
          <a:stretch/>
        </p:blipFill>
        <p:spPr>
          <a:xfrm>
            <a:off x="6443330" y="956157"/>
            <a:ext cx="4999518" cy="2953621"/>
          </a:xfrm>
          <a:prstGeom prst="rect">
            <a:avLst/>
          </a:prstGeom>
        </p:spPr>
      </p:pic>
      <p:pic>
        <p:nvPicPr>
          <p:cNvPr id="7" name="Picture 6">
            <a:extLst>
              <a:ext uri="{FF2B5EF4-FFF2-40B4-BE49-F238E27FC236}">
                <a16:creationId xmlns:a16="http://schemas.microsoft.com/office/drawing/2014/main" id="{EC9824D3-9D84-F811-4F83-20179204BA0C}"/>
              </a:ext>
            </a:extLst>
          </p:cNvPr>
          <p:cNvPicPr>
            <a:picLocks noChangeAspect="1"/>
          </p:cNvPicPr>
          <p:nvPr/>
        </p:nvPicPr>
        <p:blipFill rotWithShape="1">
          <a:blip r:embed="rId3"/>
          <a:srcRect l="54012" r="1411"/>
          <a:stretch/>
        </p:blipFill>
        <p:spPr>
          <a:xfrm>
            <a:off x="6366688" y="3790980"/>
            <a:ext cx="4999517" cy="2986391"/>
          </a:xfrm>
          <a:prstGeom prst="rect">
            <a:avLst/>
          </a:prstGeom>
        </p:spPr>
      </p:pic>
    </p:spTree>
    <p:extLst>
      <p:ext uri="{BB962C8B-B14F-4D97-AF65-F5344CB8AC3E}">
        <p14:creationId xmlns:p14="http://schemas.microsoft.com/office/powerpoint/2010/main" val="42726239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8729AEFF-976C-E840-B70D-088A3EA4AD19}"/>
              </a:ext>
            </a:extLst>
          </p:cNvPr>
          <p:cNvSpPr txBox="1"/>
          <p:nvPr/>
        </p:nvSpPr>
        <p:spPr>
          <a:xfrm>
            <a:off x="383060" y="372295"/>
            <a:ext cx="11808940" cy="769441"/>
          </a:xfrm>
          <a:prstGeom prst="rect">
            <a:avLst/>
          </a:prstGeom>
          <a:noFill/>
        </p:spPr>
        <p:txBody>
          <a:bodyPr wrap="square" rtlCol="0">
            <a:spAutoFit/>
          </a:bodyPr>
          <a:lstStyle/>
          <a:p>
            <a:pPr algn="ctr"/>
            <a:r>
              <a:rPr lang="en-US" sz="4400" b="1">
                <a:solidFill>
                  <a:srgbClr val="00306C"/>
                </a:solidFill>
                <a:latin typeface="ITC Franklin Gothic Std Book" panose="020B0504030503020204" pitchFamily="34" charset="0"/>
              </a:rPr>
              <a:t>Prior Work - Pandemics</a:t>
            </a:r>
          </a:p>
        </p:txBody>
      </p:sp>
      <p:sp>
        <p:nvSpPr>
          <p:cNvPr id="10" name="Content Placeholder 4"/>
          <p:cNvSpPr txBox="1">
            <a:spLocks/>
          </p:cNvSpPr>
          <p:nvPr/>
        </p:nvSpPr>
        <p:spPr>
          <a:xfrm>
            <a:off x="1054144" y="4337343"/>
            <a:ext cx="4054964" cy="2377117"/>
          </a:xfrm>
        </p:spPr>
        <p:txBody>
          <a:bodyPr anchor="t">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400" b="1">
                <a:solidFill>
                  <a:srgbClr val="002060"/>
                </a:solidFill>
                <a:latin typeface="ITC Franklin Gothic Std Book" panose="020B0504030503020204" pitchFamily="34" charset="0"/>
              </a:rPr>
              <a:t>Data: </a:t>
            </a:r>
            <a:r>
              <a:rPr lang="en-US" sz="2400">
                <a:solidFill>
                  <a:srgbClr val="002060"/>
                </a:solidFill>
                <a:latin typeface="ITC Franklin Gothic Std Book" panose="020B0504030503020204" pitchFamily="34" charset="0"/>
              </a:rPr>
              <a:t>Federal </a:t>
            </a:r>
            <a:r>
              <a:rPr lang="en-US" sz="2400" err="1">
                <a:solidFill>
                  <a:srgbClr val="002060"/>
                </a:solidFill>
                <a:latin typeface="ITC Franklin Gothic Std Book" panose="020B0504030503020204" pitchFamily="34" charset="0"/>
              </a:rPr>
              <a:t>RePORTER</a:t>
            </a:r>
            <a:r>
              <a:rPr lang="en-US" sz="2400">
                <a:solidFill>
                  <a:srgbClr val="002060"/>
                </a:solidFill>
                <a:latin typeface="ITC Franklin Gothic Std Book" panose="020B0504030503020204" pitchFamily="34" charset="0"/>
              </a:rPr>
              <a:t> grant abstracts</a:t>
            </a:r>
          </a:p>
          <a:p>
            <a:pPr marL="0" indent="0">
              <a:buFont typeface="Arial"/>
              <a:buNone/>
            </a:pPr>
            <a:endParaRPr lang="en-US" sz="2400">
              <a:solidFill>
                <a:srgbClr val="002060"/>
              </a:solidFill>
              <a:latin typeface="ITC Franklin Gothic Std Book" panose="020B0504030503020204" pitchFamily="34" charset="0"/>
            </a:endParaRPr>
          </a:p>
        </p:txBody>
      </p:sp>
      <p:pic>
        <p:nvPicPr>
          <p:cNvPr id="6" name="Picture 5">
            <a:extLst>
              <a:ext uri="{FF2B5EF4-FFF2-40B4-BE49-F238E27FC236}">
                <a16:creationId xmlns:a16="http://schemas.microsoft.com/office/drawing/2014/main" id="{2512E1F6-BECB-E69D-32E0-67FB179D54B0}"/>
              </a:ext>
            </a:extLst>
          </p:cNvPr>
          <p:cNvPicPr>
            <a:picLocks noChangeAspect="1"/>
          </p:cNvPicPr>
          <p:nvPr/>
        </p:nvPicPr>
        <p:blipFill>
          <a:blip r:embed="rId3"/>
          <a:stretch>
            <a:fillRect/>
          </a:stretch>
        </p:blipFill>
        <p:spPr>
          <a:xfrm>
            <a:off x="708872" y="1324550"/>
            <a:ext cx="11094698" cy="2800882"/>
          </a:xfrm>
          <a:prstGeom prst="rect">
            <a:avLst/>
          </a:prstGeom>
        </p:spPr>
      </p:pic>
      <p:sp>
        <p:nvSpPr>
          <p:cNvPr id="9" name="Content Placeholder 4">
            <a:extLst>
              <a:ext uri="{FF2B5EF4-FFF2-40B4-BE49-F238E27FC236}">
                <a16:creationId xmlns:a16="http://schemas.microsoft.com/office/drawing/2014/main" id="{ED64541F-E98C-14E1-2115-D3A00B2103C5}"/>
              </a:ext>
            </a:extLst>
          </p:cNvPr>
          <p:cNvSpPr txBox="1">
            <a:spLocks/>
          </p:cNvSpPr>
          <p:nvPr/>
        </p:nvSpPr>
        <p:spPr>
          <a:xfrm>
            <a:off x="6096000" y="4242751"/>
            <a:ext cx="5146497" cy="2567762"/>
          </a:xfr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b="1">
                <a:solidFill>
                  <a:srgbClr val="002060"/>
                </a:solidFill>
                <a:latin typeface="ITC Franklin Gothic Std Book"/>
              </a:rPr>
              <a:t>Methods: </a:t>
            </a:r>
            <a:endParaRPr lang="en-US" sz="2400" b="1">
              <a:solidFill>
                <a:srgbClr val="002060"/>
              </a:solidFill>
              <a:latin typeface="ITC Franklin Gothic Std Book" panose="020B0504030503020204" pitchFamily="34" charset="0"/>
            </a:endParaRPr>
          </a:p>
          <a:p>
            <a:r>
              <a:rPr lang="en-US" sz="2400">
                <a:solidFill>
                  <a:srgbClr val="002060"/>
                </a:solidFill>
                <a:latin typeface="ITC Franklin Gothic Std Book"/>
              </a:rPr>
              <a:t>Topic Modeling (latent Dirichlet allocation, non-negative matrix factorization) </a:t>
            </a:r>
            <a:endParaRPr lang="en-US" sz="2400">
              <a:solidFill>
                <a:srgbClr val="002060"/>
              </a:solidFill>
              <a:latin typeface="ITC Franklin Gothic Std Book" panose="020B0504030503020204" pitchFamily="34" charset="0"/>
            </a:endParaRPr>
          </a:p>
          <a:p>
            <a:r>
              <a:rPr lang="en-US" sz="2400">
                <a:solidFill>
                  <a:srgbClr val="002060"/>
                </a:solidFill>
                <a:latin typeface="ITC Franklin Gothic Std Book"/>
              </a:rPr>
              <a:t>Term-Matching </a:t>
            </a:r>
            <a:endParaRPr lang="en-US" sz="2400">
              <a:solidFill>
                <a:srgbClr val="002060"/>
              </a:solidFill>
              <a:latin typeface="ITC Franklin Gothic Std Book" panose="020B0504030503020204" pitchFamily="34" charset="0"/>
            </a:endParaRPr>
          </a:p>
          <a:p>
            <a:r>
              <a:rPr lang="en-US" sz="2400">
                <a:solidFill>
                  <a:srgbClr val="002060"/>
                </a:solidFill>
                <a:latin typeface="ITC Franklin Gothic Std Book"/>
              </a:rPr>
              <a:t>Latent Semantic Indexing</a:t>
            </a:r>
          </a:p>
          <a:p>
            <a:pPr marL="0" indent="0">
              <a:buFont typeface="Arial"/>
              <a:buNone/>
            </a:pPr>
            <a:endParaRPr lang="en-US" sz="2400">
              <a:solidFill>
                <a:srgbClr val="002060"/>
              </a:solidFill>
              <a:latin typeface="ITC Franklin Gothic Std Book" panose="020B0504030503020204" pitchFamily="34" charset="0"/>
            </a:endParaRPr>
          </a:p>
        </p:txBody>
      </p:sp>
      <p:sp>
        <p:nvSpPr>
          <p:cNvPr id="11" name="Content Placeholder 4">
            <a:extLst>
              <a:ext uri="{FF2B5EF4-FFF2-40B4-BE49-F238E27FC236}">
                <a16:creationId xmlns:a16="http://schemas.microsoft.com/office/drawing/2014/main" id="{E6CB0E2C-0D06-9E0C-11E0-69257E7AD296}"/>
              </a:ext>
            </a:extLst>
          </p:cNvPr>
          <p:cNvSpPr txBox="1">
            <a:spLocks/>
          </p:cNvSpPr>
          <p:nvPr/>
        </p:nvSpPr>
        <p:spPr>
          <a:xfrm>
            <a:off x="9197163" y="4348716"/>
            <a:ext cx="3698823" cy="4823127"/>
          </a:xfrm>
        </p:spPr>
        <p:txBody>
          <a:bodyPr anchor="t">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sz="2400">
              <a:solidFill>
                <a:srgbClr val="002060"/>
              </a:solidFill>
              <a:latin typeface="ITC Franklin Gothic Std Book" panose="020B0504030503020204" pitchFamily="34" charset="0"/>
            </a:endParaRPr>
          </a:p>
        </p:txBody>
      </p:sp>
    </p:spTree>
    <p:extLst>
      <p:ext uri="{BB962C8B-B14F-4D97-AF65-F5344CB8AC3E}">
        <p14:creationId xmlns:p14="http://schemas.microsoft.com/office/powerpoint/2010/main" val="27314775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21E9A38-3F84-7894-3152-A30CB98E7E21}"/>
              </a:ext>
            </a:extLst>
          </p:cNvPr>
          <p:cNvSpPr txBox="1">
            <a:spLocks/>
          </p:cNvSpPr>
          <p:nvPr/>
        </p:nvSpPr>
        <p:spPr>
          <a:xfrm>
            <a:off x="257128" y="234115"/>
            <a:ext cx="11934872" cy="644660"/>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solidFill>
                  <a:srgbClr val="002060"/>
                </a:solidFill>
                <a:latin typeface="ITC Franklin Gothic Std Book"/>
              </a:rPr>
              <a:t>Digitalization Definitions – process</a:t>
            </a:r>
            <a:endParaRPr lang="en-US" b="1">
              <a:solidFill>
                <a:srgbClr val="002060"/>
              </a:solidFill>
              <a:latin typeface="ITC Franklin Gothic Std Book" panose="020B0504030503020204" pitchFamily="34" charset="0"/>
            </a:endParaRPr>
          </a:p>
        </p:txBody>
      </p:sp>
      <p:sp>
        <p:nvSpPr>
          <p:cNvPr id="5" name="TextBox 4">
            <a:extLst>
              <a:ext uri="{FF2B5EF4-FFF2-40B4-BE49-F238E27FC236}">
                <a16:creationId xmlns:a16="http://schemas.microsoft.com/office/drawing/2014/main" id="{C75A70F0-8151-3EE2-3BAA-6EDBF4DBFB54}"/>
              </a:ext>
            </a:extLst>
          </p:cNvPr>
          <p:cNvSpPr txBox="1"/>
          <p:nvPr/>
        </p:nvSpPr>
        <p:spPr>
          <a:xfrm>
            <a:off x="780988" y="1265889"/>
            <a:ext cx="10374045" cy="43396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300" b="1">
                <a:solidFill>
                  <a:srgbClr val="002E6C"/>
                </a:solidFill>
                <a:latin typeface="ITC Franklin Gothic Std Book"/>
                <a:cs typeface="Calibri"/>
              </a:rPr>
              <a:t>Completed initial reading of OECD sources</a:t>
            </a:r>
            <a:endParaRPr lang="en-US"/>
          </a:p>
          <a:p>
            <a:pPr marL="800100" lvl="1" indent="-342900">
              <a:buFont typeface="Arial"/>
              <a:buChar char="•"/>
            </a:pPr>
            <a:r>
              <a:rPr lang="en-US" sz="2300">
                <a:solidFill>
                  <a:srgbClr val="002E6C"/>
                </a:solidFill>
                <a:latin typeface="ITC Franklin Gothic Std Book"/>
                <a:cs typeface="Calibri"/>
              </a:rPr>
              <a:t>Definitions of digitalization were highlighted in one color and key technologies were highlighted in a separate color</a:t>
            </a:r>
            <a:endParaRPr lang="en-US"/>
          </a:p>
          <a:p>
            <a:pPr marL="800100" lvl="1" indent="-342900">
              <a:buFont typeface="Arial"/>
              <a:buChar char="•"/>
            </a:pPr>
            <a:r>
              <a:rPr lang="en-US" sz="2300">
                <a:solidFill>
                  <a:srgbClr val="002E6C"/>
                </a:solidFill>
                <a:latin typeface="ITC Franklin Gothic Std Book"/>
                <a:cs typeface="Calibri"/>
              </a:rPr>
              <a:t>Derived a single definition and list of technologies</a:t>
            </a:r>
          </a:p>
          <a:p>
            <a:pPr marL="800100" lvl="1" indent="-342900">
              <a:buFont typeface="Arial"/>
              <a:buChar char="•"/>
            </a:pPr>
            <a:r>
              <a:rPr lang="en-US" sz="2300">
                <a:solidFill>
                  <a:srgbClr val="002E6C"/>
                </a:solidFill>
                <a:latin typeface="ITC Franklin Gothic Std Book"/>
                <a:cs typeface="Calibri"/>
              </a:rPr>
              <a:t>E.g.</a:t>
            </a:r>
          </a:p>
          <a:p>
            <a:pPr marL="800100" lvl="1" indent="-342900">
              <a:buFont typeface="Arial"/>
              <a:buChar char="•"/>
            </a:pPr>
            <a:endParaRPr lang="en-US" sz="2300">
              <a:solidFill>
                <a:srgbClr val="002E6C"/>
              </a:solidFill>
              <a:latin typeface="ITC Franklin Gothic Std Book"/>
              <a:cs typeface="Calibri"/>
            </a:endParaRPr>
          </a:p>
          <a:p>
            <a:pPr marL="800100" lvl="1" indent="-342900">
              <a:buFont typeface="Arial"/>
              <a:buChar char="•"/>
            </a:pPr>
            <a:endParaRPr lang="en-US" sz="2300">
              <a:solidFill>
                <a:srgbClr val="002E6C"/>
              </a:solidFill>
              <a:latin typeface="ITC Franklin Gothic Std Book"/>
              <a:cs typeface="Calibri"/>
            </a:endParaRPr>
          </a:p>
          <a:p>
            <a:pPr marL="800100" lvl="1" indent="-342900">
              <a:buFont typeface="Arial"/>
              <a:buChar char="•"/>
            </a:pPr>
            <a:endParaRPr lang="en-US" sz="2300">
              <a:solidFill>
                <a:srgbClr val="002E6C"/>
              </a:solidFill>
              <a:latin typeface="ITC Franklin Gothic Std Book"/>
              <a:cs typeface="Calibri"/>
            </a:endParaRPr>
          </a:p>
          <a:p>
            <a:pPr lvl="1"/>
            <a:endParaRPr lang="en-US" sz="2300">
              <a:solidFill>
                <a:srgbClr val="002E6C"/>
              </a:solidFill>
              <a:latin typeface="ITC Franklin Gothic Std Book"/>
              <a:cs typeface="Calibri"/>
            </a:endParaRPr>
          </a:p>
          <a:p>
            <a:pPr lvl="1"/>
            <a:endParaRPr lang="en-US" sz="2300">
              <a:solidFill>
                <a:srgbClr val="002E6C"/>
              </a:solidFill>
              <a:latin typeface="ITC Franklin Gothic Std Book"/>
              <a:cs typeface="Calibri"/>
            </a:endParaRPr>
          </a:p>
          <a:p>
            <a:pPr marL="342900" indent="-342900">
              <a:buFont typeface="Arial"/>
              <a:buChar char="•"/>
            </a:pPr>
            <a:endParaRPr lang="en-US" sz="2300">
              <a:solidFill>
                <a:srgbClr val="002E6C"/>
              </a:solidFill>
              <a:latin typeface="ITC Franklin Gothic Std Book"/>
              <a:cs typeface="Calibri"/>
            </a:endParaRPr>
          </a:p>
          <a:p>
            <a:endParaRPr lang="en-US" sz="2300">
              <a:solidFill>
                <a:srgbClr val="002E6C"/>
              </a:solidFill>
              <a:latin typeface="ITC Franklin Gothic Std Book"/>
              <a:cs typeface="Calibri"/>
            </a:endParaRPr>
          </a:p>
        </p:txBody>
      </p:sp>
      <p:pic>
        <p:nvPicPr>
          <p:cNvPr id="2" name="Picture 3" descr="Text, table&#10;&#10;Description automatically generated">
            <a:extLst>
              <a:ext uri="{FF2B5EF4-FFF2-40B4-BE49-F238E27FC236}">
                <a16:creationId xmlns:a16="http://schemas.microsoft.com/office/drawing/2014/main" id="{6A317917-73E4-A648-9D05-DCABFB2F7FB9}"/>
              </a:ext>
            </a:extLst>
          </p:cNvPr>
          <p:cNvPicPr>
            <a:picLocks noChangeAspect="1"/>
          </p:cNvPicPr>
          <p:nvPr/>
        </p:nvPicPr>
        <p:blipFill>
          <a:blip r:embed="rId3"/>
          <a:stretch>
            <a:fillRect/>
          </a:stretch>
        </p:blipFill>
        <p:spPr>
          <a:xfrm>
            <a:off x="2218328" y="2772969"/>
            <a:ext cx="8391786" cy="2158654"/>
          </a:xfrm>
          <a:prstGeom prst="rect">
            <a:avLst/>
          </a:prstGeom>
        </p:spPr>
      </p:pic>
    </p:spTree>
    <p:extLst>
      <p:ext uri="{BB962C8B-B14F-4D97-AF65-F5344CB8AC3E}">
        <p14:creationId xmlns:p14="http://schemas.microsoft.com/office/powerpoint/2010/main" val="599169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21E9A38-3F84-7894-3152-A30CB98E7E21}"/>
              </a:ext>
            </a:extLst>
          </p:cNvPr>
          <p:cNvSpPr txBox="1">
            <a:spLocks/>
          </p:cNvSpPr>
          <p:nvPr/>
        </p:nvSpPr>
        <p:spPr>
          <a:xfrm>
            <a:off x="257128" y="234115"/>
            <a:ext cx="11934872" cy="644660"/>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solidFill>
                  <a:srgbClr val="002060"/>
                </a:solidFill>
                <a:latin typeface="ITC Franklin Gothic Std Book"/>
              </a:rPr>
              <a:t>Digitalization Definitions – early findings</a:t>
            </a:r>
            <a:endParaRPr lang="en-US" b="1">
              <a:solidFill>
                <a:srgbClr val="002060"/>
              </a:solidFill>
              <a:latin typeface="ITC Franklin Gothic Std Book" panose="020B0504030503020204" pitchFamily="34" charset="0"/>
            </a:endParaRPr>
          </a:p>
        </p:txBody>
      </p:sp>
      <p:pic>
        <p:nvPicPr>
          <p:cNvPr id="4" name="Picture 4" descr="Diagram&#10;&#10;Description automatically generated">
            <a:extLst>
              <a:ext uri="{FF2B5EF4-FFF2-40B4-BE49-F238E27FC236}">
                <a16:creationId xmlns:a16="http://schemas.microsoft.com/office/drawing/2014/main" id="{DB46D8BB-5321-F223-C873-F8AB522DD17A}"/>
              </a:ext>
            </a:extLst>
          </p:cNvPr>
          <p:cNvPicPr>
            <a:picLocks noChangeAspect="1"/>
          </p:cNvPicPr>
          <p:nvPr/>
        </p:nvPicPr>
        <p:blipFill>
          <a:blip r:embed="rId3"/>
          <a:stretch>
            <a:fillRect/>
          </a:stretch>
        </p:blipFill>
        <p:spPr>
          <a:xfrm>
            <a:off x="7406445" y="1487941"/>
            <a:ext cx="4251220" cy="4146571"/>
          </a:xfrm>
          <a:prstGeom prst="rect">
            <a:avLst/>
          </a:prstGeom>
        </p:spPr>
      </p:pic>
      <p:sp>
        <p:nvSpPr>
          <p:cNvPr id="5" name="TextBox 4">
            <a:extLst>
              <a:ext uri="{FF2B5EF4-FFF2-40B4-BE49-F238E27FC236}">
                <a16:creationId xmlns:a16="http://schemas.microsoft.com/office/drawing/2014/main" id="{C75A70F0-8151-3EE2-3BAA-6EDBF4DBFB54}"/>
              </a:ext>
            </a:extLst>
          </p:cNvPr>
          <p:cNvSpPr txBox="1"/>
          <p:nvPr/>
        </p:nvSpPr>
        <p:spPr>
          <a:xfrm>
            <a:off x="780988" y="1488177"/>
            <a:ext cx="6467374" cy="36317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300" b="1">
                <a:solidFill>
                  <a:srgbClr val="002E6C"/>
                </a:solidFill>
                <a:latin typeface="ITC Franklin Gothic Std Book"/>
                <a:ea typeface="+mn-lt"/>
                <a:cs typeface="+mn-lt"/>
              </a:rPr>
              <a:t>Digitalization is the innovative application and adoption of emerging technologies and data that promote social, economic, and cultural progress.</a:t>
            </a:r>
            <a:endParaRPr lang="en-US" sz="2300">
              <a:solidFill>
                <a:srgbClr val="000000"/>
              </a:solidFill>
              <a:latin typeface="Calibri"/>
              <a:ea typeface="+mn-lt"/>
              <a:cs typeface="+mn-lt"/>
            </a:endParaRPr>
          </a:p>
          <a:p>
            <a:br>
              <a:rPr lang="en-US" sz="2300">
                <a:solidFill>
                  <a:srgbClr val="002E6C"/>
                </a:solidFill>
                <a:latin typeface="ITC Franklin Gothic Std Book"/>
                <a:ea typeface="+mn-lt"/>
                <a:cs typeface="+mn-lt"/>
              </a:rPr>
            </a:br>
            <a:r>
              <a:rPr lang="en-US" sz="2300">
                <a:solidFill>
                  <a:srgbClr val="002E6C"/>
                </a:solidFill>
                <a:latin typeface="ITC Franklin Gothic Std Book"/>
                <a:ea typeface="+mn-lt"/>
                <a:cs typeface="+mn-lt"/>
              </a:rPr>
              <a:t> </a:t>
            </a:r>
            <a:endParaRPr lang="en-US" sz="2300">
              <a:solidFill>
                <a:srgbClr val="000000"/>
              </a:solidFill>
              <a:latin typeface="Calibri"/>
              <a:ea typeface="+mn-lt"/>
              <a:cs typeface="+mn-lt"/>
            </a:endParaRPr>
          </a:p>
          <a:p>
            <a:r>
              <a:rPr lang="en-US" sz="2300">
                <a:solidFill>
                  <a:srgbClr val="002E6C"/>
                </a:solidFill>
                <a:latin typeface="ITC Franklin Gothic Std Book"/>
                <a:ea typeface="+mn-lt"/>
                <a:cs typeface="+mn-lt"/>
              </a:rPr>
              <a:t>Key technologies that are driving digital transformation include the internet of things, artificial intelligence, cloud computing, autonomous machines, and big data among many others. </a:t>
            </a:r>
            <a:endParaRPr lang="en-US" sz="2300">
              <a:solidFill>
                <a:srgbClr val="002E6C"/>
              </a:solidFill>
              <a:latin typeface="ITC Franklin Gothic Std Book"/>
              <a:cs typeface="Calibri"/>
            </a:endParaRPr>
          </a:p>
          <a:p>
            <a:pPr algn="l"/>
            <a:endParaRPr lang="en-US" sz="2300">
              <a:solidFill>
                <a:srgbClr val="002E6C"/>
              </a:solidFill>
              <a:latin typeface="ITC Franklin Gothic Std Book"/>
              <a:cs typeface="Calibri"/>
            </a:endParaRPr>
          </a:p>
        </p:txBody>
      </p:sp>
      <p:sp>
        <p:nvSpPr>
          <p:cNvPr id="7" name="TextBox 6">
            <a:extLst>
              <a:ext uri="{FF2B5EF4-FFF2-40B4-BE49-F238E27FC236}">
                <a16:creationId xmlns:a16="http://schemas.microsoft.com/office/drawing/2014/main" id="{D151650E-95E2-933F-9880-A1F1A97F39F0}"/>
              </a:ext>
            </a:extLst>
          </p:cNvPr>
          <p:cNvSpPr txBox="1"/>
          <p:nvPr/>
        </p:nvSpPr>
        <p:spPr>
          <a:xfrm>
            <a:off x="7407942" y="5668347"/>
            <a:ext cx="4092274" cy="7661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solidFill>
                  <a:srgbClr val="002E6C"/>
                </a:solidFill>
                <a:latin typeface="ITC Franklin Gothic Std Med"/>
              </a:rPr>
              <a:t>Figure 1: </a:t>
            </a:r>
            <a:r>
              <a:rPr lang="en-US" sz="1400">
                <a:solidFill>
                  <a:srgbClr val="002E6C"/>
                </a:solidFill>
                <a:latin typeface="ITC Franklin Gothic Std Med"/>
                <a:ea typeface="+mn-lt"/>
                <a:cs typeface="+mn-lt"/>
              </a:rPr>
              <a:t>The confluence of key technologies enabling the industrial digital transformation </a:t>
            </a:r>
            <a:endParaRPr lang="en-US"/>
          </a:p>
          <a:p>
            <a:r>
              <a:rPr lang="en-US" sz="1400">
                <a:solidFill>
                  <a:srgbClr val="002E6C"/>
                </a:solidFill>
                <a:latin typeface="ITC Franklin Gothic Std Med"/>
                <a:ea typeface="+mn-lt"/>
                <a:cs typeface="+mn-lt"/>
              </a:rPr>
              <a:t>(OECD: The Next Product Revolution)</a:t>
            </a:r>
            <a:endParaRPr lang="en-US"/>
          </a:p>
        </p:txBody>
      </p:sp>
    </p:spTree>
    <p:extLst>
      <p:ext uri="{BB962C8B-B14F-4D97-AF65-F5344CB8AC3E}">
        <p14:creationId xmlns:p14="http://schemas.microsoft.com/office/powerpoint/2010/main" val="3555598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21E9A38-3F84-7894-3152-A30CB98E7E21}"/>
              </a:ext>
            </a:extLst>
          </p:cNvPr>
          <p:cNvSpPr txBox="1">
            <a:spLocks/>
          </p:cNvSpPr>
          <p:nvPr/>
        </p:nvSpPr>
        <p:spPr>
          <a:xfrm>
            <a:off x="257128" y="234115"/>
            <a:ext cx="11934872" cy="644660"/>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solidFill>
                  <a:srgbClr val="002060"/>
                </a:solidFill>
                <a:latin typeface="ITC Franklin Gothic Std Book"/>
              </a:rPr>
              <a:t>Digitalization Definitions – process</a:t>
            </a:r>
            <a:endParaRPr lang="en-US" b="1">
              <a:solidFill>
                <a:srgbClr val="002060"/>
              </a:solidFill>
              <a:latin typeface="ITC Franklin Gothic Std Book" panose="020B0504030503020204" pitchFamily="34" charset="0"/>
            </a:endParaRPr>
          </a:p>
        </p:txBody>
      </p:sp>
      <p:sp>
        <p:nvSpPr>
          <p:cNvPr id="5" name="TextBox 4">
            <a:extLst>
              <a:ext uri="{FF2B5EF4-FFF2-40B4-BE49-F238E27FC236}">
                <a16:creationId xmlns:a16="http://schemas.microsoft.com/office/drawing/2014/main" id="{C75A70F0-8151-3EE2-3BAA-6EDBF4DBFB54}"/>
              </a:ext>
            </a:extLst>
          </p:cNvPr>
          <p:cNvSpPr txBox="1"/>
          <p:nvPr/>
        </p:nvSpPr>
        <p:spPr>
          <a:xfrm>
            <a:off x="783580" y="1488787"/>
            <a:ext cx="10374045"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300" b="1">
                <a:solidFill>
                  <a:srgbClr val="002E6C"/>
                </a:solidFill>
                <a:latin typeface="ITC Franklin Gothic Std Book"/>
                <a:cs typeface="Calibri"/>
              </a:rPr>
              <a:t>All sources were from OECD and most from the G20 summit so many of the definitions were similar</a:t>
            </a:r>
            <a:endParaRPr lang="en-US"/>
          </a:p>
          <a:p>
            <a:pPr marL="800100" lvl="1" indent="-342900">
              <a:buFont typeface="Arial"/>
              <a:buChar char="•"/>
            </a:pPr>
            <a:r>
              <a:rPr lang="en-US" sz="2300">
                <a:solidFill>
                  <a:srgbClr val="002E6C"/>
                </a:solidFill>
                <a:latin typeface="ITC Franklin Gothic Std Book"/>
                <a:cs typeface="Calibri"/>
              </a:rPr>
              <a:t>Look into a broader range of sources (National Academy of Science, Engineering, and Medicine, Google Scholar, UVA Virgo, Urban Institute, Brookings, etc.) to </a:t>
            </a:r>
            <a:r>
              <a:rPr lang="en-US" sz="2300" b="1">
                <a:solidFill>
                  <a:srgbClr val="002E6C"/>
                </a:solidFill>
                <a:latin typeface="ITC Franklin Gothic Std Book"/>
                <a:cs typeface="Calibri"/>
              </a:rPr>
              <a:t>create a more precise definition</a:t>
            </a:r>
          </a:p>
          <a:p>
            <a:pPr lvl="1"/>
            <a:endParaRPr lang="en-US" sz="2300" b="1">
              <a:solidFill>
                <a:srgbClr val="002E6C"/>
              </a:solidFill>
              <a:latin typeface="ITC Franklin Gothic Std Book"/>
              <a:cs typeface="Calibri"/>
            </a:endParaRPr>
          </a:p>
        </p:txBody>
      </p:sp>
    </p:spTree>
    <p:extLst>
      <p:ext uri="{BB962C8B-B14F-4D97-AF65-F5344CB8AC3E}">
        <p14:creationId xmlns:p14="http://schemas.microsoft.com/office/powerpoint/2010/main" val="1516475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21E9A38-3F84-7894-3152-A30CB98E7E21}"/>
              </a:ext>
            </a:extLst>
          </p:cNvPr>
          <p:cNvSpPr txBox="1">
            <a:spLocks/>
          </p:cNvSpPr>
          <p:nvPr/>
        </p:nvSpPr>
        <p:spPr>
          <a:xfrm>
            <a:off x="257128" y="234115"/>
            <a:ext cx="11934872" cy="644660"/>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solidFill>
                  <a:srgbClr val="002060"/>
                </a:solidFill>
                <a:latin typeface="ITC Franklin Gothic Std Book"/>
              </a:rPr>
              <a:t>Digitalization Definitions – New Definition</a:t>
            </a:r>
            <a:endParaRPr lang="en-US" b="1">
              <a:solidFill>
                <a:srgbClr val="002060"/>
              </a:solidFill>
              <a:latin typeface="ITC Franklin Gothic Std Book" panose="020B0504030503020204" pitchFamily="34" charset="0"/>
            </a:endParaRPr>
          </a:p>
        </p:txBody>
      </p:sp>
      <p:sp>
        <p:nvSpPr>
          <p:cNvPr id="5" name="TextBox 4">
            <a:extLst>
              <a:ext uri="{FF2B5EF4-FFF2-40B4-BE49-F238E27FC236}">
                <a16:creationId xmlns:a16="http://schemas.microsoft.com/office/drawing/2014/main" id="{C75A70F0-8151-3EE2-3BAA-6EDBF4DBFB54}"/>
              </a:ext>
            </a:extLst>
          </p:cNvPr>
          <p:cNvSpPr txBox="1"/>
          <p:nvPr/>
        </p:nvSpPr>
        <p:spPr>
          <a:xfrm>
            <a:off x="780988" y="1488177"/>
            <a:ext cx="10902969"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300" b="1">
                <a:solidFill>
                  <a:srgbClr val="002060"/>
                </a:solidFill>
                <a:latin typeface="ITC Franklin Gothic Std Book"/>
                <a:ea typeface="+mn-lt"/>
                <a:cs typeface="+mn-lt"/>
              </a:rPr>
              <a:t>Digitalization is the innovative adoption of emerging technologies to transform analog data into digital language, which, in turn promotes social, economic, and cultural progress. </a:t>
            </a:r>
          </a:p>
          <a:p>
            <a:pPr marL="342900" indent="-342900">
              <a:buFont typeface="Arial"/>
              <a:buChar char="•"/>
            </a:pPr>
            <a:r>
              <a:rPr lang="en-US" sz="2300">
                <a:solidFill>
                  <a:srgbClr val="002060"/>
                </a:solidFill>
                <a:latin typeface="ITC Franklin Gothic Std Book"/>
                <a:ea typeface="+mn-lt"/>
                <a:cs typeface="+mn-lt"/>
              </a:rPr>
              <a:t>Broad definition so we will focus on specific technologies/topics within digitalization</a:t>
            </a:r>
          </a:p>
          <a:p>
            <a:endParaRPr lang="en-US" sz="2300" b="1">
              <a:solidFill>
                <a:srgbClr val="002060"/>
              </a:solidFill>
              <a:latin typeface="ITC Franklin Gothic Std Book"/>
              <a:ea typeface="+mn-lt"/>
              <a:cs typeface="+mn-lt"/>
            </a:endParaRPr>
          </a:p>
          <a:p>
            <a:endParaRPr lang="en-US" sz="2300">
              <a:solidFill>
                <a:srgbClr val="002060"/>
              </a:solidFill>
              <a:latin typeface="ITC Franklin Gothic Std Book"/>
              <a:ea typeface="+mn-lt"/>
              <a:cs typeface="+mn-lt"/>
            </a:endParaRPr>
          </a:p>
        </p:txBody>
      </p:sp>
      <p:pic>
        <p:nvPicPr>
          <p:cNvPr id="2" name="Picture 3" descr="Diagram&#10;&#10;Description automatically generated">
            <a:extLst>
              <a:ext uri="{FF2B5EF4-FFF2-40B4-BE49-F238E27FC236}">
                <a16:creationId xmlns:a16="http://schemas.microsoft.com/office/drawing/2014/main" id="{ACD965D4-357A-5579-A395-633FB87BABE6}"/>
              </a:ext>
            </a:extLst>
          </p:cNvPr>
          <p:cNvPicPr>
            <a:picLocks noChangeAspect="1"/>
          </p:cNvPicPr>
          <p:nvPr/>
        </p:nvPicPr>
        <p:blipFill>
          <a:blip r:embed="rId3"/>
          <a:stretch>
            <a:fillRect/>
          </a:stretch>
        </p:blipFill>
        <p:spPr>
          <a:xfrm>
            <a:off x="3146796" y="3230635"/>
            <a:ext cx="5729968" cy="2946184"/>
          </a:xfrm>
          <a:prstGeom prst="rect">
            <a:avLst/>
          </a:prstGeom>
        </p:spPr>
      </p:pic>
      <p:sp>
        <p:nvSpPr>
          <p:cNvPr id="4" name="TextBox 3">
            <a:extLst>
              <a:ext uri="{FF2B5EF4-FFF2-40B4-BE49-F238E27FC236}">
                <a16:creationId xmlns:a16="http://schemas.microsoft.com/office/drawing/2014/main" id="{FE4C0C0A-C6EC-B964-92E0-365FDBD650DE}"/>
              </a:ext>
            </a:extLst>
          </p:cNvPr>
          <p:cNvSpPr txBox="1"/>
          <p:nvPr/>
        </p:nvSpPr>
        <p:spPr>
          <a:xfrm>
            <a:off x="3143237" y="6175185"/>
            <a:ext cx="545638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solidFill>
                  <a:schemeClr val="tx2"/>
                </a:solidFill>
              </a:rPr>
              <a:t>Figure 2: </a:t>
            </a:r>
            <a:r>
              <a:rPr lang="en-US" sz="1400">
                <a:solidFill>
                  <a:schemeClr val="tx2"/>
                </a:solidFill>
              </a:rPr>
              <a:t>Differences in definition between Digitization, Digitalization, and Digital Transformation (Forbes)</a:t>
            </a:r>
            <a:endParaRPr lang="en-US" sz="1400" b="1">
              <a:solidFill>
                <a:schemeClr val="tx2"/>
              </a:solidFill>
              <a:cs typeface="Calibri" panose="020F0502020204030204"/>
            </a:endParaRPr>
          </a:p>
        </p:txBody>
      </p:sp>
    </p:spTree>
    <p:extLst>
      <p:ext uri="{BB962C8B-B14F-4D97-AF65-F5344CB8AC3E}">
        <p14:creationId xmlns:p14="http://schemas.microsoft.com/office/powerpoint/2010/main" val="3021293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C72E54B-31C4-F625-12EE-7874D8F607C2}"/>
              </a:ext>
            </a:extLst>
          </p:cNvPr>
          <p:cNvSpPr txBox="1">
            <a:spLocks/>
          </p:cNvSpPr>
          <p:nvPr/>
        </p:nvSpPr>
        <p:spPr>
          <a:xfrm>
            <a:off x="304458" y="234115"/>
            <a:ext cx="11887542" cy="644660"/>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solidFill>
                  <a:srgbClr val="002060"/>
                </a:solidFill>
                <a:latin typeface="ITC Franklin Gothic Std Book"/>
              </a:rPr>
              <a:t>Information Retrieval Methods – early findings</a:t>
            </a:r>
          </a:p>
        </p:txBody>
      </p:sp>
      <p:sp>
        <p:nvSpPr>
          <p:cNvPr id="3" name="TextBox 2">
            <a:extLst>
              <a:ext uri="{FF2B5EF4-FFF2-40B4-BE49-F238E27FC236}">
                <a16:creationId xmlns:a16="http://schemas.microsoft.com/office/drawing/2014/main" id="{3E638C77-33A7-C12A-9552-DE501E5CA847}"/>
              </a:ext>
            </a:extLst>
          </p:cNvPr>
          <p:cNvSpPr txBox="1"/>
          <p:nvPr/>
        </p:nvSpPr>
        <p:spPr>
          <a:xfrm>
            <a:off x="695864" y="1470248"/>
            <a:ext cx="10547114" cy="46935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300" b="1">
                <a:solidFill>
                  <a:srgbClr val="002E6C"/>
                </a:solidFill>
                <a:latin typeface="ITC Franklin Gothic Std Book" panose="020B0504030503020204" pitchFamily="34" charset="0"/>
                <a:ea typeface="+mn-lt"/>
                <a:cs typeface="+mn-lt"/>
              </a:rPr>
              <a:t>Should we adopt a new abstract classification method?</a:t>
            </a:r>
          </a:p>
          <a:p>
            <a:pPr marL="800100" lvl="1" indent="-342900">
              <a:buFont typeface="Arial"/>
              <a:buChar char="•"/>
            </a:pPr>
            <a:r>
              <a:rPr lang="en-US" sz="2300">
                <a:solidFill>
                  <a:srgbClr val="002E6C"/>
                </a:solidFill>
                <a:latin typeface="ITC Franklin Gothic Std Book" panose="020B0504030503020204" pitchFamily="34" charset="0"/>
                <a:ea typeface="+mn-lt"/>
                <a:cs typeface="+mn-lt"/>
              </a:rPr>
              <a:t>Improve performance</a:t>
            </a:r>
          </a:p>
          <a:p>
            <a:endParaRPr lang="en-US" sz="2300" b="1">
              <a:solidFill>
                <a:srgbClr val="002E6C"/>
              </a:solidFill>
              <a:latin typeface="ITC Franklin Gothic Std Book" panose="020B0504030503020204" pitchFamily="34" charset="0"/>
              <a:ea typeface="+mn-lt"/>
              <a:cs typeface="+mn-lt"/>
            </a:endParaRPr>
          </a:p>
          <a:p>
            <a:r>
              <a:rPr lang="en-US" sz="2300" b="1">
                <a:solidFill>
                  <a:srgbClr val="002E6C"/>
                </a:solidFill>
                <a:latin typeface="ITC Franklin Gothic Std Book" panose="020B0504030503020204" pitchFamily="34" charset="0"/>
                <a:ea typeface="+mn-lt"/>
                <a:cs typeface="+mn-lt"/>
              </a:rPr>
              <a:t>Current work: </a:t>
            </a:r>
            <a:r>
              <a:rPr lang="en-US" sz="2300">
                <a:solidFill>
                  <a:srgbClr val="002E6C"/>
                </a:solidFill>
                <a:latin typeface="ITC Franklin Gothic Std Book" panose="020B0504030503020204" pitchFamily="34" charset="0"/>
                <a:ea typeface="+mn-lt"/>
                <a:cs typeface="+mn-lt"/>
              </a:rPr>
              <a:t>term matching and latent semantic indexing (LSI) to identify relevant abstracts</a:t>
            </a:r>
            <a:endParaRPr lang="en-US" sz="2300" b="1">
              <a:solidFill>
                <a:srgbClr val="002E6C"/>
              </a:solidFill>
              <a:latin typeface="ITC Franklin Gothic Std Book" panose="020B0504030503020204" pitchFamily="34" charset="0"/>
              <a:ea typeface="+mn-lt"/>
              <a:cs typeface="+mn-lt"/>
            </a:endParaRPr>
          </a:p>
          <a:p>
            <a:endParaRPr lang="en-US" sz="2300" b="1">
              <a:solidFill>
                <a:srgbClr val="002E6C"/>
              </a:solidFill>
              <a:latin typeface="ITC Franklin Gothic Std Book" panose="020B0504030503020204" pitchFamily="34" charset="0"/>
              <a:ea typeface="+mn-lt"/>
              <a:cs typeface="+mn-lt"/>
            </a:endParaRPr>
          </a:p>
          <a:p>
            <a:r>
              <a:rPr lang="en-US" sz="2300" b="1">
                <a:solidFill>
                  <a:srgbClr val="002E6C"/>
                </a:solidFill>
                <a:latin typeface="ITC Franklin Gothic Std Book" panose="020B0504030503020204" pitchFamily="34" charset="0"/>
                <a:ea typeface="+mn-lt"/>
                <a:cs typeface="+mn-lt"/>
              </a:rPr>
              <a:t>Other potential approaches:</a:t>
            </a:r>
          </a:p>
          <a:p>
            <a:pPr marL="800100" lvl="1" indent="-342900">
              <a:buFont typeface="Arial"/>
              <a:buChar char="•"/>
            </a:pPr>
            <a:r>
              <a:rPr lang="en-US" sz="2300">
                <a:solidFill>
                  <a:srgbClr val="002E6C"/>
                </a:solidFill>
                <a:latin typeface="ITC Franklin Gothic Std Book" panose="020B0504030503020204" pitchFamily="34" charset="0"/>
                <a:ea typeface="+mn-lt"/>
                <a:cs typeface="+mn-lt"/>
              </a:rPr>
              <a:t>Upgrade dimensionality reduction technique from LSI to one using a neural network (for example, Word2Vec)</a:t>
            </a:r>
          </a:p>
          <a:p>
            <a:pPr marL="800100" lvl="1" indent="-342900">
              <a:buFont typeface="Arial"/>
              <a:buChar char="•"/>
            </a:pPr>
            <a:r>
              <a:rPr lang="en-US" sz="2300">
                <a:solidFill>
                  <a:srgbClr val="002E6C"/>
                </a:solidFill>
                <a:latin typeface="ITC Franklin Gothic Std Book" panose="020B0504030503020204" pitchFamily="34" charset="0"/>
                <a:ea typeface="+mn-lt"/>
                <a:cs typeface="+mn-lt"/>
              </a:rPr>
              <a:t>Text classification based on traditional methods such as naïve Bayes or k-nearest neighbors (KNN)</a:t>
            </a:r>
            <a:endParaRPr lang="en-US" sz="2300" b="1">
              <a:solidFill>
                <a:srgbClr val="002E6C"/>
              </a:solidFill>
              <a:latin typeface="ITC Franklin Gothic Std Book" panose="020B0504030503020204" pitchFamily="34" charset="0"/>
              <a:ea typeface="+mn-lt"/>
              <a:cs typeface="+mn-lt"/>
            </a:endParaRPr>
          </a:p>
          <a:p>
            <a:pPr marL="1257300" lvl="2" indent="-342900">
              <a:buFont typeface="Arial"/>
              <a:buChar char="•"/>
            </a:pPr>
            <a:r>
              <a:rPr lang="en-US" sz="2300">
                <a:solidFill>
                  <a:srgbClr val="002E6C"/>
                </a:solidFill>
                <a:latin typeface="ITC Franklin Gothic Std Book" panose="020B0504030503020204" pitchFamily="34" charset="0"/>
                <a:ea typeface="+mn-lt"/>
                <a:cs typeface="+mn-lt"/>
              </a:rPr>
              <a:t>Involves training set creation, i.e. manual labeling of a subset of abstracts as relevant or not</a:t>
            </a:r>
          </a:p>
        </p:txBody>
      </p:sp>
    </p:spTree>
    <p:extLst>
      <p:ext uri="{BB962C8B-B14F-4D97-AF65-F5344CB8AC3E}">
        <p14:creationId xmlns:p14="http://schemas.microsoft.com/office/powerpoint/2010/main" val="1135110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C72E54B-31C4-F625-12EE-7874D8F607C2}"/>
              </a:ext>
            </a:extLst>
          </p:cNvPr>
          <p:cNvSpPr txBox="1">
            <a:spLocks/>
          </p:cNvSpPr>
          <p:nvPr/>
        </p:nvSpPr>
        <p:spPr>
          <a:xfrm>
            <a:off x="1186868" y="264410"/>
            <a:ext cx="11887542" cy="644660"/>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solidFill>
                  <a:srgbClr val="002E6C"/>
                </a:solidFill>
                <a:latin typeface="ITC Franklin Gothic Std Book"/>
                <a:ea typeface="+mj-lt"/>
                <a:cs typeface="+mj-lt"/>
              </a:rPr>
              <a:t>Naïve Bayes versus K-Nearest Neighbors</a:t>
            </a:r>
            <a:endParaRPr lang="en-US" b="1">
              <a:latin typeface="ITC Franklin Gothic Std Book"/>
              <a:ea typeface="+mj-lt"/>
              <a:cs typeface="+mj-lt"/>
            </a:endParaRPr>
          </a:p>
          <a:p>
            <a:pPr algn="ctr"/>
            <a:endParaRPr lang="en-US">
              <a:solidFill>
                <a:srgbClr val="002060"/>
              </a:solidFill>
              <a:latin typeface="ITC Franklin Gothic Std Book"/>
            </a:endParaRPr>
          </a:p>
        </p:txBody>
      </p:sp>
      <p:sp>
        <p:nvSpPr>
          <p:cNvPr id="3" name="TextBox 2">
            <a:extLst>
              <a:ext uri="{FF2B5EF4-FFF2-40B4-BE49-F238E27FC236}">
                <a16:creationId xmlns:a16="http://schemas.microsoft.com/office/drawing/2014/main" id="{3E638C77-33A7-C12A-9552-DE501E5CA847}"/>
              </a:ext>
            </a:extLst>
          </p:cNvPr>
          <p:cNvSpPr txBox="1"/>
          <p:nvPr/>
        </p:nvSpPr>
        <p:spPr>
          <a:xfrm>
            <a:off x="913578" y="2531606"/>
            <a:ext cx="5355989" cy="2923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300" b="1">
                <a:solidFill>
                  <a:srgbClr val="002E6C"/>
                </a:solidFill>
                <a:latin typeface="ITC Franklin Gothic Std Book"/>
                <a:ea typeface="+mn-lt"/>
                <a:cs typeface="+mn-lt"/>
              </a:rPr>
              <a:t>Naïve Bayes</a:t>
            </a:r>
          </a:p>
          <a:p>
            <a:r>
              <a:rPr lang="en-US" sz="2300">
                <a:solidFill>
                  <a:srgbClr val="002060"/>
                </a:solidFill>
                <a:latin typeface="ITC Franklin Gothic Std Book"/>
                <a:ea typeface="+mn-lt"/>
                <a:cs typeface="+mn-lt"/>
              </a:rPr>
              <a:t>A common machine learning algorithm that measures the conditional probability of an abstract's topic given words/phrases in the text</a:t>
            </a:r>
            <a:endParaRPr lang="en-US">
              <a:solidFill>
                <a:srgbClr val="002060"/>
              </a:solidFill>
              <a:latin typeface="ITC Franklin Gothic Std Book"/>
            </a:endParaRPr>
          </a:p>
          <a:p>
            <a:endParaRPr lang="en-US" sz="2300">
              <a:solidFill>
                <a:srgbClr val="002060"/>
              </a:solidFill>
              <a:latin typeface="ITC Franklin Gothic Std Book"/>
              <a:ea typeface="+mn-lt"/>
              <a:cs typeface="+mn-lt"/>
            </a:endParaRPr>
          </a:p>
          <a:p>
            <a:pPr marL="342900" indent="-342900">
              <a:buFont typeface="Arial"/>
              <a:buChar char="•"/>
            </a:pPr>
            <a:r>
              <a:rPr lang="en-US" sz="2300">
                <a:solidFill>
                  <a:srgbClr val="002E6C"/>
                </a:solidFill>
                <a:latin typeface="ITC Franklin Gothic Std Book"/>
                <a:ea typeface="+mn-lt"/>
                <a:cs typeface="+mn-lt"/>
              </a:rPr>
              <a:t>Low variance </a:t>
            </a:r>
          </a:p>
          <a:p>
            <a:pPr marL="342900" indent="-342900">
              <a:buFont typeface="Arial"/>
              <a:buChar char="•"/>
            </a:pPr>
            <a:r>
              <a:rPr lang="en-US" sz="2300">
                <a:solidFill>
                  <a:srgbClr val="002E6C"/>
                </a:solidFill>
                <a:latin typeface="ITC Franklin Gothic Std Book"/>
                <a:ea typeface="+mn-lt"/>
                <a:cs typeface="+mn-lt"/>
              </a:rPr>
              <a:t>High Bias</a:t>
            </a:r>
            <a:endParaRPr lang="en-US" sz="2300">
              <a:solidFill>
                <a:srgbClr val="002E6C"/>
              </a:solidFill>
              <a:latin typeface="ITC Franklin Gothic Std Book" panose="020B0504030503020204" pitchFamily="34" charset="0"/>
              <a:ea typeface="+mn-lt"/>
              <a:cs typeface="+mn-lt"/>
            </a:endParaRPr>
          </a:p>
        </p:txBody>
      </p:sp>
      <p:sp>
        <p:nvSpPr>
          <p:cNvPr id="2" name="TextBox 1">
            <a:extLst>
              <a:ext uri="{FF2B5EF4-FFF2-40B4-BE49-F238E27FC236}">
                <a16:creationId xmlns:a16="http://schemas.microsoft.com/office/drawing/2014/main" id="{4E5B30D1-2186-A091-E638-457A555EE789}"/>
              </a:ext>
            </a:extLst>
          </p:cNvPr>
          <p:cNvSpPr txBox="1"/>
          <p:nvPr/>
        </p:nvSpPr>
        <p:spPr>
          <a:xfrm>
            <a:off x="6271391" y="2531605"/>
            <a:ext cx="5355989" cy="2923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300" b="1">
                <a:solidFill>
                  <a:srgbClr val="002E6C"/>
                </a:solidFill>
                <a:latin typeface="ITC Franklin Gothic Std Book"/>
                <a:ea typeface="+mn-lt"/>
                <a:cs typeface="+mn-lt"/>
              </a:rPr>
              <a:t>K-Nearest Neighbor (KNN)</a:t>
            </a:r>
          </a:p>
          <a:p>
            <a:r>
              <a:rPr lang="en-US" sz="2300">
                <a:solidFill>
                  <a:srgbClr val="002060"/>
                </a:solidFill>
                <a:latin typeface="ITC Franklin Gothic Std Book"/>
                <a:ea typeface="+mn-lt"/>
                <a:cs typeface="+mn-lt"/>
              </a:rPr>
              <a:t>KNN algorithm is used to classify an object based on the closest distance between the object and its nearest neighbors in the training set</a:t>
            </a:r>
            <a:endParaRPr lang="en-US">
              <a:solidFill>
                <a:srgbClr val="002060"/>
              </a:solidFill>
              <a:latin typeface="ITC Franklin Gothic Std Book"/>
            </a:endParaRPr>
          </a:p>
          <a:p>
            <a:endParaRPr lang="en-US" sz="2300">
              <a:solidFill>
                <a:srgbClr val="000000"/>
              </a:solidFill>
              <a:latin typeface="ITC Franklin Gothic Std Book"/>
              <a:ea typeface="+mn-lt"/>
              <a:cs typeface="+mn-lt"/>
            </a:endParaRPr>
          </a:p>
          <a:p>
            <a:pPr marL="342900" indent="-342900">
              <a:buFont typeface="Arial"/>
              <a:buChar char="•"/>
            </a:pPr>
            <a:r>
              <a:rPr lang="en-US" sz="2300">
                <a:solidFill>
                  <a:srgbClr val="002E6C"/>
                </a:solidFill>
                <a:latin typeface="ITC Franklin Gothic Std Book"/>
                <a:ea typeface="+mn-lt"/>
                <a:cs typeface="+mn-lt"/>
              </a:rPr>
              <a:t>High Variance</a:t>
            </a:r>
            <a:endParaRPr lang="en-US">
              <a:cs typeface="Calibri"/>
            </a:endParaRPr>
          </a:p>
          <a:p>
            <a:pPr marL="342900" indent="-342900">
              <a:buFont typeface="Arial"/>
              <a:buChar char="•"/>
            </a:pPr>
            <a:r>
              <a:rPr lang="en-US" sz="2300">
                <a:solidFill>
                  <a:srgbClr val="002E6C"/>
                </a:solidFill>
                <a:latin typeface="ITC Franklin Gothic Std Book"/>
                <a:ea typeface="+mn-lt"/>
                <a:cs typeface="+mn-lt"/>
              </a:rPr>
              <a:t>Low Bias</a:t>
            </a:r>
            <a:endParaRPr lang="en-US" sz="2300">
              <a:solidFill>
                <a:srgbClr val="002E6C"/>
              </a:solidFill>
              <a:latin typeface="ITC Franklin Gothic Std Book" panose="020B0504030503020204" pitchFamily="34" charset="0"/>
              <a:ea typeface="+mn-lt"/>
              <a:cs typeface="+mn-lt"/>
            </a:endParaRPr>
          </a:p>
        </p:txBody>
      </p:sp>
      <p:sp>
        <p:nvSpPr>
          <p:cNvPr id="6" name="TextBox 5">
            <a:extLst>
              <a:ext uri="{FF2B5EF4-FFF2-40B4-BE49-F238E27FC236}">
                <a16:creationId xmlns:a16="http://schemas.microsoft.com/office/drawing/2014/main" id="{82423C2B-B312-EF34-1C65-F7279E16CD35}"/>
              </a:ext>
            </a:extLst>
          </p:cNvPr>
          <p:cNvSpPr txBox="1"/>
          <p:nvPr/>
        </p:nvSpPr>
        <p:spPr>
          <a:xfrm>
            <a:off x="886364" y="1492699"/>
            <a:ext cx="1071176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300">
                <a:solidFill>
                  <a:srgbClr val="002E6C"/>
                </a:solidFill>
                <a:ea typeface="+mn-lt"/>
                <a:cs typeface="+mn-lt"/>
              </a:rPr>
              <a:t>Both methodologies require a training set of abstracts labelled digitalization/not digitalization</a:t>
            </a:r>
            <a:endParaRPr lang="en-US" sz="2300">
              <a:solidFill>
                <a:srgbClr val="002E6C"/>
              </a:solidFill>
              <a:cs typeface="Calibri"/>
            </a:endParaRPr>
          </a:p>
        </p:txBody>
      </p:sp>
    </p:spTree>
    <p:extLst>
      <p:ext uri="{BB962C8B-B14F-4D97-AF65-F5344CB8AC3E}">
        <p14:creationId xmlns:p14="http://schemas.microsoft.com/office/powerpoint/2010/main" val="1902996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C72E54B-31C4-F625-12EE-7874D8F607C2}"/>
              </a:ext>
            </a:extLst>
          </p:cNvPr>
          <p:cNvSpPr txBox="1">
            <a:spLocks/>
          </p:cNvSpPr>
          <p:nvPr/>
        </p:nvSpPr>
        <p:spPr>
          <a:xfrm>
            <a:off x="304458" y="234115"/>
            <a:ext cx="11887542" cy="644660"/>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solidFill>
                  <a:srgbClr val="002060"/>
                </a:solidFill>
                <a:latin typeface="ITC Franklin Gothic Std Book"/>
              </a:rPr>
              <a:t>Next Steps</a:t>
            </a:r>
            <a:endParaRPr lang="en-US"/>
          </a:p>
        </p:txBody>
      </p:sp>
      <p:sp>
        <p:nvSpPr>
          <p:cNvPr id="3" name="TextBox 2">
            <a:extLst>
              <a:ext uri="{FF2B5EF4-FFF2-40B4-BE49-F238E27FC236}">
                <a16:creationId xmlns:a16="http://schemas.microsoft.com/office/drawing/2014/main" id="{3E638C77-33A7-C12A-9552-DE501E5CA847}"/>
              </a:ext>
            </a:extLst>
          </p:cNvPr>
          <p:cNvSpPr txBox="1"/>
          <p:nvPr/>
        </p:nvSpPr>
        <p:spPr>
          <a:xfrm>
            <a:off x="900580" y="1470248"/>
            <a:ext cx="10547114" cy="43396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300" b="1">
                <a:solidFill>
                  <a:srgbClr val="002E6C"/>
                </a:solidFill>
                <a:latin typeface="ITC Franklin Gothic Std Book"/>
                <a:cs typeface="Calibri"/>
              </a:rPr>
              <a:t>Literature review</a:t>
            </a:r>
          </a:p>
          <a:p>
            <a:pPr marL="342900" indent="-342900">
              <a:buFont typeface="Arial"/>
              <a:buChar char="•"/>
            </a:pPr>
            <a:r>
              <a:rPr lang="en-US" sz="2300">
                <a:solidFill>
                  <a:srgbClr val="002E6C"/>
                </a:solidFill>
                <a:latin typeface="ITC Franklin Gothic Std Book"/>
                <a:cs typeface="Calibri"/>
              </a:rPr>
              <a:t>Finalize digitalization definition and keywords </a:t>
            </a:r>
          </a:p>
          <a:p>
            <a:pPr marL="342900" indent="-342900">
              <a:buFont typeface="Arial"/>
              <a:buChar char="•"/>
            </a:pPr>
            <a:r>
              <a:rPr lang="en-US" sz="2300">
                <a:solidFill>
                  <a:srgbClr val="002E6C"/>
                </a:solidFill>
                <a:latin typeface="ITC Franklin Gothic Std Book"/>
                <a:cs typeface="Calibri"/>
              </a:rPr>
              <a:t>Assess different text classification methods</a:t>
            </a:r>
            <a:endParaRPr lang="en-US"/>
          </a:p>
          <a:p>
            <a:pPr marL="342900" indent="-342900">
              <a:buFont typeface="Arial"/>
              <a:buChar char="•"/>
            </a:pPr>
            <a:endParaRPr lang="en-US" sz="2300">
              <a:solidFill>
                <a:srgbClr val="002E6C"/>
              </a:solidFill>
              <a:latin typeface="ITC Franklin Gothic Std Book"/>
              <a:cs typeface="Calibri"/>
            </a:endParaRPr>
          </a:p>
          <a:p>
            <a:r>
              <a:rPr lang="en-US" sz="2300" b="1">
                <a:solidFill>
                  <a:srgbClr val="002E6C"/>
                </a:solidFill>
                <a:latin typeface="ITC Franklin Gothic Std Book"/>
                <a:cs typeface="Calibri"/>
              </a:rPr>
              <a:t>Specify topics in digitalization</a:t>
            </a:r>
            <a:endParaRPr lang="en-US" sz="2300">
              <a:solidFill>
                <a:srgbClr val="002E6C"/>
              </a:solidFill>
              <a:latin typeface="ITC Franklin Gothic Std Book"/>
              <a:cs typeface="Calibri"/>
            </a:endParaRPr>
          </a:p>
          <a:p>
            <a:pPr marL="342900" indent="-342900">
              <a:buFont typeface="Arial"/>
              <a:buChar char="•"/>
            </a:pPr>
            <a:r>
              <a:rPr lang="en-US" sz="2300">
                <a:solidFill>
                  <a:srgbClr val="002E6C"/>
                </a:solidFill>
                <a:latin typeface="ITC Franklin Gothic Std Book"/>
                <a:cs typeface="Calibri"/>
              </a:rPr>
              <a:t>Consider narrowing search past digitalization and into certain key technologies</a:t>
            </a:r>
          </a:p>
          <a:p>
            <a:endParaRPr lang="en-US" sz="2300" b="1">
              <a:solidFill>
                <a:srgbClr val="002E6C"/>
              </a:solidFill>
              <a:latin typeface="ITC Franklin Gothic Std Book"/>
              <a:cs typeface="Calibri"/>
            </a:endParaRPr>
          </a:p>
          <a:p>
            <a:r>
              <a:rPr lang="en-US" sz="2300" b="1">
                <a:solidFill>
                  <a:srgbClr val="002E6C"/>
                </a:solidFill>
                <a:latin typeface="ITC Franklin Gothic Std Book"/>
                <a:cs typeface="Calibri"/>
              </a:rPr>
              <a:t>Text classification</a:t>
            </a:r>
            <a:endParaRPr lang="en-US"/>
          </a:p>
          <a:p>
            <a:pPr marL="342900" indent="-342900">
              <a:buFont typeface="Arial"/>
              <a:buChar char="•"/>
            </a:pPr>
            <a:r>
              <a:rPr lang="en-US" sz="2300">
                <a:solidFill>
                  <a:srgbClr val="002E6C"/>
                </a:solidFill>
                <a:latin typeface="ITC Franklin Gothic Std Book"/>
                <a:cs typeface="Calibri"/>
              </a:rPr>
              <a:t>Label subset of abstracts (training set)</a:t>
            </a:r>
            <a:endParaRPr lang="en-US"/>
          </a:p>
          <a:p>
            <a:pPr marL="342900" indent="-342900">
              <a:buFont typeface="Arial"/>
              <a:buChar char="•"/>
            </a:pPr>
            <a:r>
              <a:rPr lang="en-US" sz="2300">
                <a:solidFill>
                  <a:srgbClr val="002E6C"/>
                </a:solidFill>
                <a:latin typeface="ITC Franklin Gothic Std Book"/>
                <a:cs typeface="Calibri"/>
              </a:rPr>
              <a:t>Trial methods in Python</a:t>
            </a:r>
          </a:p>
          <a:p>
            <a:pPr marL="342900" indent="-342900">
              <a:buFont typeface="Arial"/>
              <a:buChar char="•"/>
            </a:pPr>
            <a:endParaRPr lang="en-US" sz="2300">
              <a:solidFill>
                <a:srgbClr val="002E6C"/>
              </a:solidFill>
              <a:latin typeface="ITC Franklin Gothic Std Book"/>
              <a:cs typeface="Calibri"/>
            </a:endParaRPr>
          </a:p>
          <a:p>
            <a:pPr marL="342900" indent="-342900">
              <a:buFont typeface="Arial"/>
              <a:buChar char="•"/>
            </a:pPr>
            <a:endParaRPr lang="en-US" sz="2300">
              <a:solidFill>
                <a:srgbClr val="002E6C"/>
              </a:solidFill>
              <a:latin typeface="ITC Franklin Gothic Std Book"/>
              <a:cs typeface="Calibri"/>
            </a:endParaRPr>
          </a:p>
        </p:txBody>
      </p:sp>
    </p:spTree>
    <p:extLst>
      <p:ext uri="{BB962C8B-B14F-4D97-AF65-F5344CB8AC3E}">
        <p14:creationId xmlns:p14="http://schemas.microsoft.com/office/powerpoint/2010/main" val="3183751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513" y="234115"/>
            <a:ext cx="11764487" cy="644660"/>
          </a:xfrm>
          <a:prstGeom prst="rect">
            <a:avLst/>
          </a:prstGeom>
        </p:spPr>
        <p:txBody>
          <a:bodyPr lIns="91440" tIns="45720" rIns="91440" bIns="45720" anchor="t"/>
          <a:lstStyle/>
          <a:p>
            <a:pPr algn="ctr"/>
            <a:r>
              <a:rPr lang="en-US" b="1">
                <a:solidFill>
                  <a:srgbClr val="002060"/>
                </a:solidFill>
                <a:latin typeface="ITC Franklin Gothic Std Book"/>
              </a:rPr>
              <a:t>Digitalization References</a:t>
            </a:r>
            <a:endParaRPr lang="en-US"/>
          </a:p>
        </p:txBody>
      </p:sp>
      <p:sp>
        <p:nvSpPr>
          <p:cNvPr id="3" name="Content Placeholder 2"/>
          <p:cNvSpPr>
            <a:spLocks noGrp="1"/>
          </p:cNvSpPr>
          <p:nvPr>
            <p:ph idx="4294967295"/>
          </p:nvPr>
        </p:nvSpPr>
        <p:spPr>
          <a:xfrm>
            <a:off x="905076" y="1298925"/>
            <a:ext cx="10926905" cy="5288644"/>
          </a:xfrm>
          <a:prstGeom prst="rect">
            <a:avLst/>
          </a:prstGeom>
        </p:spPr>
        <p:txBody>
          <a:bodyPr lIns="91440" tIns="45720" rIns="91440" bIns="45720" anchor="t">
            <a:normAutofit lnSpcReduction="10000"/>
          </a:bodyPr>
          <a:lstStyle/>
          <a:p>
            <a:pPr>
              <a:buNone/>
            </a:pPr>
            <a:r>
              <a:rPr lang="en-US" sz="1400">
                <a:solidFill>
                  <a:schemeClr val="accent1">
                    <a:lumMod val="50000"/>
                  </a:schemeClr>
                </a:solidFill>
                <a:latin typeface="ITC Franklin Gothic Std Book"/>
                <a:cs typeface="Calibri"/>
              </a:rPr>
              <a:t>G20 Research Group. (2018). </a:t>
            </a:r>
            <a:r>
              <a:rPr lang="en-US" sz="1400" i="1">
                <a:solidFill>
                  <a:schemeClr val="accent1">
                    <a:lumMod val="50000"/>
                  </a:schemeClr>
                </a:solidFill>
                <a:latin typeface="ITC Franklin Gothic Std Book"/>
                <a:cs typeface="Calibri"/>
              </a:rPr>
              <a:t> G20 Digital Economy Ministerial Declaration. </a:t>
            </a:r>
            <a:r>
              <a:rPr lang="en-US" sz="1400">
                <a:solidFill>
                  <a:schemeClr val="accent1">
                    <a:lumMod val="50000"/>
                  </a:schemeClr>
                </a:solidFill>
                <a:latin typeface="ITC Franklin Gothic Std Book"/>
                <a:cs typeface="Calibri"/>
                <a:hlinkClick r:id="rId3">
                  <a:extLst>
                    <a:ext uri="{A12FA001-AC4F-418D-AE19-62706E023703}">
                      <ahyp:hlinkClr xmlns:ahyp="http://schemas.microsoft.com/office/drawing/2018/hyperlinkcolor" val="tx"/>
                    </a:ext>
                  </a:extLst>
                </a:hlinkClick>
              </a:rPr>
              <a:t>http://www.g20.utoronto.ca/2021/210805-digital.html</a:t>
            </a:r>
            <a:endParaRPr lang="en-US" sz="1400">
              <a:solidFill>
                <a:schemeClr val="accent1">
                  <a:lumMod val="50000"/>
                </a:schemeClr>
              </a:solidFill>
              <a:latin typeface="ITC Franklin Gothic Std Book"/>
              <a:cs typeface="Calibri"/>
            </a:endParaRPr>
          </a:p>
          <a:p>
            <a:pPr>
              <a:buNone/>
            </a:pPr>
            <a:r>
              <a:rPr lang="en-US" sz="1400">
                <a:solidFill>
                  <a:schemeClr val="accent1">
                    <a:lumMod val="50000"/>
                  </a:schemeClr>
                </a:solidFill>
                <a:latin typeface="ITC Franklin Gothic Std Book"/>
                <a:cs typeface="Calibri"/>
              </a:rPr>
              <a:t>International Telecommunication Union. (2018). </a:t>
            </a:r>
            <a:r>
              <a:rPr lang="en-US" sz="1400" i="1">
                <a:solidFill>
                  <a:schemeClr val="accent1">
                    <a:lumMod val="50000"/>
                  </a:schemeClr>
                </a:solidFill>
                <a:latin typeface="ITC Franklin Gothic Std Book"/>
                <a:cs typeface="Calibri"/>
              </a:rPr>
              <a:t>G20 Digital Economy Task Force: Toolkit for Measuring the Digital Economy</a:t>
            </a:r>
            <a:r>
              <a:rPr lang="en-US" sz="1400">
                <a:solidFill>
                  <a:schemeClr val="accent1">
                    <a:lumMod val="50000"/>
                  </a:schemeClr>
                </a:solidFill>
                <a:latin typeface="ITC Franklin Gothic Std Book"/>
                <a:cs typeface="Calibri"/>
              </a:rPr>
              <a:t>.  </a:t>
            </a:r>
            <a:r>
              <a:rPr lang="en-US" sz="1400">
                <a:solidFill>
                  <a:schemeClr val="accent1">
                    <a:lumMod val="50000"/>
                  </a:schemeClr>
                </a:solidFill>
                <a:latin typeface="ITC Franklin Gothic Std Book"/>
                <a:cs typeface="Calibri"/>
                <a:hlinkClick r:id="rId4">
                  <a:extLst>
                    <a:ext uri="{A12FA001-AC4F-418D-AE19-62706E023703}">
                      <ahyp:hlinkClr xmlns:ahyp="http://schemas.microsoft.com/office/drawing/2018/hyperlinkcolor" val="tx"/>
                    </a:ext>
                  </a:extLst>
                </a:hlinkClick>
              </a:rPr>
              <a:t>https://www.itu.int/en/ITU-D/Statistics/Documents/g20-detf-toolkit_FINAL.pdf</a:t>
            </a:r>
            <a:r>
              <a:rPr lang="en-US" sz="1400">
                <a:solidFill>
                  <a:schemeClr val="accent1">
                    <a:lumMod val="50000"/>
                  </a:schemeClr>
                </a:solidFill>
                <a:latin typeface="ITC Franklin Gothic Std Book"/>
                <a:cs typeface="Calibri"/>
              </a:rPr>
              <a:t> </a:t>
            </a:r>
            <a:endParaRPr lang="en-US" sz="1400">
              <a:solidFill>
                <a:schemeClr val="accent1">
                  <a:lumMod val="50000"/>
                </a:schemeClr>
              </a:solidFill>
              <a:latin typeface="ITC Franklin Gothic Std Book" panose="020B0504030503020204" pitchFamily="34" charset="0"/>
              <a:cs typeface="Calibri"/>
            </a:endParaRPr>
          </a:p>
          <a:p>
            <a:pPr>
              <a:buNone/>
            </a:pPr>
            <a:r>
              <a:rPr lang="en-US" sz="1400">
                <a:solidFill>
                  <a:schemeClr val="accent1">
                    <a:lumMod val="50000"/>
                  </a:schemeClr>
                </a:solidFill>
                <a:latin typeface="ITC Franklin Gothic Std Book"/>
                <a:cs typeface="Calibri"/>
              </a:rPr>
              <a:t>Ministry of Foreign Affairs of Japan. (2018). </a:t>
            </a:r>
            <a:r>
              <a:rPr lang="en-US" sz="1400" i="1">
                <a:solidFill>
                  <a:schemeClr val="accent1">
                    <a:lumMod val="50000"/>
                  </a:schemeClr>
                </a:solidFill>
                <a:latin typeface="ITC Franklin Gothic Std Book"/>
                <a:cs typeface="Calibri"/>
              </a:rPr>
              <a:t>G20 Ministerial Statement on Trade and Digital Economy. </a:t>
            </a:r>
            <a:r>
              <a:rPr lang="en-US" sz="1400">
                <a:solidFill>
                  <a:schemeClr val="accent1">
                    <a:lumMod val="50000"/>
                  </a:schemeClr>
                </a:solidFill>
                <a:latin typeface="ITC Franklin Gothic Std Book"/>
                <a:cs typeface="Calibri"/>
                <a:hlinkClick r:id="rId5">
                  <a:extLst>
                    <a:ext uri="{A12FA001-AC4F-418D-AE19-62706E023703}">
                      <ahyp:hlinkClr xmlns:ahyp="http://schemas.microsoft.com/office/drawing/2018/hyperlinkcolor" val="tx"/>
                    </a:ext>
                  </a:extLst>
                </a:hlinkClick>
              </a:rPr>
              <a:t>https://www.mofa.go.jp/files/000486596.pdf</a:t>
            </a:r>
            <a:endParaRPr lang="en-US" sz="1400">
              <a:solidFill>
                <a:schemeClr val="accent1">
                  <a:lumMod val="50000"/>
                </a:schemeClr>
              </a:solidFill>
              <a:latin typeface="ITC Franklin Gothic Std Book"/>
              <a:ea typeface="+mn-lt"/>
              <a:cs typeface="+mn-lt"/>
            </a:endParaRPr>
          </a:p>
          <a:p>
            <a:pPr marL="0" indent="0">
              <a:lnSpc>
                <a:spcPct val="120000"/>
              </a:lnSpc>
              <a:buNone/>
            </a:pPr>
            <a:r>
              <a:rPr lang="en-US" sz="1400" err="1">
                <a:solidFill>
                  <a:schemeClr val="accent1">
                    <a:lumMod val="50000"/>
                  </a:schemeClr>
                </a:solidFill>
                <a:latin typeface="ITC Franklin Gothic Std Book"/>
                <a:cs typeface="Calibri"/>
              </a:rPr>
              <a:t>Organisation</a:t>
            </a:r>
            <a:r>
              <a:rPr lang="en-US" sz="1400">
                <a:solidFill>
                  <a:schemeClr val="accent1">
                    <a:lumMod val="50000"/>
                  </a:schemeClr>
                </a:solidFill>
                <a:latin typeface="ITC Franklin Gothic Std Book"/>
                <a:cs typeface="Calibri"/>
              </a:rPr>
              <a:t> for Economic Co-operation and Development. </a:t>
            </a:r>
            <a:r>
              <a:rPr lang="en-US" sz="1400" i="1" err="1">
                <a:solidFill>
                  <a:schemeClr val="accent1">
                    <a:lumMod val="50000"/>
                  </a:schemeClr>
                </a:solidFill>
                <a:latin typeface="ITC Franklin Gothic Std Book"/>
                <a:cs typeface="Calibri"/>
              </a:rPr>
              <a:t>Digitalisation</a:t>
            </a:r>
            <a:r>
              <a:rPr lang="en-US" sz="1400" i="1">
                <a:solidFill>
                  <a:schemeClr val="accent1">
                    <a:lumMod val="50000"/>
                  </a:schemeClr>
                </a:solidFill>
                <a:latin typeface="ITC Franklin Gothic Std Book"/>
                <a:cs typeface="Calibri"/>
              </a:rPr>
              <a:t> and Innovation.</a:t>
            </a:r>
            <a:r>
              <a:rPr lang="en-US" sz="1400">
                <a:solidFill>
                  <a:schemeClr val="accent1">
                    <a:lumMod val="50000"/>
                  </a:schemeClr>
                </a:solidFill>
                <a:latin typeface="ITC Franklin Gothic Std Book"/>
                <a:ea typeface="+mn-lt"/>
                <a:cs typeface="+mn-lt"/>
              </a:rPr>
              <a:t> </a:t>
            </a:r>
            <a:r>
              <a:rPr lang="en-US" sz="1400">
                <a:solidFill>
                  <a:schemeClr val="accent1">
                    <a:lumMod val="50000"/>
                  </a:schemeClr>
                </a:solidFill>
                <a:latin typeface="ITC Franklin Gothic Std Book"/>
                <a:ea typeface="+mn-lt"/>
                <a:cs typeface="+mn-lt"/>
                <a:hlinkClick r:id="rId6">
                  <a:extLst>
                    <a:ext uri="{A12FA001-AC4F-418D-AE19-62706E023703}">
                      <ahyp:hlinkClr xmlns:ahyp="http://schemas.microsoft.com/office/drawing/2018/hyperlinkcolor" val="tx"/>
                    </a:ext>
                  </a:extLst>
                </a:hlinkClick>
              </a:rPr>
              <a:t>https://www.oecd.org/g20/topics/digitalisation-and-innovation/</a:t>
            </a:r>
            <a:r>
              <a:rPr lang="en-US" sz="1400">
                <a:solidFill>
                  <a:schemeClr val="accent1">
                    <a:lumMod val="50000"/>
                  </a:schemeClr>
                </a:solidFill>
                <a:latin typeface="ITC Franklin Gothic Std Book"/>
                <a:ea typeface="+mn-lt"/>
                <a:cs typeface="+mn-lt"/>
              </a:rPr>
              <a:t> </a:t>
            </a:r>
            <a:endParaRPr lang="en-US" sz="1400" b="1" i="1">
              <a:solidFill>
                <a:schemeClr val="accent1">
                  <a:lumMod val="50000"/>
                </a:schemeClr>
              </a:solidFill>
              <a:latin typeface="ITC Franklin Gothic Std Book" panose="020B0504030503020204" pitchFamily="34" charset="0"/>
              <a:cs typeface="Calibri"/>
            </a:endParaRPr>
          </a:p>
          <a:p>
            <a:pPr marL="0" indent="0">
              <a:lnSpc>
                <a:spcPct val="120000"/>
              </a:lnSpc>
              <a:buNone/>
            </a:pPr>
            <a:r>
              <a:rPr lang="en-US" sz="1400" err="1">
                <a:solidFill>
                  <a:schemeClr val="accent1">
                    <a:lumMod val="50000"/>
                  </a:schemeClr>
                </a:solidFill>
                <a:latin typeface="ITC Franklin Gothic Std Book"/>
                <a:ea typeface="+mn-lt"/>
                <a:cs typeface="+mn-lt"/>
              </a:rPr>
              <a:t>Organisation</a:t>
            </a:r>
            <a:r>
              <a:rPr lang="en-US" sz="1400">
                <a:solidFill>
                  <a:schemeClr val="accent1">
                    <a:lumMod val="50000"/>
                  </a:schemeClr>
                </a:solidFill>
                <a:latin typeface="ITC Franklin Gothic Std Book"/>
                <a:ea typeface="+mn-lt"/>
                <a:cs typeface="+mn-lt"/>
              </a:rPr>
              <a:t> for Economic Co‐operation and Development. (2016). </a:t>
            </a:r>
            <a:r>
              <a:rPr lang="en-US" sz="1400" i="1">
                <a:solidFill>
                  <a:schemeClr val="accent1">
                    <a:lumMod val="50000"/>
                  </a:schemeClr>
                </a:solidFill>
                <a:latin typeface="ITC Franklin Gothic Std Book"/>
                <a:ea typeface="+mn-lt"/>
                <a:cs typeface="+mn-lt"/>
              </a:rPr>
              <a:t>G20 Innovation Report 2016</a:t>
            </a:r>
            <a:r>
              <a:rPr lang="en-US" sz="1400">
                <a:solidFill>
                  <a:schemeClr val="accent1">
                    <a:lumMod val="50000"/>
                  </a:schemeClr>
                </a:solidFill>
                <a:latin typeface="ITC Franklin Gothic Std Book"/>
                <a:ea typeface="+mn-lt"/>
                <a:cs typeface="+mn-lt"/>
              </a:rPr>
              <a:t>. </a:t>
            </a:r>
            <a:r>
              <a:rPr lang="en-US" sz="1400">
                <a:solidFill>
                  <a:schemeClr val="accent1">
                    <a:lumMod val="50000"/>
                  </a:schemeClr>
                </a:solidFill>
                <a:latin typeface="ITC Franklin Gothic Std Book"/>
                <a:ea typeface="+mn-lt"/>
                <a:cs typeface="+mn-lt"/>
                <a:hlinkClick r:id="rId7">
                  <a:extLst>
                    <a:ext uri="{A12FA001-AC4F-418D-AE19-62706E023703}">
                      <ahyp:hlinkClr xmlns:ahyp="http://schemas.microsoft.com/office/drawing/2018/hyperlinkcolor" val="tx"/>
                    </a:ext>
                  </a:extLst>
                </a:hlinkClick>
              </a:rPr>
              <a:t>https://www.oecd.org/china/G20-innovation-report-2016.pdf</a:t>
            </a:r>
            <a:endParaRPr lang="en-US" sz="1400">
              <a:solidFill>
                <a:schemeClr val="accent1">
                  <a:lumMod val="50000"/>
                </a:schemeClr>
              </a:solidFill>
              <a:latin typeface="ITC Franklin Gothic Std Book"/>
              <a:cs typeface="Calibri"/>
            </a:endParaRPr>
          </a:p>
          <a:p>
            <a:pPr marL="0" indent="0">
              <a:lnSpc>
                <a:spcPct val="120000"/>
              </a:lnSpc>
              <a:buNone/>
            </a:pPr>
            <a:r>
              <a:rPr lang="en-US" sz="1400" err="1">
                <a:solidFill>
                  <a:schemeClr val="accent1">
                    <a:lumMod val="50000"/>
                  </a:schemeClr>
                </a:solidFill>
                <a:latin typeface="ITC Franklin Gothic Std Book"/>
                <a:ea typeface="+mn-lt"/>
                <a:cs typeface="+mn-lt"/>
              </a:rPr>
              <a:t>Organisation</a:t>
            </a:r>
            <a:r>
              <a:rPr lang="en-US" sz="1400">
                <a:solidFill>
                  <a:schemeClr val="accent1">
                    <a:lumMod val="50000"/>
                  </a:schemeClr>
                </a:solidFill>
                <a:latin typeface="ITC Franklin Gothic Std Book"/>
                <a:ea typeface="+mn-lt"/>
                <a:cs typeface="+mn-lt"/>
              </a:rPr>
              <a:t> for Economic Co‐operation and Development. (2017). </a:t>
            </a:r>
            <a:r>
              <a:rPr lang="en-US" sz="1400" i="1">
                <a:solidFill>
                  <a:schemeClr val="accent1">
                    <a:lumMod val="50000"/>
                  </a:schemeClr>
                </a:solidFill>
                <a:latin typeface="ITC Franklin Gothic Std Book"/>
                <a:ea typeface="+mn-lt"/>
                <a:cs typeface="+mn-lt"/>
              </a:rPr>
              <a:t>Key Issues for Digital Transformation in the G20.</a:t>
            </a:r>
            <a:r>
              <a:rPr lang="en-US" sz="1400">
                <a:solidFill>
                  <a:schemeClr val="accent1">
                    <a:lumMod val="50000"/>
                  </a:schemeClr>
                </a:solidFill>
                <a:latin typeface="ITC Franklin Gothic Std Book"/>
                <a:ea typeface="+mn-lt"/>
                <a:cs typeface="+mn-lt"/>
              </a:rPr>
              <a:t> </a:t>
            </a:r>
            <a:r>
              <a:rPr lang="en-US" sz="1400">
                <a:solidFill>
                  <a:schemeClr val="accent1">
                    <a:lumMod val="50000"/>
                  </a:schemeClr>
                </a:solidFill>
                <a:latin typeface="ITC Franklin Gothic Std Book"/>
                <a:ea typeface="+mn-lt"/>
                <a:cs typeface="+mn-lt"/>
                <a:hlinkClick r:id="rId8">
                  <a:extLst>
                    <a:ext uri="{A12FA001-AC4F-418D-AE19-62706E023703}">
                      <ahyp:hlinkClr xmlns:ahyp="http://schemas.microsoft.com/office/drawing/2018/hyperlinkcolor" val="tx"/>
                    </a:ext>
                  </a:extLst>
                </a:hlinkClick>
              </a:rPr>
              <a:t>https://www.oecd.org/g20/key-issues-for-digital-transformation-in-the-g20.pdf</a:t>
            </a:r>
            <a:r>
              <a:rPr lang="en-US" sz="1400">
                <a:solidFill>
                  <a:schemeClr val="accent1">
                    <a:lumMod val="50000"/>
                  </a:schemeClr>
                </a:solidFill>
                <a:latin typeface="ITC Franklin Gothic Std Book"/>
                <a:ea typeface="+mn-lt"/>
                <a:cs typeface="+mn-lt"/>
              </a:rPr>
              <a:t> (accessed on 16 July 2018).</a:t>
            </a:r>
            <a:endParaRPr lang="en-US" sz="1400">
              <a:solidFill>
                <a:schemeClr val="accent1">
                  <a:lumMod val="50000"/>
                </a:schemeClr>
              </a:solidFill>
              <a:latin typeface="ITC Franklin Gothic Std Book"/>
              <a:cs typeface="Calibri"/>
            </a:endParaRPr>
          </a:p>
          <a:p>
            <a:pPr marL="0" indent="0">
              <a:lnSpc>
                <a:spcPct val="120000"/>
              </a:lnSpc>
              <a:buNone/>
            </a:pPr>
            <a:r>
              <a:rPr lang="en-US" sz="1400" err="1">
                <a:solidFill>
                  <a:schemeClr val="accent1">
                    <a:lumMod val="50000"/>
                  </a:schemeClr>
                </a:solidFill>
                <a:latin typeface="ITC Franklin Gothic Std Book"/>
                <a:ea typeface="+mn-lt"/>
                <a:cs typeface="+mn-lt"/>
              </a:rPr>
              <a:t>Organisation</a:t>
            </a:r>
            <a:r>
              <a:rPr lang="en-US" sz="1400">
                <a:solidFill>
                  <a:schemeClr val="accent1">
                    <a:lumMod val="50000"/>
                  </a:schemeClr>
                </a:solidFill>
                <a:latin typeface="ITC Franklin Gothic Std Book"/>
                <a:ea typeface="+mn-lt"/>
                <a:cs typeface="+mn-lt"/>
              </a:rPr>
              <a:t> for Economic Co‐operation and Development. (2017). </a:t>
            </a:r>
            <a:r>
              <a:rPr lang="en-US" sz="1400" i="1">
                <a:solidFill>
                  <a:schemeClr val="accent1">
                    <a:lumMod val="50000"/>
                  </a:schemeClr>
                </a:solidFill>
                <a:latin typeface="ITC Franklin Gothic Std Book"/>
                <a:ea typeface="+mn-lt"/>
                <a:cs typeface="+mn-lt"/>
              </a:rPr>
              <a:t>The Next Production Revolution: A report for the G20.</a:t>
            </a:r>
            <a:r>
              <a:rPr lang="en-US" sz="1400">
                <a:solidFill>
                  <a:schemeClr val="accent1">
                    <a:lumMod val="50000"/>
                  </a:schemeClr>
                </a:solidFill>
                <a:latin typeface="ITC Franklin Gothic Std Book"/>
                <a:ea typeface="+mn-lt"/>
                <a:cs typeface="+mn-lt"/>
              </a:rPr>
              <a:t> </a:t>
            </a:r>
            <a:r>
              <a:rPr lang="en-US" sz="1400">
                <a:solidFill>
                  <a:schemeClr val="accent1">
                    <a:lumMod val="50000"/>
                  </a:schemeClr>
                </a:solidFill>
                <a:latin typeface="ITC Franklin Gothic Std Book"/>
                <a:ea typeface="+mn-lt"/>
                <a:cs typeface="+mn-lt"/>
                <a:hlinkClick r:id="rId8">
                  <a:extLst>
                    <a:ext uri="{A12FA001-AC4F-418D-AE19-62706E023703}">
                      <ahyp:hlinkClr xmlns:ahyp="http://schemas.microsoft.com/office/drawing/2018/hyperlinkcolor" val="tx"/>
                    </a:ext>
                  </a:extLst>
                </a:hlinkClick>
              </a:rPr>
              <a:t>https://www.oecd.org/g20/key-issues-for-digital-transformation-in-the-g20.pdf</a:t>
            </a:r>
            <a:r>
              <a:rPr lang="en-US" sz="1400">
                <a:solidFill>
                  <a:schemeClr val="accent1">
                    <a:lumMod val="50000"/>
                  </a:schemeClr>
                </a:solidFill>
                <a:latin typeface="ITC Franklin Gothic Std Book"/>
                <a:ea typeface="+mn-lt"/>
                <a:cs typeface="+mn-lt"/>
              </a:rPr>
              <a:t>. </a:t>
            </a:r>
            <a:endParaRPr lang="en-US" sz="1400">
              <a:solidFill>
                <a:schemeClr val="accent1">
                  <a:lumMod val="50000"/>
                </a:schemeClr>
              </a:solidFill>
              <a:latin typeface="ITC Franklin Gothic Std Book"/>
              <a:cs typeface="Calibri"/>
            </a:endParaRPr>
          </a:p>
          <a:p>
            <a:pPr marL="0" indent="0">
              <a:lnSpc>
                <a:spcPct val="120000"/>
              </a:lnSpc>
              <a:buNone/>
            </a:pPr>
            <a:r>
              <a:rPr lang="en-US" sz="1400" err="1">
                <a:solidFill>
                  <a:schemeClr val="accent1">
                    <a:lumMod val="50000"/>
                  </a:schemeClr>
                </a:solidFill>
                <a:latin typeface="ITC Franklin Gothic Std Book"/>
                <a:ea typeface="+mn-lt"/>
                <a:cs typeface="+mn-lt"/>
              </a:rPr>
              <a:t>Organisation</a:t>
            </a:r>
            <a:r>
              <a:rPr lang="en-US" sz="1400">
                <a:solidFill>
                  <a:schemeClr val="accent1">
                    <a:lumMod val="50000"/>
                  </a:schemeClr>
                </a:solidFill>
                <a:latin typeface="ITC Franklin Gothic Std Book"/>
                <a:ea typeface="+mn-lt"/>
                <a:cs typeface="+mn-lt"/>
              </a:rPr>
              <a:t> for Economic Co-operation and Development. (2018). </a:t>
            </a:r>
            <a:r>
              <a:rPr lang="en-US" sz="1400" i="1">
                <a:solidFill>
                  <a:schemeClr val="accent1">
                    <a:lumMod val="50000"/>
                  </a:schemeClr>
                </a:solidFill>
                <a:latin typeface="ITC Franklin Gothic Std Book"/>
                <a:ea typeface="+mn-lt"/>
                <a:cs typeface="+mn-lt"/>
              </a:rPr>
              <a:t> Bridging the Digital Gender Divide: Include, Upskill, Innovate. </a:t>
            </a:r>
            <a:r>
              <a:rPr lang="en-US" sz="1400">
                <a:solidFill>
                  <a:schemeClr val="accent1">
                    <a:lumMod val="50000"/>
                  </a:schemeClr>
                </a:solidFill>
                <a:latin typeface="ITC Franklin Gothic Std Book"/>
                <a:ea typeface="+mn-lt"/>
                <a:cs typeface="+mn-lt"/>
                <a:hlinkClick r:id="rId9">
                  <a:extLst>
                    <a:ext uri="{A12FA001-AC4F-418D-AE19-62706E023703}">
                      <ahyp:hlinkClr xmlns:ahyp="http://schemas.microsoft.com/office/drawing/2018/hyperlinkcolor" val="tx"/>
                    </a:ext>
                  </a:extLst>
                </a:hlinkClick>
              </a:rPr>
              <a:t>https://www.oecd.org/digital/bridging-the-digital-gender-divide.pdf</a:t>
            </a:r>
            <a:r>
              <a:rPr lang="en-US" sz="1400">
                <a:solidFill>
                  <a:schemeClr val="accent1">
                    <a:lumMod val="50000"/>
                  </a:schemeClr>
                </a:solidFill>
                <a:latin typeface="ITC Franklin Gothic Std Book"/>
                <a:ea typeface="+mn-lt"/>
                <a:cs typeface="+mn-lt"/>
              </a:rPr>
              <a:t> </a:t>
            </a:r>
            <a:endParaRPr lang="en-US" sz="1400" i="1">
              <a:solidFill>
                <a:schemeClr val="accent1">
                  <a:lumMod val="50000"/>
                </a:schemeClr>
              </a:solidFill>
              <a:latin typeface="ITC Franklin Gothic Std Book"/>
              <a:cs typeface="Calibri"/>
            </a:endParaRPr>
          </a:p>
          <a:p>
            <a:pPr marL="0" indent="0">
              <a:lnSpc>
                <a:spcPct val="120000"/>
              </a:lnSpc>
              <a:buNone/>
            </a:pPr>
            <a:r>
              <a:rPr lang="en-US" sz="1400" err="1">
                <a:solidFill>
                  <a:schemeClr val="accent1">
                    <a:lumMod val="50000"/>
                  </a:schemeClr>
                </a:solidFill>
                <a:latin typeface="ITC Franklin Gothic Std Book"/>
                <a:cs typeface="Calibri"/>
              </a:rPr>
              <a:t>Organisation</a:t>
            </a:r>
            <a:r>
              <a:rPr lang="en-US" sz="1400">
                <a:solidFill>
                  <a:schemeClr val="accent1">
                    <a:lumMod val="50000"/>
                  </a:schemeClr>
                </a:solidFill>
                <a:latin typeface="ITC Franklin Gothic Std Book"/>
                <a:cs typeface="Calibri"/>
              </a:rPr>
              <a:t> for Economic Co-operation and Development. (2019). </a:t>
            </a:r>
            <a:r>
              <a:rPr lang="en-US" sz="1400" i="1">
                <a:solidFill>
                  <a:schemeClr val="accent1">
                    <a:lumMod val="50000"/>
                  </a:schemeClr>
                </a:solidFill>
                <a:latin typeface="ITC Franklin Gothic Std Book"/>
                <a:ea typeface="+mn-lt"/>
                <a:cs typeface="+mn-lt"/>
              </a:rPr>
              <a:t>Challenges to Consumer Policy in the Digital Age</a:t>
            </a:r>
            <a:r>
              <a:rPr lang="en-US" sz="1400" i="1">
                <a:solidFill>
                  <a:schemeClr val="accent1">
                    <a:lumMod val="50000"/>
                  </a:schemeClr>
                </a:solidFill>
                <a:latin typeface="ITC Franklin Gothic Std Book"/>
                <a:cs typeface="Calibri"/>
              </a:rPr>
              <a:t>. </a:t>
            </a:r>
            <a:r>
              <a:rPr lang="en-US" sz="1400">
                <a:solidFill>
                  <a:schemeClr val="accent1">
                    <a:lumMod val="50000"/>
                  </a:schemeClr>
                </a:solidFill>
                <a:latin typeface="ITC Franklin Gothic Std Book"/>
                <a:ea typeface="+mn-lt"/>
                <a:cs typeface="+mn-lt"/>
                <a:hlinkClick r:id="rId10">
                  <a:extLst>
                    <a:ext uri="{A12FA001-AC4F-418D-AE19-62706E023703}">
                      <ahyp:hlinkClr xmlns:ahyp="http://schemas.microsoft.com/office/drawing/2018/hyperlinkcolor" val="tx"/>
                    </a:ext>
                  </a:extLst>
                </a:hlinkClick>
              </a:rPr>
              <a:t>https://www.oecd.org/sti/consumer/challenges-to-consumer-policy-in-the-digital-age.pdf</a:t>
            </a:r>
            <a:endParaRPr lang="en-US" sz="1400">
              <a:solidFill>
                <a:schemeClr val="accent1">
                  <a:lumMod val="50000"/>
                </a:schemeClr>
              </a:solidFill>
              <a:latin typeface="ITC Franklin Gothic Std Book"/>
              <a:cs typeface="Calibri"/>
            </a:endParaRPr>
          </a:p>
          <a:p>
            <a:pPr marL="0" indent="0">
              <a:lnSpc>
                <a:spcPct val="120000"/>
              </a:lnSpc>
              <a:buNone/>
            </a:pPr>
            <a:r>
              <a:rPr lang="en-US" sz="1400" err="1">
                <a:solidFill>
                  <a:schemeClr val="accent1">
                    <a:lumMod val="50000"/>
                  </a:schemeClr>
                </a:solidFill>
                <a:latin typeface="ITC Franklin Gothic Std Book"/>
                <a:ea typeface="+mn-lt"/>
                <a:cs typeface="+mn-lt"/>
              </a:rPr>
              <a:t>Organisation</a:t>
            </a:r>
            <a:r>
              <a:rPr lang="en-US" sz="1400">
                <a:solidFill>
                  <a:schemeClr val="accent1">
                    <a:lumMod val="50000"/>
                  </a:schemeClr>
                </a:solidFill>
                <a:latin typeface="ITC Franklin Gothic Std Book"/>
                <a:ea typeface="+mn-lt"/>
                <a:cs typeface="+mn-lt"/>
              </a:rPr>
              <a:t> for Economic Co‐operation and Development. (2022). </a:t>
            </a:r>
            <a:r>
              <a:rPr lang="en-US" sz="1400" i="1">
                <a:solidFill>
                  <a:schemeClr val="accent1">
                    <a:lumMod val="50000"/>
                  </a:schemeClr>
                </a:solidFill>
                <a:latin typeface="ITC Franklin Gothic Std Book"/>
                <a:ea typeface="+mn-lt"/>
                <a:cs typeface="+mn-lt"/>
              </a:rPr>
              <a:t>Recommendation of the Council on Artificial Intelligence.</a:t>
            </a:r>
            <a:r>
              <a:rPr lang="en-US" sz="1400">
                <a:solidFill>
                  <a:schemeClr val="accent1">
                    <a:lumMod val="50000"/>
                  </a:schemeClr>
                </a:solidFill>
                <a:latin typeface="ITC Franklin Gothic Std Book"/>
                <a:ea typeface="+mn-lt"/>
                <a:cs typeface="+mn-lt"/>
              </a:rPr>
              <a:t> OECD/LEGAL/0449.</a:t>
            </a:r>
            <a:endParaRPr lang="en-US" sz="1400">
              <a:solidFill>
                <a:schemeClr val="accent1">
                  <a:lumMod val="50000"/>
                </a:schemeClr>
              </a:solidFill>
              <a:latin typeface="ITC Franklin Gothic Std Book"/>
              <a:cs typeface="Calibri"/>
            </a:endParaRPr>
          </a:p>
          <a:p>
            <a:pPr marL="0" indent="0">
              <a:lnSpc>
                <a:spcPct val="120000"/>
              </a:lnSpc>
              <a:buNone/>
            </a:pPr>
            <a:endParaRPr lang="en-US" sz="1400">
              <a:solidFill>
                <a:schemeClr val="accent1">
                  <a:lumMod val="50000"/>
                </a:schemeClr>
              </a:solidFill>
              <a:latin typeface="ITC Franklin Gothic Std Book" panose="020B0504030503020204" pitchFamily="34" charset="0"/>
              <a:cs typeface="Calibri"/>
            </a:endParaRPr>
          </a:p>
          <a:p>
            <a:pPr marL="0" indent="0">
              <a:lnSpc>
                <a:spcPct val="120000"/>
              </a:lnSpc>
              <a:buNone/>
            </a:pPr>
            <a:endParaRPr lang="en-US" sz="1400">
              <a:solidFill>
                <a:schemeClr val="accent1">
                  <a:lumMod val="50000"/>
                </a:schemeClr>
              </a:solidFill>
              <a:latin typeface="ITC Franklin Gothic Std Book" panose="020B0504030503020204" pitchFamily="34" charset="0"/>
              <a:cs typeface="Calibri"/>
            </a:endParaRPr>
          </a:p>
          <a:p>
            <a:pPr lvl="1">
              <a:lnSpc>
                <a:spcPct val="120000"/>
              </a:lnSpc>
            </a:pPr>
            <a:endParaRPr lang="en-US" sz="1400">
              <a:solidFill>
                <a:schemeClr val="accent1">
                  <a:lumMod val="50000"/>
                </a:schemeClr>
              </a:solidFill>
              <a:latin typeface="ITC Franklin Gothic Std Book" panose="020B0504030503020204" pitchFamily="34" charset="0"/>
            </a:endParaRPr>
          </a:p>
          <a:p>
            <a:pPr marL="457200" lvl="1" indent="0">
              <a:lnSpc>
                <a:spcPct val="120000"/>
              </a:lnSpc>
              <a:buNone/>
            </a:pPr>
            <a:endParaRPr lang="en-US" sz="1400">
              <a:solidFill>
                <a:schemeClr val="accent1">
                  <a:lumMod val="50000"/>
                </a:schemeClr>
              </a:solidFill>
              <a:latin typeface="ITC Franklin Gothic Std Book" panose="020B0504030503020204" pitchFamily="34" charset="0"/>
            </a:endParaRPr>
          </a:p>
        </p:txBody>
      </p:sp>
    </p:spTree>
    <p:extLst>
      <p:ext uri="{BB962C8B-B14F-4D97-AF65-F5344CB8AC3E}">
        <p14:creationId xmlns:p14="http://schemas.microsoft.com/office/powerpoint/2010/main" val="2187185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513" y="234115"/>
            <a:ext cx="11764487" cy="644660"/>
          </a:xfrm>
          <a:prstGeom prst="rect">
            <a:avLst/>
          </a:prstGeom>
        </p:spPr>
        <p:txBody>
          <a:bodyPr lIns="91440" tIns="45720" rIns="91440" bIns="45720" anchor="t"/>
          <a:lstStyle/>
          <a:p>
            <a:pPr algn="ctr"/>
            <a:r>
              <a:rPr lang="en-US" b="1">
                <a:solidFill>
                  <a:srgbClr val="002060"/>
                </a:solidFill>
                <a:latin typeface="ITC Franklin Gothic Std Book"/>
              </a:rPr>
              <a:t>Digitalization References</a:t>
            </a:r>
            <a:endParaRPr lang="en-US"/>
          </a:p>
        </p:txBody>
      </p:sp>
      <p:sp>
        <p:nvSpPr>
          <p:cNvPr id="3" name="Content Placeholder 2"/>
          <p:cNvSpPr>
            <a:spLocks noGrp="1"/>
          </p:cNvSpPr>
          <p:nvPr>
            <p:ph idx="4294967295"/>
          </p:nvPr>
        </p:nvSpPr>
        <p:spPr>
          <a:xfrm>
            <a:off x="905076" y="1298925"/>
            <a:ext cx="10926905" cy="5288644"/>
          </a:xfrm>
          <a:prstGeom prst="rect">
            <a:avLst/>
          </a:prstGeom>
        </p:spPr>
        <p:txBody>
          <a:bodyPr lIns="91440" tIns="45720" rIns="91440" bIns="45720" anchor="t">
            <a:normAutofit/>
          </a:bodyPr>
          <a:lstStyle/>
          <a:p>
            <a:pPr>
              <a:buNone/>
            </a:pPr>
            <a:r>
              <a:rPr lang="en-US" sz="1300">
                <a:solidFill>
                  <a:schemeClr val="accent1">
                    <a:lumMod val="50000"/>
                  </a:schemeClr>
                </a:solidFill>
                <a:latin typeface="ITC Franklin Gothic Std Book"/>
                <a:ea typeface="+mn-lt"/>
                <a:cs typeface="+mn-lt"/>
              </a:rPr>
              <a:t>Chao </a:t>
            </a:r>
            <a:r>
              <a:rPr lang="en-US" sz="1300" err="1">
                <a:solidFill>
                  <a:schemeClr val="accent1">
                    <a:lumMod val="50000"/>
                  </a:schemeClr>
                </a:solidFill>
                <a:latin typeface="ITC Franklin Gothic Std Book"/>
                <a:ea typeface="+mn-lt"/>
                <a:cs typeface="+mn-lt"/>
              </a:rPr>
              <a:t>Su</a:t>
            </a:r>
            <a:r>
              <a:rPr lang="en-US" sz="1300">
                <a:solidFill>
                  <a:schemeClr val="accent1">
                    <a:lumMod val="50000"/>
                  </a:schemeClr>
                </a:solidFill>
                <a:latin typeface="ITC Franklin Gothic Std Book"/>
                <a:ea typeface="+mn-lt"/>
                <a:cs typeface="+mn-lt"/>
              </a:rPr>
              <a:t>, C., Jun Liu, &amp; </a:t>
            </a:r>
            <a:r>
              <a:rPr lang="en-US" sz="1300" err="1">
                <a:solidFill>
                  <a:schemeClr val="accent1">
                    <a:lumMod val="50000"/>
                  </a:schemeClr>
                </a:solidFill>
                <a:latin typeface="ITC Franklin Gothic Std Book"/>
                <a:ea typeface="+mn-lt"/>
                <a:cs typeface="+mn-lt"/>
              </a:rPr>
              <a:t>Baohua</a:t>
            </a:r>
            <a:r>
              <a:rPr lang="en-US" sz="1300">
                <a:solidFill>
                  <a:schemeClr val="accent1">
                    <a:lumMod val="50000"/>
                  </a:schemeClr>
                </a:solidFill>
                <a:latin typeface="ITC Franklin Gothic Std Book"/>
                <a:ea typeface="+mn-lt"/>
                <a:cs typeface="+mn-lt"/>
              </a:rPr>
              <a:t> Zhou. (2020). Two Levels of Digitalization and Internet Use Across Europe, China, and the U.S. International Journal of Communication (19328036), 14, 5838 - 5859. </a:t>
            </a:r>
            <a:endParaRPr lang="en-US" sz="1300">
              <a:solidFill>
                <a:schemeClr val="accent1">
                  <a:lumMod val="50000"/>
                </a:schemeClr>
              </a:solidFill>
              <a:latin typeface="ITC Franklin Gothic Std Book"/>
              <a:cs typeface="Calibri" panose="020F0502020204030204"/>
            </a:endParaRPr>
          </a:p>
          <a:p>
            <a:pPr>
              <a:buNone/>
            </a:pPr>
            <a:r>
              <a:rPr lang="en-US" sz="1300">
                <a:solidFill>
                  <a:schemeClr val="accent1">
                    <a:lumMod val="50000"/>
                  </a:schemeClr>
                </a:solidFill>
                <a:latin typeface="ITC Franklin Gothic Std Book"/>
                <a:ea typeface="+mn-lt"/>
                <a:cs typeface="+mn-lt"/>
              </a:rPr>
              <a:t>International Joint Conference on Industrial Engineering and Operations Management. (2020). Digitalization: A Literature Review and Research Agenda. </a:t>
            </a:r>
            <a:r>
              <a:rPr lang="en-US" sz="1300">
                <a:solidFill>
                  <a:schemeClr val="accent1">
                    <a:lumMod val="50000"/>
                  </a:schemeClr>
                </a:solidFill>
                <a:latin typeface="ITC Franklin Gothic Std Book"/>
                <a:ea typeface="+mn-lt"/>
                <a:cs typeface="+mn-lt"/>
                <a:hlinkClick r:id="rId3">
                  <a:extLst>
                    <a:ext uri="{A12FA001-AC4F-418D-AE19-62706E023703}">
                      <ahyp:hlinkClr xmlns:ahyp="http://schemas.microsoft.com/office/drawing/2018/hyperlinkcolor" val="tx"/>
                    </a:ext>
                  </a:extLst>
                </a:hlinkClick>
              </a:rPr>
              <a:t>https://www.researchgate.net/publication/340067801_Digitalization_A_Literature_Review_and_Research_Agenda</a:t>
            </a:r>
            <a:r>
              <a:rPr lang="en-US" sz="1300">
                <a:solidFill>
                  <a:schemeClr val="accent1">
                    <a:lumMod val="50000"/>
                  </a:schemeClr>
                </a:solidFill>
                <a:latin typeface="ITC Franklin Gothic Std Book"/>
                <a:ea typeface="+mn-lt"/>
                <a:cs typeface="+mn-lt"/>
              </a:rPr>
              <a:t> </a:t>
            </a:r>
            <a:endParaRPr lang="en-US" sz="1300">
              <a:solidFill>
                <a:schemeClr val="accent1">
                  <a:lumMod val="50000"/>
                </a:schemeClr>
              </a:solidFill>
              <a:latin typeface="ITC Franklin Gothic Std Book"/>
            </a:endParaRPr>
          </a:p>
          <a:p>
            <a:pPr>
              <a:buNone/>
            </a:pPr>
            <a:r>
              <a:rPr lang="en-US" sz="1300">
                <a:solidFill>
                  <a:schemeClr val="accent1">
                    <a:lumMod val="50000"/>
                  </a:schemeClr>
                </a:solidFill>
                <a:latin typeface="ITC Franklin Gothic Std Book"/>
                <a:ea typeface="+mn-lt"/>
                <a:cs typeface="+mn-lt"/>
              </a:rPr>
              <a:t>Journal of Manufacturing Technology Management. (2009). The Need for New Product Development Capabilities from Digitalization, Sustainability, and </a:t>
            </a:r>
            <a:r>
              <a:rPr lang="en-US" sz="1300" err="1">
                <a:solidFill>
                  <a:schemeClr val="accent1">
                    <a:lumMod val="50000"/>
                  </a:schemeClr>
                </a:solidFill>
                <a:latin typeface="ITC Franklin Gothic Std Book"/>
                <a:ea typeface="+mn-lt"/>
                <a:cs typeface="+mn-lt"/>
              </a:rPr>
              <a:t>Servitization</a:t>
            </a:r>
            <a:r>
              <a:rPr lang="en-US" sz="1300">
                <a:solidFill>
                  <a:schemeClr val="accent1">
                    <a:lumMod val="50000"/>
                  </a:schemeClr>
                </a:solidFill>
                <a:latin typeface="ITC Franklin Gothic Std Book"/>
                <a:ea typeface="+mn-lt"/>
                <a:cs typeface="+mn-lt"/>
              </a:rPr>
              <a:t> Trends. </a:t>
            </a:r>
            <a:r>
              <a:rPr lang="en-US" sz="1300">
                <a:solidFill>
                  <a:schemeClr val="accent1">
                    <a:lumMod val="50000"/>
                  </a:schemeClr>
                </a:solidFill>
                <a:latin typeface="ITC Franklin Gothic Std Book"/>
                <a:ea typeface="+mn-lt"/>
                <a:cs typeface="+mn-lt"/>
                <a:hlinkClick r:id="rId4">
                  <a:extLst>
                    <a:ext uri="{A12FA001-AC4F-418D-AE19-62706E023703}">
                      <ahyp:hlinkClr xmlns:ahyp="http://schemas.microsoft.com/office/drawing/2018/hyperlinkcolor" val="tx"/>
                    </a:ext>
                  </a:extLst>
                </a:hlinkClick>
              </a:rPr>
              <a:t>https://www.proquest.com/docview/2469479098/fulltextPDF/1CD9DC0EA60744EAPQ/1?accountid=14678</a:t>
            </a:r>
            <a:r>
              <a:rPr lang="en-US" sz="1300">
                <a:solidFill>
                  <a:schemeClr val="accent1">
                    <a:lumMod val="50000"/>
                  </a:schemeClr>
                </a:solidFill>
                <a:latin typeface="ITC Franklin Gothic Std Book"/>
                <a:ea typeface="+mn-lt"/>
                <a:cs typeface="+mn-lt"/>
              </a:rPr>
              <a:t> </a:t>
            </a:r>
            <a:endParaRPr lang="en-US" sz="1300">
              <a:solidFill>
                <a:schemeClr val="accent1">
                  <a:lumMod val="50000"/>
                </a:schemeClr>
              </a:solidFill>
              <a:latin typeface="ITC Franklin Gothic Std Book"/>
            </a:endParaRPr>
          </a:p>
          <a:p>
            <a:pPr>
              <a:buNone/>
            </a:pPr>
            <a:r>
              <a:rPr lang="en-US" sz="1300">
                <a:solidFill>
                  <a:schemeClr val="accent1">
                    <a:lumMod val="50000"/>
                  </a:schemeClr>
                </a:solidFill>
                <a:latin typeface="ITC Franklin Gothic Std Book"/>
                <a:ea typeface="+mn-lt"/>
                <a:cs typeface="+mn-lt"/>
              </a:rPr>
              <a:t>National Academies of Sciences, Engineering, and Medicine. (2021). Advancing Commercialization of Digital Products from Federal Laboratories. Washington, DC: The National Academies Press. </a:t>
            </a:r>
            <a:r>
              <a:rPr lang="en-US" sz="1300">
                <a:solidFill>
                  <a:schemeClr val="accent1">
                    <a:lumMod val="50000"/>
                  </a:schemeClr>
                </a:solidFill>
                <a:latin typeface="ITC Franklin Gothic Std Book"/>
                <a:ea typeface="+mn-lt"/>
                <a:cs typeface="+mn-lt"/>
                <a:hlinkClick r:id="rId5">
                  <a:extLst>
                    <a:ext uri="{A12FA001-AC4F-418D-AE19-62706E023703}">
                      <ahyp:hlinkClr xmlns:ahyp="http://schemas.microsoft.com/office/drawing/2018/hyperlinkcolor" val="tx"/>
                    </a:ext>
                  </a:extLst>
                </a:hlinkClick>
              </a:rPr>
              <a:t>https://doi.org/10.17226/26006</a:t>
            </a:r>
            <a:r>
              <a:rPr lang="en-US" sz="1300">
                <a:solidFill>
                  <a:schemeClr val="accent1">
                    <a:lumMod val="50000"/>
                  </a:schemeClr>
                </a:solidFill>
                <a:latin typeface="ITC Franklin Gothic Std Book"/>
                <a:ea typeface="+mn-lt"/>
                <a:cs typeface="+mn-lt"/>
              </a:rPr>
              <a:t>. </a:t>
            </a:r>
            <a:endParaRPr lang="en-US" sz="1300">
              <a:solidFill>
                <a:schemeClr val="accent1">
                  <a:lumMod val="50000"/>
                </a:schemeClr>
              </a:solidFill>
              <a:latin typeface="ITC Franklin Gothic Std Book"/>
            </a:endParaRPr>
          </a:p>
          <a:p>
            <a:pPr>
              <a:buNone/>
            </a:pPr>
            <a:r>
              <a:rPr lang="en-US" sz="1300" err="1">
                <a:solidFill>
                  <a:schemeClr val="accent1">
                    <a:lumMod val="50000"/>
                  </a:schemeClr>
                </a:solidFill>
                <a:latin typeface="ITC Franklin Gothic Std Book"/>
                <a:ea typeface="+mn-lt"/>
                <a:cs typeface="+mn-lt"/>
              </a:rPr>
              <a:t>Organisation</a:t>
            </a:r>
            <a:r>
              <a:rPr lang="en-US" sz="1300">
                <a:solidFill>
                  <a:schemeClr val="accent1">
                    <a:lumMod val="50000"/>
                  </a:schemeClr>
                </a:solidFill>
                <a:latin typeface="ITC Franklin Gothic Std Book"/>
                <a:ea typeface="+mn-lt"/>
                <a:cs typeface="+mn-lt"/>
              </a:rPr>
              <a:t> for Economic Co-operation and Development. (2019).Going Digital: Shaping Policies, Improving Lives. </a:t>
            </a:r>
            <a:r>
              <a:rPr lang="en-US" sz="1300">
                <a:solidFill>
                  <a:schemeClr val="accent1">
                    <a:lumMod val="50000"/>
                  </a:schemeClr>
                </a:solidFill>
                <a:latin typeface="ITC Franklin Gothic Std Book"/>
                <a:ea typeface="+mn-lt"/>
                <a:cs typeface="+mn-lt"/>
                <a:hlinkClick r:id="rId6">
                  <a:extLst>
                    <a:ext uri="{A12FA001-AC4F-418D-AE19-62706E023703}">
                      <ahyp:hlinkClr xmlns:ahyp="http://schemas.microsoft.com/office/drawing/2018/hyperlinkcolor" val="tx"/>
                    </a:ext>
                  </a:extLst>
                </a:hlinkClick>
              </a:rPr>
              <a:t>https://www.oecd.org/publications/going-digital-shaping-policies-improving-lives-9789264312012-en.htm</a:t>
            </a:r>
            <a:r>
              <a:rPr lang="en-US" sz="1300">
                <a:solidFill>
                  <a:schemeClr val="accent1">
                    <a:lumMod val="50000"/>
                  </a:schemeClr>
                </a:solidFill>
                <a:latin typeface="ITC Franklin Gothic Std Book"/>
                <a:ea typeface="+mn-lt"/>
                <a:cs typeface="+mn-lt"/>
              </a:rPr>
              <a:t> </a:t>
            </a:r>
            <a:endParaRPr lang="en-US" sz="1300">
              <a:solidFill>
                <a:schemeClr val="accent1">
                  <a:lumMod val="50000"/>
                </a:schemeClr>
              </a:solidFill>
              <a:latin typeface="ITC Franklin Gothic Std Book"/>
            </a:endParaRPr>
          </a:p>
          <a:p>
            <a:pPr>
              <a:buNone/>
            </a:pPr>
            <a:r>
              <a:rPr lang="en-US" sz="1300">
                <a:solidFill>
                  <a:schemeClr val="accent1">
                    <a:lumMod val="50000"/>
                  </a:schemeClr>
                </a:solidFill>
                <a:latin typeface="ITC Franklin Gothic Std Book"/>
                <a:ea typeface="+mn-lt"/>
                <a:cs typeface="+mn-lt"/>
              </a:rPr>
              <a:t>Strassner, E. H., &amp; Nicholson, J. R.. (2020). Measuring the digital economy in the United States. Statistical Journal of the IAOS, 36(3), 647 - 655. </a:t>
            </a:r>
          </a:p>
          <a:p>
            <a:pPr>
              <a:buNone/>
            </a:pPr>
            <a:r>
              <a:rPr lang="en-US" sz="1300">
                <a:solidFill>
                  <a:schemeClr val="accent1">
                    <a:lumMod val="50000"/>
                  </a:schemeClr>
                </a:solidFill>
                <a:latin typeface="ITC Franklin Gothic Std Book"/>
                <a:ea typeface="+mn-lt"/>
                <a:cs typeface="+mn-lt"/>
              </a:rPr>
              <a:t>United Nations Conference on Trade and Development. (2019). Digital Economy Report 2019.  </a:t>
            </a:r>
            <a:r>
              <a:rPr lang="en-US" sz="1300">
                <a:solidFill>
                  <a:schemeClr val="accent1">
                    <a:lumMod val="50000"/>
                  </a:schemeClr>
                </a:solidFill>
                <a:latin typeface="ITC Franklin Gothic Std Book"/>
                <a:ea typeface="+mn-lt"/>
                <a:cs typeface="+mn-lt"/>
                <a:hlinkClick r:id="rId7">
                  <a:extLst>
                    <a:ext uri="{A12FA001-AC4F-418D-AE19-62706E023703}">
                      <ahyp:hlinkClr xmlns:ahyp="http://schemas.microsoft.com/office/drawing/2018/hyperlinkcolor" val="tx"/>
                    </a:ext>
                  </a:extLst>
                </a:hlinkClick>
              </a:rPr>
              <a:t>https://unctad.org/webflyer/digital-economy-report-2019</a:t>
            </a:r>
            <a:r>
              <a:rPr lang="en-US" sz="1300">
                <a:solidFill>
                  <a:schemeClr val="accent1">
                    <a:lumMod val="50000"/>
                  </a:schemeClr>
                </a:solidFill>
                <a:latin typeface="ITC Franklin Gothic Std Book"/>
                <a:ea typeface="+mn-lt"/>
                <a:cs typeface="+mn-lt"/>
              </a:rPr>
              <a:t> </a:t>
            </a:r>
            <a:endParaRPr lang="en-US" sz="1300">
              <a:solidFill>
                <a:schemeClr val="accent1">
                  <a:lumMod val="50000"/>
                </a:schemeClr>
              </a:solidFill>
              <a:latin typeface="ITC Franklin Gothic Std Book"/>
            </a:endParaRPr>
          </a:p>
          <a:p>
            <a:pPr>
              <a:buNone/>
            </a:pPr>
            <a:r>
              <a:rPr lang="en-US" sz="1300">
                <a:solidFill>
                  <a:schemeClr val="accent1">
                    <a:lumMod val="50000"/>
                  </a:schemeClr>
                </a:solidFill>
                <a:latin typeface="ITC Franklin Gothic Std Book"/>
                <a:ea typeface="+mn-lt"/>
                <a:cs typeface="+mn-lt"/>
              </a:rPr>
              <a:t>World Patent Information. (2022). A review on digitalization trends in patent information databases and interrogation tools. </a:t>
            </a:r>
            <a:r>
              <a:rPr lang="en-US" sz="1300">
                <a:solidFill>
                  <a:schemeClr val="accent1">
                    <a:lumMod val="50000"/>
                  </a:schemeClr>
                </a:solidFill>
                <a:latin typeface="ITC Franklin Gothic Std Book"/>
                <a:ea typeface="+mn-lt"/>
                <a:cs typeface="+mn-lt"/>
                <a:hlinkClick r:id="rId8">
                  <a:extLst>
                    <a:ext uri="{A12FA001-AC4F-418D-AE19-62706E023703}">
                      <ahyp:hlinkClr xmlns:ahyp="http://schemas.microsoft.com/office/drawing/2018/hyperlinkcolor" val="tx"/>
                    </a:ext>
                  </a:extLst>
                </a:hlinkClick>
              </a:rPr>
              <a:t>https://www.sciencedirect.com/science/article/abs/pii/S017221902200014X</a:t>
            </a:r>
            <a:r>
              <a:rPr lang="en-US" sz="1300">
                <a:solidFill>
                  <a:schemeClr val="accent1">
                    <a:lumMod val="50000"/>
                  </a:schemeClr>
                </a:solidFill>
                <a:latin typeface="ITC Franklin Gothic Std Book"/>
                <a:ea typeface="+mn-lt"/>
                <a:cs typeface="+mn-lt"/>
              </a:rPr>
              <a:t> </a:t>
            </a:r>
            <a:endParaRPr lang="en-US" sz="1300">
              <a:solidFill>
                <a:schemeClr val="accent1">
                  <a:lumMod val="50000"/>
                </a:schemeClr>
              </a:solidFill>
              <a:latin typeface="ITC Franklin Gothic Std Book"/>
            </a:endParaRPr>
          </a:p>
          <a:p>
            <a:pPr>
              <a:buNone/>
            </a:pPr>
            <a:endParaRPr lang="en-US" sz="1300">
              <a:solidFill>
                <a:schemeClr val="accent1">
                  <a:lumMod val="50000"/>
                </a:schemeClr>
              </a:solidFill>
              <a:latin typeface="ITC Franklin Gothic Std Book" panose="020B0504030503020204" pitchFamily="34" charset="0"/>
              <a:cs typeface="Calibri"/>
            </a:endParaRPr>
          </a:p>
        </p:txBody>
      </p:sp>
    </p:spTree>
    <p:extLst>
      <p:ext uri="{BB962C8B-B14F-4D97-AF65-F5344CB8AC3E}">
        <p14:creationId xmlns:p14="http://schemas.microsoft.com/office/powerpoint/2010/main" val="1614426870"/>
      </p:ext>
    </p:extLst>
  </p:cSld>
  <p:clrMapOvr>
    <a:masterClrMapping/>
  </p:clrMapOvr>
</p:sld>
</file>

<file path=ppt/theme/theme1.xml><?xml version="1.0" encoding="utf-8"?>
<a:theme xmlns:a="http://schemas.openxmlformats.org/drawingml/2006/main" name="2_Title Page 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llie Keller Keynote Datapalooza 2019 V.4" id="{B378DE51-6AD5-2B46-B3FB-C787098E7B24}" vid="{ABE16229-AED9-D140-8E6D-80BC540ABF81}"/>
    </a:ext>
  </a:extLst>
</a:theme>
</file>

<file path=ppt/theme/theme2.xml><?xml version="1.0" encoding="utf-8"?>
<a:theme xmlns:a="http://schemas.openxmlformats.org/drawingml/2006/main" name="Title Page 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llie Keller Keynote Datapalooza 2019 V.4" id="{B378DE51-6AD5-2B46-B3FB-C787098E7B24}" vid="{ABE16229-AED9-D140-8E6D-80BC540ABF81}"/>
    </a:ext>
  </a:extLst>
</a:theme>
</file>

<file path=ppt/theme/theme3.xml><?xml version="1.0" encoding="utf-8"?>
<a:theme xmlns:a="http://schemas.openxmlformats.org/drawingml/2006/main" name="Title Page 4">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llie Keller Keynote Datapalooza 2019 V.4" id="{B378DE51-6AD5-2B46-B3FB-C787098E7B24}" vid="{98495C8F-282C-A64F-8757-ED63A5FF11F4}"/>
    </a:ext>
  </a:extLst>
</a:theme>
</file>

<file path=ppt/theme/theme4.xml><?xml version="1.0" encoding="utf-8"?>
<a:theme xmlns:a="http://schemas.openxmlformats.org/drawingml/2006/main" name="3_Title Page 4">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llie Keller Keynote Datapalooza 2019 V.4" id="{B378DE51-6AD5-2B46-B3FB-C787098E7B24}" vid="{98495C8F-282C-A64F-8757-ED63A5FF11F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27F86635-2C76-4EE0-94FF-389FECE2B5D1}"/>
</file>

<file path=customXml/itemProps2.xml><?xml version="1.0" encoding="utf-8"?>
<ds:datastoreItem xmlns:ds="http://schemas.openxmlformats.org/officeDocument/2006/customXml" ds:itemID="{57BE32DD-48AE-40D2-9C46-46938AE0ECC3}">
  <ds:schemaRefs>
    <ds:schemaRef ds:uri="http://schemas.microsoft.com/sharepoint/v3/contenttype/forms"/>
  </ds:schemaRefs>
</ds:datastoreItem>
</file>

<file path=customXml/itemProps3.xml><?xml version="1.0" encoding="utf-8"?>
<ds:datastoreItem xmlns:ds="http://schemas.openxmlformats.org/officeDocument/2006/customXml" ds:itemID="{858464FD-E180-4A00-8C42-99DCC4D7C982}">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2397</Words>
  <Application>Microsoft Office PowerPoint</Application>
  <PresentationFormat>Widescreen</PresentationFormat>
  <Paragraphs>213</Paragraphs>
  <Slides>14</Slides>
  <Notes>14</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14</vt:i4>
      </vt:variant>
    </vt:vector>
  </HeadingPairs>
  <TitlesOfParts>
    <vt:vector size="27" baseType="lpstr">
      <vt:lpstr>Helvetica Light</vt:lpstr>
      <vt:lpstr>ITC Franklin Gothic Std Bk Cp</vt:lpstr>
      <vt:lpstr>ITC Franklin Gothic Std Bk XCp</vt:lpstr>
      <vt:lpstr>ITC Franklin Gothic Std Book</vt:lpstr>
      <vt:lpstr>ITC Franklin Gothic Std Med</vt:lpstr>
      <vt:lpstr>-webkit-standard</vt:lpstr>
      <vt:lpstr>Arial</vt:lpstr>
      <vt:lpstr>Calibri</vt:lpstr>
      <vt:lpstr>Calibri Light</vt:lpstr>
      <vt:lpstr>2_Title Page 2</vt:lpstr>
      <vt:lpstr>Title Page 2</vt:lpstr>
      <vt:lpstr>Title Page 4</vt:lpstr>
      <vt:lpstr>3_Title Page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Digitalization References</vt:lpstr>
      <vt:lpstr>Digitalization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Steve</cp:lastModifiedBy>
  <cp:revision>1</cp:revision>
  <dcterms:created xsi:type="dcterms:W3CDTF">2022-06-23T12:46:48Z</dcterms:created>
  <dcterms:modified xsi:type="dcterms:W3CDTF">2022-06-27T14:25:22Z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y fmtid="{D5CDD505-2E9C-101B-9397-08002B2CF9AE}" pid="3" name="MediaServiceImageTags">
    <vt:lpwstr/>
  </property>
</Properties>
</file>
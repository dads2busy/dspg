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6" r:id="rId4"/>
    <p:sldMasterId id="2147483719" r:id="rId5"/>
    <p:sldMasterId id="2147483746" r:id="rId6"/>
  </p:sldMasterIdLst>
  <p:notesMasterIdLst>
    <p:notesMasterId r:id="rId22"/>
  </p:notesMasterIdLst>
  <p:sldIdLst>
    <p:sldId id="257" r:id="rId7"/>
    <p:sldId id="258" r:id="rId8"/>
    <p:sldId id="285" r:id="rId9"/>
    <p:sldId id="276" r:id="rId10"/>
    <p:sldId id="280" r:id="rId11"/>
    <p:sldId id="261" r:id="rId12"/>
    <p:sldId id="259" r:id="rId13"/>
    <p:sldId id="279" r:id="rId14"/>
    <p:sldId id="277" r:id="rId15"/>
    <p:sldId id="278" r:id="rId16"/>
    <p:sldId id="284" r:id="rId17"/>
    <p:sldId id="287" r:id="rId18"/>
    <p:sldId id="260" r:id="rId19"/>
    <p:sldId id="286"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63CF6C-A3DD-452D-BE13-5A8B3C255875}" v="1129" dt="2022-06-27T04:22:47.551"/>
    <p1510:client id="{80713954-BF44-C295-ADEF-D1CA84EE5795}" v="452" dt="2022-06-27T14:54:28.700"/>
    <p1510:client id="{B1E2685E-5D78-ABA8-EA6D-4C9403CC71AE}" v="619" dt="2022-06-24T15:08:44.813"/>
    <p1510:client id="{E18AA92C-CB12-B236-2328-DC92D231EE20}" v="66" dt="2022-06-27T02:01:43.3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sson, Kristian Naoki (kno5cac)" userId="S::kno5cac@virginia.edu::b68c0803-24aa-4b0a-b1a1-d486f53718a7" providerId="AD" clId="Web-{80713954-BF44-C295-ADEF-D1CA84EE5795}"/>
    <pc:docChg chg="addSld delSld modSld sldOrd">
      <pc:chgData name="Olsson, Kristian Naoki (kno5cac)" userId="S::kno5cac@virginia.edu::b68c0803-24aa-4b0a-b1a1-d486f53718a7" providerId="AD" clId="Web-{80713954-BF44-C295-ADEF-D1CA84EE5795}" dt="2022-06-27T15:12:47.890" v="2019"/>
      <pc:docMkLst>
        <pc:docMk/>
      </pc:docMkLst>
      <pc:sldChg chg="modSp">
        <pc:chgData name="Olsson, Kristian Naoki (kno5cac)" userId="S::kno5cac@virginia.edu::b68c0803-24aa-4b0a-b1a1-d486f53718a7" providerId="AD" clId="Web-{80713954-BF44-C295-ADEF-D1CA84EE5795}" dt="2022-06-27T02:42:02.507" v="712" actId="20577"/>
        <pc:sldMkLst>
          <pc:docMk/>
          <pc:sldMk cId="831948312" sldId="259"/>
        </pc:sldMkLst>
        <pc:spChg chg="mod">
          <ac:chgData name="Olsson, Kristian Naoki (kno5cac)" userId="S::kno5cac@virginia.edu::b68c0803-24aa-4b0a-b1a1-d486f53718a7" providerId="AD" clId="Web-{80713954-BF44-C295-ADEF-D1CA84EE5795}" dt="2022-06-27T02:42:02.507" v="712" actId="20577"/>
          <ac:spMkLst>
            <pc:docMk/>
            <pc:sldMk cId="831948312" sldId="259"/>
            <ac:spMk id="4" creationId="{C86AD8B7-B804-0D47-82D8-B28BBA127E5E}"/>
          </ac:spMkLst>
        </pc:spChg>
      </pc:sldChg>
      <pc:sldChg chg="modNotes">
        <pc:chgData name="Olsson, Kristian Naoki (kno5cac)" userId="S::kno5cac@virginia.edu::b68c0803-24aa-4b0a-b1a1-d486f53718a7" providerId="AD" clId="Web-{80713954-BF44-C295-ADEF-D1CA84EE5795}" dt="2022-06-27T14:38:39.780" v="1819"/>
        <pc:sldMkLst>
          <pc:docMk/>
          <pc:sldMk cId="2446375680" sldId="260"/>
        </pc:sldMkLst>
      </pc:sldChg>
      <pc:sldChg chg="modSp modNotes">
        <pc:chgData name="Olsson, Kristian Naoki (kno5cac)" userId="S::kno5cac@virginia.edu::b68c0803-24aa-4b0a-b1a1-d486f53718a7" providerId="AD" clId="Web-{80713954-BF44-C295-ADEF-D1CA84EE5795}" dt="2022-06-27T14:43:09.523" v="1957"/>
        <pc:sldMkLst>
          <pc:docMk/>
          <pc:sldMk cId="4604009" sldId="275"/>
        </pc:sldMkLst>
        <pc:spChg chg="mod">
          <ac:chgData name="Olsson, Kristian Naoki (kno5cac)" userId="S::kno5cac@virginia.edu::b68c0803-24aa-4b0a-b1a1-d486f53718a7" providerId="AD" clId="Web-{80713954-BF44-C295-ADEF-D1CA84EE5795}" dt="2022-06-27T05:49:11.596" v="890" actId="20577"/>
          <ac:spMkLst>
            <pc:docMk/>
            <pc:sldMk cId="4604009" sldId="275"/>
            <ac:spMk id="6" creationId="{3FE4D537-17AA-5044-8525-CD08C9AEE2CB}"/>
          </ac:spMkLst>
        </pc:spChg>
      </pc:sldChg>
      <pc:sldChg chg="modNotes">
        <pc:chgData name="Olsson, Kristian Naoki (kno5cac)" userId="S::kno5cac@virginia.edu::b68c0803-24aa-4b0a-b1a1-d486f53718a7" providerId="AD" clId="Web-{80713954-BF44-C295-ADEF-D1CA84EE5795}" dt="2022-06-27T14:29:32.904" v="1125"/>
        <pc:sldMkLst>
          <pc:docMk/>
          <pc:sldMk cId="2527075345" sldId="277"/>
        </pc:sldMkLst>
      </pc:sldChg>
      <pc:sldChg chg="addSp delSp modSp modNotes">
        <pc:chgData name="Olsson, Kristian Naoki (kno5cac)" userId="S::kno5cac@virginia.edu::b68c0803-24aa-4b0a-b1a1-d486f53718a7" providerId="AD" clId="Web-{80713954-BF44-C295-ADEF-D1CA84EE5795}" dt="2022-06-27T14:54:23.465" v="1987"/>
        <pc:sldMkLst>
          <pc:docMk/>
          <pc:sldMk cId="635092756" sldId="278"/>
        </pc:sldMkLst>
        <pc:spChg chg="add del mod">
          <ac:chgData name="Olsson, Kristian Naoki (kno5cac)" userId="S::kno5cac@virginia.edu::b68c0803-24aa-4b0a-b1a1-d486f53718a7" providerId="AD" clId="Web-{80713954-BF44-C295-ADEF-D1CA84EE5795}" dt="2022-06-27T05:44:26.422" v="867"/>
          <ac:spMkLst>
            <pc:docMk/>
            <pc:sldMk cId="635092756" sldId="278"/>
            <ac:spMk id="5" creationId="{A5B0092B-DDB9-D561-B90A-BB598291E390}"/>
          </ac:spMkLst>
        </pc:spChg>
      </pc:sldChg>
      <pc:sldChg chg="addSp delSp modSp modNotes">
        <pc:chgData name="Olsson, Kristian Naoki (kno5cac)" userId="S::kno5cac@virginia.edu::b68c0803-24aa-4b0a-b1a1-d486f53718a7" providerId="AD" clId="Web-{80713954-BF44-C295-ADEF-D1CA84EE5795}" dt="2022-06-27T15:12:47.890" v="2019"/>
        <pc:sldMkLst>
          <pc:docMk/>
          <pc:sldMk cId="3144833158" sldId="279"/>
        </pc:sldMkLst>
        <pc:spChg chg="mod">
          <ac:chgData name="Olsson, Kristian Naoki (kno5cac)" userId="S::kno5cac@virginia.edu::b68c0803-24aa-4b0a-b1a1-d486f53718a7" providerId="AD" clId="Web-{80713954-BF44-C295-ADEF-D1CA84EE5795}" dt="2022-06-27T02:42:19.929" v="721" actId="20577"/>
          <ac:spMkLst>
            <pc:docMk/>
            <pc:sldMk cId="3144833158" sldId="279"/>
            <ac:spMk id="4" creationId="{F9E0D3AF-7546-2942-9076-6D566FFBEBFD}"/>
          </ac:spMkLst>
        </pc:spChg>
        <pc:spChg chg="add del mod">
          <ac:chgData name="Olsson, Kristian Naoki (kno5cac)" userId="S::kno5cac@virginia.edu::b68c0803-24aa-4b0a-b1a1-d486f53718a7" providerId="AD" clId="Web-{80713954-BF44-C295-ADEF-D1CA84EE5795}" dt="2022-06-27T02:13:23.296" v="77"/>
          <ac:spMkLst>
            <pc:docMk/>
            <pc:sldMk cId="3144833158" sldId="279"/>
            <ac:spMk id="2073" creationId="{1849CF76-169D-054D-3080-9F70273D1CBF}"/>
          </ac:spMkLst>
        </pc:spChg>
        <pc:spChg chg="add del mod">
          <ac:chgData name="Olsson, Kristian Naoki (kno5cac)" userId="S::kno5cac@virginia.edu::b68c0803-24aa-4b0a-b1a1-d486f53718a7" providerId="AD" clId="Web-{80713954-BF44-C295-ADEF-D1CA84EE5795}" dt="2022-06-27T02:15:37.096" v="188"/>
          <ac:spMkLst>
            <pc:docMk/>
            <pc:sldMk cId="3144833158" sldId="279"/>
            <ac:spMk id="2089" creationId="{CE6D6F50-533B-FECD-F2BC-8FC5BD51B62F}"/>
          </ac:spMkLst>
        </pc:spChg>
        <pc:spChg chg="del mod topLvl">
          <ac:chgData name="Olsson, Kristian Naoki (kno5cac)" userId="S::kno5cac@virginia.edu::b68c0803-24aa-4b0a-b1a1-d486f53718a7" providerId="AD" clId="Web-{80713954-BF44-C295-ADEF-D1CA84EE5795}" dt="2022-06-27T02:19:31.663" v="343"/>
          <ac:spMkLst>
            <pc:docMk/>
            <pc:sldMk cId="3144833158" sldId="279"/>
            <ac:spMk id="2097" creationId="{B6932C0A-4C64-DE99-41E5-CBDE67138730}"/>
          </ac:spMkLst>
        </pc:spChg>
        <pc:grpChg chg="add del mod">
          <ac:chgData name="Olsson, Kristian Naoki (kno5cac)" userId="S::kno5cac@virginia.edu::b68c0803-24aa-4b0a-b1a1-d486f53718a7" providerId="AD" clId="Web-{80713954-BF44-C295-ADEF-D1CA84EE5795}" dt="2022-06-27T02:15:56.346" v="191"/>
          <ac:grpSpMkLst>
            <pc:docMk/>
            <pc:sldMk cId="3144833158" sldId="279"/>
            <ac:grpSpMk id="46" creationId="{DEC05B88-7FE0-4FFA-17BD-A586BD7E2FA8}"/>
          </ac:grpSpMkLst>
        </pc:grpChg>
        <pc:grpChg chg="add del">
          <ac:chgData name="Olsson, Kristian Naoki (kno5cac)" userId="S::kno5cac@virginia.edu::b68c0803-24aa-4b0a-b1a1-d486f53718a7" providerId="AD" clId="Web-{80713954-BF44-C295-ADEF-D1CA84EE5795}" dt="2022-06-27T02:15:49.221" v="190"/>
          <ac:grpSpMkLst>
            <pc:docMk/>
            <pc:sldMk cId="3144833158" sldId="279"/>
            <ac:grpSpMk id="4010" creationId="{E2036FEE-4C5C-F150-36C4-AF1A6724790D}"/>
          </ac:grpSpMkLst>
        </pc:grpChg>
        <pc:grpChg chg="add del mod">
          <ac:chgData name="Olsson, Kristian Naoki (kno5cac)" userId="S::kno5cac@virginia.edu::b68c0803-24aa-4b0a-b1a1-d486f53718a7" providerId="AD" clId="Web-{80713954-BF44-C295-ADEF-D1CA84EE5795}" dt="2022-06-27T02:38:23.939" v="708"/>
          <ac:grpSpMkLst>
            <pc:docMk/>
            <pc:sldMk cId="3144833158" sldId="279"/>
            <ac:grpSpMk id="5340" creationId="{B36EE5A0-2C99-7B4C-C1F6-B6E96FA5A3D2}"/>
          </ac:grpSpMkLst>
        </pc:grpChg>
        <pc:graphicFrameChg chg="del mod topLvl modGraphic">
          <ac:chgData name="Olsson, Kristian Naoki (kno5cac)" userId="S::kno5cac@virginia.edu::b68c0803-24aa-4b0a-b1a1-d486f53718a7" providerId="AD" clId="Web-{80713954-BF44-C295-ADEF-D1CA84EE5795}" dt="2022-06-27T02:38:26.064" v="709"/>
          <ac:graphicFrameMkLst>
            <pc:docMk/>
            <pc:sldMk cId="3144833158" sldId="279"/>
            <ac:graphicFrameMk id="24" creationId="{80A8F3DB-966E-E12D-0C2C-EACCA914F483}"/>
          </ac:graphicFrameMkLst>
        </pc:graphicFrameChg>
        <pc:graphicFrameChg chg="del mod topLvl">
          <ac:chgData name="Olsson, Kristian Naoki (kno5cac)" userId="S::kno5cac@virginia.edu::b68c0803-24aa-4b0a-b1a1-d486f53718a7" providerId="AD" clId="Web-{80713954-BF44-C295-ADEF-D1CA84EE5795}" dt="2022-06-27T02:19:40.945" v="347"/>
          <ac:graphicFrameMkLst>
            <pc:docMk/>
            <pc:sldMk cId="3144833158" sldId="279"/>
            <ac:graphicFrameMk id="2169" creationId="{6707F930-A6D4-C452-B5B2-20B98D77A700}"/>
          </ac:graphicFrameMkLst>
        </pc:graphicFrameChg>
        <pc:graphicFrameChg chg="add mod ord topLvl modGraphic">
          <ac:chgData name="Olsson, Kristian Naoki (kno5cac)" userId="S::kno5cac@virginia.edu::b68c0803-24aa-4b0a-b1a1-d486f53718a7" providerId="AD" clId="Web-{80713954-BF44-C295-ADEF-D1CA84EE5795}" dt="2022-06-27T02:42:15.116" v="713"/>
          <ac:graphicFrameMkLst>
            <pc:docMk/>
            <pc:sldMk cId="3144833158" sldId="279"/>
            <ac:graphicFrameMk id="4080" creationId="{6AA43A66-9A06-D45C-EC0F-DBC93F003660}"/>
          </ac:graphicFrameMkLst>
        </pc:graphicFrameChg>
        <pc:graphicFrameChg chg="add del modGraphic">
          <ac:chgData name="Olsson, Kristian Naoki (kno5cac)" userId="S::kno5cac@virginia.edu::b68c0803-24aa-4b0a-b1a1-d486f53718a7" providerId="AD" clId="Web-{80713954-BF44-C295-ADEF-D1CA84EE5795}" dt="2022-06-27T02:44:48.870" v="776"/>
          <ac:graphicFrameMkLst>
            <pc:docMk/>
            <pc:sldMk cId="3144833158" sldId="279"/>
            <ac:graphicFrameMk id="6014" creationId="{C3F81F2D-BBF0-B7CE-3174-93D06ED3B87D}"/>
          </ac:graphicFrameMkLst>
        </pc:graphicFrameChg>
        <pc:graphicFrameChg chg="add modGraphic">
          <ac:chgData name="Olsson, Kristian Naoki (kno5cac)" userId="S::kno5cac@virginia.edu::b68c0803-24aa-4b0a-b1a1-d486f53718a7" providerId="AD" clId="Web-{80713954-BF44-C295-ADEF-D1CA84EE5795}" dt="2022-06-27T02:45:12.495" v="787" actId="20577"/>
          <ac:graphicFrameMkLst>
            <pc:docMk/>
            <pc:sldMk cId="3144833158" sldId="279"/>
            <ac:graphicFrameMk id="6518" creationId="{8A11A06C-BB8E-5543-00E3-37458F35CAA6}"/>
          </ac:graphicFrameMkLst>
        </pc:graphicFrameChg>
      </pc:sldChg>
      <pc:sldChg chg="modSp">
        <pc:chgData name="Olsson, Kristian Naoki (kno5cac)" userId="S::kno5cac@virginia.edu::b68c0803-24aa-4b0a-b1a1-d486f53718a7" providerId="AD" clId="Web-{80713954-BF44-C295-ADEF-D1CA84EE5795}" dt="2022-06-27T14:48:17.314" v="1965" actId="1076"/>
        <pc:sldMkLst>
          <pc:docMk/>
          <pc:sldMk cId="4150080109" sldId="280"/>
        </pc:sldMkLst>
        <pc:spChg chg="mod">
          <ac:chgData name="Olsson, Kristian Naoki (kno5cac)" userId="S::kno5cac@virginia.edu::b68c0803-24aa-4b0a-b1a1-d486f53718a7" providerId="AD" clId="Web-{80713954-BF44-C295-ADEF-D1CA84EE5795}" dt="2022-06-27T14:48:17.314" v="1965" actId="1076"/>
          <ac:spMkLst>
            <pc:docMk/>
            <pc:sldMk cId="4150080109" sldId="280"/>
            <ac:spMk id="3" creationId="{E3E92FFA-DF6D-5D66-BCE3-9A2061B44CAF}"/>
          </ac:spMkLst>
        </pc:spChg>
      </pc:sldChg>
      <pc:sldChg chg="del">
        <pc:chgData name="Olsson, Kristian Naoki (kno5cac)" userId="S::kno5cac@virginia.edu::b68c0803-24aa-4b0a-b1a1-d486f53718a7" providerId="AD" clId="Web-{80713954-BF44-C295-ADEF-D1CA84EE5795}" dt="2022-06-27T02:22:48.824" v="435"/>
        <pc:sldMkLst>
          <pc:docMk/>
          <pc:sldMk cId="2481964168" sldId="282"/>
        </pc:sldMkLst>
      </pc:sldChg>
      <pc:sldChg chg="addSp delSp modSp modNotes">
        <pc:chgData name="Olsson, Kristian Naoki (kno5cac)" userId="S::kno5cac@virginia.edu::b68c0803-24aa-4b0a-b1a1-d486f53718a7" providerId="AD" clId="Web-{80713954-BF44-C295-ADEF-D1CA84EE5795}" dt="2022-06-27T14:35:16.743" v="1547"/>
        <pc:sldMkLst>
          <pc:docMk/>
          <pc:sldMk cId="2843534582" sldId="284"/>
        </pc:sldMkLst>
        <pc:spChg chg="mod">
          <ac:chgData name="Olsson, Kristian Naoki (kno5cac)" userId="S::kno5cac@virginia.edu::b68c0803-24aa-4b0a-b1a1-d486f53718a7" providerId="AD" clId="Web-{80713954-BF44-C295-ADEF-D1CA84EE5795}" dt="2022-06-27T02:42:45.679" v="755" actId="20577"/>
          <ac:spMkLst>
            <pc:docMk/>
            <pc:sldMk cId="2843534582" sldId="284"/>
            <ac:spMk id="4" creationId="{F9E0D3AF-7546-2942-9076-6D566FFBEBFD}"/>
          </ac:spMkLst>
        </pc:spChg>
        <pc:spChg chg="mod">
          <ac:chgData name="Olsson, Kristian Naoki (kno5cac)" userId="S::kno5cac@virginia.edu::b68c0803-24aa-4b0a-b1a1-d486f53718a7" providerId="AD" clId="Web-{80713954-BF44-C295-ADEF-D1CA84EE5795}" dt="2022-06-27T02:08:32.242" v="59" actId="1076"/>
          <ac:spMkLst>
            <pc:docMk/>
            <pc:sldMk cId="2843534582" sldId="284"/>
            <ac:spMk id="9" creationId="{74333723-2D31-6EFC-6259-B014FB15DA4F}"/>
          </ac:spMkLst>
        </pc:spChg>
        <pc:grpChg chg="add mod">
          <ac:chgData name="Olsson, Kristian Naoki (kno5cac)" userId="S::kno5cac@virginia.edu::b68c0803-24aa-4b0a-b1a1-d486f53718a7" providerId="AD" clId="Web-{80713954-BF44-C295-ADEF-D1CA84EE5795}" dt="2022-06-27T02:08:32.242" v="58" actId="1076"/>
          <ac:grpSpMkLst>
            <pc:docMk/>
            <pc:sldMk cId="2843534582" sldId="284"/>
            <ac:grpSpMk id="14" creationId="{D8CB5F04-3ECA-ADD6-D676-93A259577349}"/>
          </ac:grpSpMkLst>
        </pc:grpChg>
        <pc:picChg chg="add mod modCrop">
          <ac:chgData name="Olsson, Kristian Naoki (kno5cac)" userId="S::kno5cac@virginia.edu::b68c0803-24aa-4b0a-b1a1-d486f53718a7" providerId="AD" clId="Web-{80713954-BF44-C295-ADEF-D1CA84EE5795}" dt="2022-06-27T03:14:33.785" v="818" actId="1076"/>
          <ac:picMkLst>
            <pc:docMk/>
            <pc:sldMk cId="2843534582" sldId="284"/>
            <ac:picMk id="5" creationId="{C0AD8E8D-E652-81F4-3292-013E273ACEFA}"/>
          </ac:picMkLst>
        </pc:picChg>
        <pc:picChg chg="add mod modCrop">
          <ac:chgData name="Olsson, Kristian Naoki (kno5cac)" userId="S::kno5cac@virginia.edu::b68c0803-24aa-4b0a-b1a1-d486f53718a7" providerId="AD" clId="Web-{80713954-BF44-C295-ADEF-D1CA84EE5795}" dt="2022-06-27T03:15:38.615" v="838" actId="1076"/>
          <ac:picMkLst>
            <pc:docMk/>
            <pc:sldMk cId="2843534582" sldId="284"/>
            <ac:picMk id="7" creationId="{B61F2447-9693-3C2E-5871-B34D63A40D65}"/>
          </ac:picMkLst>
        </pc:picChg>
        <pc:picChg chg="mod modCrop">
          <ac:chgData name="Olsson, Kristian Naoki (kno5cac)" userId="S::kno5cac@virginia.edu::b68c0803-24aa-4b0a-b1a1-d486f53718a7" providerId="AD" clId="Web-{80713954-BF44-C295-ADEF-D1CA84EE5795}" dt="2022-06-27T03:15:32.521" v="835" actId="14100"/>
          <ac:picMkLst>
            <pc:docMk/>
            <pc:sldMk cId="2843534582" sldId="284"/>
            <ac:picMk id="10" creationId="{A6422651-5ABF-8143-25C5-ABDA27A13AA9}"/>
          </ac:picMkLst>
        </pc:picChg>
        <pc:picChg chg="add mod modCrop">
          <ac:chgData name="Olsson, Kristian Naoki (kno5cac)" userId="S::kno5cac@virginia.edu::b68c0803-24aa-4b0a-b1a1-d486f53718a7" providerId="AD" clId="Web-{80713954-BF44-C295-ADEF-D1CA84EE5795}" dt="2022-06-27T03:14:36.035" v="819" actId="1076"/>
          <ac:picMkLst>
            <pc:docMk/>
            <pc:sldMk cId="2843534582" sldId="284"/>
            <ac:picMk id="11" creationId="{C38E8C47-5AC7-91A6-9F58-273DA5E8ECA9}"/>
          </ac:picMkLst>
        </pc:picChg>
        <pc:picChg chg="add del">
          <ac:chgData name="Olsson, Kristian Naoki (kno5cac)" userId="S::kno5cac@virginia.edu::b68c0803-24aa-4b0a-b1a1-d486f53718a7" providerId="AD" clId="Web-{80713954-BF44-C295-ADEF-D1CA84EE5795}" dt="2022-06-27T02:05:44.348" v="39"/>
          <ac:picMkLst>
            <pc:docMk/>
            <pc:sldMk cId="2843534582" sldId="284"/>
            <ac:picMk id="12" creationId="{E825BD54-4C2D-9CF3-2029-A9D2E7F36A09}"/>
          </ac:picMkLst>
        </pc:picChg>
        <pc:picChg chg="add mod modCrop">
          <ac:chgData name="Olsson, Kristian Naoki (kno5cac)" userId="S::kno5cac@virginia.edu::b68c0803-24aa-4b0a-b1a1-d486f53718a7" providerId="AD" clId="Web-{80713954-BF44-C295-ADEF-D1CA84EE5795}" dt="2022-06-27T03:14:40.379" v="822" actId="1076"/>
          <ac:picMkLst>
            <pc:docMk/>
            <pc:sldMk cId="2843534582" sldId="284"/>
            <ac:picMk id="13" creationId="{B72AC5F1-E503-93E2-9A71-A094C126BB67}"/>
          </ac:picMkLst>
        </pc:picChg>
      </pc:sldChg>
      <pc:sldChg chg="addSp delSp modSp add ord replId modNotes">
        <pc:chgData name="Olsson, Kristian Naoki (kno5cac)" userId="S::kno5cac@virginia.edu::b68c0803-24aa-4b0a-b1a1-d486f53718a7" providerId="AD" clId="Web-{80713954-BF44-C295-ADEF-D1CA84EE5795}" dt="2022-06-27T14:39:13.438" v="1886"/>
        <pc:sldMkLst>
          <pc:docMk/>
          <pc:sldMk cId="3917583103" sldId="286"/>
        </pc:sldMkLst>
        <pc:spChg chg="mod">
          <ac:chgData name="Olsson, Kristian Naoki (kno5cac)" userId="S::kno5cac@virginia.edu::b68c0803-24aa-4b0a-b1a1-d486f53718a7" providerId="AD" clId="Web-{80713954-BF44-C295-ADEF-D1CA84EE5795}" dt="2022-06-27T02:22:36.761" v="434" actId="20577"/>
          <ac:spMkLst>
            <pc:docMk/>
            <pc:sldMk cId="3917583103" sldId="286"/>
            <ac:spMk id="4" creationId="{F9E0D3AF-7546-2942-9076-6D566FFBEBFD}"/>
          </ac:spMkLst>
        </pc:spChg>
        <pc:spChg chg="del">
          <ac:chgData name="Olsson, Kristian Naoki (kno5cac)" userId="S::kno5cac@virginia.edu::b68c0803-24aa-4b0a-b1a1-d486f53718a7" providerId="AD" clId="Web-{80713954-BF44-C295-ADEF-D1CA84EE5795}" dt="2022-06-27T02:29:01.129" v="672"/>
          <ac:spMkLst>
            <pc:docMk/>
            <pc:sldMk cId="3917583103" sldId="286"/>
            <ac:spMk id="2097" creationId="{B6932C0A-4C64-DE99-41E5-CBDE67138730}"/>
          </ac:spMkLst>
        </pc:spChg>
        <pc:spChg chg="add del">
          <ac:chgData name="Olsson, Kristian Naoki (kno5cac)" userId="S::kno5cac@virginia.edu::b68c0803-24aa-4b0a-b1a1-d486f53718a7" providerId="AD" clId="Web-{80713954-BF44-C295-ADEF-D1CA84EE5795}" dt="2022-06-27T02:33:01.213" v="686"/>
          <ac:spMkLst>
            <pc:docMk/>
            <pc:sldMk cId="3917583103" sldId="286"/>
            <ac:spMk id="6386" creationId="{43BA5128-A164-FDEA-DE90-A5329DC99004}"/>
          </ac:spMkLst>
        </pc:spChg>
        <pc:grpChg chg="add del mod">
          <ac:chgData name="Olsson, Kristian Naoki (kno5cac)" userId="S::kno5cac@virginia.edu::b68c0803-24aa-4b0a-b1a1-d486f53718a7" providerId="AD" clId="Web-{80713954-BF44-C295-ADEF-D1CA84EE5795}" dt="2022-06-27T02:29:21.739" v="676"/>
          <ac:grpSpMkLst>
            <pc:docMk/>
            <pc:sldMk cId="3917583103" sldId="286"/>
            <ac:grpSpMk id="34" creationId="{E5C177FA-703E-FDCD-D948-99E6A698EB39}"/>
          </ac:grpSpMkLst>
        </pc:grpChg>
        <pc:graphicFrameChg chg="mod topLvl modGraphic">
          <ac:chgData name="Olsson, Kristian Naoki (kno5cac)" userId="S::kno5cac@virginia.edu::b68c0803-24aa-4b0a-b1a1-d486f53718a7" providerId="AD" clId="Web-{80713954-BF44-C295-ADEF-D1CA84EE5795}" dt="2022-06-27T02:29:48.787" v="682" actId="1076"/>
          <ac:graphicFrameMkLst>
            <pc:docMk/>
            <pc:sldMk cId="3917583103" sldId="286"/>
            <ac:graphicFrameMk id="32" creationId="{EDF9759E-B517-572F-53EE-D98F16A258E7}"/>
          </ac:graphicFrameMkLst>
        </pc:graphicFrameChg>
        <pc:graphicFrameChg chg="mod topLvl modGraphic">
          <ac:chgData name="Olsson, Kristian Naoki (kno5cac)" userId="S::kno5cac@virginia.edu::b68c0803-24aa-4b0a-b1a1-d486f53718a7" providerId="AD" clId="Web-{80713954-BF44-C295-ADEF-D1CA84EE5795}" dt="2022-06-27T02:45:21.824" v="793" actId="20577"/>
          <ac:graphicFrameMkLst>
            <pc:docMk/>
            <pc:sldMk cId="3917583103" sldId="286"/>
            <ac:graphicFrameMk id="33" creationId="{726F12E6-7F3F-6DD0-3624-9FCE81AEA73C}"/>
          </ac:graphicFrameMkLst>
        </pc:graphicFrameChg>
        <pc:graphicFrameChg chg="del">
          <ac:chgData name="Olsson, Kristian Naoki (kno5cac)" userId="S::kno5cac@virginia.edu::b68c0803-24aa-4b0a-b1a1-d486f53718a7" providerId="AD" clId="Web-{80713954-BF44-C295-ADEF-D1CA84EE5795}" dt="2022-06-27T02:28:12.894" v="666"/>
          <ac:graphicFrameMkLst>
            <pc:docMk/>
            <pc:sldMk cId="3917583103" sldId="286"/>
            <ac:graphicFrameMk id="2169" creationId="{6707F930-A6D4-C452-B5B2-20B98D77A700}"/>
          </ac:graphicFrameMkLst>
        </pc:graphicFrameChg>
        <pc:graphicFrameChg chg="del">
          <ac:chgData name="Olsson, Kristian Naoki (kno5cac)" userId="S::kno5cac@virginia.edu::b68c0803-24aa-4b0a-b1a1-d486f53718a7" providerId="AD" clId="Web-{80713954-BF44-C295-ADEF-D1CA84EE5795}" dt="2022-06-27T02:23:25.887" v="437"/>
          <ac:graphicFrameMkLst>
            <pc:docMk/>
            <pc:sldMk cId="3917583103" sldId="286"/>
            <ac:graphicFrameMk id="2268" creationId="{FDE401D5-4467-9A17-F110-4D89FAA4A6A9}"/>
          </ac:graphicFrameMkLst>
        </pc:graphicFrameChg>
      </pc:sldChg>
      <pc:sldChg chg="add del replId">
        <pc:chgData name="Olsson, Kristian Naoki (kno5cac)" userId="S::kno5cac@virginia.edu::b68c0803-24aa-4b0a-b1a1-d486f53718a7" providerId="AD" clId="Web-{80713954-BF44-C295-ADEF-D1CA84EE5795}" dt="2022-06-27T02:19:37.867" v="346"/>
        <pc:sldMkLst>
          <pc:docMk/>
          <pc:sldMk cId="538263796" sldId="287"/>
        </pc:sldMkLst>
      </pc:sldChg>
      <pc:sldChg chg="addSp delSp modSp add replId modNotes">
        <pc:chgData name="Olsson, Kristian Naoki (kno5cac)" userId="S::kno5cac@virginia.edu::b68c0803-24aa-4b0a-b1a1-d486f53718a7" providerId="AD" clId="Web-{80713954-BF44-C295-ADEF-D1CA84EE5795}" dt="2022-06-27T14:35:24.227" v="1565"/>
        <pc:sldMkLst>
          <pc:docMk/>
          <pc:sldMk cId="4156541481" sldId="287"/>
        </pc:sldMkLst>
        <pc:spChg chg="mod">
          <ac:chgData name="Olsson, Kristian Naoki (kno5cac)" userId="S::kno5cac@virginia.edu::b68c0803-24aa-4b0a-b1a1-d486f53718a7" providerId="AD" clId="Web-{80713954-BF44-C295-ADEF-D1CA84EE5795}" dt="2022-06-27T02:21:54.682" v="390" actId="20577"/>
          <ac:spMkLst>
            <pc:docMk/>
            <pc:sldMk cId="4156541481" sldId="287"/>
            <ac:spMk id="4" creationId="{F9E0D3AF-7546-2942-9076-6D566FFBEBFD}"/>
          </ac:spMkLst>
        </pc:spChg>
        <pc:spChg chg="add">
          <ac:chgData name="Olsson, Kristian Naoki (kno5cac)" userId="S::kno5cac@virginia.edu::b68c0803-24aa-4b0a-b1a1-d486f53718a7" providerId="AD" clId="Web-{80713954-BF44-C295-ADEF-D1CA84EE5795}" dt="2022-06-27T02:21:54.948" v="391"/>
          <ac:spMkLst>
            <pc:docMk/>
            <pc:sldMk cId="4156541481" sldId="287"/>
            <ac:spMk id="5554" creationId="{49954460-617C-7989-669D-AFA40B9341CC}"/>
          </ac:spMkLst>
        </pc:spChg>
        <pc:spChg chg="add del mod">
          <ac:chgData name="Olsson, Kristian Naoki (kno5cac)" userId="S::kno5cac@virginia.edu::b68c0803-24aa-4b0a-b1a1-d486f53718a7" providerId="AD" clId="Web-{80713954-BF44-C295-ADEF-D1CA84EE5795}" dt="2022-06-27T02:22:10.480" v="402"/>
          <ac:spMkLst>
            <pc:docMk/>
            <pc:sldMk cId="4156541481" sldId="287"/>
            <ac:spMk id="5555" creationId="{325EE3E0-CE9D-7DB7-C589-5959681DDB7C}"/>
          </ac:spMkLst>
        </pc:spChg>
        <pc:spChg chg="add del">
          <ac:chgData name="Olsson, Kristian Naoki (kno5cac)" userId="S::kno5cac@virginia.edu::b68c0803-24aa-4b0a-b1a1-d486f53718a7" providerId="AD" clId="Web-{80713954-BF44-C295-ADEF-D1CA84EE5795}" dt="2022-06-27T02:22:09.136" v="399"/>
          <ac:spMkLst>
            <pc:docMk/>
            <pc:sldMk cId="4156541481" sldId="287"/>
            <ac:spMk id="5556" creationId="{E8F33C3E-CB42-57F5-F790-AB44B8126699}"/>
          </ac:spMkLst>
        </pc:spChg>
        <pc:spChg chg="add del mod">
          <ac:chgData name="Olsson, Kristian Naoki (kno5cac)" userId="S::kno5cac@virginia.edu::b68c0803-24aa-4b0a-b1a1-d486f53718a7" providerId="AD" clId="Web-{80713954-BF44-C295-ADEF-D1CA84EE5795}" dt="2022-06-27T02:22:11.261" v="404"/>
          <ac:spMkLst>
            <pc:docMk/>
            <pc:sldMk cId="4156541481" sldId="287"/>
            <ac:spMk id="5557" creationId="{AE1F084E-6BE7-26B9-DC22-F80FCD85A22B}"/>
          </ac:spMkLst>
        </pc:spChg>
        <pc:spChg chg="add del mod">
          <ac:chgData name="Olsson, Kristian Naoki (kno5cac)" userId="S::kno5cac@virginia.edu::b68c0803-24aa-4b0a-b1a1-d486f53718a7" providerId="AD" clId="Web-{80713954-BF44-C295-ADEF-D1CA84EE5795}" dt="2022-06-27T02:22:07.714" v="397"/>
          <ac:spMkLst>
            <pc:docMk/>
            <pc:sldMk cId="4156541481" sldId="287"/>
            <ac:spMk id="5558" creationId="{9FF2DEC2-AD96-C9C4-7806-B9E5277B76A0}"/>
          </ac:spMkLst>
        </pc:spChg>
        <pc:spChg chg="add mod">
          <ac:chgData name="Olsson, Kristian Naoki (kno5cac)" userId="S::kno5cac@virginia.edu::b68c0803-24aa-4b0a-b1a1-d486f53718a7" providerId="AD" clId="Web-{80713954-BF44-C295-ADEF-D1CA84EE5795}" dt="2022-06-27T02:42:27.273" v="725" actId="20577"/>
          <ac:spMkLst>
            <pc:docMk/>
            <pc:sldMk cId="4156541481" sldId="287"/>
            <ac:spMk id="5560" creationId="{37B1B6AA-BEB8-9E05-5C44-2B4FD71C88F4}"/>
          </ac:spMkLst>
        </pc:spChg>
        <pc:grpChg chg="del mod">
          <ac:chgData name="Olsson, Kristian Naoki (kno5cac)" userId="S::kno5cac@virginia.edu::b68c0803-24aa-4b0a-b1a1-d486f53718a7" providerId="AD" clId="Web-{80713954-BF44-C295-ADEF-D1CA84EE5795}" dt="2022-06-27T02:38:07.345" v="702"/>
          <ac:grpSpMkLst>
            <pc:docMk/>
            <pc:sldMk cId="4156541481" sldId="287"/>
            <ac:grpSpMk id="5340" creationId="{B36EE5A0-2C99-7B4C-C1F6-B6E96FA5A3D2}"/>
          </ac:grpSpMkLst>
        </pc:grpChg>
        <pc:graphicFrameChg chg="mod ord topLvl modGraphic">
          <ac:chgData name="Olsson, Kristian Naoki (kno5cac)" userId="S::kno5cac@virginia.edu::b68c0803-24aa-4b0a-b1a1-d486f53718a7" providerId="AD" clId="Web-{80713954-BF44-C295-ADEF-D1CA84EE5795}" dt="2022-06-27T03:16:47.538" v="847" actId="20577"/>
          <ac:graphicFrameMkLst>
            <pc:docMk/>
            <pc:sldMk cId="4156541481" sldId="287"/>
            <ac:graphicFrameMk id="24" creationId="{80A8F3DB-966E-E12D-0C2C-EACCA914F483}"/>
          </ac:graphicFrameMkLst>
        </pc:graphicFrameChg>
        <pc:graphicFrameChg chg="mod topLvl">
          <ac:chgData name="Olsson, Kristian Naoki (kno5cac)" userId="S::kno5cac@virginia.edu::b68c0803-24aa-4b0a-b1a1-d486f53718a7" providerId="AD" clId="Web-{80713954-BF44-C295-ADEF-D1CA84EE5795}" dt="2022-06-27T02:38:10.861" v="706" actId="1076"/>
          <ac:graphicFrameMkLst>
            <pc:docMk/>
            <pc:sldMk cId="4156541481" sldId="287"/>
            <ac:graphicFrameMk id="4080" creationId="{6AA43A66-9A06-D45C-EC0F-DBC93F003660}"/>
          </ac:graphicFrameMkLst>
        </pc:graphicFrameChg>
      </pc:sldChg>
    </pc:docChg>
  </pc:docChgLst>
  <pc:docChgLst>
    <pc:chgData name="Olsson, Kristian Naoki (kno5cac)" userId="S::kno5cac@virginia.edu::b68c0803-24aa-4b0a-b1a1-d486f53718a7" providerId="AD" clId="Web-{B1E2685E-5D78-ABA8-EA6D-4C9403CC71AE}"/>
    <pc:docChg chg="addSld delSld modSld sldOrd">
      <pc:chgData name="Olsson, Kristian Naoki (kno5cac)" userId="S::kno5cac@virginia.edu::b68c0803-24aa-4b0a-b1a1-d486f53718a7" providerId="AD" clId="Web-{B1E2685E-5D78-ABA8-EA6D-4C9403CC71AE}" dt="2022-06-24T15:08:43.845" v="660" actId="20577"/>
      <pc:docMkLst>
        <pc:docMk/>
      </pc:docMkLst>
      <pc:sldChg chg="modSp">
        <pc:chgData name="Olsson, Kristian Naoki (kno5cac)" userId="S::kno5cac@virginia.edu::b68c0803-24aa-4b0a-b1a1-d486f53718a7" providerId="AD" clId="Web-{B1E2685E-5D78-ABA8-EA6D-4C9403CC71AE}" dt="2022-06-24T13:25:47.389" v="600" actId="20577"/>
        <pc:sldMkLst>
          <pc:docMk/>
          <pc:sldMk cId="4042074768" sldId="258"/>
        </pc:sldMkLst>
        <pc:spChg chg="mod">
          <ac:chgData name="Olsson, Kristian Naoki (kno5cac)" userId="S::kno5cac@virginia.edu::b68c0803-24aa-4b0a-b1a1-d486f53718a7" providerId="AD" clId="Web-{B1E2685E-5D78-ABA8-EA6D-4C9403CC71AE}" dt="2022-06-24T13:25:47.389" v="600" actId="20577"/>
          <ac:spMkLst>
            <pc:docMk/>
            <pc:sldMk cId="4042074768" sldId="258"/>
            <ac:spMk id="6" creationId="{3FE4D537-17AA-5044-8525-CD08C9AEE2CB}"/>
          </ac:spMkLst>
        </pc:spChg>
      </pc:sldChg>
      <pc:sldChg chg="modSp ord">
        <pc:chgData name="Olsson, Kristian Naoki (kno5cac)" userId="S::kno5cac@virginia.edu::b68c0803-24aa-4b0a-b1a1-d486f53718a7" providerId="AD" clId="Web-{B1E2685E-5D78-ABA8-EA6D-4C9403CC71AE}" dt="2022-06-24T13:38:58.576" v="623" actId="20577"/>
        <pc:sldMkLst>
          <pc:docMk/>
          <pc:sldMk cId="831948312" sldId="259"/>
        </pc:sldMkLst>
        <pc:spChg chg="mod">
          <ac:chgData name="Olsson, Kristian Naoki (kno5cac)" userId="S::kno5cac@virginia.edu::b68c0803-24aa-4b0a-b1a1-d486f53718a7" providerId="AD" clId="Web-{B1E2685E-5D78-ABA8-EA6D-4C9403CC71AE}" dt="2022-06-24T13:38:58.576" v="623" actId="20577"/>
          <ac:spMkLst>
            <pc:docMk/>
            <pc:sldMk cId="831948312" sldId="259"/>
            <ac:spMk id="5" creationId="{00949F1F-7FA6-1E4D-A61B-9C108F16712D}"/>
          </ac:spMkLst>
        </pc:spChg>
      </pc:sldChg>
      <pc:sldChg chg="ord">
        <pc:chgData name="Olsson, Kristian Naoki (kno5cac)" userId="S::kno5cac@virginia.edu::b68c0803-24aa-4b0a-b1a1-d486f53718a7" providerId="AD" clId="Web-{B1E2685E-5D78-ABA8-EA6D-4C9403CC71AE}" dt="2022-06-24T12:51:56.422" v="413"/>
        <pc:sldMkLst>
          <pc:docMk/>
          <pc:sldMk cId="2446375680" sldId="260"/>
        </pc:sldMkLst>
      </pc:sldChg>
      <pc:sldChg chg="modSp ord modNotes">
        <pc:chgData name="Olsson, Kristian Naoki (kno5cac)" userId="S::kno5cac@virginia.edu::b68c0803-24aa-4b0a-b1a1-d486f53718a7" providerId="AD" clId="Web-{B1E2685E-5D78-ABA8-EA6D-4C9403CC71AE}" dt="2022-06-24T15:08:43.845" v="660" actId="20577"/>
        <pc:sldMkLst>
          <pc:docMk/>
          <pc:sldMk cId="1949337349" sldId="261"/>
        </pc:sldMkLst>
        <pc:spChg chg="mod">
          <ac:chgData name="Olsson, Kristian Naoki (kno5cac)" userId="S::kno5cac@virginia.edu::b68c0803-24aa-4b0a-b1a1-d486f53718a7" providerId="AD" clId="Web-{B1E2685E-5D78-ABA8-EA6D-4C9403CC71AE}" dt="2022-06-24T15:08:43.845" v="660" actId="20577"/>
          <ac:spMkLst>
            <pc:docMk/>
            <pc:sldMk cId="1949337349" sldId="261"/>
            <ac:spMk id="7" creationId="{D6948468-97B0-B34A-B963-1C6DAC7BCCA4}"/>
          </ac:spMkLst>
        </pc:spChg>
      </pc:sldChg>
      <pc:sldChg chg="mod modShow">
        <pc:chgData name="Olsson, Kristian Naoki (kno5cac)" userId="S::kno5cac@virginia.edu::b68c0803-24aa-4b0a-b1a1-d486f53718a7" providerId="AD" clId="Web-{B1E2685E-5D78-ABA8-EA6D-4C9403CC71AE}" dt="2022-06-24T02:29:30.200" v="402"/>
        <pc:sldMkLst>
          <pc:docMk/>
          <pc:sldMk cId="3624840019" sldId="262"/>
        </pc:sldMkLst>
      </pc:sldChg>
      <pc:sldChg chg="mod modShow">
        <pc:chgData name="Olsson, Kristian Naoki (kno5cac)" userId="S::kno5cac@virginia.edu::b68c0803-24aa-4b0a-b1a1-d486f53718a7" providerId="AD" clId="Web-{B1E2685E-5D78-ABA8-EA6D-4C9403CC71AE}" dt="2022-06-24T02:29:36.403" v="403"/>
        <pc:sldMkLst>
          <pc:docMk/>
          <pc:sldMk cId="2401349638" sldId="263"/>
        </pc:sldMkLst>
      </pc:sldChg>
      <pc:sldChg chg="mod modShow">
        <pc:chgData name="Olsson, Kristian Naoki (kno5cac)" userId="S::kno5cac@virginia.edu::b68c0803-24aa-4b0a-b1a1-d486f53718a7" providerId="AD" clId="Web-{B1E2685E-5D78-ABA8-EA6D-4C9403CC71AE}" dt="2022-06-24T02:29:42.091" v="404"/>
        <pc:sldMkLst>
          <pc:docMk/>
          <pc:sldMk cId="1483386933" sldId="264"/>
        </pc:sldMkLst>
      </pc:sldChg>
      <pc:sldChg chg="mod modShow">
        <pc:chgData name="Olsson, Kristian Naoki (kno5cac)" userId="S::kno5cac@virginia.edu::b68c0803-24aa-4b0a-b1a1-d486f53718a7" providerId="AD" clId="Web-{B1E2685E-5D78-ABA8-EA6D-4C9403CC71AE}" dt="2022-06-24T02:29:44.278" v="405"/>
        <pc:sldMkLst>
          <pc:docMk/>
          <pc:sldMk cId="2703234420" sldId="265"/>
        </pc:sldMkLst>
      </pc:sldChg>
      <pc:sldChg chg="mod modShow">
        <pc:chgData name="Olsson, Kristian Naoki (kno5cac)" userId="S::kno5cac@virginia.edu::b68c0803-24aa-4b0a-b1a1-d486f53718a7" providerId="AD" clId="Web-{B1E2685E-5D78-ABA8-EA6D-4C9403CC71AE}" dt="2022-06-24T02:29:49.294" v="406"/>
        <pc:sldMkLst>
          <pc:docMk/>
          <pc:sldMk cId="845445843" sldId="268"/>
        </pc:sldMkLst>
      </pc:sldChg>
      <pc:sldChg chg="del">
        <pc:chgData name="Olsson, Kristian Naoki (kno5cac)" userId="S::kno5cac@virginia.edu::b68c0803-24aa-4b0a-b1a1-d486f53718a7" providerId="AD" clId="Web-{B1E2685E-5D78-ABA8-EA6D-4C9403CC71AE}" dt="2022-06-23T19:28:29.299" v="397"/>
        <pc:sldMkLst>
          <pc:docMk/>
          <pc:sldMk cId="2544612419" sldId="269"/>
        </pc:sldMkLst>
      </pc:sldChg>
      <pc:sldChg chg="del">
        <pc:chgData name="Olsson, Kristian Naoki (kno5cac)" userId="S::kno5cac@virginia.edu::b68c0803-24aa-4b0a-b1a1-d486f53718a7" providerId="AD" clId="Web-{B1E2685E-5D78-ABA8-EA6D-4C9403CC71AE}" dt="2022-06-23T19:28:30.268" v="398"/>
        <pc:sldMkLst>
          <pc:docMk/>
          <pc:sldMk cId="586064761" sldId="270"/>
        </pc:sldMkLst>
      </pc:sldChg>
      <pc:sldChg chg="del">
        <pc:chgData name="Olsson, Kristian Naoki (kno5cac)" userId="S::kno5cac@virginia.edu::b68c0803-24aa-4b0a-b1a1-d486f53718a7" providerId="AD" clId="Web-{B1E2685E-5D78-ABA8-EA6D-4C9403CC71AE}" dt="2022-06-23T19:28:33.096" v="399"/>
        <pc:sldMkLst>
          <pc:docMk/>
          <pc:sldMk cId="3571673704" sldId="271"/>
        </pc:sldMkLst>
      </pc:sldChg>
      <pc:sldChg chg="del">
        <pc:chgData name="Olsson, Kristian Naoki (kno5cac)" userId="S::kno5cac@virginia.edu::b68c0803-24aa-4b0a-b1a1-d486f53718a7" providerId="AD" clId="Web-{B1E2685E-5D78-ABA8-EA6D-4C9403CC71AE}" dt="2022-06-23T19:28:33.846" v="400"/>
        <pc:sldMkLst>
          <pc:docMk/>
          <pc:sldMk cId="813129856" sldId="272"/>
        </pc:sldMkLst>
      </pc:sldChg>
      <pc:sldChg chg="del">
        <pc:chgData name="Olsson, Kristian Naoki (kno5cac)" userId="S::kno5cac@virginia.edu::b68c0803-24aa-4b0a-b1a1-d486f53718a7" providerId="AD" clId="Web-{B1E2685E-5D78-ABA8-EA6D-4C9403CC71AE}" dt="2022-06-23T19:28:34.705" v="401"/>
        <pc:sldMkLst>
          <pc:docMk/>
          <pc:sldMk cId="1608973518" sldId="273"/>
        </pc:sldMkLst>
      </pc:sldChg>
      <pc:sldChg chg="mod modShow">
        <pc:chgData name="Olsson, Kristian Naoki (kno5cac)" userId="S::kno5cac@virginia.edu::b68c0803-24aa-4b0a-b1a1-d486f53718a7" providerId="AD" clId="Web-{B1E2685E-5D78-ABA8-EA6D-4C9403CC71AE}" dt="2022-06-24T02:29:55.497" v="407"/>
        <pc:sldMkLst>
          <pc:docMk/>
          <pc:sldMk cId="1318701653" sldId="274"/>
        </pc:sldMkLst>
      </pc:sldChg>
      <pc:sldChg chg="modSp add ord replId modNotes">
        <pc:chgData name="Olsson, Kristian Naoki (kno5cac)" userId="S::kno5cac@virginia.edu::b68c0803-24aa-4b0a-b1a1-d486f53718a7" providerId="AD" clId="Web-{B1E2685E-5D78-ABA8-EA6D-4C9403CC71AE}" dt="2022-06-24T13:16:03.398" v="504" actId="20577"/>
        <pc:sldMkLst>
          <pc:docMk/>
          <pc:sldMk cId="4604009" sldId="275"/>
        </pc:sldMkLst>
        <pc:spChg chg="mod">
          <ac:chgData name="Olsson, Kristian Naoki (kno5cac)" userId="S::kno5cac@virginia.edu::b68c0803-24aa-4b0a-b1a1-d486f53718a7" providerId="AD" clId="Web-{B1E2685E-5D78-ABA8-EA6D-4C9403CC71AE}" dt="2022-06-23T18:52:34.643" v="20" actId="20577"/>
          <ac:spMkLst>
            <pc:docMk/>
            <pc:sldMk cId="4604009" sldId="275"/>
            <ac:spMk id="4" creationId="{F9E0D3AF-7546-2942-9076-6D566FFBEBFD}"/>
          </ac:spMkLst>
        </pc:spChg>
        <pc:spChg chg="mod">
          <ac:chgData name="Olsson, Kristian Naoki (kno5cac)" userId="S::kno5cac@virginia.edu::b68c0803-24aa-4b0a-b1a1-d486f53718a7" providerId="AD" clId="Web-{B1E2685E-5D78-ABA8-EA6D-4C9403CC71AE}" dt="2022-06-24T13:16:03.398" v="504" actId="20577"/>
          <ac:spMkLst>
            <pc:docMk/>
            <pc:sldMk cId="4604009" sldId="275"/>
            <ac:spMk id="6" creationId="{3FE4D537-17AA-5044-8525-CD08C9AEE2CB}"/>
          </ac:spMkLst>
        </pc:spChg>
      </pc:sldChg>
      <pc:sldChg chg="modSp add ord replId modNotes">
        <pc:chgData name="Olsson, Kristian Naoki (kno5cac)" userId="S::kno5cac@virginia.edu::b68c0803-24aa-4b0a-b1a1-d486f53718a7" providerId="AD" clId="Web-{B1E2685E-5D78-ABA8-EA6D-4C9403CC71AE}" dt="2022-06-24T15:04:59.025" v="630" actId="20577"/>
        <pc:sldMkLst>
          <pc:docMk/>
          <pc:sldMk cId="3012479248" sldId="276"/>
        </pc:sldMkLst>
        <pc:spChg chg="mod">
          <ac:chgData name="Olsson, Kristian Naoki (kno5cac)" userId="S::kno5cac@virginia.edu::b68c0803-24aa-4b0a-b1a1-d486f53718a7" providerId="AD" clId="Web-{B1E2685E-5D78-ABA8-EA6D-4C9403CC71AE}" dt="2022-06-23T19:05:26.430" v="262" actId="20577"/>
          <ac:spMkLst>
            <pc:docMk/>
            <pc:sldMk cId="3012479248" sldId="276"/>
            <ac:spMk id="4" creationId="{F9E0D3AF-7546-2942-9076-6D566FFBEBFD}"/>
          </ac:spMkLst>
        </pc:spChg>
        <pc:spChg chg="mod">
          <ac:chgData name="Olsson, Kristian Naoki (kno5cac)" userId="S::kno5cac@virginia.edu::b68c0803-24aa-4b0a-b1a1-d486f53718a7" providerId="AD" clId="Web-{B1E2685E-5D78-ABA8-EA6D-4C9403CC71AE}" dt="2022-06-24T15:04:59.025" v="630" actId="20577"/>
          <ac:spMkLst>
            <pc:docMk/>
            <pc:sldMk cId="3012479248" sldId="276"/>
            <ac:spMk id="6" creationId="{3FE4D537-17AA-5044-8525-CD08C9AEE2CB}"/>
          </ac:spMkLst>
        </pc:spChg>
      </pc:sldChg>
      <pc:sldChg chg="addSp delSp modSp add replId modNotes">
        <pc:chgData name="Olsson, Kristian Naoki (kno5cac)" userId="S::kno5cac@virginia.edu::b68c0803-24aa-4b0a-b1a1-d486f53718a7" providerId="AD" clId="Web-{B1E2685E-5D78-ABA8-EA6D-4C9403CC71AE}" dt="2022-06-24T13:22:44.304" v="572"/>
        <pc:sldMkLst>
          <pc:docMk/>
          <pc:sldMk cId="2527075345" sldId="277"/>
        </pc:sldMkLst>
        <pc:spChg chg="del mod">
          <ac:chgData name="Olsson, Kristian Naoki (kno5cac)" userId="S::kno5cac@virginia.edu::b68c0803-24aa-4b0a-b1a1-d486f53718a7" providerId="AD" clId="Web-{B1E2685E-5D78-ABA8-EA6D-4C9403CC71AE}" dt="2022-06-24T13:22:43.992" v="571"/>
          <ac:spMkLst>
            <pc:docMk/>
            <pc:sldMk cId="2527075345" sldId="277"/>
            <ac:spMk id="4" creationId="{F9E0D3AF-7546-2942-9076-6D566FFBEBFD}"/>
          </ac:spMkLst>
        </pc:spChg>
        <pc:spChg chg="add">
          <ac:chgData name="Olsson, Kristian Naoki (kno5cac)" userId="S::kno5cac@virginia.edu::b68c0803-24aa-4b0a-b1a1-d486f53718a7" providerId="AD" clId="Web-{B1E2685E-5D78-ABA8-EA6D-4C9403CC71AE}" dt="2022-06-24T13:22:44.304" v="572"/>
          <ac:spMkLst>
            <pc:docMk/>
            <pc:sldMk cId="2527075345" sldId="277"/>
            <ac:spMk id="5" creationId="{17C678CF-09D4-22F8-A7BF-F81961C7F9B2}"/>
          </ac:spMkLst>
        </pc:spChg>
        <pc:spChg chg="del mod">
          <ac:chgData name="Olsson, Kristian Naoki (kno5cac)" userId="S::kno5cac@virginia.edu::b68c0803-24aa-4b0a-b1a1-d486f53718a7" providerId="AD" clId="Web-{B1E2685E-5D78-ABA8-EA6D-4C9403CC71AE}" dt="2022-06-23T18:53:44.706" v="44"/>
          <ac:spMkLst>
            <pc:docMk/>
            <pc:sldMk cId="2527075345" sldId="277"/>
            <ac:spMk id="6" creationId="{3FE4D537-17AA-5044-8525-CD08C9AEE2CB}"/>
          </ac:spMkLst>
        </pc:spChg>
        <pc:picChg chg="add mod">
          <ac:chgData name="Olsson, Kristian Naoki (kno5cac)" userId="S::kno5cac@virginia.edu::b68c0803-24aa-4b0a-b1a1-d486f53718a7" providerId="AD" clId="Web-{B1E2685E-5D78-ABA8-EA6D-4C9403CC71AE}" dt="2022-06-23T18:54:56.537" v="53" actId="1076"/>
          <ac:picMkLst>
            <pc:docMk/>
            <pc:sldMk cId="2527075345" sldId="277"/>
            <ac:picMk id="2" creationId="{74B4421A-95BC-A466-5886-614D0F355905}"/>
          </ac:picMkLst>
        </pc:picChg>
      </pc:sldChg>
      <pc:sldChg chg="addSp delSp modSp add replId modNotes">
        <pc:chgData name="Olsson, Kristian Naoki (kno5cac)" userId="S::kno5cac@virginia.edu::b68c0803-24aa-4b0a-b1a1-d486f53718a7" providerId="AD" clId="Web-{B1E2685E-5D78-ABA8-EA6D-4C9403CC71AE}" dt="2022-06-24T13:22:30.866" v="563" actId="20577"/>
        <pc:sldMkLst>
          <pc:docMk/>
          <pc:sldMk cId="635092756" sldId="278"/>
        </pc:sldMkLst>
        <pc:spChg chg="mod">
          <ac:chgData name="Olsson, Kristian Naoki (kno5cac)" userId="S::kno5cac@virginia.edu::b68c0803-24aa-4b0a-b1a1-d486f53718a7" providerId="AD" clId="Web-{B1E2685E-5D78-ABA8-EA6D-4C9403CC71AE}" dt="2022-06-24T13:22:30.866" v="563" actId="20577"/>
          <ac:spMkLst>
            <pc:docMk/>
            <pc:sldMk cId="635092756" sldId="278"/>
            <ac:spMk id="4" creationId="{F9E0D3AF-7546-2942-9076-6D566FFBEBFD}"/>
          </ac:spMkLst>
        </pc:spChg>
        <pc:picChg chg="add del">
          <ac:chgData name="Olsson, Kristian Naoki (kno5cac)" userId="S::kno5cac@virginia.edu::b68c0803-24aa-4b0a-b1a1-d486f53718a7" providerId="AD" clId="Web-{B1E2685E-5D78-ABA8-EA6D-4C9403CC71AE}" dt="2022-06-23T18:55:17.506" v="62"/>
          <ac:picMkLst>
            <pc:docMk/>
            <pc:sldMk cId="635092756" sldId="278"/>
            <ac:picMk id="2" creationId="{74B4421A-95BC-A466-5886-614D0F355905}"/>
          </ac:picMkLst>
        </pc:picChg>
        <pc:picChg chg="add del mod">
          <ac:chgData name="Olsson, Kristian Naoki (kno5cac)" userId="S::kno5cac@virginia.edu::b68c0803-24aa-4b0a-b1a1-d486f53718a7" providerId="AD" clId="Web-{B1E2685E-5D78-ABA8-EA6D-4C9403CC71AE}" dt="2022-06-23T18:55:26.913" v="65" actId="1076"/>
          <ac:picMkLst>
            <pc:docMk/>
            <pc:sldMk cId="635092756" sldId="278"/>
            <ac:picMk id="3" creationId="{867F3F10-6B82-594E-7A90-BE832E7862ED}"/>
          </ac:picMkLst>
        </pc:picChg>
        <pc:picChg chg="add del mod">
          <ac:chgData name="Olsson, Kristian Naoki (kno5cac)" userId="S::kno5cac@virginia.edu::b68c0803-24aa-4b0a-b1a1-d486f53718a7" providerId="AD" clId="Web-{B1E2685E-5D78-ABA8-EA6D-4C9403CC71AE}" dt="2022-06-23T18:55:14.772" v="61"/>
          <ac:picMkLst>
            <pc:docMk/>
            <pc:sldMk cId="635092756" sldId="278"/>
            <ac:picMk id="5" creationId="{212B74E7-494A-8F9D-150D-21FF0993DE89}"/>
          </ac:picMkLst>
        </pc:picChg>
      </pc:sldChg>
      <pc:sldChg chg="addSp delSp modSp add replId modNotes">
        <pc:chgData name="Olsson, Kristian Naoki (kno5cac)" userId="S::kno5cac@virginia.edu::b68c0803-24aa-4b0a-b1a1-d486f53718a7" providerId="AD" clId="Web-{B1E2685E-5D78-ABA8-EA6D-4C9403CC71AE}" dt="2022-06-24T13:19:30.985" v="523" actId="20577"/>
        <pc:sldMkLst>
          <pc:docMk/>
          <pc:sldMk cId="3144833158" sldId="279"/>
        </pc:sldMkLst>
        <pc:spChg chg="mod">
          <ac:chgData name="Olsson, Kristian Naoki (kno5cac)" userId="S::kno5cac@virginia.edu::b68c0803-24aa-4b0a-b1a1-d486f53718a7" providerId="AD" clId="Web-{B1E2685E-5D78-ABA8-EA6D-4C9403CC71AE}" dt="2022-06-23T18:58:14.652" v="95" actId="20577"/>
          <ac:spMkLst>
            <pc:docMk/>
            <pc:sldMk cId="3144833158" sldId="279"/>
            <ac:spMk id="4" creationId="{F9E0D3AF-7546-2942-9076-6D566FFBEBFD}"/>
          </ac:spMkLst>
        </pc:spChg>
        <pc:spChg chg="del">
          <ac:chgData name="Olsson, Kristian Naoki (kno5cac)" userId="S::kno5cac@virginia.edu::b68c0803-24aa-4b0a-b1a1-d486f53718a7" providerId="AD" clId="Web-{B1E2685E-5D78-ABA8-EA6D-4C9403CC71AE}" dt="2022-06-23T18:58:15.886" v="96"/>
          <ac:spMkLst>
            <pc:docMk/>
            <pc:sldMk cId="3144833158" sldId="279"/>
            <ac:spMk id="6" creationId="{3FE4D537-17AA-5044-8525-CD08C9AEE2CB}"/>
          </ac:spMkLst>
        </pc:spChg>
        <pc:spChg chg="add del">
          <ac:chgData name="Olsson, Kristian Naoki (kno5cac)" userId="S::kno5cac@virginia.edu::b68c0803-24aa-4b0a-b1a1-d486f53718a7" providerId="AD" clId="Web-{B1E2685E-5D78-ABA8-EA6D-4C9403CC71AE}" dt="2022-06-23T19:04:15.428" v="244"/>
          <ac:spMkLst>
            <pc:docMk/>
            <pc:sldMk cId="3144833158" sldId="279"/>
            <ac:spMk id="1996" creationId="{42DE8E1C-F85E-B194-0F27-691D2E9CC4A5}"/>
          </ac:spMkLst>
        </pc:spChg>
        <pc:spChg chg="add del mod">
          <ac:chgData name="Olsson, Kristian Naoki (kno5cac)" userId="S::kno5cac@virginia.edu::b68c0803-24aa-4b0a-b1a1-d486f53718a7" providerId="AD" clId="Web-{B1E2685E-5D78-ABA8-EA6D-4C9403CC71AE}" dt="2022-06-23T19:04:39.148" v="248"/>
          <ac:spMkLst>
            <pc:docMk/>
            <pc:sldMk cId="3144833158" sldId="279"/>
            <ac:spMk id="2011" creationId="{3C12C0BB-3DD9-4C36-727C-6FD4949C38D2}"/>
          </ac:spMkLst>
        </pc:spChg>
        <pc:spChg chg="add del">
          <ac:chgData name="Olsson, Kristian Naoki (kno5cac)" userId="S::kno5cac@virginia.edu::b68c0803-24aa-4b0a-b1a1-d486f53718a7" providerId="AD" clId="Web-{B1E2685E-5D78-ABA8-EA6D-4C9403CC71AE}" dt="2022-06-23T19:11:02.018" v="266"/>
          <ac:spMkLst>
            <pc:docMk/>
            <pc:sldMk cId="3144833158" sldId="279"/>
            <ac:spMk id="2040" creationId="{3BD9D8BA-3A7A-A434-DBA8-5CE73CD230ED}"/>
          </ac:spMkLst>
        </pc:spChg>
        <pc:spChg chg="add mod">
          <ac:chgData name="Olsson, Kristian Naoki (kno5cac)" userId="S::kno5cac@virginia.edu::b68c0803-24aa-4b0a-b1a1-d486f53718a7" providerId="AD" clId="Web-{B1E2685E-5D78-ABA8-EA6D-4C9403CC71AE}" dt="2022-06-23T19:13:18.366" v="309" actId="14100"/>
          <ac:spMkLst>
            <pc:docMk/>
            <pc:sldMk cId="3144833158" sldId="279"/>
            <ac:spMk id="2097" creationId="{B6932C0A-4C64-DE99-41E5-CBDE67138730}"/>
          </ac:spMkLst>
        </pc:spChg>
        <pc:spChg chg="add del">
          <ac:chgData name="Olsson, Kristian Naoki (kno5cac)" userId="S::kno5cac@virginia.edu::b68c0803-24aa-4b0a-b1a1-d486f53718a7" providerId="AD" clId="Web-{B1E2685E-5D78-ABA8-EA6D-4C9403CC71AE}" dt="2022-06-23T19:12:25.880" v="284"/>
          <ac:spMkLst>
            <pc:docMk/>
            <pc:sldMk cId="3144833158" sldId="279"/>
            <ac:spMk id="2168" creationId="{AA79F5E1-1931-00D5-FEB3-C4DF9039C349}"/>
          </ac:spMkLst>
        </pc:spChg>
        <pc:graphicFrameChg chg="add del mod modGraphic">
          <ac:chgData name="Olsson, Kristian Naoki (kno5cac)" userId="S::kno5cac@virginia.edu::b68c0803-24aa-4b0a-b1a1-d486f53718a7" providerId="AD" clId="Web-{B1E2685E-5D78-ABA8-EA6D-4C9403CC71AE}" dt="2022-06-23T19:00:13.812" v="100"/>
          <ac:graphicFrameMkLst>
            <pc:docMk/>
            <pc:sldMk cId="3144833158" sldId="279"/>
            <ac:graphicFrameMk id="2" creationId="{659A2674-0FD6-FCEB-31F6-C5CCDA352CC3}"/>
          </ac:graphicFrameMkLst>
        </pc:graphicFrameChg>
        <pc:graphicFrameChg chg="add del">
          <ac:chgData name="Olsson, Kristian Naoki (kno5cac)" userId="S::kno5cac@virginia.edu::b68c0803-24aa-4b0a-b1a1-d486f53718a7" providerId="AD" clId="Web-{B1E2685E-5D78-ABA8-EA6D-4C9403CC71AE}" dt="2022-06-23T18:59:39.248" v="99"/>
          <ac:graphicFrameMkLst>
            <pc:docMk/>
            <pc:sldMk cId="3144833158" sldId="279"/>
            <ac:graphicFrameMk id="11" creationId="{AE06A752-94FF-4D24-72D1-3AA17F3F1F98}"/>
          </ac:graphicFrameMkLst>
        </pc:graphicFrameChg>
        <pc:graphicFrameChg chg="add mod modGraphic">
          <ac:chgData name="Olsson, Kristian Naoki (kno5cac)" userId="S::kno5cac@virginia.edu::b68c0803-24aa-4b0a-b1a1-d486f53718a7" providerId="AD" clId="Web-{B1E2685E-5D78-ABA8-EA6D-4C9403CC71AE}" dt="2022-06-24T13:19:30.985" v="523" actId="20577"/>
          <ac:graphicFrameMkLst>
            <pc:docMk/>
            <pc:sldMk cId="3144833158" sldId="279"/>
            <ac:graphicFrameMk id="24" creationId="{80A8F3DB-966E-E12D-0C2C-EACCA914F483}"/>
          </ac:graphicFrameMkLst>
        </pc:graphicFrameChg>
        <pc:graphicFrameChg chg="add mod modGraphic">
          <ac:chgData name="Olsson, Kristian Naoki (kno5cac)" userId="S::kno5cac@virginia.edu::b68c0803-24aa-4b0a-b1a1-d486f53718a7" providerId="AD" clId="Web-{B1E2685E-5D78-ABA8-EA6D-4C9403CC71AE}" dt="2022-06-23T19:16:25.090" v="330"/>
          <ac:graphicFrameMkLst>
            <pc:docMk/>
            <pc:sldMk cId="3144833158" sldId="279"/>
            <ac:graphicFrameMk id="2169" creationId="{6707F930-A6D4-C452-B5B2-20B98D77A700}"/>
          </ac:graphicFrameMkLst>
        </pc:graphicFrameChg>
      </pc:sldChg>
      <pc:sldChg chg="modSp add replId">
        <pc:chgData name="Olsson, Kristian Naoki (kno5cac)" userId="S::kno5cac@virginia.edu::b68c0803-24aa-4b0a-b1a1-d486f53718a7" providerId="AD" clId="Web-{B1E2685E-5D78-ABA8-EA6D-4C9403CC71AE}" dt="2022-06-24T15:05:10.729" v="632" actId="20577"/>
        <pc:sldMkLst>
          <pc:docMk/>
          <pc:sldMk cId="4150080109" sldId="280"/>
        </pc:sldMkLst>
        <pc:spChg chg="mod">
          <ac:chgData name="Olsson, Kristian Naoki (kno5cac)" userId="S::kno5cac@virginia.edu::b68c0803-24aa-4b0a-b1a1-d486f53718a7" providerId="AD" clId="Web-{B1E2685E-5D78-ABA8-EA6D-4C9403CC71AE}" dt="2022-06-24T15:05:10.729" v="632" actId="20577"/>
          <ac:spMkLst>
            <pc:docMk/>
            <pc:sldMk cId="4150080109" sldId="280"/>
            <ac:spMk id="6" creationId="{3FE4D537-17AA-5044-8525-CD08C9AEE2CB}"/>
          </ac:spMkLst>
        </pc:spChg>
      </pc:sldChg>
      <pc:sldChg chg="add del replId">
        <pc:chgData name="Olsson, Kristian Naoki (kno5cac)" userId="S::kno5cac@virginia.edu::b68c0803-24aa-4b0a-b1a1-d486f53718a7" providerId="AD" clId="Web-{B1E2685E-5D78-ABA8-EA6D-4C9403CC71AE}" dt="2022-06-23T19:12:30.036" v="286"/>
        <pc:sldMkLst>
          <pc:docMk/>
          <pc:sldMk cId="3796813843" sldId="281"/>
        </pc:sldMkLst>
      </pc:sldChg>
      <pc:sldChg chg="modSp del">
        <pc:chgData name="Olsson, Kristian Naoki (kno5cac)" userId="S::kno5cac@virginia.edu::b68c0803-24aa-4b0a-b1a1-d486f53718a7" providerId="AD" clId="Web-{B1E2685E-5D78-ABA8-EA6D-4C9403CC71AE}" dt="2022-06-24T13:23:34.228" v="581"/>
        <pc:sldMkLst>
          <pc:docMk/>
          <pc:sldMk cId="3928671011" sldId="281"/>
        </pc:sldMkLst>
        <pc:spChg chg="mod">
          <ac:chgData name="Olsson, Kristian Naoki (kno5cac)" userId="S::kno5cac@virginia.edu::b68c0803-24aa-4b0a-b1a1-d486f53718a7" providerId="AD" clId="Web-{B1E2685E-5D78-ABA8-EA6D-4C9403CC71AE}" dt="2022-06-24T13:14:27.661" v="493" actId="20577"/>
          <ac:spMkLst>
            <pc:docMk/>
            <pc:sldMk cId="3928671011" sldId="281"/>
            <ac:spMk id="3" creationId="{57C8A6A2-D2FC-D3DB-840E-8C1C8D844B19}"/>
          </ac:spMkLst>
        </pc:spChg>
      </pc:sldChg>
      <pc:sldChg chg="addSp delSp modSp add replId modNotes">
        <pc:chgData name="Olsson, Kristian Naoki (kno5cac)" userId="S::kno5cac@virginia.edu::b68c0803-24aa-4b0a-b1a1-d486f53718a7" providerId="AD" clId="Web-{B1E2685E-5D78-ABA8-EA6D-4C9403CC71AE}" dt="2022-06-24T13:35:21.021" v="617" actId="20577"/>
        <pc:sldMkLst>
          <pc:docMk/>
          <pc:sldMk cId="2481964168" sldId="282"/>
        </pc:sldMkLst>
        <pc:graphicFrameChg chg="del">
          <ac:chgData name="Olsson, Kristian Naoki (kno5cac)" userId="S::kno5cac@virginia.edu::b68c0803-24aa-4b0a-b1a1-d486f53718a7" providerId="AD" clId="Web-{B1E2685E-5D78-ABA8-EA6D-4C9403CC71AE}" dt="2022-06-24T13:35:15.380" v="609"/>
          <ac:graphicFrameMkLst>
            <pc:docMk/>
            <pc:sldMk cId="2481964168" sldId="282"/>
            <ac:graphicFrameMk id="24" creationId="{80A8F3DB-966E-E12D-0C2C-EACCA914F483}"/>
          </ac:graphicFrameMkLst>
        </pc:graphicFrameChg>
        <pc:graphicFrameChg chg="add modGraphic">
          <ac:chgData name="Olsson, Kristian Naoki (kno5cac)" userId="S::kno5cac@virginia.edu::b68c0803-24aa-4b0a-b1a1-d486f53718a7" providerId="AD" clId="Web-{B1E2685E-5D78-ABA8-EA6D-4C9403CC71AE}" dt="2022-06-24T13:35:21.021" v="617" actId="20577"/>
          <ac:graphicFrameMkLst>
            <pc:docMk/>
            <pc:sldMk cId="2481964168" sldId="282"/>
            <ac:graphicFrameMk id="2268" creationId="{FDE401D5-4467-9A17-F110-4D89FAA4A6A9}"/>
          </ac:graphicFrameMkLst>
        </pc:graphicFrameChg>
      </pc:sldChg>
      <pc:sldChg chg="modSp add del replId">
        <pc:chgData name="Olsson, Kristian Naoki (kno5cac)" userId="S::kno5cac@virginia.edu::b68c0803-24aa-4b0a-b1a1-d486f53718a7" providerId="AD" clId="Web-{B1E2685E-5D78-ABA8-EA6D-4C9403CC71AE}" dt="2022-06-24T13:16:25.071" v="512"/>
        <pc:sldMkLst>
          <pc:docMk/>
          <pc:sldMk cId="1899523571" sldId="283"/>
        </pc:sldMkLst>
        <pc:spChg chg="mod">
          <ac:chgData name="Olsson, Kristian Naoki (kno5cac)" userId="S::kno5cac@virginia.edu::b68c0803-24aa-4b0a-b1a1-d486f53718a7" providerId="AD" clId="Web-{B1E2685E-5D78-ABA8-EA6D-4C9403CC71AE}" dt="2022-06-24T13:16:17.118" v="511" actId="20577"/>
          <ac:spMkLst>
            <pc:docMk/>
            <pc:sldMk cId="1899523571" sldId="283"/>
            <ac:spMk id="7" creationId="{D6948468-97B0-B34A-B963-1C6DAC7BCCA4}"/>
          </ac:spMkLst>
        </pc:spChg>
      </pc:sldChg>
      <pc:sldChg chg="modSp add del ord replId modNotes">
        <pc:chgData name="Olsson, Kristian Naoki (kno5cac)" userId="S::kno5cac@virginia.edu::b68c0803-24aa-4b0a-b1a1-d486f53718a7" providerId="AD" clId="Web-{B1E2685E-5D78-ABA8-EA6D-4C9403CC71AE}" dt="2022-06-24T13:55:55.161" v="628"/>
        <pc:sldMkLst>
          <pc:docMk/>
          <pc:sldMk cId="2336299145" sldId="283"/>
        </pc:sldMkLst>
        <pc:graphicFrameChg chg="modGraphic">
          <ac:chgData name="Olsson, Kristian Naoki (kno5cac)" userId="S::kno5cac@virginia.edu::b68c0803-24aa-4b0a-b1a1-d486f53718a7" providerId="AD" clId="Web-{B1E2685E-5D78-ABA8-EA6D-4C9403CC71AE}" dt="2022-06-24T13:35:34.959" v="622" actId="20577"/>
          <ac:graphicFrameMkLst>
            <pc:docMk/>
            <pc:sldMk cId="2336299145" sldId="283"/>
            <ac:graphicFrameMk id="24" creationId="{80A8F3DB-966E-E12D-0C2C-EACCA914F483}"/>
          </ac:graphicFrameMkLst>
        </pc:graphicFrameChg>
      </pc:sldChg>
      <pc:sldChg chg="addSp delSp modSp add ord replId">
        <pc:chgData name="Olsson, Kristian Naoki (kno5cac)" userId="S::kno5cac@virginia.edu::b68c0803-24aa-4b0a-b1a1-d486f53718a7" providerId="AD" clId="Web-{B1E2685E-5D78-ABA8-EA6D-4C9403CC71AE}" dt="2022-06-24T13:22:34.101" v="567" actId="20577"/>
        <pc:sldMkLst>
          <pc:docMk/>
          <pc:sldMk cId="2843534582" sldId="284"/>
        </pc:sldMkLst>
        <pc:spChg chg="add mod">
          <ac:chgData name="Olsson, Kristian Naoki (kno5cac)" userId="S::kno5cac@virginia.edu::b68c0803-24aa-4b0a-b1a1-d486f53718a7" providerId="AD" clId="Web-{B1E2685E-5D78-ABA8-EA6D-4C9403CC71AE}" dt="2022-06-24T13:21:34.692" v="542" actId="14100"/>
          <ac:spMkLst>
            <pc:docMk/>
            <pc:sldMk cId="2843534582" sldId="284"/>
            <ac:spMk id="3" creationId="{F0A6872D-6E15-FC28-26D3-61C426992A26}"/>
          </ac:spMkLst>
        </pc:spChg>
        <pc:spChg chg="mod">
          <ac:chgData name="Olsson, Kristian Naoki (kno5cac)" userId="S::kno5cac@virginia.edu::b68c0803-24aa-4b0a-b1a1-d486f53718a7" providerId="AD" clId="Web-{B1E2685E-5D78-ABA8-EA6D-4C9403CC71AE}" dt="2022-06-24T13:22:34.101" v="567" actId="20577"/>
          <ac:spMkLst>
            <pc:docMk/>
            <pc:sldMk cId="2843534582" sldId="284"/>
            <ac:spMk id="4" creationId="{F9E0D3AF-7546-2942-9076-6D566FFBEBFD}"/>
          </ac:spMkLst>
        </pc:spChg>
        <pc:spChg chg="add del">
          <ac:chgData name="Olsson, Kristian Naoki (kno5cac)" userId="S::kno5cac@virginia.edu::b68c0803-24aa-4b0a-b1a1-d486f53718a7" providerId="AD" clId="Web-{B1E2685E-5D78-ABA8-EA6D-4C9403CC71AE}" dt="2022-06-24T13:20:54.035" v="533"/>
          <ac:spMkLst>
            <pc:docMk/>
            <pc:sldMk cId="2843534582" sldId="284"/>
            <ac:spMk id="5" creationId="{A4299A34-6113-9A73-E187-AA7BAB5FF12E}"/>
          </ac:spMkLst>
        </pc:spChg>
        <pc:spChg chg="add mod">
          <ac:chgData name="Olsson, Kristian Naoki (kno5cac)" userId="S::kno5cac@virginia.edu::b68c0803-24aa-4b0a-b1a1-d486f53718a7" providerId="AD" clId="Web-{B1E2685E-5D78-ABA8-EA6D-4C9403CC71AE}" dt="2022-06-24T13:21:44.427" v="544" actId="1076"/>
          <ac:spMkLst>
            <pc:docMk/>
            <pc:sldMk cId="2843534582" sldId="284"/>
            <ac:spMk id="6" creationId="{19A17230-834D-B772-56ED-67ACDFDFF2B4}"/>
          </ac:spMkLst>
        </pc:spChg>
      </pc:sldChg>
      <pc:sldChg chg="modSp add replId modNotes">
        <pc:chgData name="Olsson, Kristian Naoki (kno5cac)" userId="S::kno5cac@virginia.edu::b68c0803-24aa-4b0a-b1a1-d486f53718a7" providerId="AD" clId="Web-{B1E2685E-5D78-ABA8-EA6D-4C9403CC71AE}" dt="2022-06-24T13:25:52.483" v="601" actId="20577"/>
        <pc:sldMkLst>
          <pc:docMk/>
          <pc:sldMk cId="2905983056" sldId="285"/>
        </pc:sldMkLst>
        <pc:spChg chg="mod">
          <ac:chgData name="Olsson, Kristian Naoki (kno5cac)" userId="S::kno5cac@virginia.edu::b68c0803-24aa-4b0a-b1a1-d486f53718a7" providerId="AD" clId="Web-{B1E2685E-5D78-ABA8-EA6D-4C9403CC71AE}" dt="2022-06-24T13:25:31.842" v="589" actId="20577"/>
          <ac:spMkLst>
            <pc:docMk/>
            <pc:sldMk cId="2905983056" sldId="285"/>
            <ac:spMk id="4" creationId="{F9E0D3AF-7546-2942-9076-6D566FFBEBFD}"/>
          </ac:spMkLst>
        </pc:spChg>
        <pc:spChg chg="mod">
          <ac:chgData name="Olsson, Kristian Naoki (kno5cac)" userId="S::kno5cac@virginia.edu::b68c0803-24aa-4b0a-b1a1-d486f53718a7" providerId="AD" clId="Web-{B1E2685E-5D78-ABA8-EA6D-4C9403CC71AE}" dt="2022-06-24T13:25:52.483" v="601" actId="20577"/>
          <ac:spMkLst>
            <pc:docMk/>
            <pc:sldMk cId="2905983056" sldId="285"/>
            <ac:spMk id="6" creationId="{3FE4D537-17AA-5044-8525-CD08C9AEE2CB}"/>
          </ac:spMkLst>
        </pc:spChg>
      </pc:sldChg>
    </pc:docChg>
  </pc:docChgLst>
  <pc:docChgLst>
    <pc:chgData name="Olsson, Kristian Naoki (kno5cac)" userId="S::kno5cac@virginia.edu::b68c0803-24aa-4b0a-b1a1-d486f53718a7" providerId="AD" clId="Web-{E18AA92C-CB12-B236-2328-DC92D231EE20}"/>
    <pc:docChg chg="modSld">
      <pc:chgData name="Olsson, Kristian Naoki (kno5cac)" userId="S::kno5cac@virginia.edu::b68c0803-24aa-4b0a-b1a1-d486f53718a7" providerId="AD" clId="Web-{E18AA92C-CB12-B236-2328-DC92D231EE20}" dt="2022-06-27T02:01:43.304" v="56"/>
      <pc:docMkLst>
        <pc:docMk/>
      </pc:docMkLst>
      <pc:sldChg chg="addSp delSp modSp">
        <pc:chgData name="Olsson, Kristian Naoki (kno5cac)" userId="S::kno5cac@virginia.edu::b68c0803-24aa-4b0a-b1a1-d486f53718a7" providerId="AD" clId="Web-{E18AA92C-CB12-B236-2328-DC92D231EE20}" dt="2022-06-27T02:01:43.304" v="56"/>
        <pc:sldMkLst>
          <pc:docMk/>
          <pc:sldMk cId="2843534582" sldId="284"/>
        </pc:sldMkLst>
        <pc:spChg chg="mod">
          <ac:chgData name="Olsson, Kristian Naoki (kno5cac)" userId="S::kno5cac@virginia.edu::b68c0803-24aa-4b0a-b1a1-d486f53718a7" providerId="AD" clId="Web-{E18AA92C-CB12-B236-2328-DC92D231EE20}" dt="2022-06-27T01:57:06.170" v="24" actId="14100"/>
          <ac:spMkLst>
            <pc:docMk/>
            <pc:sldMk cId="2843534582" sldId="284"/>
            <ac:spMk id="3" creationId="{F0A6872D-6E15-FC28-26D3-61C426992A26}"/>
          </ac:spMkLst>
        </pc:spChg>
        <pc:spChg chg="add del mod">
          <ac:chgData name="Olsson, Kristian Naoki (kno5cac)" userId="S::kno5cac@virginia.edu::b68c0803-24aa-4b0a-b1a1-d486f53718a7" providerId="AD" clId="Web-{E18AA92C-CB12-B236-2328-DC92D231EE20}" dt="2022-06-27T01:57:44.218" v="32"/>
          <ac:spMkLst>
            <pc:docMk/>
            <pc:sldMk cId="2843534582" sldId="284"/>
            <ac:spMk id="5" creationId="{5652DD83-1D5D-EE03-1D56-9D5918E9738F}"/>
          </ac:spMkLst>
        </pc:spChg>
        <pc:spChg chg="mod">
          <ac:chgData name="Olsson, Kristian Naoki (kno5cac)" userId="S::kno5cac@virginia.edu::b68c0803-24aa-4b0a-b1a1-d486f53718a7" providerId="AD" clId="Web-{E18AA92C-CB12-B236-2328-DC92D231EE20}" dt="2022-06-27T01:57:03.326" v="23" actId="14100"/>
          <ac:spMkLst>
            <pc:docMk/>
            <pc:sldMk cId="2843534582" sldId="284"/>
            <ac:spMk id="6" creationId="{19A17230-834D-B772-56ED-67ACDFDFF2B4}"/>
          </ac:spMkLst>
        </pc:spChg>
        <pc:spChg chg="add mod">
          <ac:chgData name="Olsson, Kristian Naoki (kno5cac)" userId="S::kno5cac@virginia.edu::b68c0803-24aa-4b0a-b1a1-d486f53718a7" providerId="AD" clId="Web-{E18AA92C-CB12-B236-2328-DC92D231EE20}" dt="2022-06-27T01:57:54.797" v="37" actId="14100"/>
          <ac:spMkLst>
            <pc:docMk/>
            <pc:sldMk cId="2843534582" sldId="284"/>
            <ac:spMk id="8" creationId="{530933D0-3234-5FEF-F695-30BE3E0CC5C9}"/>
          </ac:spMkLst>
        </pc:spChg>
        <pc:spChg chg="add mod">
          <ac:chgData name="Olsson, Kristian Naoki (kno5cac)" userId="S::kno5cac@virginia.edu::b68c0803-24aa-4b0a-b1a1-d486f53718a7" providerId="AD" clId="Web-{E18AA92C-CB12-B236-2328-DC92D231EE20}" dt="2022-06-27T02:00:29.521" v="48" actId="20577"/>
          <ac:spMkLst>
            <pc:docMk/>
            <pc:sldMk cId="2843534582" sldId="284"/>
            <ac:spMk id="9" creationId="{74333723-2D31-6EFC-6259-B014FB15DA4F}"/>
          </ac:spMkLst>
        </pc:spChg>
        <pc:picChg chg="mod">
          <ac:chgData name="Olsson, Kristian Naoki (kno5cac)" userId="S::kno5cac@virginia.edu::b68c0803-24aa-4b0a-b1a1-d486f53718a7" providerId="AD" clId="Web-{E18AA92C-CB12-B236-2328-DC92D231EE20}" dt="2022-06-27T01:57:21.233" v="29" actId="1076"/>
          <ac:picMkLst>
            <pc:docMk/>
            <pc:sldMk cId="2843534582" sldId="284"/>
            <ac:picMk id="2" creationId="{74B4421A-95BC-A466-5886-614D0F355905}"/>
          </ac:picMkLst>
        </pc:picChg>
        <pc:picChg chg="add del mod modCrop">
          <ac:chgData name="Olsson, Kristian Naoki (kno5cac)" userId="S::kno5cac@virginia.edu::b68c0803-24aa-4b0a-b1a1-d486f53718a7" providerId="AD" clId="Web-{E18AA92C-CB12-B236-2328-DC92D231EE20}" dt="2022-06-27T02:01:43.304" v="56"/>
          <ac:picMkLst>
            <pc:docMk/>
            <pc:sldMk cId="2843534582" sldId="284"/>
            <ac:picMk id="10" creationId="{A6422651-5ABF-8143-25C5-ABDA27A13AA9}"/>
          </ac:picMkLst>
        </pc:picChg>
      </pc:sldChg>
    </pc:docChg>
  </pc:docChgLst>
  <pc:docChgLst>
    <pc:chgData name="Cates, Donovan Charles (dcc7ffm)" userId="S::dcc7ffm@virginia.edu::abd4fde6-720c-4b0c-b9e3-7ae669d32c20" providerId="AD" clId="Web-{1B63CF6C-A3DD-452D-BE13-5A8B3C255875}"/>
    <pc:docChg chg="mod addSld delSld modSld sldOrd addMainMaster delMainMaster modMainMaster setSldSz">
      <pc:chgData name="Cates, Donovan Charles (dcc7ffm)" userId="S::dcc7ffm@virginia.edu::abd4fde6-720c-4b0c-b9e3-7ae669d32c20" providerId="AD" clId="Web-{1B63CF6C-A3DD-452D-BE13-5A8B3C255875}" dt="2022-06-27T04:24:07.913" v="1029"/>
      <pc:docMkLst>
        <pc:docMk/>
      </pc:docMkLst>
      <pc:sldChg chg="modSp del mod modClrScheme chgLayout">
        <pc:chgData name="Cates, Donovan Charles (dcc7ffm)" userId="S::dcc7ffm@virginia.edu::abd4fde6-720c-4b0c-b9e3-7ae669d32c20" providerId="AD" clId="Web-{1B63CF6C-A3DD-452D-BE13-5A8B3C255875}" dt="2022-06-23T15:08:02.545" v="183"/>
        <pc:sldMkLst>
          <pc:docMk/>
          <pc:sldMk cId="109857222" sldId="256"/>
        </pc:sldMkLst>
        <pc:spChg chg="mod ord">
          <ac:chgData name="Cates, Donovan Charles (dcc7ffm)" userId="S::dcc7ffm@virginia.edu::abd4fde6-720c-4b0c-b9e3-7ae669d32c20" providerId="AD" clId="Web-{1B63CF6C-A3DD-452D-BE13-5A8B3C255875}" dt="2022-06-23T15:01:31.872" v="58"/>
          <ac:spMkLst>
            <pc:docMk/>
            <pc:sldMk cId="109857222" sldId="256"/>
            <ac:spMk id="2" creationId="{00000000-0000-0000-0000-000000000000}"/>
          </ac:spMkLst>
        </pc:spChg>
        <pc:spChg chg="mod ord">
          <ac:chgData name="Cates, Donovan Charles (dcc7ffm)" userId="S::dcc7ffm@virginia.edu::abd4fde6-720c-4b0c-b9e3-7ae669d32c20" providerId="AD" clId="Web-{1B63CF6C-A3DD-452D-BE13-5A8B3C255875}" dt="2022-06-23T15:01:32.950" v="59"/>
          <ac:spMkLst>
            <pc:docMk/>
            <pc:sldMk cId="109857222" sldId="256"/>
            <ac:spMk id="3" creationId="{00000000-0000-0000-0000-000000000000}"/>
          </ac:spMkLst>
        </pc:spChg>
      </pc:sldChg>
      <pc:sldChg chg="modSp add mod ord modClrScheme chgLayout">
        <pc:chgData name="Cates, Donovan Charles (dcc7ffm)" userId="S::dcc7ffm@virginia.edu::abd4fde6-720c-4b0c-b9e3-7ae669d32c20" providerId="AD" clId="Web-{1B63CF6C-A3DD-452D-BE13-5A8B3C255875}" dt="2022-06-23T15:07:56.061" v="182" actId="1076"/>
        <pc:sldMkLst>
          <pc:docMk/>
          <pc:sldMk cId="4187058882" sldId="257"/>
        </pc:sldMkLst>
        <pc:spChg chg="mod ord">
          <ac:chgData name="Cates, Donovan Charles (dcc7ffm)" userId="S::dcc7ffm@virginia.edu::abd4fde6-720c-4b0c-b9e3-7ae669d32c20" providerId="AD" clId="Web-{1B63CF6C-A3DD-452D-BE13-5A8B3C255875}" dt="2022-06-23T15:07:33.341" v="180" actId="20577"/>
          <ac:spMkLst>
            <pc:docMk/>
            <pc:sldMk cId="4187058882" sldId="257"/>
            <ac:spMk id="3" creationId="{00000000-0000-0000-0000-000000000000}"/>
          </ac:spMkLst>
        </pc:spChg>
        <pc:spChg chg="mod">
          <ac:chgData name="Cates, Donovan Charles (dcc7ffm)" userId="S::dcc7ffm@virginia.edu::abd4fde6-720c-4b0c-b9e3-7ae669d32c20" providerId="AD" clId="Web-{1B63CF6C-A3DD-452D-BE13-5A8B3C255875}" dt="2022-06-23T15:07:48.201" v="181" actId="1076"/>
          <ac:spMkLst>
            <pc:docMk/>
            <pc:sldMk cId="4187058882" sldId="257"/>
            <ac:spMk id="8" creationId="{00000000-0000-0000-0000-000000000000}"/>
          </ac:spMkLst>
        </pc:spChg>
        <pc:spChg chg="mod ord">
          <ac:chgData name="Cates, Donovan Charles (dcc7ffm)" userId="S::dcc7ffm@virginia.edu::abd4fde6-720c-4b0c-b9e3-7ae669d32c20" providerId="AD" clId="Web-{1B63CF6C-A3DD-452D-BE13-5A8B3C255875}" dt="2022-06-23T15:06:34.088" v="172" actId="1076"/>
          <ac:spMkLst>
            <pc:docMk/>
            <pc:sldMk cId="4187058882" sldId="257"/>
            <ac:spMk id="9" creationId="{766C0E0B-82DE-4143-9051-3C2038424B44}"/>
          </ac:spMkLst>
        </pc:spChg>
        <pc:picChg chg="mod">
          <ac:chgData name="Cates, Donovan Charles (dcc7ffm)" userId="S::dcc7ffm@virginia.edu::abd4fde6-720c-4b0c-b9e3-7ae669d32c20" providerId="AD" clId="Web-{1B63CF6C-A3DD-452D-BE13-5A8B3C255875}" dt="2022-06-23T15:07:56.061" v="182" actId="1076"/>
          <ac:picMkLst>
            <pc:docMk/>
            <pc:sldMk cId="4187058882" sldId="257"/>
            <ac:picMk id="6" creationId="{BB0FEE16-DE78-9346-8ADF-76D30FD1A43C}"/>
          </ac:picMkLst>
        </pc:picChg>
      </pc:sldChg>
      <pc:sldChg chg="modSp add mod modClrScheme chgLayout">
        <pc:chgData name="Cates, Donovan Charles (dcc7ffm)" userId="S::dcc7ffm@virginia.edu::abd4fde6-720c-4b0c-b9e3-7ae669d32c20" providerId="AD" clId="Web-{1B63CF6C-A3DD-452D-BE13-5A8B3C255875}" dt="2022-06-24T13:25:11.734" v="567" actId="1076"/>
        <pc:sldMkLst>
          <pc:docMk/>
          <pc:sldMk cId="4042074768" sldId="258"/>
        </pc:sldMkLst>
        <pc:spChg chg="mod">
          <ac:chgData name="Cates, Donovan Charles (dcc7ffm)" userId="S::dcc7ffm@virginia.edu::abd4fde6-720c-4b0c-b9e3-7ae669d32c20" providerId="AD" clId="Web-{1B63CF6C-A3DD-452D-BE13-5A8B3C255875}" dt="2022-06-23T15:01:32.950" v="59"/>
          <ac:spMkLst>
            <pc:docMk/>
            <pc:sldMk cId="4042074768" sldId="258"/>
            <ac:spMk id="4" creationId="{F9E0D3AF-7546-2942-9076-6D566FFBEBFD}"/>
          </ac:spMkLst>
        </pc:spChg>
        <pc:spChg chg="mod">
          <ac:chgData name="Cates, Donovan Charles (dcc7ffm)" userId="S::dcc7ffm@virginia.edu::abd4fde6-720c-4b0c-b9e3-7ae669d32c20" providerId="AD" clId="Web-{1B63CF6C-A3DD-452D-BE13-5A8B3C255875}" dt="2022-06-24T13:25:11.734" v="567" actId="1076"/>
          <ac:spMkLst>
            <pc:docMk/>
            <pc:sldMk cId="4042074768" sldId="258"/>
            <ac:spMk id="6" creationId="{3FE4D537-17AA-5044-8525-CD08C9AEE2CB}"/>
          </ac:spMkLst>
        </pc:spChg>
      </pc:sldChg>
      <pc:sldChg chg="modSp add mod modClrScheme chgLayout">
        <pc:chgData name="Cates, Donovan Charles (dcc7ffm)" userId="S::dcc7ffm@virginia.edu::abd4fde6-720c-4b0c-b9e3-7ae669d32c20" providerId="AD" clId="Web-{1B63CF6C-A3DD-452D-BE13-5A8B3C255875}" dt="2022-06-27T03:04:00.597" v="901" actId="20577"/>
        <pc:sldMkLst>
          <pc:docMk/>
          <pc:sldMk cId="831948312" sldId="259"/>
        </pc:sldMkLst>
        <pc:spChg chg="mod">
          <ac:chgData name="Cates, Donovan Charles (dcc7ffm)" userId="S::dcc7ffm@virginia.edu::abd4fde6-720c-4b0c-b9e3-7ae669d32c20" providerId="AD" clId="Web-{1B63CF6C-A3DD-452D-BE13-5A8B3C255875}" dt="2022-06-23T15:01:32.950" v="59"/>
          <ac:spMkLst>
            <pc:docMk/>
            <pc:sldMk cId="831948312" sldId="259"/>
            <ac:spMk id="4" creationId="{C86AD8B7-B804-0D47-82D8-B28BBA127E5E}"/>
          </ac:spMkLst>
        </pc:spChg>
        <pc:spChg chg="mod">
          <ac:chgData name="Cates, Donovan Charles (dcc7ffm)" userId="S::dcc7ffm@virginia.edu::abd4fde6-720c-4b0c-b9e3-7ae669d32c20" providerId="AD" clId="Web-{1B63CF6C-A3DD-452D-BE13-5A8B3C255875}" dt="2022-06-27T03:04:00.597" v="901" actId="20577"/>
          <ac:spMkLst>
            <pc:docMk/>
            <pc:sldMk cId="831948312" sldId="259"/>
            <ac:spMk id="5" creationId="{00949F1F-7FA6-1E4D-A61B-9C108F16712D}"/>
          </ac:spMkLst>
        </pc:spChg>
      </pc:sldChg>
      <pc:sldChg chg="modSp add mod modClrScheme chgLayout">
        <pc:chgData name="Cates, Donovan Charles (dcc7ffm)" userId="S::dcc7ffm@virginia.edu::abd4fde6-720c-4b0c-b9e3-7ae669d32c20" providerId="AD" clId="Web-{1B63CF6C-A3DD-452D-BE13-5A8B3C255875}" dt="2022-06-23T15:01:32.950" v="59"/>
        <pc:sldMkLst>
          <pc:docMk/>
          <pc:sldMk cId="2446375680" sldId="260"/>
        </pc:sldMkLst>
        <pc:spChg chg="mod">
          <ac:chgData name="Cates, Donovan Charles (dcc7ffm)" userId="S::dcc7ffm@virginia.edu::abd4fde6-720c-4b0c-b9e3-7ae669d32c20" providerId="AD" clId="Web-{1B63CF6C-A3DD-452D-BE13-5A8B3C255875}" dt="2022-06-23T15:01:32.950" v="59"/>
          <ac:spMkLst>
            <pc:docMk/>
            <pc:sldMk cId="2446375680" sldId="260"/>
            <ac:spMk id="6" creationId="{78773773-ADFD-5E44-A7C0-6E74D45C9BEE}"/>
          </ac:spMkLst>
        </pc:spChg>
        <pc:spChg chg="mod">
          <ac:chgData name="Cates, Donovan Charles (dcc7ffm)" userId="S::dcc7ffm@virginia.edu::abd4fde6-720c-4b0c-b9e3-7ae669d32c20" providerId="AD" clId="Web-{1B63CF6C-A3DD-452D-BE13-5A8B3C255875}" dt="2022-06-23T15:01:32.950" v="59"/>
          <ac:spMkLst>
            <pc:docMk/>
            <pc:sldMk cId="2446375680" sldId="260"/>
            <ac:spMk id="8" creationId="{3B68FA80-9F92-7B4B-BAEB-F8BC8B7AA6FD}"/>
          </ac:spMkLst>
        </pc:spChg>
        <pc:picChg chg="mod">
          <ac:chgData name="Cates, Donovan Charles (dcc7ffm)" userId="S::dcc7ffm@virginia.edu::abd4fde6-720c-4b0c-b9e3-7ae669d32c20" providerId="AD" clId="Web-{1B63CF6C-A3DD-452D-BE13-5A8B3C255875}" dt="2022-06-23T15:01:32.950" v="59"/>
          <ac:picMkLst>
            <pc:docMk/>
            <pc:sldMk cId="2446375680" sldId="260"/>
            <ac:picMk id="4" creationId="{09432FB1-E707-0D43-9982-040CE0E9DB6E}"/>
          </ac:picMkLst>
        </pc:picChg>
      </pc:sldChg>
      <pc:sldChg chg="modSp add mod modClrScheme chgLayout">
        <pc:chgData name="Cates, Donovan Charles (dcc7ffm)" userId="S::dcc7ffm@virginia.edu::abd4fde6-720c-4b0c-b9e3-7ae669d32c20" providerId="AD" clId="Web-{1B63CF6C-A3DD-452D-BE13-5A8B3C255875}" dt="2022-06-23T15:01:32.950" v="59"/>
        <pc:sldMkLst>
          <pc:docMk/>
          <pc:sldMk cId="1949337349" sldId="261"/>
        </pc:sldMkLst>
        <pc:spChg chg="mod">
          <ac:chgData name="Cates, Donovan Charles (dcc7ffm)" userId="S::dcc7ffm@virginia.edu::abd4fde6-720c-4b0c-b9e3-7ae669d32c20" providerId="AD" clId="Web-{1B63CF6C-A3DD-452D-BE13-5A8B3C255875}" dt="2022-06-23T15:01:32.950" v="59"/>
          <ac:spMkLst>
            <pc:docMk/>
            <pc:sldMk cId="1949337349" sldId="261"/>
            <ac:spMk id="4" creationId="{4680F698-A3FB-FC4E-92D3-CECF39050AD5}"/>
          </ac:spMkLst>
        </pc:spChg>
        <pc:spChg chg="mod">
          <ac:chgData name="Cates, Donovan Charles (dcc7ffm)" userId="S::dcc7ffm@virginia.edu::abd4fde6-720c-4b0c-b9e3-7ae669d32c20" providerId="AD" clId="Web-{1B63CF6C-A3DD-452D-BE13-5A8B3C255875}" dt="2022-06-23T15:01:32.950" v="59"/>
          <ac:spMkLst>
            <pc:docMk/>
            <pc:sldMk cId="1949337349" sldId="261"/>
            <ac:spMk id="7" creationId="{D6948468-97B0-B34A-B963-1C6DAC7BCCA4}"/>
          </ac:spMkLst>
        </pc:spChg>
        <pc:picChg chg="mod">
          <ac:chgData name="Cates, Donovan Charles (dcc7ffm)" userId="S::dcc7ffm@virginia.edu::abd4fde6-720c-4b0c-b9e3-7ae669d32c20" providerId="AD" clId="Web-{1B63CF6C-A3DD-452D-BE13-5A8B3C255875}" dt="2022-06-23T15:01:32.950" v="59"/>
          <ac:picMkLst>
            <pc:docMk/>
            <pc:sldMk cId="1949337349" sldId="261"/>
            <ac:picMk id="6" creationId="{55CAC3AE-FB30-9C44-94E7-77404E25F6F4}"/>
          </ac:picMkLst>
        </pc:picChg>
      </pc:sldChg>
      <pc:sldChg chg="modSp add del mod modClrScheme chgLayout">
        <pc:chgData name="Cates, Donovan Charles (dcc7ffm)" userId="S::dcc7ffm@virginia.edu::abd4fde6-720c-4b0c-b9e3-7ae669d32c20" providerId="AD" clId="Web-{1B63CF6C-A3DD-452D-BE13-5A8B3C255875}" dt="2022-06-27T03:06:24.382" v="902"/>
        <pc:sldMkLst>
          <pc:docMk/>
          <pc:sldMk cId="3624840019" sldId="262"/>
        </pc:sldMkLst>
        <pc:spChg chg="mod">
          <ac:chgData name="Cates, Donovan Charles (dcc7ffm)" userId="S::dcc7ffm@virginia.edu::abd4fde6-720c-4b0c-b9e3-7ae669d32c20" providerId="AD" clId="Web-{1B63CF6C-A3DD-452D-BE13-5A8B3C255875}" dt="2022-06-23T15:01:32.950" v="59"/>
          <ac:spMkLst>
            <pc:docMk/>
            <pc:sldMk cId="3624840019" sldId="262"/>
            <ac:spMk id="4" creationId="{63F7981E-D696-6649-9C95-620AF8182948}"/>
          </ac:spMkLst>
        </pc:spChg>
        <pc:spChg chg="mod">
          <ac:chgData name="Cates, Donovan Charles (dcc7ffm)" userId="S::dcc7ffm@virginia.edu::abd4fde6-720c-4b0c-b9e3-7ae669d32c20" providerId="AD" clId="Web-{1B63CF6C-A3DD-452D-BE13-5A8B3C255875}" dt="2022-06-24T13:46:55.076" v="594" actId="1076"/>
          <ac:spMkLst>
            <pc:docMk/>
            <pc:sldMk cId="3624840019" sldId="262"/>
            <ac:spMk id="5" creationId="{79C3BC3E-DD3A-D645-BDCE-803A3C229397}"/>
          </ac:spMkLst>
        </pc:spChg>
        <pc:picChg chg="mod">
          <ac:chgData name="Cates, Donovan Charles (dcc7ffm)" userId="S::dcc7ffm@virginia.edu::abd4fde6-720c-4b0c-b9e3-7ae669d32c20" providerId="AD" clId="Web-{1B63CF6C-A3DD-452D-BE13-5A8B3C255875}" dt="2022-06-23T15:01:32.950" v="59"/>
          <ac:picMkLst>
            <pc:docMk/>
            <pc:sldMk cId="3624840019" sldId="262"/>
            <ac:picMk id="7" creationId="{807E25AD-02F5-CC44-8647-3CE17AA17918}"/>
          </ac:picMkLst>
        </pc:picChg>
        <pc:picChg chg="mod">
          <ac:chgData name="Cates, Donovan Charles (dcc7ffm)" userId="S::dcc7ffm@virginia.edu::abd4fde6-720c-4b0c-b9e3-7ae669d32c20" providerId="AD" clId="Web-{1B63CF6C-A3DD-452D-BE13-5A8B3C255875}" dt="2022-06-23T15:01:32.950" v="59"/>
          <ac:picMkLst>
            <pc:docMk/>
            <pc:sldMk cId="3624840019" sldId="262"/>
            <ac:picMk id="9" creationId="{BBBDEDF2-0BF4-6D41-9BE1-E150E371AF86}"/>
          </ac:picMkLst>
        </pc:picChg>
        <pc:picChg chg="mod">
          <ac:chgData name="Cates, Donovan Charles (dcc7ffm)" userId="S::dcc7ffm@virginia.edu::abd4fde6-720c-4b0c-b9e3-7ae669d32c20" providerId="AD" clId="Web-{1B63CF6C-A3DD-452D-BE13-5A8B3C255875}" dt="2022-06-23T15:01:32.950" v="59"/>
          <ac:picMkLst>
            <pc:docMk/>
            <pc:sldMk cId="3624840019" sldId="262"/>
            <ac:picMk id="12" creationId="{52B34DC4-8D5C-8B40-9EC1-DC0C09E88574}"/>
          </ac:picMkLst>
        </pc:picChg>
      </pc:sldChg>
      <pc:sldChg chg="modSp add del mod modClrScheme chgLayout">
        <pc:chgData name="Cates, Donovan Charles (dcc7ffm)" userId="S::dcc7ffm@virginia.edu::abd4fde6-720c-4b0c-b9e3-7ae669d32c20" providerId="AD" clId="Web-{1B63CF6C-A3DD-452D-BE13-5A8B3C255875}" dt="2022-06-27T03:06:26.148" v="903"/>
        <pc:sldMkLst>
          <pc:docMk/>
          <pc:sldMk cId="2401349638" sldId="263"/>
        </pc:sldMkLst>
        <pc:spChg chg="mod">
          <ac:chgData name="Cates, Donovan Charles (dcc7ffm)" userId="S::dcc7ffm@virginia.edu::abd4fde6-720c-4b0c-b9e3-7ae669d32c20" providerId="AD" clId="Web-{1B63CF6C-A3DD-452D-BE13-5A8B3C255875}" dt="2022-06-23T15:01:32.950" v="59"/>
          <ac:spMkLst>
            <pc:docMk/>
            <pc:sldMk cId="2401349638" sldId="263"/>
            <ac:spMk id="2" creationId="{43EBBF32-4867-E841-923C-EC5A5C60AF68}"/>
          </ac:spMkLst>
        </pc:spChg>
        <pc:spChg chg="mod">
          <ac:chgData name="Cates, Donovan Charles (dcc7ffm)" userId="S::dcc7ffm@virginia.edu::abd4fde6-720c-4b0c-b9e3-7ae669d32c20" providerId="AD" clId="Web-{1B63CF6C-A3DD-452D-BE13-5A8B3C255875}" dt="2022-06-23T15:01:32.950" v="59"/>
          <ac:spMkLst>
            <pc:docMk/>
            <pc:sldMk cId="2401349638" sldId="263"/>
            <ac:spMk id="17" creationId="{17181A6C-4901-C74D-8BE0-D798DA5DDC70}"/>
          </ac:spMkLst>
        </pc:spChg>
        <pc:spChg chg="mod">
          <ac:chgData name="Cates, Donovan Charles (dcc7ffm)" userId="S::dcc7ffm@virginia.edu::abd4fde6-720c-4b0c-b9e3-7ae669d32c20" providerId="AD" clId="Web-{1B63CF6C-A3DD-452D-BE13-5A8B3C255875}" dt="2022-06-23T15:01:32.950" v="59"/>
          <ac:spMkLst>
            <pc:docMk/>
            <pc:sldMk cId="2401349638" sldId="263"/>
            <ac:spMk id="18" creationId="{2AB22E44-2295-694B-87B8-C32E7317E844}"/>
          </ac:spMkLst>
        </pc:spChg>
        <pc:grpChg chg="mod">
          <ac:chgData name="Cates, Donovan Charles (dcc7ffm)" userId="S::dcc7ffm@virginia.edu::abd4fde6-720c-4b0c-b9e3-7ae669d32c20" providerId="AD" clId="Web-{1B63CF6C-A3DD-452D-BE13-5A8B3C255875}" dt="2022-06-23T15:01:32.950" v="59"/>
          <ac:grpSpMkLst>
            <pc:docMk/>
            <pc:sldMk cId="2401349638" sldId="263"/>
            <ac:grpSpMk id="3" creationId="{51F39F3A-A47C-4545-B477-6B151339E068}"/>
          </ac:grpSpMkLst>
        </pc:grpChg>
        <pc:grpChg chg="mod">
          <ac:chgData name="Cates, Donovan Charles (dcc7ffm)" userId="S::dcc7ffm@virginia.edu::abd4fde6-720c-4b0c-b9e3-7ae669d32c20" providerId="AD" clId="Web-{1B63CF6C-A3DD-452D-BE13-5A8B3C255875}" dt="2022-06-23T15:01:32.950" v="59"/>
          <ac:grpSpMkLst>
            <pc:docMk/>
            <pc:sldMk cId="2401349638" sldId="263"/>
            <ac:grpSpMk id="5" creationId="{3FBA5EC2-50AF-6E45-8686-6EA7D23EDBB5}"/>
          </ac:grpSpMkLst>
        </pc:grpChg>
        <pc:picChg chg="mod">
          <ac:chgData name="Cates, Donovan Charles (dcc7ffm)" userId="S::dcc7ffm@virginia.edu::abd4fde6-720c-4b0c-b9e3-7ae669d32c20" providerId="AD" clId="Web-{1B63CF6C-A3DD-452D-BE13-5A8B3C255875}" dt="2022-06-23T15:01:32.950" v="59"/>
          <ac:picMkLst>
            <pc:docMk/>
            <pc:sldMk cId="2401349638" sldId="263"/>
            <ac:picMk id="4" creationId="{8861AC59-9E35-D842-BC95-7D238B20D58E}"/>
          </ac:picMkLst>
        </pc:picChg>
        <pc:picChg chg="mod">
          <ac:chgData name="Cates, Donovan Charles (dcc7ffm)" userId="S::dcc7ffm@virginia.edu::abd4fde6-720c-4b0c-b9e3-7ae669d32c20" providerId="AD" clId="Web-{1B63CF6C-A3DD-452D-BE13-5A8B3C255875}" dt="2022-06-23T15:01:32.950" v="59"/>
          <ac:picMkLst>
            <pc:docMk/>
            <pc:sldMk cId="2401349638" sldId="263"/>
            <ac:picMk id="6" creationId="{6A702284-451B-1E43-BEB0-57CC1CBF715B}"/>
          </ac:picMkLst>
        </pc:picChg>
        <pc:picChg chg="mod">
          <ac:chgData name="Cates, Donovan Charles (dcc7ffm)" userId="S::dcc7ffm@virginia.edu::abd4fde6-720c-4b0c-b9e3-7ae669d32c20" providerId="AD" clId="Web-{1B63CF6C-A3DD-452D-BE13-5A8B3C255875}" dt="2022-06-23T15:01:32.950" v="59"/>
          <ac:picMkLst>
            <pc:docMk/>
            <pc:sldMk cId="2401349638" sldId="263"/>
            <ac:picMk id="10" creationId="{A27F25F6-5D6F-1A46-92A5-3949B6900869}"/>
          </ac:picMkLst>
        </pc:picChg>
        <pc:picChg chg="mod">
          <ac:chgData name="Cates, Donovan Charles (dcc7ffm)" userId="S::dcc7ffm@virginia.edu::abd4fde6-720c-4b0c-b9e3-7ae669d32c20" providerId="AD" clId="Web-{1B63CF6C-A3DD-452D-BE13-5A8B3C255875}" dt="2022-06-23T15:01:32.950" v="59"/>
          <ac:picMkLst>
            <pc:docMk/>
            <pc:sldMk cId="2401349638" sldId="263"/>
            <ac:picMk id="12" creationId="{6036F688-56D8-BE42-9DB3-4CF861A0E696}"/>
          </ac:picMkLst>
        </pc:picChg>
      </pc:sldChg>
      <pc:sldChg chg="modSp add del mod modClrScheme chgLayout">
        <pc:chgData name="Cates, Donovan Charles (dcc7ffm)" userId="S::dcc7ffm@virginia.edu::abd4fde6-720c-4b0c-b9e3-7ae669d32c20" providerId="AD" clId="Web-{1B63CF6C-A3DD-452D-BE13-5A8B3C255875}" dt="2022-06-27T03:06:28.820" v="904"/>
        <pc:sldMkLst>
          <pc:docMk/>
          <pc:sldMk cId="1483386933" sldId="264"/>
        </pc:sldMkLst>
        <pc:spChg chg="mod">
          <ac:chgData name="Cates, Donovan Charles (dcc7ffm)" userId="S::dcc7ffm@virginia.edu::abd4fde6-720c-4b0c-b9e3-7ae669d32c20" providerId="AD" clId="Web-{1B63CF6C-A3DD-452D-BE13-5A8B3C255875}" dt="2022-06-23T15:01:32.950" v="59"/>
          <ac:spMkLst>
            <pc:docMk/>
            <pc:sldMk cId="1483386933" sldId="264"/>
            <ac:spMk id="2" creationId="{8A1A7058-AD6F-CA48-93A7-9C2BCD6ED1B3}"/>
          </ac:spMkLst>
        </pc:spChg>
        <pc:spChg chg="mod">
          <ac:chgData name="Cates, Donovan Charles (dcc7ffm)" userId="S::dcc7ffm@virginia.edu::abd4fde6-720c-4b0c-b9e3-7ae669d32c20" providerId="AD" clId="Web-{1B63CF6C-A3DD-452D-BE13-5A8B3C255875}" dt="2022-06-23T15:01:32.950" v="59"/>
          <ac:spMkLst>
            <pc:docMk/>
            <pc:sldMk cId="1483386933" sldId="264"/>
            <ac:spMk id="46" creationId="{019A46EC-9D84-DD44-85B4-FAB842C395DB}"/>
          </ac:spMkLst>
        </pc:spChg>
      </pc:sldChg>
      <pc:sldChg chg="modSp add del mod modClrScheme chgLayout">
        <pc:chgData name="Cates, Donovan Charles (dcc7ffm)" userId="S::dcc7ffm@virginia.edu::abd4fde6-720c-4b0c-b9e3-7ae669d32c20" providerId="AD" clId="Web-{1B63CF6C-A3DD-452D-BE13-5A8B3C255875}" dt="2022-06-27T03:06:29.867" v="905"/>
        <pc:sldMkLst>
          <pc:docMk/>
          <pc:sldMk cId="2703234420" sldId="265"/>
        </pc:sldMkLst>
        <pc:spChg chg="mod">
          <ac:chgData name="Cates, Donovan Charles (dcc7ffm)" userId="S::dcc7ffm@virginia.edu::abd4fde6-720c-4b0c-b9e3-7ae669d32c20" providerId="AD" clId="Web-{1B63CF6C-A3DD-452D-BE13-5A8B3C255875}" dt="2022-06-23T15:01:32.950" v="59"/>
          <ac:spMkLst>
            <pc:docMk/>
            <pc:sldMk cId="2703234420" sldId="265"/>
            <ac:spMk id="2" creationId="{BC97DFD8-4CD2-4948-AD6C-70C0C77C7134}"/>
          </ac:spMkLst>
        </pc:spChg>
        <pc:picChg chg="mod">
          <ac:chgData name="Cates, Donovan Charles (dcc7ffm)" userId="S::dcc7ffm@virginia.edu::abd4fde6-720c-4b0c-b9e3-7ae669d32c20" providerId="AD" clId="Web-{1B63CF6C-A3DD-452D-BE13-5A8B3C255875}" dt="2022-06-23T15:01:32.950" v="59"/>
          <ac:picMkLst>
            <pc:docMk/>
            <pc:sldMk cId="2703234420" sldId="265"/>
            <ac:picMk id="5" creationId="{F926A25E-A27C-1B41-81CA-11F5BD4E41D3}"/>
          </ac:picMkLst>
        </pc:picChg>
      </pc:sldChg>
      <pc:sldChg chg="modSp add del mod modClrScheme chgLayout">
        <pc:chgData name="Cates, Donovan Charles (dcc7ffm)" userId="S::dcc7ffm@virginia.edu::abd4fde6-720c-4b0c-b9e3-7ae669d32c20" providerId="AD" clId="Web-{1B63CF6C-A3DD-452D-BE13-5A8B3C255875}" dt="2022-06-23T15:23:55.118" v="188"/>
        <pc:sldMkLst>
          <pc:docMk/>
          <pc:sldMk cId="645966032" sldId="266"/>
        </pc:sldMkLst>
        <pc:spChg chg="mod">
          <ac:chgData name="Cates, Donovan Charles (dcc7ffm)" userId="S::dcc7ffm@virginia.edu::abd4fde6-720c-4b0c-b9e3-7ae669d32c20" providerId="AD" clId="Web-{1B63CF6C-A3DD-452D-BE13-5A8B3C255875}" dt="2022-06-23T15:01:32.950" v="59"/>
          <ac:spMkLst>
            <pc:docMk/>
            <pc:sldMk cId="645966032" sldId="266"/>
            <ac:spMk id="2" creationId="{319F5AE4-CDF4-FB4C-B5F6-740011775B0B}"/>
          </ac:spMkLst>
        </pc:spChg>
        <pc:picChg chg="mod">
          <ac:chgData name="Cates, Donovan Charles (dcc7ffm)" userId="S::dcc7ffm@virginia.edu::abd4fde6-720c-4b0c-b9e3-7ae669d32c20" providerId="AD" clId="Web-{1B63CF6C-A3DD-452D-BE13-5A8B3C255875}" dt="2022-06-23T15:01:32.950" v="59"/>
          <ac:picMkLst>
            <pc:docMk/>
            <pc:sldMk cId="645966032" sldId="266"/>
            <ac:picMk id="5" creationId="{CA108F1B-CFCB-2844-B34A-818F10FD3B1D}"/>
          </ac:picMkLst>
        </pc:picChg>
      </pc:sldChg>
      <pc:sldChg chg="modSp add del mod modClrScheme chgLayout">
        <pc:chgData name="Cates, Donovan Charles (dcc7ffm)" userId="S::dcc7ffm@virginia.edu::abd4fde6-720c-4b0c-b9e3-7ae669d32c20" providerId="AD" clId="Web-{1B63CF6C-A3DD-452D-BE13-5A8B3C255875}" dt="2022-06-23T15:24:54.183" v="189"/>
        <pc:sldMkLst>
          <pc:docMk/>
          <pc:sldMk cId="1631253962" sldId="267"/>
        </pc:sldMkLst>
        <pc:spChg chg="mod">
          <ac:chgData name="Cates, Donovan Charles (dcc7ffm)" userId="S::dcc7ffm@virginia.edu::abd4fde6-720c-4b0c-b9e3-7ae669d32c20" providerId="AD" clId="Web-{1B63CF6C-A3DD-452D-BE13-5A8B3C255875}" dt="2022-06-23T15:01:32.950" v="59"/>
          <ac:spMkLst>
            <pc:docMk/>
            <pc:sldMk cId="1631253962" sldId="267"/>
            <ac:spMk id="8" creationId="{C0EC7971-3E67-0E45-99B4-08A9B0E2BE4D}"/>
          </ac:spMkLst>
        </pc:spChg>
        <pc:spChg chg="mod">
          <ac:chgData name="Cates, Donovan Charles (dcc7ffm)" userId="S::dcc7ffm@virginia.edu::abd4fde6-720c-4b0c-b9e3-7ae669d32c20" providerId="AD" clId="Web-{1B63CF6C-A3DD-452D-BE13-5A8B3C255875}" dt="2022-06-23T15:01:32.950" v="59"/>
          <ac:spMkLst>
            <pc:docMk/>
            <pc:sldMk cId="1631253962" sldId="267"/>
            <ac:spMk id="9" creationId="{2BA8B340-5FAC-7E4E-8A7A-E045E52C6791}"/>
          </ac:spMkLst>
        </pc:spChg>
        <pc:picChg chg="mod">
          <ac:chgData name="Cates, Donovan Charles (dcc7ffm)" userId="S::dcc7ffm@virginia.edu::abd4fde6-720c-4b0c-b9e3-7ae669d32c20" providerId="AD" clId="Web-{1B63CF6C-A3DD-452D-BE13-5A8B3C255875}" dt="2022-06-23T15:01:32.950" v="59"/>
          <ac:picMkLst>
            <pc:docMk/>
            <pc:sldMk cId="1631253962" sldId="267"/>
            <ac:picMk id="3" creationId="{00EC157C-AF1B-A14B-ABE2-1A9577E490F2}"/>
          </ac:picMkLst>
        </pc:picChg>
      </pc:sldChg>
      <pc:sldChg chg="modSp add del mod modClrScheme chgLayout">
        <pc:chgData name="Cates, Donovan Charles (dcc7ffm)" userId="S::dcc7ffm@virginia.edu::abd4fde6-720c-4b0c-b9e3-7ae669d32c20" providerId="AD" clId="Web-{1B63CF6C-A3DD-452D-BE13-5A8B3C255875}" dt="2022-06-27T03:06:31.414" v="906"/>
        <pc:sldMkLst>
          <pc:docMk/>
          <pc:sldMk cId="845445843" sldId="268"/>
        </pc:sldMkLst>
        <pc:spChg chg="mod">
          <ac:chgData name="Cates, Donovan Charles (dcc7ffm)" userId="S::dcc7ffm@virginia.edu::abd4fde6-720c-4b0c-b9e3-7ae669d32c20" providerId="AD" clId="Web-{1B63CF6C-A3DD-452D-BE13-5A8B3C255875}" dt="2022-06-23T15:01:32.950" v="59"/>
          <ac:spMkLst>
            <pc:docMk/>
            <pc:sldMk cId="845445843" sldId="268"/>
            <ac:spMk id="2" creationId="{6FF0B8CD-B7A2-2C46-850B-0017B6D364B5}"/>
          </ac:spMkLst>
        </pc:spChg>
        <pc:spChg chg="mod">
          <ac:chgData name="Cates, Donovan Charles (dcc7ffm)" userId="S::dcc7ffm@virginia.edu::abd4fde6-720c-4b0c-b9e3-7ae669d32c20" providerId="AD" clId="Web-{1B63CF6C-A3DD-452D-BE13-5A8B3C255875}" dt="2022-06-23T15:01:32.950" v="59"/>
          <ac:spMkLst>
            <pc:docMk/>
            <pc:sldMk cId="845445843" sldId="268"/>
            <ac:spMk id="3" creationId="{CE2A6D3C-E09B-0249-A340-F0AF8C509878}"/>
          </ac:spMkLst>
        </pc:spChg>
      </pc:sldChg>
      <pc:sldChg chg="modSp add mod modClrScheme modShow chgLayout">
        <pc:chgData name="Cates, Donovan Charles (dcc7ffm)" userId="S::dcc7ffm@virginia.edu::abd4fde6-720c-4b0c-b9e3-7ae669d32c20" providerId="AD" clId="Web-{1B63CF6C-A3DD-452D-BE13-5A8B3C255875}" dt="2022-06-23T15:02:37.375" v="61"/>
        <pc:sldMkLst>
          <pc:docMk/>
          <pc:sldMk cId="2544612419" sldId="269"/>
        </pc:sldMkLst>
        <pc:spChg chg="mod">
          <ac:chgData name="Cates, Donovan Charles (dcc7ffm)" userId="S::dcc7ffm@virginia.edu::abd4fde6-720c-4b0c-b9e3-7ae669d32c20" providerId="AD" clId="Web-{1B63CF6C-A3DD-452D-BE13-5A8B3C255875}" dt="2022-06-23T15:01:32.950" v="59"/>
          <ac:spMkLst>
            <pc:docMk/>
            <pc:sldMk cId="2544612419" sldId="269"/>
            <ac:spMk id="4" creationId="{1DFF757B-D778-C14A-810F-CAD0CBD2E0FE}"/>
          </ac:spMkLst>
        </pc:spChg>
        <pc:spChg chg="mod">
          <ac:chgData name="Cates, Donovan Charles (dcc7ffm)" userId="S::dcc7ffm@virginia.edu::abd4fde6-720c-4b0c-b9e3-7ae669d32c20" providerId="AD" clId="Web-{1B63CF6C-A3DD-452D-BE13-5A8B3C255875}" dt="2022-06-23T15:01:32.950" v="59"/>
          <ac:spMkLst>
            <pc:docMk/>
            <pc:sldMk cId="2544612419" sldId="269"/>
            <ac:spMk id="5" creationId="{F135595C-3439-0A4D-ACDC-39C3EB09B646}"/>
          </ac:spMkLst>
        </pc:spChg>
        <pc:picChg chg="mod">
          <ac:chgData name="Cates, Donovan Charles (dcc7ffm)" userId="S::dcc7ffm@virginia.edu::abd4fde6-720c-4b0c-b9e3-7ae669d32c20" providerId="AD" clId="Web-{1B63CF6C-A3DD-452D-BE13-5A8B3C255875}" dt="2022-06-23T15:01:32.950" v="59"/>
          <ac:picMkLst>
            <pc:docMk/>
            <pc:sldMk cId="2544612419" sldId="269"/>
            <ac:picMk id="3" creationId="{87C6D323-F0A5-D84D-BDEA-42D62327FBCF}"/>
          </ac:picMkLst>
        </pc:picChg>
      </pc:sldChg>
      <pc:sldChg chg="modSp add mod modClrScheme modShow chgLayout">
        <pc:chgData name="Cates, Donovan Charles (dcc7ffm)" userId="S::dcc7ffm@virginia.edu::abd4fde6-720c-4b0c-b9e3-7ae669d32c20" providerId="AD" clId="Web-{1B63CF6C-A3DD-452D-BE13-5A8B3C255875}" dt="2022-06-23T15:02:42.891" v="62"/>
        <pc:sldMkLst>
          <pc:docMk/>
          <pc:sldMk cId="586064761" sldId="270"/>
        </pc:sldMkLst>
        <pc:spChg chg="mod">
          <ac:chgData name="Cates, Donovan Charles (dcc7ffm)" userId="S::dcc7ffm@virginia.edu::abd4fde6-720c-4b0c-b9e3-7ae669d32c20" providerId="AD" clId="Web-{1B63CF6C-A3DD-452D-BE13-5A8B3C255875}" dt="2022-06-23T15:01:32.950" v="59"/>
          <ac:spMkLst>
            <pc:docMk/>
            <pc:sldMk cId="586064761" sldId="270"/>
            <ac:spMk id="4" creationId="{1DFF757B-D778-C14A-810F-CAD0CBD2E0FE}"/>
          </ac:spMkLst>
        </pc:spChg>
        <pc:spChg chg="mod">
          <ac:chgData name="Cates, Donovan Charles (dcc7ffm)" userId="S::dcc7ffm@virginia.edu::abd4fde6-720c-4b0c-b9e3-7ae669d32c20" providerId="AD" clId="Web-{1B63CF6C-A3DD-452D-BE13-5A8B3C255875}" dt="2022-06-23T15:01:32.950" v="59"/>
          <ac:spMkLst>
            <pc:docMk/>
            <pc:sldMk cId="586064761" sldId="270"/>
            <ac:spMk id="5" creationId="{F135595C-3439-0A4D-ACDC-39C3EB09B646}"/>
          </ac:spMkLst>
        </pc:spChg>
        <pc:picChg chg="mod">
          <ac:chgData name="Cates, Donovan Charles (dcc7ffm)" userId="S::dcc7ffm@virginia.edu::abd4fde6-720c-4b0c-b9e3-7ae669d32c20" providerId="AD" clId="Web-{1B63CF6C-A3DD-452D-BE13-5A8B3C255875}" dt="2022-06-23T15:01:32.950" v="59"/>
          <ac:picMkLst>
            <pc:docMk/>
            <pc:sldMk cId="586064761" sldId="270"/>
            <ac:picMk id="6" creationId="{9755A355-7CEC-0E4F-ABDA-889AD0FB498A}"/>
          </ac:picMkLst>
        </pc:picChg>
      </pc:sldChg>
      <pc:sldChg chg="modSp add mod modClrScheme chgLayout">
        <pc:chgData name="Cates, Donovan Charles (dcc7ffm)" userId="S::dcc7ffm@virginia.edu::abd4fde6-720c-4b0c-b9e3-7ae669d32c20" providerId="AD" clId="Web-{1B63CF6C-A3DD-452D-BE13-5A8B3C255875}" dt="2022-06-23T15:01:32.950" v="59"/>
        <pc:sldMkLst>
          <pc:docMk/>
          <pc:sldMk cId="3571673704" sldId="271"/>
        </pc:sldMkLst>
        <pc:spChg chg="mod">
          <ac:chgData name="Cates, Donovan Charles (dcc7ffm)" userId="S::dcc7ffm@virginia.edu::abd4fde6-720c-4b0c-b9e3-7ae669d32c20" providerId="AD" clId="Web-{1B63CF6C-A3DD-452D-BE13-5A8B3C255875}" dt="2022-06-23T15:01:32.950" v="59"/>
          <ac:spMkLst>
            <pc:docMk/>
            <pc:sldMk cId="3571673704" sldId="271"/>
            <ac:spMk id="2" creationId="{43EBBF32-4867-E841-923C-EC5A5C60AF68}"/>
          </ac:spMkLst>
        </pc:spChg>
        <pc:spChg chg="mod">
          <ac:chgData name="Cates, Donovan Charles (dcc7ffm)" userId="S::dcc7ffm@virginia.edu::abd4fde6-720c-4b0c-b9e3-7ae669d32c20" providerId="AD" clId="Web-{1B63CF6C-A3DD-452D-BE13-5A8B3C255875}" dt="2022-06-23T15:01:32.950" v="59"/>
          <ac:spMkLst>
            <pc:docMk/>
            <pc:sldMk cId="3571673704" sldId="271"/>
            <ac:spMk id="17" creationId="{17181A6C-4901-C74D-8BE0-D798DA5DDC70}"/>
          </ac:spMkLst>
        </pc:spChg>
        <pc:spChg chg="mod">
          <ac:chgData name="Cates, Donovan Charles (dcc7ffm)" userId="S::dcc7ffm@virginia.edu::abd4fde6-720c-4b0c-b9e3-7ae669d32c20" providerId="AD" clId="Web-{1B63CF6C-A3DD-452D-BE13-5A8B3C255875}" dt="2022-06-23T15:01:32.950" v="59"/>
          <ac:spMkLst>
            <pc:docMk/>
            <pc:sldMk cId="3571673704" sldId="271"/>
            <ac:spMk id="18" creationId="{2AB22E44-2295-694B-87B8-C32E7317E844}"/>
          </ac:spMkLst>
        </pc:spChg>
        <pc:grpChg chg="mod">
          <ac:chgData name="Cates, Donovan Charles (dcc7ffm)" userId="S::dcc7ffm@virginia.edu::abd4fde6-720c-4b0c-b9e3-7ae669d32c20" providerId="AD" clId="Web-{1B63CF6C-A3DD-452D-BE13-5A8B3C255875}" dt="2022-06-23T15:01:32.950" v="59"/>
          <ac:grpSpMkLst>
            <pc:docMk/>
            <pc:sldMk cId="3571673704" sldId="271"/>
            <ac:grpSpMk id="6" creationId="{C5CD5ACC-E2B7-ED48-9B6D-02FFDCDFFF67}"/>
          </ac:grpSpMkLst>
        </pc:grpChg>
        <pc:picChg chg="mod">
          <ac:chgData name="Cates, Donovan Charles (dcc7ffm)" userId="S::dcc7ffm@virginia.edu::abd4fde6-720c-4b0c-b9e3-7ae669d32c20" providerId="AD" clId="Web-{1B63CF6C-A3DD-452D-BE13-5A8B3C255875}" dt="2022-06-23T15:01:32.950" v="59"/>
          <ac:picMkLst>
            <pc:docMk/>
            <pc:sldMk cId="3571673704" sldId="271"/>
            <ac:picMk id="5" creationId="{27039321-0863-3045-9048-FB1D05161CAC}"/>
          </ac:picMkLst>
        </pc:picChg>
        <pc:picChg chg="mod">
          <ac:chgData name="Cates, Donovan Charles (dcc7ffm)" userId="S::dcc7ffm@virginia.edu::abd4fde6-720c-4b0c-b9e3-7ae669d32c20" providerId="AD" clId="Web-{1B63CF6C-A3DD-452D-BE13-5A8B3C255875}" dt="2022-06-23T15:01:32.950" v="59"/>
          <ac:picMkLst>
            <pc:docMk/>
            <pc:sldMk cId="3571673704" sldId="271"/>
            <ac:picMk id="9" creationId="{B0EE6BDB-3E07-0A4F-A35C-3F23B4D002AA}"/>
          </ac:picMkLst>
        </pc:picChg>
        <pc:picChg chg="mod">
          <ac:chgData name="Cates, Donovan Charles (dcc7ffm)" userId="S::dcc7ffm@virginia.edu::abd4fde6-720c-4b0c-b9e3-7ae669d32c20" providerId="AD" clId="Web-{1B63CF6C-A3DD-452D-BE13-5A8B3C255875}" dt="2022-06-23T15:01:32.950" v="59"/>
          <ac:picMkLst>
            <pc:docMk/>
            <pc:sldMk cId="3571673704" sldId="271"/>
            <ac:picMk id="13" creationId="{6AA0DA9A-9E1B-CF46-87F5-371197E46CB9}"/>
          </ac:picMkLst>
        </pc:picChg>
        <pc:picChg chg="mod">
          <ac:chgData name="Cates, Donovan Charles (dcc7ffm)" userId="S::dcc7ffm@virginia.edu::abd4fde6-720c-4b0c-b9e3-7ae669d32c20" providerId="AD" clId="Web-{1B63CF6C-A3DD-452D-BE13-5A8B3C255875}" dt="2022-06-23T15:01:32.950" v="59"/>
          <ac:picMkLst>
            <pc:docMk/>
            <pc:sldMk cId="3571673704" sldId="271"/>
            <ac:picMk id="19" creationId="{343D4699-C986-4841-AC03-EDE174DD8496}"/>
          </ac:picMkLst>
        </pc:picChg>
        <pc:picChg chg="mod">
          <ac:chgData name="Cates, Donovan Charles (dcc7ffm)" userId="S::dcc7ffm@virginia.edu::abd4fde6-720c-4b0c-b9e3-7ae669d32c20" providerId="AD" clId="Web-{1B63CF6C-A3DD-452D-BE13-5A8B3C255875}" dt="2022-06-23T15:01:32.950" v="59"/>
          <ac:picMkLst>
            <pc:docMk/>
            <pc:sldMk cId="3571673704" sldId="271"/>
            <ac:picMk id="21" creationId="{F0653904-1659-2443-9AFC-D866E20226F5}"/>
          </ac:picMkLst>
        </pc:picChg>
      </pc:sldChg>
      <pc:sldChg chg="modSp add mod modClrScheme chgLayout">
        <pc:chgData name="Cates, Donovan Charles (dcc7ffm)" userId="S::dcc7ffm@virginia.edu::abd4fde6-720c-4b0c-b9e3-7ae669d32c20" providerId="AD" clId="Web-{1B63CF6C-A3DD-452D-BE13-5A8B3C255875}" dt="2022-06-23T15:01:32.950" v="59"/>
        <pc:sldMkLst>
          <pc:docMk/>
          <pc:sldMk cId="813129856" sldId="272"/>
        </pc:sldMkLst>
        <pc:spChg chg="mod">
          <ac:chgData name="Cates, Donovan Charles (dcc7ffm)" userId="S::dcc7ffm@virginia.edu::abd4fde6-720c-4b0c-b9e3-7ae669d32c20" providerId="AD" clId="Web-{1B63CF6C-A3DD-452D-BE13-5A8B3C255875}" dt="2022-06-23T15:01:32.950" v="59"/>
          <ac:spMkLst>
            <pc:docMk/>
            <pc:sldMk cId="813129856" sldId="272"/>
            <ac:spMk id="2" creationId="{43EBBF32-4867-E841-923C-EC5A5C60AF68}"/>
          </ac:spMkLst>
        </pc:spChg>
        <pc:spChg chg="mod">
          <ac:chgData name="Cates, Donovan Charles (dcc7ffm)" userId="S::dcc7ffm@virginia.edu::abd4fde6-720c-4b0c-b9e3-7ae669d32c20" providerId="AD" clId="Web-{1B63CF6C-A3DD-452D-BE13-5A8B3C255875}" dt="2022-06-23T15:01:32.950" v="59"/>
          <ac:spMkLst>
            <pc:docMk/>
            <pc:sldMk cId="813129856" sldId="272"/>
            <ac:spMk id="6" creationId="{23657108-F74A-5543-BDDA-2D7577453193}"/>
          </ac:spMkLst>
        </pc:spChg>
        <pc:spChg chg="mod">
          <ac:chgData name="Cates, Donovan Charles (dcc7ffm)" userId="S::dcc7ffm@virginia.edu::abd4fde6-720c-4b0c-b9e3-7ae669d32c20" providerId="AD" clId="Web-{1B63CF6C-A3DD-452D-BE13-5A8B3C255875}" dt="2022-06-23T15:01:32.950" v="59"/>
          <ac:spMkLst>
            <pc:docMk/>
            <pc:sldMk cId="813129856" sldId="272"/>
            <ac:spMk id="17" creationId="{17181A6C-4901-C74D-8BE0-D798DA5DDC70}"/>
          </ac:spMkLst>
        </pc:spChg>
        <pc:spChg chg="mod">
          <ac:chgData name="Cates, Donovan Charles (dcc7ffm)" userId="S::dcc7ffm@virginia.edu::abd4fde6-720c-4b0c-b9e3-7ae669d32c20" providerId="AD" clId="Web-{1B63CF6C-A3DD-452D-BE13-5A8B3C255875}" dt="2022-06-23T15:01:32.950" v="59"/>
          <ac:spMkLst>
            <pc:docMk/>
            <pc:sldMk cId="813129856" sldId="272"/>
            <ac:spMk id="18" creationId="{2AB22E44-2295-694B-87B8-C32E7317E844}"/>
          </ac:spMkLst>
        </pc:spChg>
        <pc:spChg chg="mod">
          <ac:chgData name="Cates, Donovan Charles (dcc7ffm)" userId="S::dcc7ffm@virginia.edu::abd4fde6-720c-4b0c-b9e3-7ae669d32c20" providerId="AD" clId="Web-{1B63CF6C-A3DD-452D-BE13-5A8B3C255875}" dt="2022-06-23T15:01:32.950" v="59"/>
          <ac:spMkLst>
            <pc:docMk/>
            <pc:sldMk cId="813129856" sldId="272"/>
            <ac:spMk id="20" creationId="{1C1786F9-2B13-7E46-A057-2584C3153E38}"/>
          </ac:spMkLst>
        </pc:spChg>
        <pc:grpChg chg="mod">
          <ac:chgData name="Cates, Donovan Charles (dcc7ffm)" userId="S::dcc7ffm@virginia.edu::abd4fde6-720c-4b0c-b9e3-7ae669d32c20" providerId="AD" clId="Web-{1B63CF6C-A3DD-452D-BE13-5A8B3C255875}" dt="2022-06-23T15:01:32.950" v="59"/>
          <ac:grpSpMkLst>
            <pc:docMk/>
            <pc:sldMk cId="813129856" sldId="272"/>
            <ac:grpSpMk id="7" creationId="{B950CC58-6ABA-6A4F-B166-F166B5FE1AAA}"/>
          </ac:grpSpMkLst>
        </pc:grpChg>
        <pc:grpChg chg="mod">
          <ac:chgData name="Cates, Donovan Charles (dcc7ffm)" userId="S::dcc7ffm@virginia.edu::abd4fde6-720c-4b0c-b9e3-7ae669d32c20" providerId="AD" clId="Web-{1B63CF6C-A3DD-452D-BE13-5A8B3C255875}" dt="2022-06-23T15:01:32.950" v="59"/>
          <ac:grpSpMkLst>
            <pc:docMk/>
            <pc:sldMk cId="813129856" sldId="272"/>
            <ac:grpSpMk id="9" creationId="{4AE7FDDA-8D75-6B40-B0B5-FB5E2FBCD700}"/>
          </ac:grpSpMkLst>
        </pc:grpChg>
        <pc:grpChg chg="mod">
          <ac:chgData name="Cates, Donovan Charles (dcc7ffm)" userId="S::dcc7ffm@virginia.edu::abd4fde6-720c-4b0c-b9e3-7ae669d32c20" providerId="AD" clId="Web-{1B63CF6C-A3DD-452D-BE13-5A8B3C255875}" dt="2022-06-23T15:01:32.950" v="59"/>
          <ac:grpSpMkLst>
            <pc:docMk/>
            <pc:sldMk cId="813129856" sldId="272"/>
            <ac:grpSpMk id="10" creationId="{33E20F1A-57C6-2E42-BFCC-5A874ED03200}"/>
          </ac:grpSpMkLst>
        </pc:grpChg>
        <pc:grpChg chg="mod">
          <ac:chgData name="Cates, Donovan Charles (dcc7ffm)" userId="S::dcc7ffm@virginia.edu::abd4fde6-720c-4b0c-b9e3-7ae669d32c20" providerId="AD" clId="Web-{1B63CF6C-A3DD-452D-BE13-5A8B3C255875}" dt="2022-06-23T15:01:32.950" v="59"/>
          <ac:grpSpMkLst>
            <pc:docMk/>
            <pc:sldMk cId="813129856" sldId="272"/>
            <ac:grpSpMk id="12" creationId="{D9F50D30-A421-8E4F-9822-DFFAB34C9816}"/>
          </ac:grpSpMkLst>
        </pc:grpChg>
        <pc:picChg chg="mod">
          <ac:chgData name="Cates, Donovan Charles (dcc7ffm)" userId="S::dcc7ffm@virginia.edu::abd4fde6-720c-4b0c-b9e3-7ae669d32c20" providerId="AD" clId="Web-{1B63CF6C-A3DD-452D-BE13-5A8B3C255875}" dt="2022-06-23T15:01:32.950" v="59"/>
          <ac:picMkLst>
            <pc:docMk/>
            <pc:sldMk cId="813129856" sldId="272"/>
            <ac:picMk id="14" creationId="{F6A066BC-E348-0D49-B84B-698F20EC1DEB}"/>
          </ac:picMkLst>
        </pc:picChg>
        <pc:picChg chg="mod">
          <ac:chgData name="Cates, Donovan Charles (dcc7ffm)" userId="S::dcc7ffm@virginia.edu::abd4fde6-720c-4b0c-b9e3-7ae669d32c20" providerId="AD" clId="Web-{1B63CF6C-A3DD-452D-BE13-5A8B3C255875}" dt="2022-06-23T15:01:32.950" v="59"/>
          <ac:picMkLst>
            <pc:docMk/>
            <pc:sldMk cId="813129856" sldId="272"/>
            <ac:picMk id="16" creationId="{98BF8C61-E04B-3544-9B2E-131ABEE298DB}"/>
          </ac:picMkLst>
        </pc:picChg>
      </pc:sldChg>
      <pc:sldChg chg="modSp add mod modClrScheme chgLayout">
        <pc:chgData name="Cates, Donovan Charles (dcc7ffm)" userId="S::dcc7ffm@virginia.edu::abd4fde6-720c-4b0c-b9e3-7ae669d32c20" providerId="AD" clId="Web-{1B63CF6C-A3DD-452D-BE13-5A8B3C255875}" dt="2022-06-23T15:01:32.950" v="59"/>
        <pc:sldMkLst>
          <pc:docMk/>
          <pc:sldMk cId="1608973518" sldId="273"/>
        </pc:sldMkLst>
        <pc:spChg chg="mod">
          <ac:chgData name="Cates, Donovan Charles (dcc7ffm)" userId="S::dcc7ffm@virginia.edu::abd4fde6-720c-4b0c-b9e3-7ae669d32c20" providerId="AD" clId="Web-{1B63CF6C-A3DD-452D-BE13-5A8B3C255875}" dt="2022-06-23T15:01:32.950" v="59"/>
          <ac:spMkLst>
            <pc:docMk/>
            <pc:sldMk cId="1608973518" sldId="273"/>
            <ac:spMk id="2" creationId="{43EBBF32-4867-E841-923C-EC5A5C60AF68}"/>
          </ac:spMkLst>
        </pc:spChg>
        <pc:spChg chg="mod">
          <ac:chgData name="Cates, Donovan Charles (dcc7ffm)" userId="S::dcc7ffm@virginia.edu::abd4fde6-720c-4b0c-b9e3-7ae669d32c20" providerId="AD" clId="Web-{1B63CF6C-A3DD-452D-BE13-5A8B3C255875}" dt="2022-06-23T15:01:32.950" v="59"/>
          <ac:spMkLst>
            <pc:docMk/>
            <pc:sldMk cId="1608973518" sldId="273"/>
            <ac:spMk id="17" creationId="{17181A6C-4901-C74D-8BE0-D798DA5DDC70}"/>
          </ac:spMkLst>
        </pc:spChg>
        <pc:spChg chg="mod">
          <ac:chgData name="Cates, Donovan Charles (dcc7ffm)" userId="S::dcc7ffm@virginia.edu::abd4fde6-720c-4b0c-b9e3-7ae669d32c20" providerId="AD" clId="Web-{1B63CF6C-A3DD-452D-BE13-5A8B3C255875}" dt="2022-06-23T15:01:32.950" v="59"/>
          <ac:spMkLst>
            <pc:docMk/>
            <pc:sldMk cId="1608973518" sldId="273"/>
            <ac:spMk id="18" creationId="{2AB22E44-2295-694B-87B8-C32E7317E844}"/>
          </ac:spMkLst>
        </pc:spChg>
        <pc:grpChg chg="mod">
          <ac:chgData name="Cates, Donovan Charles (dcc7ffm)" userId="S::dcc7ffm@virginia.edu::abd4fde6-720c-4b0c-b9e3-7ae669d32c20" providerId="AD" clId="Web-{1B63CF6C-A3DD-452D-BE13-5A8B3C255875}" dt="2022-06-23T15:01:32.950" v="59"/>
          <ac:grpSpMkLst>
            <pc:docMk/>
            <pc:sldMk cId="1608973518" sldId="273"/>
            <ac:grpSpMk id="6" creationId="{1A1D81FC-AB8E-7C45-9A5A-F258F9C0F59C}"/>
          </ac:grpSpMkLst>
        </pc:grpChg>
        <pc:grpChg chg="mod">
          <ac:chgData name="Cates, Donovan Charles (dcc7ffm)" userId="S::dcc7ffm@virginia.edu::abd4fde6-720c-4b0c-b9e3-7ae669d32c20" providerId="AD" clId="Web-{1B63CF6C-A3DD-452D-BE13-5A8B3C255875}" dt="2022-06-23T15:01:32.950" v="59"/>
          <ac:grpSpMkLst>
            <pc:docMk/>
            <pc:sldMk cId="1608973518" sldId="273"/>
            <ac:grpSpMk id="7" creationId="{8EC667A2-28C9-654A-9A1D-32952F0D8E55}"/>
          </ac:grpSpMkLst>
        </pc:grpChg>
        <pc:picChg chg="mod">
          <ac:chgData name="Cates, Donovan Charles (dcc7ffm)" userId="S::dcc7ffm@virginia.edu::abd4fde6-720c-4b0c-b9e3-7ae669d32c20" providerId="AD" clId="Web-{1B63CF6C-A3DD-452D-BE13-5A8B3C255875}" dt="2022-06-23T15:01:32.950" v="59"/>
          <ac:picMkLst>
            <pc:docMk/>
            <pc:sldMk cId="1608973518" sldId="273"/>
            <ac:picMk id="5" creationId="{6F0BA136-87A5-C044-9373-BFBAA41684CD}"/>
          </ac:picMkLst>
        </pc:picChg>
        <pc:picChg chg="mod">
          <ac:chgData name="Cates, Donovan Charles (dcc7ffm)" userId="S::dcc7ffm@virginia.edu::abd4fde6-720c-4b0c-b9e3-7ae669d32c20" providerId="AD" clId="Web-{1B63CF6C-A3DD-452D-BE13-5A8B3C255875}" dt="2022-06-23T15:01:32.950" v="59"/>
          <ac:picMkLst>
            <pc:docMk/>
            <pc:sldMk cId="1608973518" sldId="273"/>
            <ac:picMk id="9" creationId="{A2F11F6B-9E67-C74A-B50F-A40EBFD69698}"/>
          </ac:picMkLst>
        </pc:picChg>
        <pc:picChg chg="mod">
          <ac:chgData name="Cates, Donovan Charles (dcc7ffm)" userId="S::dcc7ffm@virginia.edu::abd4fde6-720c-4b0c-b9e3-7ae669d32c20" providerId="AD" clId="Web-{1B63CF6C-A3DD-452D-BE13-5A8B3C255875}" dt="2022-06-23T15:01:32.950" v="59"/>
          <ac:picMkLst>
            <pc:docMk/>
            <pc:sldMk cId="1608973518" sldId="273"/>
            <ac:picMk id="15" creationId="{EA51E2F5-5E3E-074C-A3F6-90D89B25BF25}"/>
          </ac:picMkLst>
        </pc:picChg>
        <pc:picChg chg="mod">
          <ac:chgData name="Cates, Donovan Charles (dcc7ffm)" userId="S::dcc7ffm@virginia.edu::abd4fde6-720c-4b0c-b9e3-7ae669d32c20" providerId="AD" clId="Web-{1B63CF6C-A3DD-452D-BE13-5A8B3C255875}" dt="2022-06-23T15:01:32.950" v="59"/>
          <ac:picMkLst>
            <pc:docMk/>
            <pc:sldMk cId="1608973518" sldId="273"/>
            <ac:picMk id="21" creationId="{05D55E08-87B1-9447-92FD-7D9141FF0DA6}"/>
          </ac:picMkLst>
        </pc:picChg>
      </pc:sldChg>
      <pc:sldChg chg="addSp delSp modSp add del mod modClrScheme modShow chgLayout">
        <pc:chgData name="Cates, Donovan Charles (dcc7ffm)" userId="S::dcc7ffm@virginia.edu::abd4fde6-720c-4b0c-b9e3-7ae669d32c20" providerId="AD" clId="Web-{1B63CF6C-A3DD-452D-BE13-5A8B3C255875}" dt="2022-06-27T03:06:32.586" v="907"/>
        <pc:sldMkLst>
          <pc:docMk/>
          <pc:sldMk cId="1318701653" sldId="274"/>
        </pc:sldMkLst>
        <pc:spChg chg="mod ord">
          <ac:chgData name="Cates, Donovan Charles (dcc7ffm)" userId="S::dcc7ffm@virginia.edu::abd4fde6-720c-4b0c-b9e3-7ae669d32c20" providerId="AD" clId="Web-{1B63CF6C-A3DD-452D-BE13-5A8B3C255875}" dt="2022-06-23T15:15:46.331" v="187" actId="20577"/>
          <ac:spMkLst>
            <pc:docMk/>
            <pc:sldMk cId="1318701653" sldId="274"/>
            <ac:spMk id="5" creationId="{CDD5A7C4-B3CE-1B47-9013-2B89FCFD1BD4}"/>
          </ac:spMkLst>
        </pc:spChg>
        <pc:spChg chg="mod ord">
          <ac:chgData name="Cates, Donovan Charles (dcc7ffm)" userId="S::dcc7ffm@virginia.edu::abd4fde6-720c-4b0c-b9e3-7ae669d32c20" providerId="AD" clId="Web-{1B63CF6C-A3DD-452D-BE13-5A8B3C255875}" dt="2022-06-23T15:01:32.950" v="59"/>
          <ac:spMkLst>
            <pc:docMk/>
            <pc:sldMk cId="1318701653" sldId="274"/>
            <ac:spMk id="10" creationId="{BBA99B97-E09C-AC45-A8FC-3428B8CC4CAD}"/>
          </ac:spMkLst>
        </pc:spChg>
        <pc:picChg chg="add del mod">
          <ac:chgData name="Cates, Donovan Charles (dcc7ffm)" userId="S::dcc7ffm@virginia.edu::abd4fde6-720c-4b0c-b9e3-7ae669d32c20" providerId="AD" clId="Web-{1B63CF6C-A3DD-452D-BE13-5A8B3C255875}" dt="2022-06-24T12:41:16.565" v="209"/>
          <ac:picMkLst>
            <pc:docMk/>
            <pc:sldMk cId="1318701653" sldId="274"/>
            <ac:picMk id="2" creationId="{7C5A6631-446C-5F06-EBDE-7EC168D40183}"/>
          </ac:picMkLst>
        </pc:picChg>
      </pc:sldChg>
      <pc:sldChg chg="modSp">
        <pc:chgData name="Cates, Donovan Charles (dcc7ffm)" userId="S::dcc7ffm@virginia.edu::abd4fde6-720c-4b0c-b9e3-7ae669d32c20" providerId="AD" clId="Web-{1B63CF6C-A3DD-452D-BE13-5A8B3C255875}" dt="2022-06-24T15:00:07.222" v="669" actId="20577"/>
        <pc:sldMkLst>
          <pc:docMk/>
          <pc:sldMk cId="4604009" sldId="275"/>
        </pc:sldMkLst>
        <pc:spChg chg="mod">
          <ac:chgData name="Cates, Donovan Charles (dcc7ffm)" userId="S::dcc7ffm@virginia.edu::abd4fde6-720c-4b0c-b9e3-7ae669d32c20" providerId="AD" clId="Web-{1B63CF6C-A3DD-452D-BE13-5A8B3C255875}" dt="2022-06-24T15:00:07.222" v="669" actId="20577"/>
          <ac:spMkLst>
            <pc:docMk/>
            <pc:sldMk cId="4604009" sldId="275"/>
            <ac:spMk id="6" creationId="{3FE4D537-17AA-5044-8525-CD08C9AEE2CB}"/>
          </ac:spMkLst>
        </pc:spChg>
      </pc:sldChg>
      <pc:sldChg chg="new del">
        <pc:chgData name="Cates, Donovan Charles (dcc7ffm)" userId="S::dcc7ffm@virginia.edu::abd4fde6-720c-4b0c-b9e3-7ae669d32c20" providerId="AD" clId="Web-{1B63CF6C-A3DD-452D-BE13-5A8B3C255875}" dt="2022-06-23T15:14:56.735" v="184"/>
        <pc:sldMkLst>
          <pc:docMk/>
          <pc:sldMk cId="3403881142" sldId="275"/>
        </pc:sldMkLst>
      </pc:sldChg>
      <pc:sldChg chg="addSp delSp modSp new del mod modClrScheme chgLayout">
        <pc:chgData name="Cates, Donovan Charles (dcc7ffm)" userId="S::dcc7ffm@virginia.edu::abd4fde6-720c-4b0c-b9e3-7ae669d32c20" providerId="AD" clId="Web-{1B63CF6C-A3DD-452D-BE13-5A8B3C255875}" dt="2022-06-23T15:03:23.158" v="66"/>
        <pc:sldMkLst>
          <pc:docMk/>
          <pc:sldMk cId="2411299433" sldId="276"/>
        </pc:sldMkLst>
        <pc:spChg chg="mod ord">
          <ac:chgData name="Cates, Donovan Charles (dcc7ffm)" userId="S::dcc7ffm@virginia.edu::abd4fde6-720c-4b0c-b9e3-7ae669d32c20" providerId="AD" clId="Web-{1B63CF6C-A3DD-452D-BE13-5A8B3C255875}" dt="2022-06-23T15:03:06.048" v="65"/>
          <ac:spMkLst>
            <pc:docMk/>
            <pc:sldMk cId="2411299433" sldId="276"/>
            <ac:spMk id="2" creationId="{82A02B65-C8BF-D136-2F57-4B2CEA2CAECA}"/>
          </ac:spMkLst>
        </pc:spChg>
        <pc:spChg chg="del">
          <ac:chgData name="Cates, Donovan Charles (dcc7ffm)" userId="S::dcc7ffm@virginia.edu::abd4fde6-720c-4b0c-b9e3-7ae669d32c20" providerId="AD" clId="Web-{1B63CF6C-A3DD-452D-BE13-5A8B3C255875}" dt="2022-06-23T15:03:06.048" v="65"/>
          <ac:spMkLst>
            <pc:docMk/>
            <pc:sldMk cId="2411299433" sldId="276"/>
            <ac:spMk id="3" creationId="{B5DEF25A-5691-B11E-AC5B-A1B47FE9DB15}"/>
          </ac:spMkLst>
        </pc:spChg>
        <pc:spChg chg="add mod ord">
          <ac:chgData name="Cates, Donovan Charles (dcc7ffm)" userId="S::dcc7ffm@virginia.edu::abd4fde6-720c-4b0c-b9e3-7ae669d32c20" providerId="AD" clId="Web-{1B63CF6C-A3DD-452D-BE13-5A8B3C255875}" dt="2022-06-23T15:03:06.048" v="65"/>
          <ac:spMkLst>
            <pc:docMk/>
            <pc:sldMk cId="2411299433" sldId="276"/>
            <ac:spMk id="4" creationId="{9D82D29A-1E1C-9CBE-47CD-7E69F8DA221D}"/>
          </ac:spMkLst>
        </pc:spChg>
      </pc:sldChg>
      <pc:sldChg chg="addSp delSp modSp mod modTransition modClrScheme chgLayout">
        <pc:chgData name="Cates, Donovan Charles (dcc7ffm)" userId="S::dcc7ffm@virginia.edu::abd4fde6-720c-4b0c-b9e3-7ae669d32c20" providerId="AD" clId="Web-{1B63CF6C-A3DD-452D-BE13-5A8B3C255875}" dt="2022-06-27T04:24:07.913" v="1029"/>
        <pc:sldMkLst>
          <pc:docMk/>
          <pc:sldMk cId="3012479248" sldId="276"/>
        </pc:sldMkLst>
        <pc:spChg chg="mod">
          <ac:chgData name="Cates, Donovan Charles (dcc7ffm)" userId="S::dcc7ffm@virginia.edu::abd4fde6-720c-4b0c-b9e3-7ae669d32c20" providerId="AD" clId="Web-{1B63CF6C-A3DD-452D-BE13-5A8B3C255875}" dt="2022-06-27T04:24:07.913" v="1029"/>
          <ac:spMkLst>
            <pc:docMk/>
            <pc:sldMk cId="3012479248" sldId="276"/>
            <ac:spMk id="4" creationId="{F9E0D3AF-7546-2942-9076-6D566FFBEBFD}"/>
          </ac:spMkLst>
        </pc:spChg>
        <pc:spChg chg="add del">
          <ac:chgData name="Cates, Donovan Charles (dcc7ffm)" userId="S::dcc7ffm@virginia.edu::abd4fde6-720c-4b0c-b9e3-7ae669d32c20" providerId="AD" clId="Web-{1B63CF6C-A3DD-452D-BE13-5A8B3C255875}" dt="2022-06-24T12:42:09.756" v="211"/>
          <ac:spMkLst>
            <pc:docMk/>
            <pc:sldMk cId="3012479248" sldId="276"/>
            <ac:spMk id="5" creationId="{7BBA24D5-C453-1F3C-00CD-AE1AE242DC1F}"/>
          </ac:spMkLst>
        </pc:spChg>
        <pc:spChg chg="del mod">
          <ac:chgData name="Cates, Donovan Charles (dcc7ffm)" userId="S::dcc7ffm@virginia.edu::abd4fde6-720c-4b0c-b9e3-7ae669d32c20" providerId="AD" clId="Web-{1B63CF6C-A3DD-452D-BE13-5A8B3C255875}" dt="2022-06-27T04:24:07.913" v="1029"/>
          <ac:spMkLst>
            <pc:docMk/>
            <pc:sldMk cId="3012479248" sldId="276"/>
            <ac:spMk id="6" creationId="{3FE4D537-17AA-5044-8525-CD08C9AEE2CB}"/>
          </ac:spMkLst>
        </pc:spChg>
        <pc:graphicFrameChg chg="add">
          <ac:chgData name="Cates, Donovan Charles (dcc7ffm)" userId="S::dcc7ffm@virginia.edu::abd4fde6-720c-4b0c-b9e3-7ae669d32c20" providerId="AD" clId="Web-{1B63CF6C-A3DD-452D-BE13-5A8B3C255875}" dt="2022-06-27T04:24:07.913" v="1029"/>
          <ac:graphicFrameMkLst>
            <pc:docMk/>
            <pc:sldMk cId="3012479248" sldId="276"/>
            <ac:graphicFrameMk id="8" creationId="{4E3A04EB-134C-3100-4E67-976D2517F6B0}"/>
          </ac:graphicFrameMkLst>
        </pc:graphicFrameChg>
        <pc:picChg chg="add del mod">
          <ac:chgData name="Cates, Donovan Charles (dcc7ffm)" userId="S::dcc7ffm@virginia.edu::abd4fde6-720c-4b0c-b9e3-7ae669d32c20" providerId="AD" clId="Web-{1B63CF6C-A3DD-452D-BE13-5A8B3C255875}" dt="2022-06-24T12:30:59.506" v="205"/>
          <ac:picMkLst>
            <pc:docMk/>
            <pc:sldMk cId="3012479248" sldId="276"/>
            <ac:picMk id="2" creationId="{0D30150E-5492-68DF-5231-7DBD29D1AE7A}"/>
          </ac:picMkLst>
        </pc:picChg>
        <pc:picChg chg="add del mod">
          <ac:chgData name="Cates, Donovan Charles (dcc7ffm)" userId="S::dcc7ffm@virginia.edu::abd4fde6-720c-4b0c-b9e3-7ae669d32c20" providerId="AD" clId="Web-{1B63CF6C-A3DD-452D-BE13-5A8B3C255875}" dt="2022-06-24T12:40:36.797" v="207"/>
          <ac:picMkLst>
            <pc:docMk/>
            <pc:sldMk cId="3012479248" sldId="276"/>
            <ac:picMk id="3" creationId="{0BB31F45-1094-22E6-4394-3E8F0C11A966}"/>
          </ac:picMkLst>
        </pc:picChg>
      </pc:sldChg>
      <pc:sldChg chg="modSp">
        <pc:chgData name="Cates, Donovan Charles (dcc7ffm)" userId="S::dcc7ffm@virginia.edu::abd4fde6-720c-4b0c-b9e3-7ae669d32c20" providerId="AD" clId="Web-{1B63CF6C-A3DD-452D-BE13-5A8B3C255875}" dt="2022-06-24T15:00:37.395" v="671" actId="1076"/>
        <pc:sldMkLst>
          <pc:docMk/>
          <pc:sldMk cId="635092756" sldId="278"/>
        </pc:sldMkLst>
        <pc:picChg chg="mod">
          <ac:chgData name="Cates, Donovan Charles (dcc7ffm)" userId="S::dcc7ffm@virginia.edu::abd4fde6-720c-4b0c-b9e3-7ae669d32c20" providerId="AD" clId="Web-{1B63CF6C-A3DD-452D-BE13-5A8B3C255875}" dt="2022-06-24T15:00:37.395" v="671" actId="1076"/>
          <ac:picMkLst>
            <pc:docMk/>
            <pc:sldMk cId="635092756" sldId="278"/>
            <ac:picMk id="3" creationId="{867F3F10-6B82-594E-7A90-BE832E7862ED}"/>
          </ac:picMkLst>
        </pc:picChg>
      </pc:sldChg>
      <pc:sldChg chg="modSp">
        <pc:chgData name="Cates, Donovan Charles (dcc7ffm)" userId="S::dcc7ffm@virginia.edu::abd4fde6-720c-4b0c-b9e3-7ae669d32c20" providerId="AD" clId="Web-{1B63CF6C-A3DD-452D-BE13-5A8B3C255875}" dt="2022-06-24T13:43:50.782" v="589" actId="20577"/>
        <pc:sldMkLst>
          <pc:docMk/>
          <pc:sldMk cId="3144833158" sldId="279"/>
        </pc:sldMkLst>
        <pc:graphicFrameChg chg="modGraphic">
          <ac:chgData name="Cates, Donovan Charles (dcc7ffm)" userId="S::dcc7ffm@virginia.edu::abd4fde6-720c-4b0c-b9e3-7ae669d32c20" providerId="AD" clId="Web-{1B63CF6C-A3DD-452D-BE13-5A8B3C255875}" dt="2022-06-24T13:43:50.782" v="589" actId="20577"/>
          <ac:graphicFrameMkLst>
            <pc:docMk/>
            <pc:sldMk cId="3144833158" sldId="279"/>
            <ac:graphicFrameMk id="24" creationId="{80A8F3DB-966E-E12D-0C2C-EACCA914F483}"/>
          </ac:graphicFrameMkLst>
        </pc:graphicFrameChg>
      </pc:sldChg>
      <pc:sldChg chg="addSp delSp modSp">
        <pc:chgData name="Cates, Donovan Charles (dcc7ffm)" userId="S::dcc7ffm@virginia.edu::abd4fde6-720c-4b0c-b9e3-7ae669d32c20" providerId="AD" clId="Web-{1B63CF6C-A3DD-452D-BE13-5A8B3C255875}" dt="2022-06-27T04:22:47.551" v="1028" actId="1076"/>
        <pc:sldMkLst>
          <pc:docMk/>
          <pc:sldMk cId="4150080109" sldId="280"/>
        </pc:sldMkLst>
        <pc:spChg chg="add mod">
          <ac:chgData name="Cates, Donovan Charles (dcc7ffm)" userId="S::dcc7ffm@virginia.edu::abd4fde6-720c-4b0c-b9e3-7ae669d32c20" providerId="AD" clId="Web-{1B63CF6C-A3DD-452D-BE13-5A8B3C255875}" dt="2022-06-27T03:31:22.732" v="932" actId="20577"/>
          <ac:spMkLst>
            <pc:docMk/>
            <pc:sldMk cId="4150080109" sldId="280"/>
            <ac:spMk id="2" creationId="{966B692C-66CF-0330-9D67-03EA4390B6CB}"/>
          </ac:spMkLst>
        </pc:spChg>
        <pc:spChg chg="add mod">
          <ac:chgData name="Cates, Donovan Charles (dcc7ffm)" userId="S::dcc7ffm@virginia.edu::abd4fde6-720c-4b0c-b9e3-7ae669d32c20" providerId="AD" clId="Web-{1B63CF6C-A3DD-452D-BE13-5A8B3C255875}" dt="2022-06-27T04:22:47.551" v="1028" actId="1076"/>
          <ac:spMkLst>
            <pc:docMk/>
            <pc:sldMk cId="4150080109" sldId="280"/>
            <ac:spMk id="3" creationId="{E3E92FFA-DF6D-5D66-BCE3-9A2061B44CAF}"/>
          </ac:spMkLst>
        </pc:spChg>
        <pc:spChg chg="mod">
          <ac:chgData name="Cates, Donovan Charles (dcc7ffm)" userId="S::dcc7ffm@virginia.edu::abd4fde6-720c-4b0c-b9e3-7ae669d32c20" providerId="AD" clId="Web-{1B63CF6C-A3DD-452D-BE13-5A8B3C255875}" dt="2022-06-27T04:22:31.832" v="1027" actId="1076"/>
          <ac:spMkLst>
            <pc:docMk/>
            <pc:sldMk cId="4150080109" sldId="280"/>
            <ac:spMk id="6" creationId="{3FE4D537-17AA-5044-8525-CD08C9AEE2CB}"/>
          </ac:spMkLst>
        </pc:spChg>
        <pc:picChg chg="add del mod">
          <ac:chgData name="Cates, Donovan Charles (dcc7ffm)" userId="S::dcc7ffm@virginia.edu::abd4fde6-720c-4b0c-b9e3-7ae669d32c20" providerId="AD" clId="Web-{1B63CF6C-A3DD-452D-BE13-5A8B3C255875}" dt="2022-06-24T12:43:25.730" v="229"/>
          <ac:picMkLst>
            <pc:docMk/>
            <pc:sldMk cId="4150080109" sldId="280"/>
            <ac:picMk id="2" creationId="{8A609361-F679-AF7F-9D55-E9705E4C32CF}"/>
          </ac:picMkLst>
        </pc:picChg>
      </pc:sldChg>
      <pc:sldChg chg="addSp delSp modSp new mod ord modClrScheme chgLayout">
        <pc:chgData name="Cates, Donovan Charles (dcc7ffm)" userId="S::dcc7ffm@virginia.edu::abd4fde6-720c-4b0c-b9e3-7ae669d32c20" providerId="AD" clId="Web-{1B63CF6C-A3DD-452D-BE13-5A8B3C255875}" dt="2022-06-24T12:44:59.003" v="243"/>
        <pc:sldMkLst>
          <pc:docMk/>
          <pc:sldMk cId="3928671011" sldId="281"/>
        </pc:sldMkLst>
        <pc:spChg chg="mod ord">
          <ac:chgData name="Cates, Donovan Charles (dcc7ffm)" userId="S::dcc7ffm@virginia.edu::abd4fde6-720c-4b0c-b9e3-7ae669d32c20" providerId="AD" clId="Web-{1B63CF6C-A3DD-452D-BE13-5A8B3C255875}" dt="2022-06-24T12:44:18.062" v="231"/>
          <ac:spMkLst>
            <pc:docMk/>
            <pc:sldMk cId="3928671011" sldId="281"/>
            <ac:spMk id="2" creationId="{B06C3E62-E0F7-967D-F200-2C4C5001FD2C}"/>
          </ac:spMkLst>
        </pc:spChg>
        <pc:spChg chg="mod ord">
          <ac:chgData name="Cates, Donovan Charles (dcc7ffm)" userId="S::dcc7ffm@virginia.edu::abd4fde6-720c-4b0c-b9e3-7ae669d32c20" providerId="AD" clId="Web-{1B63CF6C-A3DD-452D-BE13-5A8B3C255875}" dt="2022-06-24T12:44:49.393" v="242" actId="20577"/>
          <ac:spMkLst>
            <pc:docMk/>
            <pc:sldMk cId="3928671011" sldId="281"/>
            <ac:spMk id="3" creationId="{57C8A6A2-D2FC-D3DB-840E-8C1C8D844B19}"/>
          </ac:spMkLst>
        </pc:spChg>
        <pc:spChg chg="add del mod">
          <ac:chgData name="Cates, Donovan Charles (dcc7ffm)" userId="S::dcc7ffm@virginia.edu::abd4fde6-720c-4b0c-b9e3-7ae669d32c20" providerId="AD" clId="Web-{1B63CF6C-A3DD-452D-BE13-5A8B3C255875}" dt="2022-06-24T12:44:22.625" v="235"/>
          <ac:spMkLst>
            <pc:docMk/>
            <pc:sldMk cId="3928671011" sldId="281"/>
            <ac:spMk id="4" creationId="{21802829-3FB3-2EFB-429C-2B400B190235}"/>
          </ac:spMkLst>
        </pc:spChg>
      </pc:sldChg>
      <pc:sldChg chg="modSp">
        <pc:chgData name="Cates, Donovan Charles (dcc7ffm)" userId="S::dcc7ffm@virginia.edu::abd4fde6-720c-4b0c-b9e3-7ae669d32c20" providerId="AD" clId="Web-{1B63CF6C-A3DD-452D-BE13-5A8B3C255875}" dt="2022-06-24T13:22:58.334" v="500" actId="20577"/>
        <pc:sldMkLst>
          <pc:docMk/>
          <pc:sldMk cId="2481964168" sldId="282"/>
        </pc:sldMkLst>
        <pc:spChg chg="mod">
          <ac:chgData name="Cates, Donovan Charles (dcc7ffm)" userId="S::dcc7ffm@virginia.edu::abd4fde6-720c-4b0c-b9e3-7ae669d32c20" providerId="AD" clId="Web-{1B63CF6C-A3DD-452D-BE13-5A8B3C255875}" dt="2022-06-24T13:22:58.334" v="500" actId="20577"/>
          <ac:spMkLst>
            <pc:docMk/>
            <pc:sldMk cId="2481964168" sldId="282"/>
            <ac:spMk id="4" creationId="{F9E0D3AF-7546-2942-9076-6D566FFBEBFD}"/>
          </ac:spMkLst>
        </pc:spChg>
        <pc:graphicFrameChg chg="modGraphic">
          <ac:chgData name="Cates, Donovan Charles (dcc7ffm)" userId="S::dcc7ffm@virginia.edu::abd4fde6-720c-4b0c-b9e3-7ae669d32c20" providerId="AD" clId="Web-{1B63CF6C-A3DD-452D-BE13-5A8B3C255875}" dt="2022-06-24T13:22:12.753" v="475" actId="20577"/>
          <ac:graphicFrameMkLst>
            <pc:docMk/>
            <pc:sldMk cId="2481964168" sldId="282"/>
            <ac:graphicFrameMk id="24" creationId="{80A8F3DB-966E-E12D-0C2C-EACCA914F483}"/>
          </ac:graphicFrameMkLst>
        </pc:graphicFrameChg>
      </pc:sldChg>
      <pc:sldChg chg="modSp">
        <pc:chgData name="Cates, Donovan Charles (dcc7ffm)" userId="S::dcc7ffm@virginia.edu::abd4fde6-720c-4b0c-b9e3-7ae669d32c20" providerId="AD" clId="Web-{1B63CF6C-A3DD-452D-BE13-5A8B3C255875}" dt="2022-06-24T13:23:29.352" v="511" actId="1076"/>
        <pc:sldMkLst>
          <pc:docMk/>
          <pc:sldMk cId="2336299145" sldId="283"/>
        </pc:sldMkLst>
        <pc:spChg chg="mod">
          <ac:chgData name="Cates, Donovan Charles (dcc7ffm)" userId="S::dcc7ffm@virginia.edu::abd4fde6-720c-4b0c-b9e3-7ae669d32c20" providerId="AD" clId="Web-{1B63CF6C-A3DD-452D-BE13-5A8B3C255875}" dt="2022-06-24T13:23:08.788" v="510" actId="20577"/>
          <ac:spMkLst>
            <pc:docMk/>
            <pc:sldMk cId="2336299145" sldId="283"/>
            <ac:spMk id="4" creationId="{F9E0D3AF-7546-2942-9076-6D566FFBEBFD}"/>
          </ac:spMkLst>
        </pc:spChg>
        <pc:graphicFrameChg chg="mod modGraphic">
          <ac:chgData name="Cates, Donovan Charles (dcc7ffm)" userId="S::dcc7ffm@virginia.edu::abd4fde6-720c-4b0c-b9e3-7ae669d32c20" providerId="AD" clId="Web-{1B63CF6C-A3DD-452D-BE13-5A8B3C255875}" dt="2022-06-24T13:23:29.352" v="511" actId="1076"/>
          <ac:graphicFrameMkLst>
            <pc:docMk/>
            <pc:sldMk cId="2336299145" sldId="283"/>
            <ac:graphicFrameMk id="24" creationId="{80A8F3DB-966E-E12D-0C2C-EACCA914F483}"/>
          </ac:graphicFrameMkLst>
        </pc:graphicFrameChg>
      </pc:sldChg>
      <pc:sldChg chg="modSp">
        <pc:chgData name="Cates, Donovan Charles (dcc7ffm)" userId="S::dcc7ffm@virginia.edu::abd4fde6-720c-4b0c-b9e3-7ae669d32c20" providerId="AD" clId="Web-{1B63CF6C-A3DD-452D-BE13-5A8B3C255875}" dt="2022-06-24T13:26:16.473" v="571" actId="20577"/>
        <pc:sldMkLst>
          <pc:docMk/>
          <pc:sldMk cId="2905983056" sldId="285"/>
        </pc:sldMkLst>
        <pc:spChg chg="mod">
          <ac:chgData name="Cates, Donovan Charles (dcc7ffm)" userId="S::dcc7ffm@virginia.edu::abd4fde6-720c-4b0c-b9e3-7ae669d32c20" providerId="AD" clId="Web-{1B63CF6C-A3DD-452D-BE13-5A8B3C255875}" dt="2022-06-24T13:26:16.473" v="571" actId="20577"/>
          <ac:spMkLst>
            <pc:docMk/>
            <pc:sldMk cId="2905983056" sldId="285"/>
            <ac:spMk id="6" creationId="{3FE4D537-17AA-5044-8525-CD08C9AEE2CB}"/>
          </ac:spMkLst>
        </pc:spChg>
      </pc:sldChg>
      <pc:sldMasterChg chg="modSp add del addSldLayout delSldLayout modSldLayout">
        <pc:chgData name="Cates, Donovan Charles (dcc7ffm)" userId="S::dcc7ffm@virginia.edu::abd4fde6-720c-4b0c-b9e3-7ae669d32c20" providerId="AD" clId="Web-{1B63CF6C-A3DD-452D-BE13-5A8B3C255875}" dt="2022-06-23T15:01:32.950" v="59"/>
        <pc:sldMasterMkLst>
          <pc:docMk/>
          <pc:sldMasterMk cId="2460954070" sldId="2147483660"/>
        </pc:sldMasterMkLst>
        <pc:spChg chg="mod">
          <ac:chgData name="Cates, Donovan Charles (dcc7ffm)" userId="S::dcc7ffm@virginia.edu::abd4fde6-720c-4b0c-b9e3-7ae669d32c20" providerId="AD" clId="Web-{1B63CF6C-A3DD-452D-BE13-5A8B3C255875}" dt="2022-06-23T15:01:32.950" v="59"/>
          <ac:spMkLst>
            <pc:docMk/>
            <pc:sldMasterMk cId="2460954070" sldId="2147483660"/>
            <ac:spMk id="2"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2460954070" sldId="2147483660"/>
            <ac:spMk id="3"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2460954070" sldId="2147483660"/>
            <ac:spMk id="4"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2460954070" sldId="2147483660"/>
            <ac:spMk id="5"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2460954070" sldId="2147483660"/>
            <ac:spMk id="6" creationId="{00000000-0000-0000-0000-000000000000}"/>
          </ac:spMkLst>
        </pc:spChg>
        <pc:sldLayoutChg chg="modSp add del">
          <pc:chgData name="Cates, Donovan Charles (dcc7ffm)" userId="S::dcc7ffm@virginia.edu::abd4fde6-720c-4b0c-b9e3-7ae669d32c20" providerId="AD" clId="Web-{1B63CF6C-A3DD-452D-BE13-5A8B3C255875}" dt="2022-06-23T15:01:32.950" v="59"/>
          <pc:sldLayoutMkLst>
            <pc:docMk/>
            <pc:sldMasterMk cId="2460954070" sldId="2147483660"/>
            <pc:sldLayoutMk cId="2385387890" sldId="2147483661"/>
          </pc:sldLayoutMkLst>
          <pc:spChg chg="mod">
            <ac:chgData name="Cates, Donovan Charles (dcc7ffm)" userId="S::dcc7ffm@virginia.edu::abd4fde6-720c-4b0c-b9e3-7ae669d32c20" providerId="AD" clId="Web-{1B63CF6C-A3DD-452D-BE13-5A8B3C255875}" dt="2022-06-23T15:01:32.950" v="59"/>
            <ac:spMkLst>
              <pc:docMk/>
              <pc:sldMasterMk cId="2460954070" sldId="2147483660"/>
              <pc:sldLayoutMk cId="2385387890" sldId="2147483661"/>
              <ac:spMk id="2"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2460954070" sldId="2147483660"/>
              <pc:sldLayoutMk cId="2385387890" sldId="2147483661"/>
              <ac:spMk id="3" creationId="{00000000-0000-0000-0000-000000000000}"/>
            </ac:spMkLst>
          </pc:spChg>
        </pc:sldLayoutChg>
        <pc:sldLayoutChg chg="add del">
          <pc:chgData name="Cates, Donovan Charles (dcc7ffm)" userId="S::dcc7ffm@virginia.edu::abd4fde6-720c-4b0c-b9e3-7ae669d32c20" providerId="AD" clId="Web-{1B63CF6C-A3DD-452D-BE13-5A8B3C255875}" dt="2022-06-23T15:01:31.872" v="58"/>
          <pc:sldLayoutMkLst>
            <pc:docMk/>
            <pc:sldMasterMk cId="2460954070" sldId="2147483660"/>
            <pc:sldLayoutMk cId="949138452" sldId="2147483662"/>
          </pc:sldLayoutMkLst>
        </pc:sldLayoutChg>
        <pc:sldLayoutChg chg="modSp add del">
          <pc:chgData name="Cates, Donovan Charles (dcc7ffm)" userId="S::dcc7ffm@virginia.edu::abd4fde6-720c-4b0c-b9e3-7ae669d32c20" providerId="AD" clId="Web-{1B63CF6C-A3DD-452D-BE13-5A8B3C255875}" dt="2022-06-23T15:01:32.950" v="59"/>
          <pc:sldLayoutMkLst>
            <pc:docMk/>
            <pc:sldMasterMk cId="2460954070" sldId="2147483660"/>
            <pc:sldLayoutMk cId="2591524520" sldId="2147483663"/>
          </pc:sldLayoutMkLst>
          <pc:spChg chg="mod">
            <ac:chgData name="Cates, Donovan Charles (dcc7ffm)" userId="S::dcc7ffm@virginia.edu::abd4fde6-720c-4b0c-b9e3-7ae669d32c20" providerId="AD" clId="Web-{1B63CF6C-A3DD-452D-BE13-5A8B3C255875}" dt="2022-06-23T15:01:32.950" v="59"/>
            <ac:spMkLst>
              <pc:docMk/>
              <pc:sldMasterMk cId="2460954070" sldId="2147483660"/>
              <pc:sldLayoutMk cId="2591524520" sldId="2147483663"/>
              <ac:spMk id="2"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2460954070" sldId="2147483660"/>
              <pc:sldLayoutMk cId="2591524520" sldId="2147483663"/>
              <ac:spMk id="3" creationId="{00000000-0000-0000-0000-000000000000}"/>
            </ac:spMkLst>
          </pc:spChg>
        </pc:sldLayoutChg>
        <pc:sldLayoutChg chg="modSp add del">
          <pc:chgData name="Cates, Donovan Charles (dcc7ffm)" userId="S::dcc7ffm@virginia.edu::abd4fde6-720c-4b0c-b9e3-7ae669d32c20" providerId="AD" clId="Web-{1B63CF6C-A3DD-452D-BE13-5A8B3C255875}" dt="2022-06-23T15:01:32.950" v="59"/>
          <pc:sldLayoutMkLst>
            <pc:docMk/>
            <pc:sldMasterMk cId="2460954070" sldId="2147483660"/>
            <pc:sldLayoutMk cId="1203092039" sldId="2147483664"/>
          </pc:sldLayoutMkLst>
          <pc:spChg chg="mod">
            <ac:chgData name="Cates, Donovan Charles (dcc7ffm)" userId="S::dcc7ffm@virginia.edu::abd4fde6-720c-4b0c-b9e3-7ae669d32c20" providerId="AD" clId="Web-{1B63CF6C-A3DD-452D-BE13-5A8B3C255875}" dt="2022-06-23T15:01:32.950" v="59"/>
            <ac:spMkLst>
              <pc:docMk/>
              <pc:sldMasterMk cId="2460954070" sldId="2147483660"/>
              <pc:sldLayoutMk cId="1203092039" sldId="2147483664"/>
              <ac:spMk id="3"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2460954070" sldId="2147483660"/>
              <pc:sldLayoutMk cId="1203092039" sldId="2147483664"/>
              <ac:spMk id="4" creationId="{00000000-0000-0000-0000-000000000000}"/>
            </ac:spMkLst>
          </pc:spChg>
        </pc:sldLayoutChg>
        <pc:sldLayoutChg chg="modSp add del">
          <pc:chgData name="Cates, Donovan Charles (dcc7ffm)" userId="S::dcc7ffm@virginia.edu::abd4fde6-720c-4b0c-b9e3-7ae669d32c20" providerId="AD" clId="Web-{1B63CF6C-A3DD-452D-BE13-5A8B3C255875}" dt="2022-06-23T15:01:32.950" v="59"/>
          <pc:sldLayoutMkLst>
            <pc:docMk/>
            <pc:sldMasterMk cId="2460954070" sldId="2147483660"/>
            <pc:sldLayoutMk cId="3733172339" sldId="2147483665"/>
          </pc:sldLayoutMkLst>
          <pc:spChg chg="mod">
            <ac:chgData name="Cates, Donovan Charles (dcc7ffm)" userId="S::dcc7ffm@virginia.edu::abd4fde6-720c-4b0c-b9e3-7ae669d32c20" providerId="AD" clId="Web-{1B63CF6C-A3DD-452D-BE13-5A8B3C255875}" dt="2022-06-23T15:01:32.950" v="59"/>
            <ac:spMkLst>
              <pc:docMk/>
              <pc:sldMasterMk cId="2460954070" sldId="2147483660"/>
              <pc:sldLayoutMk cId="3733172339" sldId="2147483665"/>
              <ac:spMk id="2"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2460954070" sldId="2147483660"/>
              <pc:sldLayoutMk cId="3733172339" sldId="2147483665"/>
              <ac:spMk id="3"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2460954070" sldId="2147483660"/>
              <pc:sldLayoutMk cId="3733172339" sldId="2147483665"/>
              <ac:spMk id="4"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2460954070" sldId="2147483660"/>
              <pc:sldLayoutMk cId="3733172339" sldId="2147483665"/>
              <ac:spMk id="5"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2460954070" sldId="2147483660"/>
              <pc:sldLayoutMk cId="3733172339" sldId="2147483665"/>
              <ac:spMk id="6" creationId="{00000000-0000-0000-0000-000000000000}"/>
            </ac:spMkLst>
          </pc:spChg>
        </pc:sldLayoutChg>
        <pc:sldLayoutChg chg="add del">
          <pc:chgData name="Cates, Donovan Charles (dcc7ffm)" userId="S::dcc7ffm@virginia.edu::abd4fde6-720c-4b0c-b9e3-7ae669d32c20" providerId="AD" clId="Web-{1B63CF6C-A3DD-452D-BE13-5A8B3C255875}" dt="2022-06-23T15:01:31.872" v="58"/>
          <pc:sldLayoutMkLst>
            <pc:docMk/>
            <pc:sldMasterMk cId="2460954070" sldId="2147483660"/>
            <pc:sldLayoutMk cId="3210312558" sldId="2147483666"/>
          </pc:sldLayoutMkLst>
        </pc:sldLayoutChg>
        <pc:sldLayoutChg chg="add del">
          <pc:chgData name="Cates, Donovan Charles (dcc7ffm)" userId="S::dcc7ffm@virginia.edu::abd4fde6-720c-4b0c-b9e3-7ae669d32c20" providerId="AD" clId="Web-{1B63CF6C-A3DD-452D-BE13-5A8B3C255875}" dt="2022-06-23T15:01:31.872" v="58"/>
          <pc:sldLayoutMkLst>
            <pc:docMk/>
            <pc:sldMasterMk cId="2460954070" sldId="2147483660"/>
            <pc:sldLayoutMk cId="3146388984" sldId="2147483667"/>
          </pc:sldLayoutMkLst>
        </pc:sldLayoutChg>
        <pc:sldLayoutChg chg="modSp add del">
          <pc:chgData name="Cates, Donovan Charles (dcc7ffm)" userId="S::dcc7ffm@virginia.edu::abd4fde6-720c-4b0c-b9e3-7ae669d32c20" providerId="AD" clId="Web-{1B63CF6C-A3DD-452D-BE13-5A8B3C255875}" dt="2022-06-23T15:01:32.950" v="59"/>
          <pc:sldLayoutMkLst>
            <pc:docMk/>
            <pc:sldMasterMk cId="2460954070" sldId="2147483660"/>
            <pc:sldLayoutMk cId="3171841454" sldId="2147483668"/>
          </pc:sldLayoutMkLst>
          <pc:spChg chg="mod">
            <ac:chgData name="Cates, Donovan Charles (dcc7ffm)" userId="S::dcc7ffm@virginia.edu::abd4fde6-720c-4b0c-b9e3-7ae669d32c20" providerId="AD" clId="Web-{1B63CF6C-A3DD-452D-BE13-5A8B3C255875}" dt="2022-06-23T15:01:32.950" v="59"/>
            <ac:spMkLst>
              <pc:docMk/>
              <pc:sldMasterMk cId="2460954070" sldId="2147483660"/>
              <pc:sldLayoutMk cId="3171841454" sldId="2147483668"/>
              <ac:spMk id="2"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2460954070" sldId="2147483660"/>
              <pc:sldLayoutMk cId="3171841454" sldId="2147483668"/>
              <ac:spMk id="3"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2460954070" sldId="2147483660"/>
              <pc:sldLayoutMk cId="3171841454" sldId="2147483668"/>
              <ac:spMk id="4" creationId="{00000000-0000-0000-0000-000000000000}"/>
            </ac:spMkLst>
          </pc:spChg>
        </pc:sldLayoutChg>
        <pc:sldLayoutChg chg="modSp add del">
          <pc:chgData name="Cates, Donovan Charles (dcc7ffm)" userId="S::dcc7ffm@virginia.edu::abd4fde6-720c-4b0c-b9e3-7ae669d32c20" providerId="AD" clId="Web-{1B63CF6C-A3DD-452D-BE13-5A8B3C255875}" dt="2022-06-23T15:01:32.950" v="59"/>
          <pc:sldLayoutMkLst>
            <pc:docMk/>
            <pc:sldMasterMk cId="2460954070" sldId="2147483660"/>
            <pc:sldLayoutMk cId="1718958274" sldId="2147483669"/>
          </pc:sldLayoutMkLst>
          <pc:spChg chg="mod">
            <ac:chgData name="Cates, Donovan Charles (dcc7ffm)" userId="S::dcc7ffm@virginia.edu::abd4fde6-720c-4b0c-b9e3-7ae669d32c20" providerId="AD" clId="Web-{1B63CF6C-A3DD-452D-BE13-5A8B3C255875}" dt="2022-06-23T15:01:32.950" v="59"/>
            <ac:spMkLst>
              <pc:docMk/>
              <pc:sldMasterMk cId="2460954070" sldId="2147483660"/>
              <pc:sldLayoutMk cId="1718958274" sldId="2147483669"/>
              <ac:spMk id="2"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2460954070" sldId="2147483660"/>
              <pc:sldLayoutMk cId="1718958274" sldId="2147483669"/>
              <ac:spMk id="3"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2460954070" sldId="2147483660"/>
              <pc:sldLayoutMk cId="1718958274" sldId="2147483669"/>
              <ac:spMk id="4" creationId="{00000000-0000-0000-0000-000000000000}"/>
            </ac:spMkLst>
          </pc:spChg>
        </pc:sldLayoutChg>
        <pc:sldLayoutChg chg="add del">
          <pc:chgData name="Cates, Donovan Charles (dcc7ffm)" userId="S::dcc7ffm@virginia.edu::abd4fde6-720c-4b0c-b9e3-7ae669d32c20" providerId="AD" clId="Web-{1B63CF6C-A3DD-452D-BE13-5A8B3C255875}" dt="2022-06-23T15:01:31.872" v="58"/>
          <pc:sldLayoutMkLst>
            <pc:docMk/>
            <pc:sldMasterMk cId="2460954070" sldId="2147483660"/>
            <pc:sldLayoutMk cId="2202905451" sldId="2147483670"/>
          </pc:sldLayoutMkLst>
        </pc:sldLayoutChg>
        <pc:sldLayoutChg chg="modSp add del">
          <pc:chgData name="Cates, Donovan Charles (dcc7ffm)" userId="S::dcc7ffm@virginia.edu::abd4fde6-720c-4b0c-b9e3-7ae669d32c20" providerId="AD" clId="Web-{1B63CF6C-A3DD-452D-BE13-5A8B3C255875}" dt="2022-06-23T15:01:32.950" v="59"/>
          <pc:sldLayoutMkLst>
            <pc:docMk/>
            <pc:sldMasterMk cId="2460954070" sldId="2147483660"/>
            <pc:sldLayoutMk cId="3479445657" sldId="2147483671"/>
          </pc:sldLayoutMkLst>
          <pc:spChg chg="mod">
            <ac:chgData name="Cates, Donovan Charles (dcc7ffm)" userId="S::dcc7ffm@virginia.edu::abd4fde6-720c-4b0c-b9e3-7ae669d32c20" providerId="AD" clId="Web-{1B63CF6C-A3DD-452D-BE13-5A8B3C255875}" dt="2022-06-23T15:01:32.950" v="59"/>
            <ac:spMkLst>
              <pc:docMk/>
              <pc:sldMasterMk cId="2460954070" sldId="2147483660"/>
              <pc:sldLayoutMk cId="3479445657" sldId="2147483671"/>
              <ac:spMk id="2"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2460954070" sldId="2147483660"/>
              <pc:sldLayoutMk cId="3479445657" sldId="2147483671"/>
              <ac:spMk id="3" creationId="{00000000-0000-0000-0000-000000000000}"/>
            </ac:spMkLst>
          </pc:spChg>
        </pc:sldLayoutChg>
      </pc:sldMasterChg>
      <pc:sldMasterChg chg="modSp add addSldLayout modSldLayout">
        <pc:chgData name="Cates, Donovan Charles (dcc7ffm)" userId="S::dcc7ffm@virginia.edu::abd4fde6-720c-4b0c-b9e3-7ae669d32c20" providerId="AD" clId="Web-{1B63CF6C-A3DD-452D-BE13-5A8B3C255875}" dt="2022-06-23T15:01:32.950" v="59"/>
        <pc:sldMasterMkLst>
          <pc:docMk/>
          <pc:sldMasterMk cId="3194312398" sldId="2147483716"/>
        </pc:sldMasterMkLst>
        <pc:spChg chg="mod">
          <ac:chgData name="Cates, Donovan Charles (dcc7ffm)" userId="S::dcc7ffm@virginia.edu::abd4fde6-720c-4b0c-b9e3-7ae669d32c20" providerId="AD" clId="Web-{1B63CF6C-A3DD-452D-BE13-5A8B3C255875}" dt="2022-06-23T15:01:32.950" v="59"/>
          <ac:spMkLst>
            <pc:docMk/>
            <pc:sldMasterMk cId="3194312398" sldId="2147483716"/>
            <ac:spMk id="7" creationId="{00000000-0000-0000-0000-000000000000}"/>
          </ac:spMkLst>
        </pc:spChg>
        <pc:picChg chg="mod">
          <ac:chgData name="Cates, Donovan Charles (dcc7ffm)" userId="S::dcc7ffm@virginia.edu::abd4fde6-720c-4b0c-b9e3-7ae669d32c20" providerId="AD" clId="Web-{1B63CF6C-A3DD-452D-BE13-5A8B3C255875}" dt="2022-06-23T15:01:32.950" v="59"/>
          <ac:picMkLst>
            <pc:docMk/>
            <pc:sldMasterMk cId="3194312398" sldId="2147483716"/>
            <ac:picMk id="8" creationId="{00000000-0000-0000-0000-000000000000}"/>
          </ac:picMkLst>
        </pc:picChg>
        <pc:sldLayoutChg chg="add">
          <pc:chgData name="Cates, Donovan Charles (dcc7ffm)" userId="S::dcc7ffm@virginia.edu::abd4fde6-720c-4b0c-b9e3-7ae669d32c20" providerId="AD" clId="Web-{1B63CF6C-A3DD-452D-BE13-5A8B3C255875}" dt="2022-06-23T14:57:51.909" v="44"/>
          <pc:sldLayoutMkLst>
            <pc:docMk/>
            <pc:sldMasterMk cId="3194312398" sldId="2147483716"/>
            <pc:sldLayoutMk cId="3241998042" sldId="2147483754"/>
          </pc:sldLayoutMkLst>
        </pc:sldLayoutChg>
        <pc:sldLayoutChg chg="modSp add">
          <pc:chgData name="Cates, Donovan Charles (dcc7ffm)" userId="S::dcc7ffm@virginia.edu::abd4fde6-720c-4b0c-b9e3-7ae669d32c20" providerId="AD" clId="Web-{1B63CF6C-A3DD-452D-BE13-5A8B3C255875}" dt="2022-06-23T15:01:32.950" v="59"/>
          <pc:sldLayoutMkLst>
            <pc:docMk/>
            <pc:sldMasterMk cId="3194312398" sldId="2147483716"/>
            <pc:sldLayoutMk cId="1373283914" sldId="2147483755"/>
          </pc:sldLayoutMkLst>
          <pc:spChg chg="mod">
            <ac:chgData name="Cates, Donovan Charles (dcc7ffm)" userId="S::dcc7ffm@virginia.edu::abd4fde6-720c-4b0c-b9e3-7ae669d32c20" providerId="AD" clId="Web-{1B63CF6C-A3DD-452D-BE13-5A8B3C255875}" dt="2022-06-23T15:01:32.950" v="59"/>
            <ac:spMkLst>
              <pc:docMk/>
              <pc:sldMasterMk cId="3194312398" sldId="2147483716"/>
              <pc:sldLayoutMk cId="1373283914" sldId="2147483755"/>
              <ac:spMk id="2" creationId="{A99E071F-E573-47EB-8AEA-9FDE5BD6AEFD}"/>
            </ac:spMkLst>
          </pc:spChg>
          <pc:spChg chg="mod">
            <ac:chgData name="Cates, Donovan Charles (dcc7ffm)" userId="S::dcc7ffm@virginia.edu::abd4fde6-720c-4b0c-b9e3-7ae669d32c20" providerId="AD" clId="Web-{1B63CF6C-A3DD-452D-BE13-5A8B3C255875}" dt="2022-06-23T15:01:32.950" v="59"/>
            <ac:spMkLst>
              <pc:docMk/>
              <pc:sldMasterMk cId="3194312398" sldId="2147483716"/>
              <pc:sldLayoutMk cId="1373283914" sldId="2147483755"/>
              <ac:spMk id="3" creationId="{387DB1F2-3747-4702-9B11-4693ED589EB1}"/>
            </ac:spMkLst>
          </pc:spChg>
        </pc:sldLayoutChg>
        <pc:sldLayoutChg chg="modSp add">
          <pc:chgData name="Cates, Donovan Charles (dcc7ffm)" userId="S::dcc7ffm@virginia.edu::abd4fde6-720c-4b0c-b9e3-7ae669d32c20" providerId="AD" clId="Web-{1B63CF6C-A3DD-452D-BE13-5A8B3C255875}" dt="2022-06-23T15:01:32.950" v="59"/>
          <pc:sldLayoutMkLst>
            <pc:docMk/>
            <pc:sldMasterMk cId="3194312398" sldId="2147483716"/>
            <pc:sldLayoutMk cId="1013554928" sldId="2147483761"/>
          </pc:sldLayoutMkLst>
          <pc:spChg chg="mod">
            <ac:chgData name="Cates, Donovan Charles (dcc7ffm)" userId="S::dcc7ffm@virginia.edu::abd4fde6-720c-4b0c-b9e3-7ae669d32c20" providerId="AD" clId="Web-{1B63CF6C-A3DD-452D-BE13-5A8B3C255875}" dt="2022-06-23T15:01:32.950" v="59"/>
            <ac:spMkLst>
              <pc:docMk/>
              <pc:sldMasterMk cId="3194312398" sldId="2147483716"/>
              <pc:sldLayoutMk cId="1013554928" sldId="2147483761"/>
              <ac:spMk id="2"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3194312398" sldId="2147483716"/>
              <pc:sldLayoutMk cId="1013554928" sldId="2147483761"/>
              <ac:spMk id="7" creationId="{C853FCE9-8599-DA41-AEED-15B5184A0D52}"/>
            </ac:spMkLst>
          </pc:spChg>
        </pc:sldLayoutChg>
        <pc:sldLayoutChg chg="modSp add">
          <pc:chgData name="Cates, Donovan Charles (dcc7ffm)" userId="S::dcc7ffm@virginia.edu::abd4fde6-720c-4b0c-b9e3-7ae669d32c20" providerId="AD" clId="Web-{1B63CF6C-A3DD-452D-BE13-5A8B3C255875}" dt="2022-06-23T15:01:32.950" v="59"/>
          <pc:sldLayoutMkLst>
            <pc:docMk/>
            <pc:sldMasterMk cId="3194312398" sldId="2147483716"/>
            <pc:sldLayoutMk cId="2687841740" sldId="2147483762"/>
          </pc:sldLayoutMkLst>
          <pc:spChg chg="mod">
            <ac:chgData name="Cates, Donovan Charles (dcc7ffm)" userId="S::dcc7ffm@virginia.edu::abd4fde6-720c-4b0c-b9e3-7ae669d32c20" providerId="AD" clId="Web-{1B63CF6C-A3DD-452D-BE13-5A8B3C255875}" dt="2022-06-23T15:01:32.950" v="59"/>
            <ac:spMkLst>
              <pc:docMk/>
              <pc:sldMasterMk cId="3194312398" sldId="2147483716"/>
              <pc:sldLayoutMk cId="2687841740" sldId="2147483762"/>
              <ac:spMk id="9"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3194312398" sldId="2147483716"/>
              <pc:sldLayoutMk cId="2687841740" sldId="2147483762"/>
              <ac:spMk id="10" creationId="{00000000-0000-0000-0000-000000000000}"/>
            </ac:spMkLst>
          </pc:spChg>
        </pc:sldLayoutChg>
      </pc:sldMasterChg>
      <pc:sldMasterChg chg="add addSldLayout modSldLayout">
        <pc:chgData name="Cates, Donovan Charles (dcc7ffm)" userId="S::dcc7ffm@virginia.edu::abd4fde6-720c-4b0c-b9e3-7ae669d32c20" providerId="AD" clId="Web-{1B63CF6C-A3DD-452D-BE13-5A8B3C255875}" dt="2022-06-23T15:01:32.950" v="59"/>
        <pc:sldMasterMkLst>
          <pc:docMk/>
          <pc:sldMasterMk cId="4199957888" sldId="2147483719"/>
        </pc:sldMasterMkLst>
        <pc:sldLayoutChg chg="modSp add">
          <pc:chgData name="Cates, Donovan Charles (dcc7ffm)" userId="S::dcc7ffm@virginia.edu::abd4fde6-720c-4b0c-b9e3-7ae669d32c20" providerId="AD" clId="Web-{1B63CF6C-A3DD-452D-BE13-5A8B3C255875}" dt="2022-06-23T15:01:32.950" v="59"/>
          <pc:sldLayoutMkLst>
            <pc:docMk/>
            <pc:sldMasterMk cId="4199957888" sldId="2147483719"/>
            <pc:sldLayoutMk cId="3706408064" sldId="2147483721"/>
          </pc:sldLayoutMkLst>
          <pc:spChg chg="mod">
            <ac:chgData name="Cates, Donovan Charles (dcc7ffm)" userId="S::dcc7ffm@virginia.edu::abd4fde6-720c-4b0c-b9e3-7ae669d32c20" providerId="AD" clId="Web-{1B63CF6C-A3DD-452D-BE13-5A8B3C255875}" dt="2022-06-23T15:01:32.950" v="59"/>
            <ac:spMkLst>
              <pc:docMk/>
              <pc:sldMasterMk cId="4199957888" sldId="2147483719"/>
              <pc:sldLayoutMk cId="3706408064" sldId="2147483721"/>
              <ac:spMk id="2"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4199957888" sldId="2147483719"/>
              <pc:sldLayoutMk cId="3706408064" sldId="2147483721"/>
              <ac:spMk id="7" creationId="{C853FCE9-8599-DA41-AEED-15B5184A0D52}"/>
            </ac:spMkLst>
          </pc:spChg>
        </pc:sldLayoutChg>
      </pc:sldMasterChg>
      <pc:sldMasterChg chg="add addSldLayout modSldLayout">
        <pc:chgData name="Cates, Donovan Charles (dcc7ffm)" userId="S::dcc7ffm@virginia.edu::abd4fde6-720c-4b0c-b9e3-7ae669d32c20" providerId="AD" clId="Web-{1B63CF6C-A3DD-452D-BE13-5A8B3C255875}" dt="2022-06-23T15:01:32.950" v="59"/>
        <pc:sldMasterMkLst>
          <pc:docMk/>
          <pc:sldMasterMk cId="850444542" sldId="2147483746"/>
        </pc:sldMasterMkLst>
        <pc:sldLayoutChg chg="modSp add">
          <pc:chgData name="Cates, Donovan Charles (dcc7ffm)" userId="S::dcc7ffm@virginia.edu::abd4fde6-720c-4b0c-b9e3-7ae669d32c20" providerId="AD" clId="Web-{1B63CF6C-A3DD-452D-BE13-5A8B3C255875}" dt="2022-06-23T15:01:32.950" v="59"/>
          <pc:sldLayoutMkLst>
            <pc:docMk/>
            <pc:sldMasterMk cId="850444542" sldId="2147483746"/>
            <pc:sldLayoutMk cId="2934903214" sldId="2147483749"/>
          </pc:sldLayoutMkLst>
          <pc:spChg chg="mod">
            <ac:chgData name="Cates, Donovan Charles (dcc7ffm)" userId="S::dcc7ffm@virginia.edu::abd4fde6-720c-4b0c-b9e3-7ae669d32c20" providerId="AD" clId="Web-{1B63CF6C-A3DD-452D-BE13-5A8B3C255875}" dt="2022-06-23T15:01:32.950" v="59"/>
            <ac:spMkLst>
              <pc:docMk/>
              <pc:sldMasterMk cId="850444542" sldId="2147483746"/>
              <pc:sldLayoutMk cId="2934903214" sldId="2147483749"/>
              <ac:spMk id="2" creationId="{00000000-0000-0000-0000-000000000000}"/>
            </ac:spMkLst>
          </pc:spChg>
          <pc:spChg chg="mod">
            <ac:chgData name="Cates, Donovan Charles (dcc7ffm)" userId="S::dcc7ffm@virginia.edu::abd4fde6-720c-4b0c-b9e3-7ae669d32c20" providerId="AD" clId="Web-{1B63CF6C-A3DD-452D-BE13-5A8B3C255875}" dt="2022-06-23T15:01:32.950" v="59"/>
            <ac:spMkLst>
              <pc:docMk/>
              <pc:sldMasterMk cId="850444542" sldId="2147483746"/>
              <pc:sldLayoutMk cId="2934903214" sldId="2147483749"/>
              <ac:spMk id="7" creationId="{C853FCE9-8599-DA41-AEED-15B5184A0D52}"/>
            </ac:spMkLst>
          </pc:spChg>
        </pc:sldLayoutChg>
      </pc:sldMasterChg>
      <pc:sldMasterChg chg="modSp add del addSldLayout delSldLayout modSldLayout">
        <pc:chgData name="Cates, Donovan Charles (dcc7ffm)" userId="S::dcc7ffm@virginia.edu::abd4fde6-720c-4b0c-b9e3-7ae669d32c20" providerId="AD" clId="Web-{1B63CF6C-A3DD-452D-BE13-5A8B3C255875}" dt="2022-06-23T15:01:31.872" v="58"/>
        <pc:sldMasterMkLst>
          <pc:docMk/>
          <pc:sldMasterMk cId="1504562464" sldId="2147483763"/>
        </pc:sldMasterMkLst>
        <pc:spChg chg="mod">
          <ac:chgData name="Cates, Donovan Charles (dcc7ffm)" userId="S::dcc7ffm@virginia.edu::abd4fde6-720c-4b0c-b9e3-7ae669d32c20" providerId="AD" clId="Web-{1B63CF6C-A3DD-452D-BE13-5A8B3C255875}" dt="2022-06-23T15:01:27.653" v="57"/>
          <ac:spMkLst>
            <pc:docMk/>
            <pc:sldMasterMk cId="1504562464" sldId="2147483763"/>
            <ac:spMk id="2" creationId="{00000000-0000-0000-0000-000000000000}"/>
          </ac:spMkLst>
        </pc:spChg>
        <pc:spChg chg="mod">
          <ac:chgData name="Cates, Donovan Charles (dcc7ffm)" userId="S::dcc7ffm@virginia.edu::abd4fde6-720c-4b0c-b9e3-7ae669d32c20" providerId="AD" clId="Web-{1B63CF6C-A3DD-452D-BE13-5A8B3C255875}" dt="2022-06-23T15:01:27.653" v="57"/>
          <ac:spMkLst>
            <pc:docMk/>
            <pc:sldMasterMk cId="1504562464" sldId="2147483763"/>
            <ac:spMk id="3" creationId="{00000000-0000-0000-0000-000000000000}"/>
          </ac:spMkLst>
        </pc:spChg>
        <pc:spChg chg="mod">
          <ac:chgData name="Cates, Donovan Charles (dcc7ffm)" userId="S::dcc7ffm@virginia.edu::abd4fde6-720c-4b0c-b9e3-7ae669d32c20" providerId="AD" clId="Web-{1B63CF6C-A3DD-452D-BE13-5A8B3C255875}" dt="2022-06-23T15:01:27.653" v="57"/>
          <ac:spMkLst>
            <pc:docMk/>
            <pc:sldMasterMk cId="1504562464" sldId="2147483763"/>
            <ac:spMk id="4" creationId="{00000000-0000-0000-0000-000000000000}"/>
          </ac:spMkLst>
        </pc:spChg>
        <pc:spChg chg="mod">
          <ac:chgData name="Cates, Donovan Charles (dcc7ffm)" userId="S::dcc7ffm@virginia.edu::abd4fde6-720c-4b0c-b9e3-7ae669d32c20" providerId="AD" clId="Web-{1B63CF6C-A3DD-452D-BE13-5A8B3C255875}" dt="2022-06-23T15:01:27.653" v="57"/>
          <ac:spMkLst>
            <pc:docMk/>
            <pc:sldMasterMk cId="1504562464" sldId="2147483763"/>
            <ac:spMk id="5" creationId="{00000000-0000-0000-0000-000000000000}"/>
          </ac:spMkLst>
        </pc:spChg>
        <pc:spChg chg="mod">
          <ac:chgData name="Cates, Donovan Charles (dcc7ffm)" userId="S::dcc7ffm@virginia.edu::abd4fde6-720c-4b0c-b9e3-7ae669d32c20" providerId="AD" clId="Web-{1B63CF6C-A3DD-452D-BE13-5A8B3C255875}" dt="2022-06-23T15:01:27.653" v="57"/>
          <ac:spMkLst>
            <pc:docMk/>
            <pc:sldMasterMk cId="1504562464" sldId="2147483763"/>
            <ac:spMk id="6" creationId="{00000000-0000-0000-0000-000000000000}"/>
          </ac:spMkLst>
        </pc:spChg>
        <pc:sldLayoutChg chg="modSp add del mod replId">
          <pc:chgData name="Cates, Donovan Charles (dcc7ffm)" userId="S::dcc7ffm@virginia.edu::abd4fde6-720c-4b0c-b9e3-7ae669d32c20" providerId="AD" clId="Web-{1B63CF6C-A3DD-452D-BE13-5A8B3C255875}" dt="2022-06-23T15:01:31.872" v="58"/>
          <pc:sldLayoutMkLst>
            <pc:docMk/>
            <pc:sldMasterMk cId="1504562464" sldId="2147483763"/>
            <pc:sldLayoutMk cId="2839956384" sldId="2147483764"/>
          </pc:sldLayoutMkLst>
          <pc:spChg chg="mod">
            <ac:chgData name="Cates, Donovan Charles (dcc7ffm)" userId="S::dcc7ffm@virginia.edu::abd4fde6-720c-4b0c-b9e3-7ae669d32c20" providerId="AD" clId="Web-{1B63CF6C-A3DD-452D-BE13-5A8B3C255875}" dt="2022-06-23T15:01:27.653" v="57"/>
            <ac:spMkLst>
              <pc:docMk/>
              <pc:sldMasterMk cId="1504562464" sldId="2147483763"/>
              <pc:sldLayoutMk cId="2839956384" sldId="2147483764"/>
              <ac:spMk id="2" creationId="{00000000-0000-0000-0000-000000000000}"/>
            </ac:spMkLst>
          </pc:spChg>
          <pc:spChg chg="mod">
            <ac:chgData name="Cates, Donovan Charles (dcc7ffm)" userId="S::dcc7ffm@virginia.edu::abd4fde6-720c-4b0c-b9e3-7ae669d32c20" providerId="AD" clId="Web-{1B63CF6C-A3DD-452D-BE13-5A8B3C255875}" dt="2022-06-23T15:01:27.653" v="57"/>
            <ac:spMkLst>
              <pc:docMk/>
              <pc:sldMasterMk cId="1504562464" sldId="2147483763"/>
              <pc:sldLayoutMk cId="2839956384" sldId="2147483764"/>
              <ac:spMk id="3" creationId="{00000000-0000-0000-0000-000000000000}"/>
            </ac:spMkLst>
          </pc:spChg>
        </pc:sldLayoutChg>
        <pc:sldLayoutChg chg="add del mod replId">
          <pc:chgData name="Cates, Donovan Charles (dcc7ffm)" userId="S::dcc7ffm@virginia.edu::abd4fde6-720c-4b0c-b9e3-7ae669d32c20" providerId="AD" clId="Web-{1B63CF6C-A3DD-452D-BE13-5A8B3C255875}" dt="2022-06-23T15:01:31.872" v="58"/>
          <pc:sldLayoutMkLst>
            <pc:docMk/>
            <pc:sldMasterMk cId="1504562464" sldId="2147483763"/>
            <pc:sldLayoutMk cId="910667997" sldId="2147483765"/>
          </pc:sldLayoutMkLst>
        </pc:sldLayoutChg>
        <pc:sldLayoutChg chg="modSp add del mod replId">
          <pc:chgData name="Cates, Donovan Charles (dcc7ffm)" userId="S::dcc7ffm@virginia.edu::abd4fde6-720c-4b0c-b9e3-7ae669d32c20" providerId="AD" clId="Web-{1B63CF6C-A3DD-452D-BE13-5A8B3C255875}" dt="2022-06-23T15:01:31.872" v="58"/>
          <pc:sldLayoutMkLst>
            <pc:docMk/>
            <pc:sldMasterMk cId="1504562464" sldId="2147483763"/>
            <pc:sldLayoutMk cId="46423440" sldId="2147483766"/>
          </pc:sldLayoutMkLst>
          <pc:spChg chg="mod">
            <ac:chgData name="Cates, Donovan Charles (dcc7ffm)" userId="S::dcc7ffm@virginia.edu::abd4fde6-720c-4b0c-b9e3-7ae669d32c20" providerId="AD" clId="Web-{1B63CF6C-A3DD-452D-BE13-5A8B3C255875}" dt="2022-06-23T15:01:27.653" v="57"/>
            <ac:spMkLst>
              <pc:docMk/>
              <pc:sldMasterMk cId="1504562464" sldId="2147483763"/>
              <pc:sldLayoutMk cId="46423440" sldId="2147483766"/>
              <ac:spMk id="2" creationId="{00000000-0000-0000-0000-000000000000}"/>
            </ac:spMkLst>
          </pc:spChg>
          <pc:spChg chg="mod">
            <ac:chgData name="Cates, Donovan Charles (dcc7ffm)" userId="S::dcc7ffm@virginia.edu::abd4fde6-720c-4b0c-b9e3-7ae669d32c20" providerId="AD" clId="Web-{1B63CF6C-A3DD-452D-BE13-5A8B3C255875}" dt="2022-06-23T15:01:27.653" v="57"/>
            <ac:spMkLst>
              <pc:docMk/>
              <pc:sldMasterMk cId="1504562464" sldId="2147483763"/>
              <pc:sldLayoutMk cId="46423440" sldId="2147483766"/>
              <ac:spMk id="3" creationId="{00000000-0000-0000-0000-000000000000}"/>
            </ac:spMkLst>
          </pc:spChg>
        </pc:sldLayoutChg>
        <pc:sldLayoutChg chg="modSp add del mod replId">
          <pc:chgData name="Cates, Donovan Charles (dcc7ffm)" userId="S::dcc7ffm@virginia.edu::abd4fde6-720c-4b0c-b9e3-7ae669d32c20" providerId="AD" clId="Web-{1B63CF6C-A3DD-452D-BE13-5A8B3C255875}" dt="2022-06-23T15:01:31.872" v="58"/>
          <pc:sldLayoutMkLst>
            <pc:docMk/>
            <pc:sldMasterMk cId="1504562464" sldId="2147483763"/>
            <pc:sldLayoutMk cId="458960749" sldId="2147483767"/>
          </pc:sldLayoutMkLst>
          <pc:spChg chg="mod">
            <ac:chgData name="Cates, Donovan Charles (dcc7ffm)" userId="S::dcc7ffm@virginia.edu::abd4fde6-720c-4b0c-b9e3-7ae669d32c20" providerId="AD" clId="Web-{1B63CF6C-A3DD-452D-BE13-5A8B3C255875}" dt="2022-06-23T15:01:27.653" v="57"/>
            <ac:spMkLst>
              <pc:docMk/>
              <pc:sldMasterMk cId="1504562464" sldId="2147483763"/>
              <pc:sldLayoutMk cId="458960749" sldId="2147483767"/>
              <ac:spMk id="3" creationId="{00000000-0000-0000-0000-000000000000}"/>
            </ac:spMkLst>
          </pc:spChg>
          <pc:spChg chg="mod">
            <ac:chgData name="Cates, Donovan Charles (dcc7ffm)" userId="S::dcc7ffm@virginia.edu::abd4fde6-720c-4b0c-b9e3-7ae669d32c20" providerId="AD" clId="Web-{1B63CF6C-A3DD-452D-BE13-5A8B3C255875}" dt="2022-06-23T15:01:27.653" v="57"/>
            <ac:spMkLst>
              <pc:docMk/>
              <pc:sldMasterMk cId="1504562464" sldId="2147483763"/>
              <pc:sldLayoutMk cId="458960749" sldId="2147483767"/>
              <ac:spMk id="4" creationId="{00000000-0000-0000-0000-000000000000}"/>
            </ac:spMkLst>
          </pc:spChg>
        </pc:sldLayoutChg>
        <pc:sldLayoutChg chg="modSp add del mod replId">
          <pc:chgData name="Cates, Donovan Charles (dcc7ffm)" userId="S::dcc7ffm@virginia.edu::abd4fde6-720c-4b0c-b9e3-7ae669d32c20" providerId="AD" clId="Web-{1B63CF6C-A3DD-452D-BE13-5A8B3C255875}" dt="2022-06-23T15:01:31.872" v="58"/>
          <pc:sldLayoutMkLst>
            <pc:docMk/>
            <pc:sldMasterMk cId="1504562464" sldId="2147483763"/>
            <pc:sldLayoutMk cId="1070985111" sldId="2147483768"/>
          </pc:sldLayoutMkLst>
          <pc:spChg chg="mod">
            <ac:chgData name="Cates, Donovan Charles (dcc7ffm)" userId="S::dcc7ffm@virginia.edu::abd4fde6-720c-4b0c-b9e3-7ae669d32c20" providerId="AD" clId="Web-{1B63CF6C-A3DD-452D-BE13-5A8B3C255875}" dt="2022-06-23T15:01:27.653" v="57"/>
            <ac:spMkLst>
              <pc:docMk/>
              <pc:sldMasterMk cId="1504562464" sldId="2147483763"/>
              <pc:sldLayoutMk cId="1070985111" sldId="2147483768"/>
              <ac:spMk id="2" creationId="{00000000-0000-0000-0000-000000000000}"/>
            </ac:spMkLst>
          </pc:spChg>
          <pc:spChg chg="mod">
            <ac:chgData name="Cates, Donovan Charles (dcc7ffm)" userId="S::dcc7ffm@virginia.edu::abd4fde6-720c-4b0c-b9e3-7ae669d32c20" providerId="AD" clId="Web-{1B63CF6C-A3DD-452D-BE13-5A8B3C255875}" dt="2022-06-23T15:01:27.653" v="57"/>
            <ac:spMkLst>
              <pc:docMk/>
              <pc:sldMasterMk cId="1504562464" sldId="2147483763"/>
              <pc:sldLayoutMk cId="1070985111" sldId="2147483768"/>
              <ac:spMk id="3" creationId="{00000000-0000-0000-0000-000000000000}"/>
            </ac:spMkLst>
          </pc:spChg>
          <pc:spChg chg="mod">
            <ac:chgData name="Cates, Donovan Charles (dcc7ffm)" userId="S::dcc7ffm@virginia.edu::abd4fde6-720c-4b0c-b9e3-7ae669d32c20" providerId="AD" clId="Web-{1B63CF6C-A3DD-452D-BE13-5A8B3C255875}" dt="2022-06-23T15:01:27.653" v="57"/>
            <ac:spMkLst>
              <pc:docMk/>
              <pc:sldMasterMk cId="1504562464" sldId="2147483763"/>
              <pc:sldLayoutMk cId="1070985111" sldId="2147483768"/>
              <ac:spMk id="4" creationId="{00000000-0000-0000-0000-000000000000}"/>
            </ac:spMkLst>
          </pc:spChg>
          <pc:spChg chg="mod">
            <ac:chgData name="Cates, Donovan Charles (dcc7ffm)" userId="S::dcc7ffm@virginia.edu::abd4fde6-720c-4b0c-b9e3-7ae669d32c20" providerId="AD" clId="Web-{1B63CF6C-A3DD-452D-BE13-5A8B3C255875}" dt="2022-06-23T15:01:27.653" v="57"/>
            <ac:spMkLst>
              <pc:docMk/>
              <pc:sldMasterMk cId="1504562464" sldId="2147483763"/>
              <pc:sldLayoutMk cId="1070985111" sldId="2147483768"/>
              <ac:spMk id="5" creationId="{00000000-0000-0000-0000-000000000000}"/>
            </ac:spMkLst>
          </pc:spChg>
          <pc:spChg chg="mod">
            <ac:chgData name="Cates, Donovan Charles (dcc7ffm)" userId="S::dcc7ffm@virginia.edu::abd4fde6-720c-4b0c-b9e3-7ae669d32c20" providerId="AD" clId="Web-{1B63CF6C-A3DD-452D-BE13-5A8B3C255875}" dt="2022-06-23T15:01:27.653" v="57"/>
            <ac:spMkLst>
              <pc:docMk/>
              <pc:sldMasterMk cId="1504562464" sldId="2147483763"/>
              <pc:sldLayoutMk cId="1070985111" sldId="2147483768"/>
              <ac:spMk id="6" creationId="{00000000-0000-0000-0000-000000000000}"/>
            </ac:spMkLst>
          </pc:spChg>
        </pc:sldLayoutChg>
        <pc:sldLayoutChg chg="add del mod replId">
          <pc:chgData name="Cates, Donovan Charles (dcc7ffm)" userId="S::dcc7ffm@virginia.edu::abd4fde6-720c-4b0c-b9e3-7ae669d32c20" providerId="AD" clId="Web-{1B63CF6C-A3DD-452D-BE13-5A8B3C255875}" dt="2022-06-23T15:01:31.872" v="58"/>
          <pc:sldLayoutMkLst>
            <pc:docMk/>
            <pc:sldMasterMk cId="1504562464" sldId="2147483763"/>
            <pc:sldLayoutMk cId="1902582699" sldId="2147483769"/>
          </pc:sldLayoutMkLst>
        </pc:sldLayoutChg>
        <pc:sldLayoutChg chg="add del mod replId">
          <pc:chgData name="Cates, Donovan Charles (dcc7ffm)" userId="S::dcc7ffm@virginia.edu::abd4fde6-720c-4b0c-b9e3-7ae669d32c20" providerId="AD" clId="Web-{1B63CF6C-A3DD-452D-BE13-5A8B3C255875}" dt="2022-06-23T15:01:31.872" v="58"/>
          <pc:sldLayoutMkLst>
            <pc:docMk/>
            <pc:sldMasterMk cId="1504562464" sldId="2147483763"/>
            <pc:sldLayoutMk cId="125140945" sldId="2147483770"/>
          </pc:sldLayoutMkLst>
        </pc:sldLayoutChg>
        <pc:sldLayoutChg chg="modSp add del mod replId">
          <pc:chgData name="Cates, Donovan Charles (dcc7ffm)" userId="S::dcc7ffm@virginia.edu::abd4fde6-720c-4b0c-b9e3-7ae669d32c20" providerId="AD" clId="Web-{1B63CF6C-A3DD-452D-BE13-5A8B3C255875}" dt="2022-06-23T15:01:31.872" v="58"/>
          <pc:sldLayoutMkLst>
            <pc:docMk/>
            <pc:sldMasterMk cId="1504562464" sldId="2147483763"/>
            <pc:sldLayoutMk cId="3902791399" sldId="2147483771"/>
          </pc:sldLayoutMkLst>
          <pc:spChg chg="mod">
            <ac:chgData name="Cates, Donovan Charles (dcc7ffm)" userId="S::dcc7ffm@virginia.edu::abd4fde6-720c-4b0c-b9e3-7ae669d32c20" providerId="AD" clId="Web-{1B63CF6C-A3DD-452D-BE13-5A8B3C255875}" dt="2022-06-23T15:01:27.653" v="57"/>
            <ac:spMkLst>
              <pc:docMk/>
              <pc:sldMasterMk cId="1504562464" sldId="2147483763"/>
              <pc:sldLayoutMk cId="3902791399" sldId="2147483771"/>
              <ac:spMk id="2" creationId="{00000000-0000-0000-0000-000000000000}"/>
            </ac:spMkLst>
          </pc:spChg>
          <pc:spChg chg="mod">
            <ac:chgData name="Cates, Donovan Charles (dcc7ffm)" userId="S::dcc7ffm@virginia.edu::abd4fde6-720c-4b0c-b9e3-7ae669d32c20" providerId="AD" clId="Web-{1B63CF6C-A3DD-452D-BE13-5A8B3C255875}" dt="2022-06-23T15:01:27.653" v="57"/>
            <ac:spMkLst>
              <pc:docMk/>
              <pc:sldMasterMk cId="1504562464" sldId="2147483763"/>
              <pc:sldLayoutMk cId="3902791399" sldId="2147483771"/>
              <ac:spMk id="3" creationId="{00000000-0000-0000-0000-000000000000}"/>
            </ac:spMkLst>
          </pc:spChg>
          <pc:spChg chg="mod">
            <ac:chgData name="Cates, Donovan Charles (dcc7ffm)" userId="S::dcc7ffm@virginia.edu::abd4fde6-720c-4b0c-b9e3-7ae669d32c20" providerId="AD" clId="Web-{1B63CF6C-A3DD-452D-BE13-5A8B3C255875}" dt="2022-06-23T15:01:27.653" v="57"/>
            <ac:spMkLst>
              <pc:docMk/>
              <pc:sldMasterMk cId="1504562464" sldId="2147483763"/>
              <pc:sldLayoutMk cId="3902791399" sldId="2147483771"/>
              <ac:spMk id="4" creationId="{00000000-0000-0000-0000-000000000000}"/>
            </ac:spMkLst>
          </pc:spChg>
        </pc:sldLayoutChg>
        <pc:sldLayoutChg chg="modSp add del mod replId">
          <pc:chgData name="Cates, Donovan Charles (dcc7ffm)" userId="S::dcc7ffm@virginia.edu::abd4fde6-720c-4b0c-b9e3-7ae669d32c20" providerId="AD" clId="Web-{1B63CF6C-A3DD-452D-BE13-5A8B3C255875}" dt="2022-06-23T15:01:31.872" v="58"/>
          <pc:sldLayoutMkLst>
            <pc:docMk/>
            <pc:sldMasterMk cId="1504562464" sldId="2147483763"/>
            <pc:sldLayoutMk cId="3161622570" sldId="2147483772"/>
          </pc:sldLayoutMkLst>
          <pc:spChg chg="mod">
            <ac:chgData name="Cates, Donovan Charles (dcc7ffm)" userId="S::dcc7ffm@virginia.edu::abd4fde6-720c-4b0c-b9e3-7ae669d32c20" providerId="AD" clId="Web-{1B63CF6C-A3DD-452D-BE13-5A8B3C255875}" dt="2022-06-23T15:01:27.653" v="57"/>
            <ac:spMkLst>
              <pc:docMk/>
              <pc:sldMasterMk cId="1504562464" sldId="2147483763"/>
              <pc:sldLayoutMk cId="3161622570" sldId="2147483772"/>
              <ac:spMk id="2" creationId="{00000000-0000-0000-0000-000000000000}"/>
            </ac:spMkLst>
          </pc:spChg>
          <pc:spChg chg="mod">
            <ac:chgData name="Cates, Donovan Charles (dcc7ffm)" userId="S::dcc7ffm@virginia.edu::abd4fde6-720c-4b0c-b9e3-7ae669d32c20" providerId="AD" clId="Web-{1B63CF6C-A3DD-452D-BE13-5A8B3C255875}" dt="2022-06-23T15:01:27.653" v="57"/>
            <ac:spMkLst>
              <pc:docMk/>
              <pc:sldMasterMk cId="1504562464" sldId="2147483763"/>
              <pc:sldLayoutMk cId="3161622570" sldId="2147483772"/>
              <ac:spMk id="3" creationId="{00000000-0000-0000-0000-000000000000}"/>
            </ac:spMkLst>
          </pc:spChg>
          <pc:spChg chg="mod">
            <ac:chgData name="Cates, Donovan Charles (dcc7ffm)" userId="S::dcc7ffm@virginia.edu::abd4fde6-720c-4b0c-b9e3-7ae669d32c20" providerId="AD" clId="Web-{1B63CF6C-A3DD-452D-BE13-5A8B3C255875}" dt="2022-06-23T15:01:27.653" v="57"/>
            <ac:spMkLst>
              <pc:docMk/>
              <pc:sldMasterMk cId="1504562464" sldId="2147483763"/>
              <pc:sldLayoutMk cId="3161622570" sldId="2147483772"/>
              <ac:spMk id="4" creationId="{00000000-0000-0000-0000-000000000000}"/>
            </ac:spMkLst>
          </pc:spChg>
        </pc:sldLayoutChg>
        <pc:sldLayoutChg chg="add del mod replId">
          <pc:chgData name="Cates, Donovan Charles (dcc7ffm)" userId="S::dcc7ffm@virginia.edu::abd4fde6-720c-4b0c-b9e3-7ae669d32c20" providerId="AD" clId="Web-{1B63CF6C-A3DD-452D-BE13-5A8B3C255875}" dt="2022-06-23T15:01:31.872" v="58"/>
          <pc:sldLayoutMkLst>
            <pc:docMk/>
            <pc:sldMasterMk cId="1504562464" sldId="2147483763"/>
            <pc:sldLayoutMk cId="1560956473" sldId="2147483773"/>
          </pc:sldLayoutMkLst>
        </pc:sldLayoutChg>
        <pc:sldLayoutChg chg="modSp add del mod replId">
          <pc:chgData name="Cates, Donovan Charles (dcc7ffm)" userId="S::dcc7ffm@virginia.edu::abd4fde6-720c-4b0c-b9e3-7ae669d32c20" providerId="AD" clId="Web-{1B63CF6C-A3DD-452D-BE13-5A8B3C255875}" dt="2022-06-23T15:01:31.872" v="58"/>
          <pc:sldLayoutMkLst>
            <pc:docMk/>
            <pc:sldMasterMk cId="1504562464" sldId="2147483763"/>
            <pc:sldLayoutMk cId="3309422058" sldId="2147483774"/>
          </pc:sldLayoutMkLst>
          <pc:spChg chg="mod">
            <ac:chgData name="Cates, Donovan Charles (dcc7ffm)" userId="S::dcc7ffm@virginia.edu::abd4fde6-720c-4b0c-b9e3-7ae669d32c20" providerId="AD" clId="Web-{1B63CF6C-A3DD-452D-BE13-5A8B3C255875}" dt="2022-06-23T15:01:27.653" v="57"/>
            <ac:spMkLst>
              <pc:docMk/>
              <pc:sldMasterMk cId="1504562464" sldId="2147483763"/>
              <pc:sldLayoutMk cId="3309422058" sldId="2147483774"/>
              <ac:spMk id="2" creationId="{00000000-0000-0000-0000-000000000000}"/>
            </ac:spMkLst>
          </pc:spChg>
          <pc:spChg chg="mod">
            <ac:chgData name="Cates, Donovan Charles (dcc7ffm)" userId="S::dcc7ffm@virginia.edu::abd4fde6-720c-4b0c-b9e3-7ae669d32c20" providerId="AD" clId="Web-{1B63CF6C-A3DD-452D-BE13-5A8B3C255875}" dt="2022-06-23T15:01:27.653" v="57"/>
            <ac:spMkLst>
              <pc:docMk/>
              <pc:sldMasterMk cId="1504562464" sldId="2147483763"/>
              <pc:sldLayoutMk cId="3309422058" sldId="2147483774"/>
              <ac:spMk id="3" creationId="{00000000-0000-0000-0000-000000000000}"/>
            </ac:spMkLst>
          </pc:spChg>
        </pc:sldLayoutChg>
        <pc:sldLayoutChg chg="modSp add del mod replId">
          <pc:chgData name="Cates, Donovan Charles (dcc7ffm)" userId="S::dcc7ffm@virginia.edu::abd4fde6-720c-4b0c-b9e3-7ae669d32c20" providerId="AD" clId="Web-{1B63CF6C-A3DD-452D-BE13-5A8B3C255875}" dt="2022-06-23T15:01:31.872" v="58"/>
          <pc:sldLayoutMkLst>
            <pc:docMk/>
            <pc:sldMasterMk cId="1504562464" sldId="2147483763"/>
            <pc:sldLayoutMk cId="3277477866" sldId="2147483775"/>
          </pc:sldLayoutMkLst>
          <pc:spChg chg="mod">
            <ac:chgData name="Cates, Donovan Charles (dcc7ffm)" userId="S::dcc7ffm@virginia.edu::abd4fde6-720c-4b0c-b9e3-7ae669d32c20" providerId="AD" clId="Web-{1B63CF6C-A3DD-452D-BE13-5A8B3C255875}" dt="2022-06-23T15:01:27.653" v="57"/>
            <ac:spMkLst>
              <pc:docMk/>
              <pc:sldMasterMk cId="1504562464" sldId="2147483763"/>
              <pc:sldLayoutMk cId="3277477866" sldId="2147483775"/>
              <ac:spMk id="9" creationId="{00000000-0000-0000-0000-000000000000}"/>
            </ac:spMkLst>
          </pc:spChg>
          <pc:spChg chg="mod">
            <ac:chgData name="Cates, Donovan Charles (dcc7ffm)" userId="S::dcc7ffm@virginia.edu::abd4fde6-720c-4b0c-b9e3-7ae669d32c20" providerId="AD" clId="Web-{1B63CF6C-A3DD-452D-BE13-5A8B3C255875}" dt="2022-06-23T15:01:27.653" v="57"/>
            <ac:spMkLst>
              <pc:docMk/>
              <pc:sldMasterMk cId="1504562464" sldId="2147483763"/>
              <pc:sldLayoutMk cId="3277477866" sldId="2147483775"/>
              <ac:spMk id="10" creationId="{00000000-0000-0000-0000-000000000000}"/>
            </ac:spMkLst>
          </pc:spChg>
        </pc:sldLayoutChg>
        <pc:sldLayoutChg chg="add del mod replId">
          <pc:chgData name="Cates, Donovan Charles (dcc7ffm)" userId="S::dcc7ffm@virginia.edu::abd4fde6-720c-4b0c-b9e3-7ae669d32c20" providerId="AD" clId="Web-{1B63CF6C-A3DD-452D-BE13-5A8B3C255875}" dt="2022-06-23T15:01:31.872" v="58"/>
          <pc:sldLayoutMkLst>
            <pc:docMk/>
            <pc:sldMasterMk cId="1504562464" sldId="2147483763"/>
            <pc:sldLayoutMk cId="3956771788" sldId="2147483776"/>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CA3282-D445-48EA-9529-55B2E2BFA849}"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AA032EE1-22A1-49A7-96B0-C8B14429525B}">
      <dgm:prSet/>
      <dgm:spPr/>
      <dgm:t>
        <a:bodyPr/>
        <a:lstStyle/>
        <a:p>
          <a:r>
            <a:rPr lang="en-US"/>
            <a:t>•Prior studies on impact of broadband on housing prices</a:t>
          </a:r>
        </a:p>
      </dgm:t>
    </dgm:pt>
    <dgm:pt modelId="{C99B54C5-385D-4741-B5FC-186A4092231B}" type="parTrans" cxnId="{F26E90AC-1878-465D-A03B-32850669E24B}">
      <dgm:prSet/>
      <dgm:spPr/>
      <dgm:t>
        <a:bodyPr/>
        <a:lstStyle/>
        <a:p>
          <a:endParaRPr lang="en-US"/>
        </a:p>
      </dgm:t>
    </dgm:pt>
    <dgm:pt modelId="{AB02C5A8-EF6A-4660-B897-D28CF7649799}" type="sibTrans" cxnId="{F26E90AC-1878-465D-A03B-32850669E24B}">
      <dgm:prSet/>
      <dgm:spPr/>
      <dgm:t>
        <a:bodyPr/>
        <a:lstStyle/>
        <a:p>
          <a:endParaRPr lang="en-US"/>
        </a:p>
      </dgm:t>
    </dgm:pt>
    <dgm:pt modelId="{F7F104AB-86F8-4BAA-9D92-A00AFD8E32CF}">
      <dgm:prSet/>
      <dgm:spPr/>
      <dgm:t>
        <a:bodyPr/>
        <a:lstStyle/>
        <a:p>
          <a:r>
            <a:rPr lang="en-US"/>
            <a:t>• Molnar et al., 2019</a:t>
          </a:r>
        </a:p>
      </dgm:t>
    </dgm:pt>
    <dgm:pt modelId="{CEFC8642-E48C-476A-8E34-165A5222B9B7}" type="parTrans" cxnId="{5404897C-C103-40D1-8DF6-D7D94F62BBFB}">
      <dgm:prSet/>
      <dgm:spPr/>
      <dgm:t>
        <a:bodyPr/>
        <a:lstStyle/>
        <a:p>
          <a:endParaRPr lang="en-US"/>
        </a:p>
      </dgm:t>
    </dgm:pt>
    <dgm:pt modelId="{03B2416E-EDE2-4812-9AFB-2F003E64C9CF}" type="sibTrans" cxnId="{5404897C-C103-40D1-8DF6-D7D94F62BBFB}">
      <dgm:prSet/>
      <dgm:spPr/>
      <dgm:t>
        <a:bodyPr/>
        <a:lstStyle/>
        <a:p>
          <a:endParaRPr lang="en-US"/>
        </a:p>
      </dgm:t>
    </dgm:pt>
    <dgm:pt modelId="{6C43E04F-CEF3-4506-AB15-01932B64685E}">
      <dgm:prSet/>
      <dgm:spPr/>
      <dgm:t>
        <a:bodyPr/>
        <a:lstStyle/>
        <a:p>
          <a:r>
            <a:rPr lang="en-US"/>
            <a:t>• Conley &amp; Whitacre, 2020</a:t>
          </a:r>
        </a:p>
      </dgm:t>
    </dgm:pt>
    <dgm:pt modelId="{24DF89B1-B92A-4879-9A54-E22EE547C686}" type="parTrans" cxnId="{D21BFE59-9C59-4AE9-861E-7E857014B6E5}">
      <dgm:prSet/>
      <dgm:spPr/>
      <dgm:t>
        <a:bodyPr/>
        <a:lstStyle/>
        <a:p>
          <a:endParaRPr lang="en-US"/>
        </a:p>
      </dgm:t>
    </dgm:pt>
    <dgm:pt modelId="{434BDE6B-A8FD-4296-A7A1-35E21F5ED79D}" type="sibTrans" cxnId="{D21BFE59-9C59-4AE9-861E-7E857014B6E5}">
      <dgm:prSet/>
      <dgm:spPr/>
      <dgm:t>
        <a:bodyPr/>
        <a:lstStyle/>
        <a:p>
          <a:endParaRPr lang="en-US"/>
        </a:p>
      </dgm:t>
    </dgm:pt>
    <dgm:pt modelId="{DEE7E592-AF55-471A-A082-B49A9AF2718D}">
      <dgm:prSet/>
      <dgm:spPr/>
      <dgm:t>
        <a:bodyPr/>
        <a:lstStyle/>
        <a:p>
          <a:r>
            <a:rPr lang="en-US"/>
            <a:t>•Prior studies implementing Spatial Discontinuity Design</a:t>
          </a:r>
        </a:p>
      </dgm:t>
    </dgm:pt>
    <dgm:pt modelId="{6E2D8215-3CBB-4036-9212-4951278A5E3F}" type="parTrans" cxnId="{5465BD02-33E4-48E4-9F36-AD5612D91ED3}">
      <dgm:prSet/>
      <dgm:spPr/>
      <dgm:t>
        <a:bodyPr/>
        <a:lstStyle/>
        <a:p>
          <a:endParaRPr lang="en-US"/>
        </a:p>
      </dgm:t>
    </dgm:pt>
    <dgm:pt modelId="{90E8C600-8EA6-45F1-97B5-D268E1F855F9}" type="sibTrans" cxnId="{5465BD02-33E4-48E4-9F36-AD5612D91ED3}">
      <dgm:prSet/>
      <dgm:spPr/>
      <dgm:t>
        <a:bodyPr/>
        <a:lstStyle/>
        <a:p>
          <a:endParaRPr lang="en-US"/>
        </a:p>
      </dgm:t>
    </dgm:pt>
    <dgm:pt modelId="{DD5AE369-431C-4D61-A74C-BD621A4BCCE3}">
      <dgm:prSet/>
      <dgm:spPr/>
      <dgm:t>
        <a:bodyPr/>
        <a:lstStyle/>
        <a:p>
          <a:r>
            <a:rPr lang="en-US"/>
            <a:t>•The Effect of Seismic Hazard Risk Information on Property Prices (Hidano et al., 2015)</a:t>
          </a:r>
        </a:p>
      </dgm:t>
    </dgm:pt>
    <dgm:pt modelId="{6EFCA46A-6ECB-4B57-962E-5E271437F5E3}" type="parTrans" cxnId="{6E7D2D94-BBC0-44B0-BB91-F00118BB9AFD}">
      <dgm:prSet/>
      <dgm:spPr/>
      <dgm:t>
        <a:bodyPr/>
        <a:lstStyle/>
        <a:p>
          <a:endParaRPr lang="en-US"/>
        </a:p>
      </dgm:t>
    </dgm:pt>
    <dgm:pt modelId="{04137678-F725-49FE-8B54-8688F0F637FC}" type="sibTrans" cxnId="{6E7D2D94-BBC0-44B0-BB91-F00118BB9AFD}">
      <dgm:prSet/>
      <dgm:spPr/>
      <dgm:t>
        <a:bodyPr/>
        <a:lstStyle/>
        <a:p>
          <a:endParaRPr lang="en-US"/>
        </a:p>
      </dgm:t>
    </dgm:pt>
    <dgm:pt modelId="{B82E1DAC-DD9B-4401-9FFC-25589EFD0A6A}">
      <dgm:prSet/>
      <dgm:spPr/>
      <dgm:t>
        <a:bodyPr/>
        <a:lstStyle/>
        <a:p>
          <a:r>
            <a:rPr lang="en-US"/>
            <a:t>•Geographic Boundaries as Regression Discontinuities (Keele &amp; Titiunik, 2015) </a:t>
          </a:r>
        </a:p>
      </dgm:t>
    </dgm:pt>
    <dgm:pt modelId="{85E87BB9-A334-4FB9-ADD1-F73AF2F04660}" type="parTrans" cxnId="{F7BED9DF-4C5D-46F6-830E-59CB66DA623C}">
      <dgm:prSet/>
      <dgm:spPr/>
      <dgm:t>
        <a:bodyPr/>
        <a:lstStyle/>
        <a:p>
          <a:endParaRPr lang="en-US"/>
        </a:p>
      </dgm:t>
    </dgm:pt>
    <dgm:pt modelId="{07DD037C-50FA-4604-9465-CEA0A7DE21A5}" type="sibTrans" cxnId="{F7BED9DF-4C5D-46F6-830E-59CB66DA623C}">
      <dgm:prSet/>
      <dgm:spPr/>
      <dgm:t>
        <a:bodyPr/>
        <a:lstStyle/>
        <a:p>
          <a:endParaRPr lang="en-US"/>
        </a:p>
      </dgm:t>
    </dgm:pt>
    <dgm:pt modelId="{AEA7A6C7-FE5B-4F0F-878D-BEE34296619A}">
      <dgm:prSet/>
      <dgm:spPr/>
      <dgm:t>
        <a:bodyPr/>
        <a:lstStyle/>
        <a:p>
          <a:r>
            <a:rPr lang="en-US"/>
            <a:t>•Bayesian Wombling</a:t>
          </a:r>
        </a:p>
      </dgm:t>
    </dgm:pt>
    <dgm:pt modelId="{5787E217-2A28-4C70-B9B8-D21F8A1938AB}" type="parTrans" cxnId="{F68B8442-5189-47C5-8E1B-7D068F998ADB}">
      <dgm:prSet/>
      <dgm:spPr/>
      <dgm:t>
        <a:bodyPr/>
        <a:lstStyle/>
        <a:p>
          <a:endParaRPr lang="en-US"/>
        </a:p>
      </dgm:t>
    </dgm:pt>
    <dgm:pt modelId="{950CC49A-32DC-4F28-A52F-E0EE33377A4C}" type="sibTrans" cxnId="{F68B8442-5189-47C5-8E1B-7D068F998ADB}">
      <dgm:prSet/>
      <dgm:spPr/>
      <dgm:t>
        <a:bodyPr/>
        <a:lstStyle/>
        <a:p>
          <a:endParaRPr lang="en-US"/>
        </a:p>
      </dgm:t>
    </dgm:pt>
    <dgm:pt modelId="{A49AA6CE-982D-43CE-A8D4-6A8177D2B900}">
      <dgm:prSet/>
      <dgm:spPr/>
      <dgm:t>
        <a:bodyPr/>
        <a:lstStyle/>
        <a:p>
          <a:r>
            <a:rPr lang="en-US"/>
            <a:t>• Banerjee &amp; Gelfand, 2012 </a:t>
          </a:r>
        </a:p>
      </dgm:t>
    </dgm:pt>
    <dgm:pt modelId="{23D4CA21-0C01-4C99-8722-3FAB70EFB8CB}" type="parTrans" cxnId="{B8492133-243B-4ACC-B5E7-4781247A4AC2}">
      <dgm:prSet/>
      <dgm:spPr/>
      <dgm:t>
        <a:bodyPr/>
        <a:lstStyle/>
        <a:p>
          <a:endParaRPr lang="en-US"/>
        </a:p>
      </dgm:t>
    </dgm:pt>
    <dgm:pt modelId="{822EFCDB-EF1D-4D4B-8D5C-2B398302777E}" type="sibTrans" cxnId="{B8492133-243B-4ACC-B5E7-4781247A4AC2}">
      <dgm:prSet/>
      <dgm:spPr/>
      <dgm:t>
        <a:bodyPr/>
        <a:lstStyle/>
        <a:p>
          <a:endParaRPr lang="en-US"/>
        </a:p>
      </dgm:t>
    </dgm:pt>
    <dgm:pt modelId="{B2E1ADF9-8C8E-4CCD-A75C-417AA96710FD}" type="pres">
      <dgm:prSet presAssocID="{B7CA3282-D445-48EA-9529-55B2E2BFA849}" presName="root" presStyleCnt="0">
        <dgm:presLayoutVars>
          <dgm:dir/>
          <dgm:resizeHandles val="exact"/>
        </dgm:presLayoutVars>
      </dgm:prSet>
      <dgm:spPr/>
    </dgm:pt>
    <dgm:pt modelId="{FAFA17A4-9BEB-480A-A9DA-E67904AC448D}" type="pres">
      <dgm:prSet presAssocID="{AA032EE1-22A1-49A7-96B0-C8B14429525B}" presName="compNode" presStyleCnt="0"/>
      <dgm:spPr/>
    </dgm:pt>
    <dgm:pt modelId="{60DFBEBC-E800-4D3E-8DD1-9FE68B2C15D8}" type="pres">
      <dgm:prSet presAssocID="{AA032EE1-22A1-49A7-96B0-C8B14429525B}" presName="bgRect" presStyleLbl="bgShp" presStyleIdx="0" presStyleCnt="3"/>
      <dgm:spPr/>
    </dgm:pt>
    <dgm:pt modelId="{92CBD550-B6FB-4B96-95C2-49C55F79E8A2}" type="pres">
      <dgm:prSet presAssocID="{AA032EE1-22A1-49A7-96B0-C8B14429525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ireless router"/>
        </a:ext>
      </dgm:extLst>
    </dgm:pt>
    <dgm:pt modelId="{A5BCCEA9-DAD5-487D-9A2C-44E5A0FED357}" type="pres">
      <dgm:prSet presAssocID="{AA032EE1-22A1-49A7-96B0-C8B14429525B}" presName="spaceRect" presStyleCnt="0"/>
      <dgm:spPr/>
    </dgm:pt>
    <dgm:pt modelId="{8C3454BC-CFD2-411D-A5D4-B0773C7F62A4}" type="pres">
      <dgm:prSet presAssocID="{AA032EE1-22A1-49A7-96B0-C8B14429525B}" presName="parTx" presStyleLbl="revTx" presStyleIdx="0" presStyleCnt="6">
        <dgm:presLayoutVars>
          <dgm:chMax val="0"/>
          <dgm:chPref val="0"/>
        </dgm:presLayoutVars>
      </dgm:prSet>
      <dgm:spPr/>
    </dgm:pt>
    <dgm:pt modelId="{BE207548-6596-49F3-AB28-3F5E10A802D0}" type="pres">
      <dgm:prSet presAssocID="{AA032EE1-22A1-49A7-96B0-C8B14429525B}" presName="desTx" presStyleLbl="revTx" presStyleIdx="1" presStyleCnt="6">
        <dgm:presLayoutVars/>
      </dgm:prSet>
      <dgm:spPr/>
    </dgm:pt>
    <dgm:pt modelId="{0FB3D5F8-DD24-4A86-A1DA-8DD7F80190E5}" type="pres">
      <dgm:prSet presAssocID="{AB02C5A8-EF6A-4660-B897-D28CF7649799}" presName="sibTrans" presStyleCnt="0"/>
      <dgm:spPr/>
    </dgm:pt>
    <dgm:pt modelId="{2CF44198-7250-4FCD-84EC-400D3D3EE8CD}" type="pres">
      <dgm:prSet presAssocID="{DEE7E592-AF55-471A-A082-B49A9AF2718D}" presName="compNode" presStyleCnt="0"/>
      <dgm:spPr/>
    </dgm:pt>
    <dgm:pt modelId="{EF09665D-9DAA-4281-8C1F-7D85539E51D0}" type="pres">
      <dgm:prSet presAssocID="{DEE7E592-AF55-471A-A082-B49A9AF2718D}" presName="bgRect" presStyleLbl="bgShp" presStyleIdx="1" presStyleCnt="3"/>
      <dgm:spPr/>
    </dgm:pt>
    <dgm:pt modelId="{98D243EF-AD61-414D-A299-E062AA438BA5}" type="pres">
      <dgm:prSet presAssocID="{DEE7E592-AF55-471A-A082-B49A9AF2718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rker"/>
        </a:ext>
      </dgm:extLst>
    </dgm:pt>
    <dgm:pt modelId="{5A9CEAE1-FEE0-4CF4-A556-537D7B889ED4}" type="pres">
      <dgm:prSet presAssocID="{DEE7E592-AF55-471A-A082-B49A9AF2718D}" presName="spaceRect" presStyleCnt="0"/>
      <dgm:spPr/>
    </dgm:pt>
    <dgm:pt modelId="{9D713014-1679-46F4-B8BC-429BECF7D183}" type="pres">
      <dgm:prSet presAssocID="{DEE7E592-AF55-471A-A082-B49A9AF2718D}" presName="parTx" presStyleLbl="revTx" presStyleIdx="2" presStyleCnt="6">
        <dgm:presLayoutVars>
          <dgm:chMax val="0"/>
          <dgm:chPref val="0"/>
        </dgm:presLayoutVars>
      </dgm:prSet>
      <dgm:spPr/>
    </dgm:pt>
    <dgm:pt modelId="{A478E9E9-5337-41F8-9177-056D0A8DCFFE}" type="pres">
      <dgm:prSet presAssocID="{DEE7E592-AF55-471A-A082-B49A9AF2718D}" presName="desTx" presStyleLbl="revTx" presStyleIdx="3" presStyleCnt="6">
        <dgm:presLayoutVars/>
      </dgm:prSet>
      <dgm:spPr/>
    </dgm:pt>
    <dgm:pt modelId="{681AE160-69E5-4D9E-838B-C11A5AF9BE53}" type="pres">
      <dgm:prSet presAssocID="{90E8C600-8EA6-45F1-97B5-D268E1F855F9}" presName="sibTrans" presStyleCnt="0"/>
      <dgm:spPr/>
    </dgm:pt>
    <dgm:pt modelId="{319E69D8-CCE8-4C0E-AC90-FA59F9787834}" type="pres">
      <dgm:prSet presAssocID="{AEA7A6C7-FE5B-4F0F-878D-BEE34296619A}" presName="compNode" presStyleCnt="0"/>
      <dgm:spPr/>
    </dgm:pt>
    <dgm:pt modelId="{64875123-D313-4D36-B213-004C17939392}" type="pres">
      <dgm:prSet presAssocID="{AEA7A6C7-FE5B-4F0F-878D-BEE34296619A}" presName="bgRect" presStyleLbl="bgShp" presStyleIdx="2" presStyleCnt="3"/>
      <dgm:spPr/>
    </dgm:pt>
    <dgm:pt modelId="{4F0EC20E-0F56-4548-B7AE-B2A3EA502D98}" type="pres">
      <dgm:prSet presAssocID="{AEA7A6C7-FE5B-4F0F-878D-BEE34296619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381AFFD9-66AF-482B-BA8D-67E86853B587}" type="pres">
      <dgm:prSet presAssocID="{AEA7A6C7-FE5B-4F0F-878D-BEE34296619A}" presName="spaceRect" presStyleCnt="0"/>
      <dgm:spPr/>
    </dgm:pt>
    <dgm:pt modelId="{EF05E3DF-585F-457F-A120-586FED5B8D09}" type="pres">
      <dgm:prSet presAssocID="{AEA7A6C7-FE5B-4F0F-878D-BEE34296619A}" presName="parTx" presStyleLbl="revTx" presStyleIdx="4" presStyleCnt="6">
        <dgm:presLayoutVars>
          <dgm:chMax val="0"/>
          <dgm:chPref val="0"/>
        </dgm:presLayoutVars>
      </dgm:prSet>
      <dgm:spPr/>
    </dgm:pt>
    <dgm:pt modelId="{B51CE4F8-A5F4-4EB3-A643-A6A6F7929E99}" type="pres">
      <dgm:prSet presAssocID="{AEA7A6C7-FE5B-4F0F-878D-BEE34296619A}" presName="desTx" presStyleLbl="revTx" presStyleIdx="5" presStyleCnt="6">
        <dgm:presLayoutVars/>
      </dgm:prSet>
      <dgm:spPr/>
    </dgm:pt>
  </dgm:ptLst>
  <dgm:cxnLst>
    <dgm:cxn modelId="{5465BD02-33E4-48E4-9F36-AD5612D91ED3}" srcId="{B7CA3282-D445-48EA-9529-55B2E2BFA849}" destId="{DEE7E592-AF55-471A-A082-B49A9AF2718D}" srcOrd="1" destOrd="0" parTransId="{6E2D8215-3CBB-4036-9212-4951278A5E3F}" sibTransId="{90E8C600-8EA6-45F1-97B5-D268E1F855F9}"/>
    <dgm:cxn modelId="{9BB06F18-0D72-42DC-ACC3-FE7AA46DB949}" type="presOf" srcId="{A49AA6CE-982D-43CE-A8D4-6A8177D2B900}" destId="{B51CE4F8-A5F4-4EB3-A643-A6A6F7929E99}" srcOrd="0" destOrd="0" presId="urn:microsoft.com/office/officeart/2018/2/layout/IconVerticalSolidList"/>
    <dgm:cxn modelId="{10547E2C-EFD0-4EF3-B96C-989305B7F7F3}" type="presOf" srcId="{F7F104AB-86F8-4BAA-9D92-A00AFD8E32CF}" destId="{BE207548-6596-49F3-AB28-3F5E10A802D0}" srcOrd="0" destOrd="0" presId="urn:microsoft.com/office/officeart/2018/2/layout/IconVerticalSolidList"/>
    <dgm:cxn modelId="{B8492133-243B-4ACC-B5E7-4781247A4AC2}" srcId="{AEA7A6C7-FE5B-4F0F-878D-BEE34296619A}" destId="{A49AA6CE-982D-43CE-A8D4-6A8177D2B900}" srcOrd="0" destOrd="0" parTransId="{23D4CA21-0C01-4C99-8722-3FAB70EFB8CB}" sibTransId="{822EFCDB-EF1D-4D4B-8D5C-2B398302777E}"/>
    <dgm:cxn modelId="{F68B8442-5189-47C5-8E1B-7D068F998ADB}" srcId="{B7CA3282-D445-48EA-9529-55B2E2BFA849}" destId="{AEA7A6C7-FE5B-4F0F-878D-BEE34296619A}" srcOrd="2" destOrd="0" parTransId="{5787E217-2A28-4C70-B9B8-D21F8A1938AB}" sibTransId="{950CC49A-32DC-4F28-A52F-E0EE33377A4C}"/>
    <dgm:cxn modelId="{916F0764-1D70-4AA6-B827-4AB8E6AC706A}" type="presOf" srcId="{6C43E04F-CEF3-4506-AB15-01932B64685E}" destId="{BE207548-6596-49F3-AB28-3F5E10A802D0}" srcOrd="0" destOrd="1" presId="urn:microsoft.com/office/officeart/2018/2/layout/IconVerticalSolidList"/>
    <dgm:cxn modelId="{A626F94E-E78A-45F4-B909-5754B06C02AA}" type="presOf" srcId="{DD5AE369-431C-4D61-A74C-BD621A4BCCE3}" destId="{A478E9E9-5337-41F8-9177-056D0A8DCFFE}" srcOrd="0" destOrd="0" presId="urn:microsoft.com/office/officeart/2018/2/layout/IconVerticalSolidList"/>
    <dgm:cxn modelId="{D39DC472-1978-444D-B9A5-DA387BE88A92}" type="presOf" srcId="{B82E1DAC-DD9B-4401-9FFC-25589EFD0A6A}" destId="{A478E9E9-5337-41F8-9177-056D0A8DCFFE}" srcOrd="0" destOrd="1" presId="urn:microsoft.com/office/officeart/2018/2/layout/IconVerticalSolidList"/>
    <dgm:cxn modelId="{D21BFE59-9C59-4AE9-861E-7E857014B6E5}" srcId="{AA032EE1-22A1-49A7-96B0-C8B14429525B}" destId="{6C43E04F-CEF3-4506-AB15-01932B64685E}" srcOrd="1" destOrd="0" parTransId="{24DF89B1-B92A-4879-9A54-E22EE547C686}" sibTransId="{434BDE6B-A8FD-4296-A7A1-35E21F5ED79D}"/>
    <dgm:cxn modelId="{5404897C-C103-40D1-8DF6-D7D94F62BBFB}" srcId="{AA032EE1-22A1-49A7-96B0-C8B14429525B}" destId="{F7F104AB-86F8-4BAA-9D92-A00AFD8E32CF}" srcOrd="0" destOrd="0" parTransId="{CEFC8642-E48C-476A-8E34-165A5222B9B7}" sibTransId="{03B2416E-EDE2-4812-9AFB-2F003E64C9CF}"/>
    <dgm:cxn modelId="{86C5B381-06FC-4305-8AC2-D5FAD07FC123}" type="presOf" srcId="{DEE7E592-AF55-471A-A082-B49A9AF2718D}" destId="{9D713014-1679-46F4-B8BC-429BECF7D183}" srcOrd="0" destOrd="0" presId="urn:microsoft.com/office/officeart/2018/2/layout/IconVerticalSolidList"/>
    <dgm:cxn modelId="{6E7D2D94-BBC0-44B0-BB91-F00118BB9AFD}" srcId="{DEE7E592-AF55-471A-A082-B49A9AF2718D}" destId="{DD5AE369-431C-4D61-A74C-BD621A4BCCE3}" srcOrd="0" destOrd="0" parTransId="{6EFCA46A-6ECB-4B57-962E-5E271437F5E3}" sibTransId="{04137678-F725-49FE-8B54-8688F0F637FC}"/>
    <dgm:cxn modelId="{F26E90AC-1878-465D-A03B-32850669E24B}" srcId="{B7CA3282-D445-48EA-9529-55B2E2BFA849}" destId="{AA032EE1-22A1-49A7-96B0-C8B14429525B}" srcOrd="0" destOrd="0" parTransId="{C99B54C5-385D-4741-B5FC-186A4092231B}" sibTransId="{AB02C5A8-EF6A-4660-B897-D28CF7649799}"/>
    <dgm:cxn modelId="{DD1DC9CD-38D9-4A96-B557-C5D0C953292E}" type="presOf" srcId="{AA032EE1-22A1-49A7-96B0-C8B14429525B}" destId="{8C3454BC-CFD2-411D-A5D4-B0773C7F62A4}" srcOrd="0" destOrd="0" presId="urn:microsoft.com/office/officeart/2018/2/layout/IconVerticalSolidList"/>
    <dgm:cxn modelId="{F7BED9DF-4C5D-46F6-830E-59CB66DA623C}" srcId="{DEE7E592-AF55-471A-A082-B49A9AF2718D}" destId="{B82E1DAC-DD9B-4401-9FFC-25589EFD0A6A}" srcOrd="1" destOrd="0" parTransId="{85E87BB9-A334-4FB9-ADD1-F73AF2F04660}" sibTransId="{07DD037C-50FA-4604-9465-CEA0A7DE21A5}"/>
    <dgm:cxn modelId="{FDBB23E1-15BD-41E7-883E-725EFB044598}" type="presOf" srcId="{AEA7A6C7-FE5B-4F0F-878D-BEE34296619A}" destId="{EF05E3DF-585F-457F-A120-586FED5B8D09}" srcOrd="0" destOrd="0" presId="urn:microsoft.com/office/officeart/2018/2/layout/IconVerticalSolidList"/>
    <dgm:cxn modelId="{0F0CFBF1-D485-40FC-A8B4-02EE5DC26141}" type="presOf" srcId="{B7CA3282-D445-48EA-9529-55B2E2BFA849}" destId="{B2E1ADF9-8C8E-4CCD-A75C-417AA96710FD}" srcOrd="0" destOrd="0" presId="urn:microsoft.com/office/officeart/2018/2/layout/IconVerticalSolidList"/>
    <dgm:cxn modelId="{C7C325BE-E7F4-4130-818F-1740AD997511}" type="presParOf" srcId="{B2E1ADF9-8C8E-4CCD-A75C-417AA96710FD}" destId="{FAFA17A4-9BEB-480A-A9DA-E67904AC448D}" srcOrd="0" destOrd="0" presId="urn:microsoft.com/office/officeart/2018/2/layout/IconVerticalSolidList"/>
    <dgm:cxn modelId="{BA5CE43A-9E89-45F2-9538-0C42CB0F04A3}" type="presParOf" srcId="{FAFA17A4-9BEB-480A-A9DA-E67904AC448D}" destId="{60DFBEBC-E800-4D3E-8DD1-9FE68B2C15D8}" srcOrd="0" destOrd="0" presId="urn:microsoft.com/office/officeart/2018/2/layout/IconVerticalSolidList"/>
    <dgm:cxn modelId="{F97133E7-A4EA-4EFD-9B05-11739B1C9F7A}" type="presParOf" srcId="{FAFA17A4-9BEB-480A-A9DA-E67904AC448D}" destId="{92CBD550-B6FB-4B96-95C2-49C55F79E8A2}" srcOrd="1" destOrd="0" presId="urn:microsoft.com/office/officeart/2018/2/layout/IconVerticalSolidList"/>
    <dgm:cxn modelId="{82B517A4-B06A-4B10-BB8D-44202607AEE5}" type="presParOf" srcId="{FAFA17A4-9BEB-480A-A9DA-E67904AC448D}" destId="{A5BCCEA9-DAD5-487D-9A2C-44E5A0FED357}" srcOrd="2" destOrd="0" presId="urn:microsoft.com/office/officeart/2018/2/layout/IconVerticalSolidList"/>
    <dgm:cxn modelId="{E5F870AE-0C6F-4290-AFE8-2C3186EF533A}" type="presParOf" srcId="{FAFA17A4-9BEB-480A-A9DA-E67904AC448D}" destId="{8C3454BC-CFD2-411D-A5D4-B0773C7F62A4}" srcOrd="3" destOrd="0" presId="urn:microsoft.com/office/officeart/2018/2/layout/IconVerticalSolidList"/>
    <dgm:cxn modelId="{8121AABC-94FA-4425-B487-98F919E090ED}" type="presParOf" srcId="{FAFA17A4-9BEB-480A-A9DA-E67904AC448D}" destId="{BE207548-6596-49F3-AB28-3F5E10A802D0}" srcOrd="4" destOrd="0" presId="urn:microsoft.com/office/officeart/2018/2/layout/IconVerticalSolidList"/>
    <dgm:cxn modelId="{FBC01923-561D-41DE-8C00-46FB983B2652}" type="presParOf" srcId="{B2E1ADF9-8C8E-4CCD-A75C-417AA96710FD}" destId="{0FB3D5F8-DD24-4A86-A1DA-8DD7F80190E5}" srcOrd="1" destOrd="0" presId="urn:microsoft.com/office/officeart/2018/2/layout/IconVerticalSolidList"/>
    <dgm:cxn modelId="{958B2279-C30B-469F-8749-EC4BC3597151}" type="presParOf" srcId="{B2E1ADF9-8C8E-4CCD-A75C-417AA96710FD}" destId="{2CF44198-7250-4FCD-84EC-400D3D3EE8CD}" srcOrd="2" destOrd="0" presId="urn:microsoft.com/office/officeart/2018/2/layout/IconVerticalSolidList"/>
    <dgm:cxn modelId="{1A4499C3-3C09-44CF-9D7F-68B7D50B6122}" type="presParOf" srcId="{2CF44198-7250-4FCD-84EC-400D3D3EE8CD}" destId="{EF09665D-9DAA-4281-8C1F-7D85539E51D0}" srcOrd="0" destOrd="0" presId="urn:microsoft.com/office/officeart/2018/2/layout/IconVerticalSolidList"/>
    <dgm:cxn modelId="{C45F37BB-1BCF-421A-950B-675006D1948B}" type="presParOf" srcId="{2CF44198-7250-4FCD-84EC-400D3D3EE8CD}" destId="{98D243EF-AD61-414D-A299-E062AA438BA5}" srcOrd="1" destOrd="0" presId="urn:microsoft.com/office/officeart/2018/2/layout/IconVerticalSolidList"/>
    <dgm:cxn modelId="{56AE4C8E-BC13-4338-A589-B465E972F9B8}" type="presParOf" srcId="{2CF44198-7250-4FCD-84EC-400D3D3EE8CD}" destId="{5A9CEAE1-FEE0-4CF4-A556-537D7B889ED4}" srcOrd="2" destOrd="0" presId="urn:microsoft.com/office/officeart/2018/2/layout/IconVerticalSolidList"/>
    <dgm:cxn modelId="{9D670B2F-1B52-4E45-A1E2-9F09E2E87A09}" type="presParOf" srcId="{2CF44198-7250-4FCD-84EC-400D3D3EE8CD}" destId="{9D713014-1679-46F4-B8BC-429BECF7D183}" srcOrd="3" destOrd="0" presId="urn:microsoft.com/office/officeart/2018/2/layout/IconVerticalSolidList"/>
    <dgm:cxn modelId="{025B161F-373C-459B-834C-D092AC25CF11}" type="presParOf" srcId="{2CF44198-7250-4FCD-84EC-400D3D3EE8CD}" destId="{A478E9E9-5337-41F8-9177-056D0A8DCFFE}" srcOrd="4" destOrd="0" presId="urn:microsoft.com/office/officeart/2018/2/layout/IconVerticalSolidList"/>
    <dgm:cxn modelId="{202249E6-0849-459F-8404-680DD4486641}" type="presParOf" srcId="{B2E1ADF9-8C8E-4CCD-A75C-417AA96710FD}" destId="{681AE160-69E5-4D9E-838B-C11A5AF9BE53}" srcOrd="3" destOrd="0" presId="urn:microsoft.com/office/officeart/2018/2/layout/IconVerticalSolidList"/>
    <dgm:cxn modelId="{D55458A8-8B88-4E5A-BD2B-271C0AC8B38F}" type="presParOf" srcId="{B2E1ADF9-8C8E-4CCD-A75C-417AA96710FD}" destId="{319E69D8-CCE8-4C0E-AC90-FA59F9787834}" srcOrd="4" destOrd="0" presId="urn:microsoft.com/office/officeart/2018/2/layout/IconVerticalSolidList"/>
    <dgm:cxn modelId="{CDE40C8E-89A8-4CA2-B433-79EBB341C0AB}" type="presParOf" srcId="{319E69D8-CCE8-4C0E-AC90-FA59F9787834}" destId="{64875123-D313-4D36-B213-004C17939392}" srcOrd="0" destOrd="0" presId="urn:microsoft.com/office/officeart/2018/2/layout/IconVerticalSolidList"/>
    <dgm:cxn modelId="{E22FDC6F-95BA-4ABC-8866-ED89F1A824AB}" type="presParOf" srcId="{319E69D8-CCE8-4C0E-AC90-FA59F9787834}" destId="{4F0EC20E-0F56-4548-B7AE-B2A3EA502D98}" srcOrd="1" destOrd="0" presId="urn:microsoft.com/office/officeart/2018/2/layout/IconVerticalSolidList"/>
    <dgm:cxn modelId="{7975C170-3934-471C-B7FA-E36994773ED0}" type="presParOf" srcId="{319E69D8-CCE8-4C0E-AC90-FA59F9787834}" destId="{381AFFD9-66AF-482B-BA8D-67E86853B587}" srcOrd="2" destOrd="0" presId="urn:microsoft.com/office/officeart/2018/2/layout/IconVerticalSolidList"/>
    <dgm:cxn modelId="{85CAB4A6-C0DB-458A-91E0-E2F95BF43987}" type="presParOf" srcId="{319E69D8-CCE8-4C0E-AC90-FA59F9787834}" destId="{EF05E3DF-585F-457F-A120-586FED5B8D09}" srcOrd="3" destOrd="0" presId="urn:microsoft.com/office/officeart/2018/2/layout/IconVerticalSolidList"/>
    <dgm:cxn modelId="{D9F5CB89-4683-44FF-B7BE-9CEACA7C1B7C}" type="presParOf" srcId="{319E69D8-CCE8-4C0E-AC90-FA59F9787834}" destId="{B51CE4F8-A5F4-4EB3-A643-A6A6F7929E99}"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B01577-CA20-4C1E-91F9-B932349D7D0D}" type="doc">
      <dgm:prSet loTypeId="urn:microsoft.com/office/officeart/2005/8/layout/hierarchy2" loCatId="hierarchy" qsTypeId="urn:microsoft.com/office/officeart/2005/8/quickstyle/simple1" qsCatId="simple" csTypeId="urn:microsoft.com/office/officeart/2005/8/colors/accent2_3" csCatId="accent2" phldr="1"/>
      <dgm:spPr/>
      <dgm:t>
        <a:bodyPr/>
        <a:lstStyle/>
        <a:p>
          <a:endParaRPr lang="en-US"/>
        </a:p>
      </dgm:t>
    </dgm:pt>
    <dgm:pt modelId="{83EC91C9-AA24-4387-ACDA-9888011B3178}">
      <dgm:prSet phldr="0"/>
      <dgm:spPr/>
      <dgm:t>
        <a:bodyPr/>
        <a:lstStyle/>
        <a:p>
          <a:pPr rtl="0"/>
          <a:r>
            <a:rPr lang="en-US">
              <a:latin typeface="Calibri Light" panose="020F0302020204030204"/>
            </a:rPr>
            <a:t>Model</a:t>
          </a:r>
        </a:p>
      </dgm:t>
    </dgm:pt>
    <dgm:pt modelId="{8156DBA0-EC85-4F19-B3FC-0C10D094BC78}" type="parTrans" cxnId="{2AE3EE23-AD8C-4C0B-9438-8D2FCAC4E490}">
      <dgm:prSet/>
      <dgm:spPr/>
    </dgm:pt>
    <dgm:pt modelId="{C83DF33D-D9C6-4E40-98AD-033F3E304ED7}" type="sibTrans" cxnId="{2AE3EE23-AD8C-4C0B-9438-8D2FCAC4E490}">
      <dgm:prSet/>
      <dgm:spPr/>
    </dgm:pt>
    <dgm:pt modelId="{1E343E77-5D7D-4145-AD5D-BCF3F3E57A75}">
      <dgm:prSet phldr="0"/>
      <dgm:spPr/>
      <dgm:t>
        <a:bodyPr/>
        <a:lstStyle/>
        <a:p>
          <a:pPr rtl="0"/>
          <a:r>
            <a:rPr lang="en-US">
              <a:latin typeface="Calibri Light" panose="020F0302020204030204"/>
            </a:rPr>
            <a:t>Model Variables</a:t>
          </a:r>
        </a:p>
      </dgm:t>
    </dgm:pt>
    <dgm:pt modelId="{E8DC8415-D97F-46DF-AA76-D72D75D26920}" type="parTrans" cxnId="{7652514D-E8CA-4A93-A395-35B40CA475E6}">
      <dgm:prSet/>
      <dgm:spPr/>
      <dgm:t>
        <a:bodyPr/>
        <a:lstStyle/>
        <a:p>
          <a:endParaRPr lang="en-US"/>
        </a:p>
      </dgm:t>
    </dgm:pt>
    <dgm:pt modelId="{99AE8727-93BE-44E7-9F81-7673772B4A13}" type="sibTrans" cxnId="{7652514D-E8CA-4A93-A395-35B40CA475E6}">
      <dgm:prSet/>
      <dgm:spPr/>
    </dgm:pt>
    <dgm:pt modelId="{AAEDE96B-C465-4E54-8C1B-A2124F08F2DF}">
      <dgm:prSet phldr="0"/>
      <dgm:spPr/>
      <dgm:t>
        <a:bodyPr/>
        <a:lstStyle/>
        <a:p>
          <a:pPr rtl="0"/>
          <a:r>
            <a:rPr lang="en-US">
              <a:latin typeface="Calibri Light" panose="020F0302020204030204"/>
            </a:rPr>
            <a:t>Data </a:t>
          </a:r>
        </a:p>
      </dgm:t>
    </dgm:pt>
    <dgm:pt modelId="{FF5EB1D5-4ACB-45CE-B510-91817A81E9EC}" type="parTrans" cxnId="{0EA13A85-852C-42E6-9340-0C5D191E862D}">
      <dgm:prSet/>
      <dgm:spPr/>
      <dgm:t>
        <a:bodyPr/>
        <a:lstStyle/>
        <a:p>
          <a:endParaRPr lang="en-US"/>
        </a:p>
      </dgm:t>
    </dgm:pt>
    <dgm:pt modelId="{EB4FC55C-CB10-4F43-8A00-7370C7DB8CEE}" type="sibTrans" cxnId="{0EA13A85-852C-42E6-9340-0C5D191E862D}">
      <dgm:prSet/>
      <dgm:spPr/>
    </dgm:pt>
    <dgm:pt modelId="{28E5EED4-E58C-4D20-8370-F9A5129B3EFA}">
      <dgm:prSet phldr="0"/>
      <dgm:spPr/>
      <dgm:t>
        <a:bodyPr/>
        <a:lstStyle/>
        <a:p>
          <a:pPr rtl="0"/>
          <a:r>
            <a:rPr lang="en-US">
              <a:latin typeface="Calibri Light" panose="020F0302020204030204"/>
            </a:rPr>
            <a:t>Data Source</a:t>
          </a:r>
          <a:endParaRPr lang="en-US"/>
        </a:p>
      </dgm:t>
    </dgm:pt>
    <dgm:pt modelId="{E6F740D4-2597-4060-A15C-1996E5DE47EA}" type="parTrans" cxnId="{81A25312-49E9-4E62-8D0C-8761B7447533}">
      <dgm:prSet/>
      <dgm:spPr/>
      <dgm:t>
        <a:bodyPr/>
        <a:lstStyle/>
        <a:p>
          <a:endParaRPr lang="en-US"/>
        </a:p>
      </dgm:t>
    </dgm:pt>
    <dgm:pt modelId="{8AA00702-572C-4128-912E-6BED7632EAFC}" type="sibTrans" cxnId="{81A25312-49E9-4E62-8D0C-8761B7447533}">
      <dgm:prSet/>
      <dgm:spPr/>
    </dgm:pt>
    <dgm:pt modelId="{D97D54C6-5904-4AD8-86E1-60C1BEB535D9}" type="pres">
      <dgm:prSet presAssocID="{D7B01577-CA20-4C1E-91F9-B932349D7D0D}" presName="diagram" presStyleCnt="0">
        <dgm:presLayoutVars>
          <dgm:chPref val="1"/>
          <dgm:dir val="rev"/>
          <dgm:animOne val="branch"/>
          <dgm:animLvl val="lvl"/>
          <dgm:resizeHandles val="exact"/>
        </dgm:presLayoutVars>
      </dgm:prSet>
      <dgm:spPr/>
    </dgm:pt>
    <dgm:pt modelId="{2BA31908-BC06-4920-BD67-077624A41062}" type="pres">
      <dgm:prSet presAssocID="{83EC91C9-AA24-4387-ACDA-9888011B3178}" presName="root1" presStyleCnt="0"/>
      <dgm:spPr/>
    </dgm:pt>
    <dgm:pt modelId="{A00B34E0-9B9D-4C61-B24F-A5F7E6329043}" type="pres">
      <dgm:prSet presAssocID="{83EC91C9-AA24-4387-ACDA-9888011B3178}" presName="LevelOneTextNode" presStyleLbl="node0" presStyleIdx="0" presStyleCnt="1">
        <dgm:presLayoutVars>
          <dgm:chPref val="3"/>
        </dgm:presLayoutVars>
      </dgm:prSet>
      <dgm:spPr/>
    </dgm:pt>
    <dgm:pt modelId="{3D25CB7B-3C4B-4CAE-8AE4-593CF636C036}" type="pres">
      <dgm:prSet presAssocID="{83EC91C9-AA24-4387-ACDA-9888011B3178}" presName="level2hierChild" presStyleCnt="0"/>
      <dgm:spPr/>
    </dgm:pt>
    <dgm:pt modelId="{B3C3F126-6DF0-4E7C-BC52-1F375DE2EF90}" type="pres">
      <dgm:prSet presAssocID="{E8DC8415-D97F-46DF-AA76-D72D75D26920}" presName="conn2-1" presStyleLbl="parChTrans1D2" presStyleIdx="0" presStyleCnt="1"/>
      <dgm:spPr/>
    </dgm:pt>
    <dgm:pt modelId="{CFDEC39E-3B5B-4666-B9CF-949B17867130}" type="pres">
      <dgm:prSet presAssocID="{E8DC8415-D97F-46DF-AA76-D72D75D26920}" presName="connTx" presStyleLbl="parChTrans1D2" presStyleIdx="0" presStyleCnt="1"/>
      <dgm:spPr/>
    </dgm:pt>
    <dgm:pt modelId="{C846491A-2590-418A-91F7-AFDD15EC0D14}" type="pres">
      <dgm:prSet presAssocID="{1E343E77-5D7D-4145-AD5D-BCF3F3E57A75}" presName="root2" presStyleCnt="0"/>
      <dgm:spPr/>
    </dgm:pt>
    <dgm:pt modelId="{1817BA35-878C-4C6C-AC9C-45C0684D2F05}" type="pres">
      <dgm:prSet presAssocID="{1E343E77-5D7D-4145-AD5D-BCF3F3E57A75}" presName="LevelTwoTextNode" presStyleLbl="node2" presStyleIdx="0" presStyleCnt="1">
        <dgm:presLayoutVars>
          <dgm:chPref val="3"/>
        </dgm:presLayoutVars>
      </dgm:prSet>
      <dgm:spPr/>
    </dgm:pt>
    <dgm:pt modelId="{5CB46576-6A4B-4F7C-8670-CB2BC5AC88F3}" type="pres">
      <dgm:prSet presAssocID="{1E343E77-5D7D-4145-AD5D-BCF3F3E57A75}" presName="level3hierChild" presStyleCnt="0"/>
      <dgm:spPr/>
    </dgm:pt>
    <dgm:pt modelId="{BE004193-A4E8-4205-9232-7469510BE3E0}" type="pres">
      <dgm:prSet presAssocID="{FF5EB1D5-4ACB-45CE-B510-91817A81E9EC}" presName="conn2-1" presStyleLbl="parChTrans1D3" presStyleIdx="0" presStyleCnt="1"/>
      <dgm:spPr/>
    </dgm:pt>
    <dgm:pt modelId="{E713B9FF-E7F5-4718-833C-E991F0DDB5FA}" type="pres">
      <dgm:prSet presAssocID="{FF5EB1D5-4ACB-45CE-B510-91817A81E9EC}" presName="connTx" presStyleLbl="parChTrans1D3" presStyleIdx="0" presStyleCnt="1"/>
      <dgm:spPr/>
    </dgm:pt>
    <dgm:pt modelId="{F64D5A5C-5325-4096-BF10-2A5B0C8E71E3}" type="pres">
      <dgm:prSet presAssocID="{AAEDE96B-C465-4E54-8C1B-A2124F08F2DF}" presName="root2" presStyleCnt="0"/>
      <dgm:spPr/>
    </dgm:pt>
    <dgm:pt modelId="{30A8C7C5-EBA9-44CA-BD49-14E94450DC30}" type="pres">
      <dgm:prSet presAssocID="{AAEDE96B-C465-4E54-8C1B-A2124F08F2DF}" presName="LevelTwoTextNode" presStyleLbl="node3" presStyleIdx="0" presStyleCnt="1">
        <dgm:presLayoutVars>
          <dgm:chPref val="3"/>
        </dgm:presLayoutVars>
      </dgm:prSet>
      <dgm:spPr/>
    </dgm:pt>
    <dgm:pt modelId="{FE347F79-3F3F-43A5-8CA1-917AE72276C8}" type="pres">
      <dgm:prSet presAssocID="{AAEDE96B-C465-4E54-8C1B-A2124F08F2DF}" presName="level3hierChild" presStyleCnt="0"/>
      <dgm:spPr/>
    </dgm:pt>
    <dgm:pt modelId="{05156E26-E290-41EF-8DA6-7598128A66A3}" type="pres">
      <dgm:prSet presAssocID="{E6F740D4-2597-4060-A15C-1996E5DE47EA}" presName="conn2-1" presStyleLbl="parChTrans1D4" presStyleIdx="0" presStyleCnt="1"/>
      <dgm:spPr/>
    </dgm:pt>
    <dgm:pt modelId="{26A5303F-30E7-4390-8D8A-B9CBCDE31FC6}" type="pres">
      <dgm:prSet presAssocID="{E6F740D4-2597-4060-A15C-1996E5DE47EA}" presName="connTx" presStyleLbl="parChTrans1D4" presStyleIdx="0" presStyleCnt="1"/>
      <dgm:spPr/>
    </dgm:pt>
    <dgm:pt modelId="{B755953D-7E6D-4967-B06D-A33D986F24BC}" type="pres">
      <dgm:prSet presAssocID="{28E5EED4-E58C-4D20-8370-F9A5129B3EFA}" presName="root2" presStyleCnt="0"/>
      <dgm:spPr/>
    </dgm:pt>
    <dgm:pt modelId="{84E04B1C-B2BD-46A4-8D5C-CEC286EE51D0}" type="pres">
      <dgm:prSet presAssocID="{28E5EED4-E58C-4D20-8370-F9A5129B3EFA}" presName="LevelTwoTextNode" presStyleLbl="node4" presStyleIdx="0" presStyleCnt="1">
        <dgm:presLayoutVars>
          <dgm:chPref val="3"/>
        </dgm:presLayoutVars>
      </dgm:prSet>
      <dgm:spPr/>
    </dgm:pt>
    <dgm:pt modelId="{DB63F32F-AEE2-419E-A0E2-AE4211822203}" type="pres">
      <dgm:prSet presAssocID="{28E5EED4-E58C-4D20-8370-F9A5129B3EFA}" presName="level3hierChild" presStyleCnt="0"/>
      <dgm:spPr/>
    </dgm:pt>
  </dgm:ptLst>
  <dgm:cxnLst>
    <dgm:cxn modelId="{021F3600-087F-42ED-9395-776A4B9771AF}" type="presOf" srcId="{E6F740D4-2597-4060-A15C-1996E5DE47EA}" destId="{26A5303F-30E7-4390-8D8A-B9CBCDE31FC6}" srcOrd="1" destOrd="0" presId="urn:microsoft.com/office/officeart/2005/8/layout/hierarchy2"/>
    <dgm:cxn modelId="{BD482502-367F-45C3-AE17-9D6D3C313EE9}" type="presOf" srcId="{1E343E77-5D7D-4145-AD5D-BCF3F3E57A75}" destId="{1817BA35-878C-4C6C-AC9C-45C0684D2F05}" srcOrd="0" destOrd="0" presId="urn:microsoft.com/office/officeart/2005/8/layout/hierarchy2"/>
    <dgm:cxn modelId="{81A25312-49E9-4E62-8D0C-8761B7447533}" srcId="{AAEDE96B-C465-4E54-8C1B-A2124F08F2DF}" destId="{28E5EED4-E58C-4D20-8370-F9A5129B3EFA}" srcOrd="0" destOrd="0" parTransId="{E6F740D4-2597-4060-A15C-1996E5DE47EA}" sibTransId="{8AA00702-572C-4128-912E-6BED7632EAFC}"/>
    <dgm:cxn modelId="{2AE3EE23-AD8C-4C0B-9438-8D2FCAC4E490}" srcId="{D7B01577-CA20-4C1E-91F9-B932349D7D0D}" destId="{83EC91C9-AA24-4387-ACDA-9888011B3178}" srcOrd="0" destOrd="0" parTransId="{8156DBA0-EC85-4F19-B3FC-0C10D094BC78}" sibTransId="{C83DF33D-D9C6-4E40-98AD-033F3E304ED7}"/>
    <dgm:cxn modelId="{095ADC26-30C5-401D-A4B7-A4F4B7F810D1}" type="presOf" srcId="{D7B01577-CA20-4C1E-91F9-B932349D7D0D}" destId="{D97D54C6-5904-4AD8-86E1-60C1BEB535D9}" srcOrd="0" destOrd="0" presId="urn:microsoft.com/office/officeart/2005/8/layout/hierarchy2"/>
    <dgm:cxn modelId="{0E5A582F-516D-42FD-B2F0-8615714FE4AC}" type="presOf" srcId="{E8DC8415-D97F-46DF-AA76-D72D75D26920}" destId="{B3C3F126-6DF0-4E7C-BC52-1F375DE2EF90}" srcOrd="0" destOrd="0" presId="urn:microsoft.com/office/officeart/2005/8/layout/hierarchy2"/>
    <dgm:cxn modelId="{83E1976C-B352-4169-B166-FE4CBDC28CDB}" type="presOf" srcId="{E6F740D4-2597-4060-A15C-1996E5DE47EA}" destId="{05156E26-E290-41EF-8DA6-7598128A66A3}" srcOrd="0" destOrd="0" presId="urn:microsoft.com/office/officeart/2005/8/layout/hierarchy2"/>
    <dgm:cxn modelId="{6B4ED44C-601D-47E2-B59D-F4A0FF9470E5}" type="presOf" srcId="{83EC91C9-AA24-4387-ACDA-9888011B3178}" destId="{A00B34E0-9B9D-4C61-B24F-A5F7E6329043}" srcOrd="0" destOrd="0" presId="urn:microsoft.com/office/officeart/2005/8/layout/hierarchy2"/>
    <dgm:cxn modelId="{7652514D-E8CA-4A93-A395-35B40CA475E6}" srcId="{83EC91C9-AA24-4387-ACDA-9888011B3178}" destId="{1E343E77-5D7D-4145-AD5D-BCF3F3E57A75}" srcOrd="0" destOrd="0" parTransId="{E8DC8415-D97F-46DF-AA76-D72D75D26920}" sibTransId="{99AE8727-93BE-44E7-9F81-7673772B4A13}"/>
    <dgm:cxn modelId="{2516C653-D6FF-466E-9726-059DB8B8F3AA}" type="presOf" srcId="{28E5EED4-E58C-4D20-8370-F9A5129B3EFA}" destId="{84E04B1C-B2BD-46A4-8D5C-CEC286EE51D0}" srcOrd="0" destOrd="0" presId="urn:microsoft.com/office/officeart/2005/8/layout/hierarchy2"/>
    <dgm:cxn modelId="{0EA13A85-852C-42E6-9340-0C5D191E862D}" srcId="{1E343E77-5D7D-4145-AD5D-BCF3F3E57A75}" destId="{AAEDE96B-C465-4E54-8C1B-A2124F08F2DF}" srcOrd="0" destOrd="0" parTransId="{FF5EB1D5-4ACB-45CE-B510-91817A81E9EC}" sibTransId="{EB4FC55C-CB10-4F43-8A00-7370C7DB8CEE}"/>
    <dgm:cxn modelId="{AA71C588-07EC-4D7E-88DE-2DF99C7F25E3}" type="presOf" srcId="{E8DC8415-D97F-46DF-AA76-D72D75D26920}" destId="{CFDEC39E-3B5B-4666-B9CF-949B17867130}" srcOrd="1" destOrd="0" presId="urn:microsoft.com/office/officeart/2005/8/layout/hierarchy2"/>
    <dgm:cxn modelId="{C961808B-A57A-466D-8CC8-BAB34117C1A7}" type="presOf" srcId="{AAEDE96B-C465-4E54-8C1B-A2124F08F2DF}" destId="{30A8C7C5-EBA9-44CA-BD49-14E94450DC30}" srcOrd="0" destOrd="0" presId="urn:microsoft.com/office/officeart/2005/8/layout/hierarchy2"/>
    <dgm:cxn modelId="{181BD6A1-6B5C-44F1-A578-34C5F9C2DEF2}" type="presOf" srcId="{FF5EB1D5-4ACB-45CE-B510-91817A81E9EC}" destId="{BE004193-A4E8-4205-9232-7469510BE3E0}" srcOrd="0" destOrd="0" presId="urn:microsoft.com/office/officeart/2005/8/layout/hierarchy2"/>
    <dgm:cxn modelId="{436586D2-3E37-4BB4-9D76-38E6634FCC67}" type="presOf" srcId="{FF5EB1D5-4ACB-45CE-B510-91817A81E9EC}" destId="{E713B9FF-E7F5-4718-833C-E991F0DDB5FA}" srcOrd="1" destOrd="0" presId="urn:microsoft.com/office/officeart/2005/8/layout/hierarchy2"/>
    <dgm:cxn modelId="{72E93DEF-F466-4061-AC7E-C8995F1E25A8}" type="presParOf" srcId="{D97D54C6-5904-4AD8-86E1-60C1BEB535D9}" destId="{2BA31908-BC06-4920-BD67-077624A41062}" srcOrd="0" destOrd="0" presId="urn:microsoft.com/office/officeart/2005/8/layout/hierarchy2"/>
    <dgm:cxn modelId="{4AA2E84B-ED06-4ECF-B535-0D502F397B0E}" type="presParOf" srcId="{2BA31908-BC06-4920-BD67-077624A41062}" destId="{A00B34E0-9B9D-4C61-B24F-A5F7E6329043}" srcOrd="0" destOrd="0" presId="urn:microsoft.com/office/officeart/2005/8/layout/hierarchy2"/>
    <dgm:cxn modelId="{B0C8BBDB-3290-43E8-9974-9F6413D4855F}" type="presParOf" srcId="{2BA31908-BC06-4920-BD67-077624A41062}" destId="{3D25CB7B-3C4B-4CAE-8AE4-593CF636C036}" srcOrd="1" destOrd="0" presId="urn:microsoft.com/office/officeart/2005/8/layout/hierarchy2"/>
    <dgm:cxn modelId="{D3A40833-56AC-4F40-8BEE-EA2BC65B2CC0}" type="presParOf" srcId="{3D25CB7B-3C4B-4CAE-8AE4-593CF636C036}" destId="{B3C3F126-6DF0-4E7C-BC52-1F375DE2EF90}" srcOrd="0" destOrd="0" presId="urn:microsoft.com/office/officeart/2005/8/layout/hierarchy2"/>
    <dgm:cxn modelId="{6A719999-FA3D-4B52-89D5-295D7F8B255B}" type="presParOf" srcId="{B3C3F126-6DF0-4E7C-BC52-1F375DE2EF90}" destId="{CFDEC39E-3B5B-4666-B9CF-949B17867130}" srcOrd="0" destOrd="0" presId="urn:microsoft.com/office/officeart/2005/8/layout/hierarchy2"/>
    <dgm:cxn modelId="{189E0868-1EAD-4276-9576-F62A434701DE}" type="presParOf" srcId="{3D25CB7B-3C4B-4CAE-8AE4-593CF636C036}" destId="{C846491A-2590-418A-91F7-AFDD15EC0D14}" srcOrd="1" destOrd="0" presId="urn:microsoft.com/office/officeart/2005/8/layout/hierarchy2"/>
    <dgm:cxn modelId="{FF3C7951-7F36-40B2-BAAD-EBA5CEB89495}" type="presParOf" srcId="{C846491A-2590-418A-91F7-AFDD15EC0D14}" destId="{1817BA35-878C-4C6C-AC9C-45C0684D2F05}" srcOrd="0" destOrd="0" presId="urn:microsoft.com/office/officeart/2005/8/layout/hierarchy2"/>
    <dgm:cxn modelId="{D9563811-185B-4854-9E5E-E982C2D34C82}" type="presParOf" srcId="{C846491A-2590-418A-91F7-AFDD15EC0D14}" destId="{5CB46576-6A4B-4F7C-8670-CB2BC5AC88F3}" srcOrd="1" destOrd="0" presId="urn:microsoft.com/office/officeart/2005/8/layout/hierarchy2"/>
    <dgm:cxn modelId="{29147FB8-CDD6-4B5E-8A00-F179B2BE3D54}" type="presParOf" srcId="{5CB46576-6A4B-4F7C-8670-CB2BC5AC88F3}" destId="{BE004193-A4E8-4205-9232-7469510BE3E0}" srcOrd="0" destOrd="0" presId="urn:microsoft.com/office/officeart/2005/8/layout/hierarchy2"/>
    <dgm:cxn modelId="{D19EB82F-A0E1-4851-B257-970A557E7E9B}" type="presParOf" srcId="{BE004193-A4E8-4205-9232-7469510BE3E0}" destId="{E713B9FF-E7F5-4718-833C-E991F0DDB5FA}" srcOrd="0" destOrd="0" presId="urn:microsoft.com/office/officeart/2005/8/layout/hierarchy2"/>
    <dgm:cxn modelId="{1F25C58B-96C7-4C6B-9DF8-B0546CA6C29C}" type="presParOf" srcId="{5CB46576-6A4B-4F7C-8670-CB2BC5AC88F3}" destId="{F64D5A5C-5325-4096-BF10-2A5B0C8E71E3}" srcOrd="1" destOrd="0" presId="urn:microsoft.com/office/officeart/2005/8/layout/hierarchy2"/>
    <dgm:cxn modelId="{EA0FD463-E680-4678-BB81-D0CBFBBB2F8D}" type="presParOf" srcId="{F64D5A5C-5325-4096-BF10-2A5B0C8E71E3}" destId="{30A8C7C5-EBA9-44CA-BD49-14E94450DC30}" srcOrd="0" destOrd="0" presId="urn:microsoft.com/office/officeart/2005/8/layout/hierarchy2"/>
    <dgm:cxn modelId="{4D05F714-5BA3-422C-BA7C-A860340EAAC5}" type="presParOf" srcId="{F64D5A5C-5325-4096-BF10-2A5B0C8E71E3}" destId="{FE347F79-3F3F-43A5-8CA1-917AE72276C8}" srcOrd="1" destOrd="0" presId="urn:microsoft.com/office/officeart/2005/8/layout/hierarchy2"/>
    <dgm:cxn modelId="{0FD2DF5B-A0AE-460F-910D-8325990F3D11}" type="presParOf" srcId="{FE347F79-3F3F-43A5-8CA1-917AE72276C8}" destId="{05156E26-E290-41EF-8DA6-7598128A66A3}" srcOrd="0" destOrd="0" presId="urn:microsoft.com/office/officeart/2005/8/layout/hierarchy2"/>
    <dgm:cxn modelId="{739E2547-B8CC-4B53-B355-06E2D43976C1}" type="presParOf" srcId="{05156E26-E290-41EF-8DA6-7598128A66A3}" destId="{26A5303F-30E7-4390-8D8A-B9CBCDE31FC6}" srcOrd="0" destOrd="0" presId="urn:microsoft.com/office/officeart/2005/8/layout/hierarchy2"/>
    <dgm:cxn modelId="{F0119E4E-668D-48F4-A79B-67BC53B17EE0}" type="presParOf" srcId="{FE347F79-3F3F-43A5-8CA1-917AE72276C8}" destId="{B755953D-7E6D-4967-B06D-A33D986F24BC}" srcOrd="1" destOrd="0" presId="urn:microsoft.com/office/officeart/2005/8/layout/hierarchy2"/>
    <dgm:cxn modelId="{8441F64C-8C87-458D-88A6-309ED401401F}" type="presParOf" srcId="{B755953D-7E6D-4967-B06D-A33D986F24BC}" destId="{84E04B1C-B2BD-46A4-8D5C-CEC286EE51D0}" srcOrd="0" destOrd="0" presId="urn:microsoft.com/office/officeart/2005/8/layout/hierarchy2"/>
    <dgm:cxn modelId="{AD9F1641-CF01-4D1D-92E7-896C8C7C1A95}" type="presParOf" srcId="{B755953D-7E6D-4967-B06D-A33D986F24BC}" destId="{DB63F32F-AEE2-419E-A0E2-AE4211822203}"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7B01577-CA20-4C1E-91F9-B932349D7D0D}" type="doc">
      <dgm:prSet loTypeId="urn:microsoft.com/office/officeart/2005/8/layout/hierarchy2" loCatId="hierarchy" qsTypeId="urn:microsoft.com/office/officeart/2005/8/quickstyle/simple1" qsCatId="simple" csTypeId="urn:microsoft.com/office/officeart/2005/8/colors/accent1_4" csCatId="accent1" phldr="1"/>
      <dgm:spPr/>
      <dgm:t>
        <a:bodyPr/>
        <a:lstStyle/>
        <a:p>
          <a:endParaRPr lang="en-US"/>
        </a:p>
      </dgm:t>
    </dgm:pt>
    <dgm:pt modelId="{7032BDFD-39A5-4E16-BD83-DD28B64F56AA}">
      <dgm:prSet phldrT="[Text]" phldr="0"/>
      <dgm:spPr/>
      <dgm:t>
        <a:bodyPr/>
        <a:lstStyle/>
        <a:p>
          <a:pPr rtl="0"/>
          <a:r>
            <a:rPr lang="en-US">
              <a:latin typeface="Calibri Light" panose="020F0302020204030204"/>
            </a:rPr>
            <a:t> Hedonic Regression Model of Property Prices</a:t>
          </a:r>
          <a:endParaRPr lang="en-US"/>
        </a:p>
      </dgm:t>
    </dgm:pt>
    <dgm:pt modelId="{5917FE72-591F-420B-9D86-2AAF96B3E5D4}" type="parTrans" cxnId="{20544771-8473-4E5A-924E-133FB4972CE2}">
      <dgm:prSet/>
      <dgm:spPr/>
      <dgm:t>
        <a:bodyPr/>
        <a:lstStyle/>
        <a:p>
          <a:endParaRPr lang="en-US"/>
        </a:p>
      </dgm:t>
    </dgm:pt>
    <dgm:pt modelId="{080BFA3F-EF20-4568-A198-DF59A6C6EDFE}" type="sibTrans" cxnId="{20544771-8473-4E5A-924E-133FB4972CE2}">
      <dgm:prSet/>
      <dgm:spPr/>
      <dgm:t>
        <a:bodyPr/>
        <a:lstStyle/>
        <a:p>
          <a:endParaRPr lang="en-US"/>
        </a:p>
      </dgm:t>
    </dgm:pt>
    <dgm:pt modelId="{CB4FAAD1-E9DC-4DF7-9927-BB002381A09E}">
      <dgm:prSet phldrT="[Text]" phldr="0"/>
      <dgm:spPr/>
      <dgm:t>
        <a:bodyPr/>
        <a:lstStyle/>
        <a:p>
          <a:pPr rtl="0"/>
          <a:r>
            <a:rPr lang="en-US">
              <a:latin typeface="Calibri Light" panose="020F0302020204030204"/>
            </a:rPr>
            <a:t>Covariate</a:t>
          </a:r>
          <a:endParaRPr lang="en-US"/>
        </a:p>
      </dgm:t>
    </dgm:pt>
    <dgm:pt modelId="{DEA8A036-FD2F-48C9-9B03-B50E37A40ECA}" type="parTrans" cxnId="{1C1725BC-F4CF-4E9F-8E2B-36A3FD70203F}">
      <dgm:prSet/>
      <dgm:spPr/>
      <dgm:t>
        <a:bodyPr/>
        <a:lstStyle/>
        <a:p>
          <a:endParaRPr lang="en-US"/>
        </a:p>
      </dgm:t>
    </dgm:pt>
    <dgm:pt modelId="{54E42D26-BCB1-47D8-A615-64EB528D216E}" type="sibTrans" cxnId="{1C1725BC-F4CF-4E9F-8E2B-36A3FD70203F}">
      <dgm:prSet/>
      <dgm:spPr/>
      <dgm:t>
        <a:bodyPr/>
        <a:lstStyle/>
        <a:p>
          <a:endParaRPr lang="en-US"/>
        </a:p>
      </dgm:t>
    </dgm:pt>
    <dgm:pt modelId="{0A7434AD-F473-43E0-A067-74EBC1B25E03}">
      <dgm:prSet phldr="0"/>
      <dgm:spPr/>
      <dgm:t>
        <a:bodyPr/>
        <a:lstStyle/>
        <a:p>
          <a:pPr rtl="0"/>
          <a:r>
            <a:rPr lang="en-US">
              <a:latin typeface="Calibri Light" panose="020F0302020204030204"/>
            </a:rPr>
            <a:t>Housing characteristics</a:t>
          </a:r>
        </a:p>
      </dgm:t>
    </dgm:pt>
    <dgm:pt modelId="{24306733-A855-418A-9E4A-D8172131188B}" type="parTrans" cxnId="{372AE3FE-F370-48A2-A252-ED88548B00E7}">
      <dgm:prSet/>
      <dgm:spPr/>
      <dgm:t>
        <a:bodyPr/>
        <a:lstStyle/>
        <a:p>
          <a:endParaRPr lang="en-US"/>
        </a:p>
      </dgm:t>
    </dgm:pt>
    <dgm:pt modelId="{557E7ACD-D9DA-4EE9-A823-EFCE2897EC33}" type="sibTrans" cxnId="{372AE3FE-F370-48A2-A252-ED88548B00E7}">
      <dgm:prSet/>
      <dgm:spPr/>
    </dgm:pt>
    <dgm:pt modelId="{605B4BDC-6339-4D40-BC09-9C45EE441CFC}">
      <dgm:prSet phldr="0"/>
      <dgm:spPr/>
      <dgm:t>
        <a:bodyPr/>
        <a:lstStyle/>
        <a:p>
          <a:pPr rtl="0"/>
          <a:r>
            <a:rPr lang="en-US">
              <a:latin typeface="Calibri Light" panose="020F0302020204030204"/>
            </a:rPr>
            <a:t>Project characteristics</a:t>
          </a:r>
        </a:p>
      </dgm:t>
    </dgm:pt>
    <dgm:pt modelId="{B91ADA9D-5F3E-486C-BACB-C4E30852B468}" type="parTrans" cxnId="{3B4F4C90-4D84-4835-A374-E59D3E97E2A1}">
      <dgm:prSet/>
      <dgm:spPr/>
      <dgm:t>
        <a:bodyPr/>
        <a:lstStyle/>
        <a:p>
          <a:endParaRPr lang="en-US"/>
        </a:p>
      </dgm:t>
    </dgm:pt>
    <dgm:pt modelId="{90609334-E65F-4F11-9615-18EAFB773A20}" type="sibTrans" cxnId="{3B4F4C90-4D84-4835-A374-E59D3E97E2A1}">
      <dgm:prSet/>
      <dgm:spPr/>
    </dgm:pt>
    <dgm:pt modelId="{DB76A020-C36D-4B4B-8110-77648F342FFC}">
      <dgm:prSet phldr="0"/>
      <dgm:spPr/>
      <dgm:t>
        <a:bodyPr/>
        <a:lstStyle/>
        <a:p>
          <a:r>
            <a:rPr lang="en-US">
              <a:latin typeface="Calibri Light" panose="020F0302020204030204"/>
            </a:rPr>
            <a:t>Socio-demographics</a:t>
          </a:r>
          <a:endParaRPr lang="en-US"/>
        </a:p>
      </dgm:t>
    </dgm:pt>
    <dgm:pt modelId="{A08DC1ED-1637-477E-96A0-7E328AEE59AA}" type="parTrans" cxnId="{6F253B6E-6A87-4CA2-B202-4DC3B293758A}">
      <dgm:prSet/>
      <dgm:spPr/>
      <dgm:t>
        <a:bodyPr/>
        <a:lstStyle/>
        <a:p>
          <a:endParaRPr lang="en-US"/>
        </a:p>
      </dgm:t>
    </dgm:pt>
    <dgm:pt modelId="{5BE34BF4-CC4B-45C3-AC16-61068DC01EC0}" type="sibTrans" cxnId="{6F253B6E-6A87-4CA2-B202-4DC3B293758A}">
      <dgm:prSet/>
      <dgm:spPr/>
    </dgm:pt>
    <dgm:pt modelId="{F0C9F053-8494-4DDF-8BB7-2DE6E6F3B5D7}">
      <dgm:prSet phldr="0"/>
      <dgm:spPr/>
      <dgm:t>
        <a:bodyPr/>
        <a:lstStyle/>
        <a:p>
          <a:pPr rtl="0"/>
          <a:r>
            <a:rPr lang="en-US">
              <a:latin typeface="Calibri Light" panose="020F0302020204030204"/>
            </a:rPr>
            <a:t>Property Sale Value</a:t>
          </a:r>
          <a:endParaRPr lang="en-US"/>
        </a:p>
      </dgm:t>
    </dgm:pt>
    <dgm:pt modelId="{E96A808A-8BE0-48F3-A52C-6612828DCEE4}" type="parTrans" cxnId="{31B0DA96-5FDD-4210-A877-8F273B1D8FFF}">
      <dgm:prSet/>
      <dgm:spPr/>
      <dgm:t>
        <a:bodyPr/>
        <a:lstStyle/>
        <a:p>
          <a:endParaRPr lang="en-US"/>
        </a:p>
      </dgm:t>
    </dgm:pt>
    <dgm:pt modelId="{B6DBE482-C02C-4952-9756-4FD7B42022F9}" type="sibTrans" cxnId="{31B0DA96-5FDD-4210-A877-8F273B1D8FFF}">
      <dgm:prSet/>
      <dgm:spPr/>
    </dgm:pt>
    <dgm:pt modelId="{271A48BF-AFB3-410D-B8D4-EB3EE691CF02}">
      <dgm:prSet phldr="0"/>
      <dgm:spPr/>
      <dgm:t>
        <a:bodyPr/>
        <a:lstStyle/>
        <a:p>
          <a:pPr rtl="0"/>
          <a:r>
            <a:rPr lang="en-US">
              <a:latin typeface="Calibri Light" panose="020F0302020204030204"/>
            </a:rPr>
            <a:t>American Community Survey</a:t>
          </a:r>
        </a:p>
      </dgm:t>
    </dgm:pt>
    <dgm:pt modelId="{38052D32-CBC6-4FAE-8515-FFB730B457E9}" type="parTrans" cxnId="{E649266F-782E-4081-ADAC-6BC5848EA446}">
      <dgm:prSet/>
      <dgm:spPr/>
      <dgm:t>
        <a:bodyPr/>
        <a:lstStyle/>
        <a:p>
          <a:endParaRPr lang="en-US"/>
        </a:p>
      </dgm:t>
    </dgm:pt>
    <dgm:pt modelId="{343B2491-09E4-41FD-B4BD-22FDEF33B3C9}" type="sibTrans" cxnId="{E649266F-782E-4081-ADAC-6BC5848EA446}">
      <dgm:prSet/>
      <dgm:spPr/>
    </dgm:pt>
    <dgm:pt modelId="{1F07F55C-7FBE-4337-970F-4C3A1C1F9B48}">
      <dgm:prSet phldr="0"/>
      <dgm:spPr/>
      <dgm:t>
        <a:bodyPr/>
        <a:lstStyle/>
        <a:p>
          <a:pPr rtl="0"/>
          <a:r>
            <a:rPr lang="en-US">
              <a:latin typeface="Calibri Light" panose="020F0302020204030204"/>
            </a:rPr>
            <a:t>RUS Program Shape Files</a:t>
          </a:r>
        </a:p>
      </dgm:t>
    </dgm:pt>
    <dgm:pt modelId="{DF320F71-95A5-49CF-99C6-4BA24ECBBC42}" type="parTrans" cxnId="{74E14F99-E810-4BA5-BC9A-1E8DEF63FC00}">
      <dgm:prSet/>
      <dgm:spPr/>
      <dgm:t>
        <a:bodyPr/>
        <a:lstStyle/>
        <a:p>
          <a:endParaRPr lang="en-US"/>
        </a:p>
      </dgm:t>
    </dgm:pt>
    <dgm:pt modelId="{7890DD90-78D7-49F7-B21C-069045E69BE8}" type="sibTrans" cxnId="{74E14F99-E810-4BA5-BC9A-1E8DEF63FC00}">
      <dgm:prSet/>
      <dgm:spPr/>
    </dgm:pt>
    <dgm:pt modelId="{7FAADF8E-1165-4618-8BB2-16975CF1EA14}">
      <dgm:prSet phldr="0"/>
      <dgm:spPr/>
      <dgm:t>
        <a:bodyPr/>
        <a:lstStyle/>
        <a:p>
          <a:r>
            <a:rPr lang="en-US">
              <a:latin typeface="Calibri Light" panose="020F0302020204030204"/>
            </a:rPr>
            <a:t>CoreLogic</a:t>
          </a:r>
        </a:p>
      </dgm:t>
    </dgm:pt>
    <dgm:pt modelId="{E3327F40-B26F-46EB-A02F-163E04E95A3E}" type="parTrans" cxnId="{07E3B26F-0C30-49F7-A6EF-6CFF31D161C0}">
      <dgm:prSet/>
      <dgm:spPr/>
      <dgm:t>
        <a:bodyPr/>
        <a:lstStyle/>
        <a:p>
          <a:endParaRPr lang="en-US"/>
        </a:p>
      </dgm:t>
    </dgm:pt>
    <dgm:pt modelId="{117C4A2E-93C2-474E-A573-77162A65AD05}" type="sibTrans" cxnId="{07E3B26F-0C30-49F7-A6EF-6CFF31D161C0}">
      <dgm:prSet/>
      <dgm:spPr/>
    </dgm:pt>
    <dgm:pt modelId="{D97D54C6-5904-4AD8-86E1-60C1BEB535D9}" type="pres">
      <dgm:prSet presAssocID="{D7B01577-CA20-4C1E-91F9-B932349D7D0D}" presName="diagram" presStyleCnt="0">
        <dgm:presLayoutVars>
          <dgm:chPref val="1"/>
          <dgm:dir val="rev"/>
          <dgm:animOne val="branch"/>
          <dgm:animLvl val="lvl"/>
          <dgm:resizeHandles val="exact"/>
        </dgm:presLayoutVars>
      </dgm:prSet>
      <dgm:spPr/>
    </dgm:pt>
    <dgm:pt modelId="{7A3AE2B5-E9E1-40F7-A082-8EB5F83723C9}" type="pres">
      <dgm:prSet presAssocID="{7032BDFD-39A5-4E16-BD83-DD28B64F56AA}" presName="root1" presStyleCnt="0"/>
      <dgm:spPr/>
    </dgm:pt>
    <dgm:pt modelId="{564B123E-DA56-4FB3-A27C-E0A3BFD12164}" type="pres">
      <dgm:prSet presAssocID="{7032BDFD-39A5-4E16-BD83-DD28B64F56AA}" presName="LevelOneTextNode" presStyleLbl="node0" presStyleIdx="0" presStyleCnt="1">
        <dgm:presLayoutVars>
          <dgm:chPref val="3"/>
        </dgm:presLayoutVars>
      </dgm:prSet>
      <dgm:spPr/>
    </dgm:pt>
    <dgm:pt modelId="{06E4912B-AE93-42AD-94F1-E13C4F586D69}" type="pres">
      <dgm:prSet presAssocID="{7032BDFD-39A5-4E16-BD83-DD28B64F56AA}" presName="level2hierChild" presStyleCnt="0"/>
      <dgm:spPr/>
    </dgm:pt>
    <dgm:pt modelId="{A85B5B02-0621-4D65-96A6-F8B61DB99063}" type="pres">
      <dgm:prSet presAssocID="{E96A808A-8BE0-48F3-A52C-6612828DCEE4}" presName="conn2-1" presStyleLbl="parChTrans1D2" presStyleIdx="0" presStyleCnt="2"/>
      <dgm:spPr/>
    </dgm:pt>
    <dgm:pt modelId="{F5EA969D-693E-4AA2-9451-76F07FB6C93D}" type="pres">
      <dgm:prSet presAssocID="{E96A808A-8BE0-48F3-A52C-6612828DCEE4}" presName="connTx" presStyleLbl="parChTrans1D2" presStyleIdx="0" presStyleCnt="2"/>
      <dgm:spPr/>
    </dgm:pt>
    <dgm:pt modelId="{070F5654-7125-4B71-A14E-073F94C3741C}" type="pres">
      <dgm:prSet presAssocID="{F0C9F053-8494-4DDF-8BB7-2DE6E6F3B5D7}" presName="root2" presStyleCnt="0"/>
      <dgm:spPr/>
    </dgm:pt>
    <dgm:pt modelId="{06351AC9-741F-4B36-9A4D-A9FC1C2E2838}" type="pres">
      <dgm:prSet presAssocID="{F0C9F053-8494-4DDF-8BB7-2DE6E6F3B5D7}" presName="LevelTwoTextNode" presStyleLbl="node2" presStyleIdx="0" presStyleCnt="2">
        <dgm:presLayoutVars>
          <dgm:chPref val="3"/>
        </dgm:presLayoutVars>
      </dgm:prSet>
      <dgm:spPr/>
    </dgm:pt>
    <dgm:pt modelId="{A0B14E6C-F7CB-4B25-BF16-00D88EB10F46}" type="pres">
      <dgm:prSet presAssocID="{F0C9F053-8494-4DDF-8BB7-2DE6E6F3B5D7}" presName="level3hierChild" presStyleCnt="0"/>
      <dgm:spPr/>
    </dgm:pt>
    <dgm:pt modelId="{5EEA2FEE-87E6-48BC-B1FE-2374A75244C2}" type="pres">
      <dgm:prSet presAssocID="{DEA8A036-FD2F-48C9-9B03-B50E37A40ECA}" presName="conn2-1" presStyleLbl="parChTrans1D2" presStyleIdx="1" presStyleCnt="2"/>
      <dgm:spPr/>
    </dgm:pt>
    <dgm:pt modelId="{040C4B88-597F-4AAB-8A1A-410B69B0E475}" type="pres">
      <dgm:prSet presAssocID="{DEA8A036-FD2F-48C9-9B03-B50E37A40ECA}" presName="connTx" presStyleLbl="parChTrans1D2" presStyleIdx="1" presStyleCnt="2"/>
      <dgm:spPr/>
    </dgm:pt>
    <dgm:pt modelId="{D636C119-756D-4BD4-A499-8CB6CBBB98F2}" type="pres">
      <dgm:prSet presAssocID="{CB4FAAD1-E9DC-4DF7-9927-BB002381A09E}" presName="root2" presStyleCnt="0"/>
      <dgm:spPr/>
    </dgm:pt>
    <dgm:pt modelId="{98B43A16-C56A-4224-A66E-4E5F96E16600}" type="pres">
      <dgm:prSet presAssocID="{CB4FAAD1-E9DC-4DF7-9927-BB002381A09E}" presName="LevelTwoTextNode" presStyleLbl="node2" presStyleIdx="1" presStyleCnt="2">
        <dgm:presLayoutVars>
          <dgm:chPref val="3"/>
        </dgm:presLayoutVars>
      </dgm:prSet>
      <dgm:spPr/>
    </dgm:pt>
    <dgm:pt modelId="{BEEF213D-87D1-4BED-A7E6-F90E59954123}" type="pres">
      <dgm:prSet presAssocID="{CB4FAAD1-E9DC-4DF7-9927-BB002381A09E}" presName="level3hierChild" presStyleCnt="0"/>
      <dgm:spPr/>
    </dgm:pt>
    <dgm:pt modelId="{236C4B9D-71B0-4132-998D-37EF293F680E}" type="pres">
      <dgm:prSet presAssocID="{24306733-A855-418A-9E4A-D8172131188B}" presName="conn2-1" presStyleLbl="parChTrans1D3" presStyleIdx="0" presStyleCnt="3"/>
      <dgm:spPr/>
    </dgm:pt>
    <dgm:pt modelId="{8D5C18B4-15F6-4D89-BA06-5FFF0A0EFA47}" type="pres">
      <dgm:prSet presAssocID="{24306733-A855-418A-9E4A-D8172131188B}" presName="connTx" presStyleLbl="parChTrans1D3" presStyleIdx="0" presStyleCnt="3"/>
      <dgm:spPr/>
    </dgm:pt>
    <dgm:pt modelId="{AEAAD2EE-4C4D-42E3-8257-77B457C43CB3}" type="pres">
      <dgm:prSet presAssocID="{0A7434AD-F473-43E0-A067-74EBC1B25E03}" presName="root2" presStyleCnt="0"/>
      <dgm:spPr/>
    </dgm:pt>
    <dgm:pt modelId="{0506FC62-FD7F-4711-B437-FB04E5053DFB}" type="pres">
      <dgm:prSet presAssocID="{0A7434AD-F473-43E0-A067-74EBC1B25E03}" presName="LevelTwoTextNode" presStyleLbl="node3" presStyleIdx="0" presStyleCnt="3">
        <dgm:presLayoutVars>
          <dgm:chPref val="3"/>
        </dgm:presLayoutVars>
      </dgm:prSet>
      <dgm:spPr/>
    </dgm:pt>
    <dgm:pt modelId="{DAFFC916-EF5F-4FFD-A3D8-B0318C3E9886}" type="pres">
      <dgm:prSet presAssocID="{0A7434AD-F473-43E0-A067-74EBC1B25E03}" presName="level3hierChild" presStyleCnt="0"/>
      <dgm:spPr/>
    </dgm:pt>
    <dgm:pt modelId="{38140E04-0DE9-49DB-A21C-ED37DF75B8A2}" type="pres">
      <dgm:prSet presAssocID="{E3327F40-B26F-46EB-A02F-163E04E95A3E}" presName="conn2-1" presStyleLbl="parChTrans1D4" presStyleIdx="0" presStyleCnt="3"/>
      <dgm:spPr/>
    </dgm:pt>
    <dgm:pt modelId="{86460EC7-8BF5-4934-A3C5-90CE8C0ADFD2}" type="pres">
      <dgm:prSet presAssocID="{E3327F40-B26F-46EB-A02F-163E04E95A3E}" presName="connTx" presStyleLbl="parChTrans1D4" presStyleIdx="0" presStyleCnt="3"/>
      <dgm:spPr/>
    </dgm:pt>
    <dgm:pt modelId="{358A5F20-D711-49BF-99CC-FAABA94A94F8}" type="pres">
      <dgm:prSet presAssocID="{7FAADF8E-1165-4618-8BB2-16975CF1EA14}" presName="root2" presStyleCnt="0"/>
      <dgm:spPr/>
    </dgm:pt>
    <dgm:pt modelId="{528D665C-A5C8-4836-AAE8-630D84FD8B66}" type="pres">
      <dgm:prSet presAssocID="{7FAADF8E-1165-4618-8BB2-16975CF1EA14}" presName="LevelTwoTextNode" presStyleLbl="node4" presStyleIdx="0" presStyleCnt="3">
        <dgm:presLayoutVars>
          <dgm:chPref val="3"/>
        </dgm:presLayoutVars>
      </dgm:prSet>
      <dgm:spPr/>
    </dgm:pt>
    <dgm:pt modelId="{4555C013-642A-4D8E-9C4D-8FE3D070D78C}" type="pres">
      <dgm:prSet presAssocID="{7FAADF8E-1165-4618-8BB2-16975CF1EA14}" presName="level3hierChild" presStyleCnt="0"/>
      <dgm:spPr/>
    </dgm:pt>
    <dgm:pt modelId="{DAA3CFC9-3032-45DC-AC2C-0CB387093AA0}" type="pres">
      <dgm:prSet presAssocID="{B91ADA9D-5F3E-486C-BACB-C4E30852B468}" presName="conn2-1" presStyleLbl="parChTrans1D3" presStyleIdx="1" presStyleCnt="3"/>
      <dgm:spPr/>
    </dgm:pt>
    <dgm:pt modelId="{EF9DC344-0D68-41B3-9231-AF4EEE28BC49}" type="pres">
      <dgm:prSet presAssocID="{B91ADA9D-5F3E-486C-BACB-C4E30852B468}" presName="connTx" presStyleLbl="parChTrans1D3" presStyleIdx="1" presStyleCnt="3"/>
      <dgm:spPr/>
    </dgm:pt>
    <dgm:pt modelId="{B62BB56B-A9CC-47C4-A40C-E1BC80C77D80}" type="pres">
      <dgm:prSet presAssocID="{605B4BDC-6339-4D40-BC09-9C45EE441CFC}" presName="root2" presStyleCnt="0"/>
      <dgm:spPr/>
    </dgm:pt>
    <dgm:pt modelId="{38F497CE-B46C-41ED-A7D4-791538690964}" type="pres">
      <dgm:prSet presAssocID="{605B4BDC-6339-4D40-BC09-9C45EE441CFC}" presName="LevelTwoTextNode" presStyleLbl="node3" presStyleIdx="1" presStyleCnt="3">
        <dgm:presLayoutVars>
          <dgm:chPref val="3"/>
        </dgm:presLayoutVars>
      </dgm:prSet>
      <dgm:spPr/>
    </dgm:pt>
    <dgm:pt modelId="{976F24ED-336B-4711-894E-0DA74B39F2C4}" type="pres">
      <dgm:prSet presAssocID="{605B4BDC-6339-4D40-BC09-9C45EE441CFC}" presName="level3hierChild" presStyleCnt="0"/>
      <dgm:spPr/>
    </dgm:pt>
    <dgm:pt modelId="{CC31FA1F-9C17-4A51-8101-BC2F7B4BBDCE}" type="pres">
      <dgm:prSet presAssocID="{DF320F71-95A5-49CF-99C6-4BA24ECBBC42}" presName="conn2-1" presStyleLbl="parChTrans1D4" presStyleIdx="1" presStyleCnt="3"/>
      <dgm:spPr/>
    </dgm:pt>
    <dgm:pt modelId="{2C60D74A-D37A-4D49-A203-EA0CF590961D}" type="pres">
      <dgm:prSet presAssocID="{DF320F71-95A5-49CF-99C6-4BA24ECBBC42}" presName="connTx" presStyleLbl="parChTrans1D4" presStyleIdx="1" presStyleCnt="3"/>
      <dgm:spPr/>
    </dgm:pt>
    <dgm:pt modelId="{950E078C-99EA-43B4-BE21-FD83AAC9BAC2}" type="pres">
      <dgm:prSet presAssocID="{1F07F55C-7FBE-4337-970F-4C3A1C1F9B48}" presName="root2" presStyleCnt="0"/>
      <dgm:spPr/>
    </dgm:pt>
    <dgm:pt modelId="{CAD44B89-8CBB-42A4-A0D0-A0487848A249}" type="pres">
      <dgm:prSet presAssocID="{1F07F55C-7FBE-4337-970F-4C3A1C1F9B48}" presName="LevelTwoTextNode" presStyleLbl="node4" presStyleIdx="1" presStyleCnt="3">
        <dgm:presLayoutVars>
          <dgm:chPref val="3"/>
        </dgm:presLayoutVars>
      </dgm:prSet>
      <dgm:spPr/>
    </dgm:pt>
    <dgm:pt modelId="{CAAD23C0-9507-4BAD-951A-DCA3E6122FBC}" type="pres">
      <dgm:prSet presAssocID="{1F07F55C-7FBE-4337-970F-4C3A1C1F9B48}" presName="level3hierChild" presStyleCnt="0"/>
      <dgm:spPr/>
    </dgm:pt>
    <dgm:pt modelId="{A8207B6B-378A-4BC1-BF8B-D39A92989CB6}" type="pres">
      <dgm:prSet presAssocID="{A08DC1ED-1637-477E-96A0-7E328AEE59AA}" presName="conn2-1" presStyleLbl="parChTrans1D3" presStyleIdx="2" presStyleCnt="3"/>
      <dgm:spPr/>
    </dgm:pt>
    <dgm:pt modelId="{17600ED4-180E-4C89-AE32-12344B144269}" type="pres">
      <dgm:prSet presAssocID="{A08DC1ED-1637-477E-96A0-7E328AEE59AA}" presName="connTx" presStyleLbl="parChTrans1D3" presStyleIdx="2" presStyleCnt="3"/>
      <dgm:spPr/>
    </dgm:pt>
    <dgm:pt modelId="{819DDD86-2ACF-4AC8-8B2E-9A36C03719EA}" type="pres">
      <dgm:prSet presAssocID="{DB76A020-C36D-4B4B-8110-77648F342FFC}" presName="root2" presStyleCnt="0"/>
      <dgm:spPr/>
    </dgm:pt>
    <dgm:pt modelId="{1FC1F6FA-0290-4CC5-9C35-11033693F8E3}" type="pres">
      <dgm:prSet presAssocID="{DB76A020-C36D-4B4B-8110-77648F342FFC}" presName="LevelTwoTextNode" presStyleLbl="node3" presStyleIdx="2" presStyleCnt="3">
        <dgm:presLayoutVars>
          <dgm:chPref val="3"/>
        </dgm:presLayoutVars>
      </dgm:prSet>
      <dgm:spPr/>
    </dgm:pt>
    <dgm:pt modelId="{1532947A-1F23-46C2-9880-12C71AEA50F4}" type="pres">
      <dgm:prSet presAssocID="{DB76A020-C36D-4B4B-8110-77648F342FFC}" presName="level3hierChild" presStyleCnt="0"/>
      <dgm:spPr/>
    </dgm:pt>
    <dgm:pt modelId="{29DE48B1-6C08-4A04-90C5-44FA8B668035}" type="pres">
      <dgm:prSet presAssocID="{38052D32-CBC6-4FAE-8515-FFB730B457E9}" presName="conn2-1" presStyleLbl="parChTrans1D4" presStyleIdx="2" presStyleCnt="3"/>
      <dgm:spPr/>
    </dgm:pt>
    <dgm:pt modelId="{CE33C36B-C2BD-4BC1-9902-E9E4EAB75A16}" type="pres">
      <dgm:prSet presAssocID="{38052D32-CBC6-4FAE-8515-FFB730B457E9}" presName="connTx" presStyleLbl="parChTrans1D4" presStyleIdx="2" presStyleCnt="3"/>
      <dgm:spPr/>
    </dgm:pt>
    <dgm:pt modelId="{59732C8B-2C98-4D24-88F1-D8F06705E55D}" type="pres">
      <dgm:prSet presAssocID="{271A48BF-AFB3-410D-B8D4-EB3EE691CF02}" presName="root2" presStyleCnt="0"/>
      <dgm:spPr/>
    </dgm:pt>
    <dgm:pt modelId="{DA2EE999-4668-4C68-B643-501F5017633A}" type="pres">
      <dgm:prSet presAssocID="{271A48BF-AFB3-410D-B8D4-EB3EE691CF02}" presName="LevelTwoTextNode" presStyleLbl="node4" presStyleIdx="2" presStyleCnt="3">
        <dgm:presLayoutVars>
          <dgm:chPref val="3"/>
        </dgm:presLayoutVars>
      </dgm:prSet>
      <dgm:spPr/>
    </dgm:pt>
    <dgm:pt modelId="{DCFC61F6-3CFF-4B96-9A67-5A1B50A78962}" type="pres">
      <dgm:prSet presAssocID="{271A48BF-AFB3-410D-B8D4-EB3EE691CF02}" presName="level3hierChild" presStyleCnt="0"/>
      <dgm:spPr/>
    </dgm:pt>
  </dgm:ptLst>
  <dgm:cxnLst>
    <dgm:cxn modelId="{27EAAF0F-2775-4EB6-9617-428031CBB22B}" type="presOf" srcId="{E96A808A-8BE0-48F3-A52C-6612828DCEE4}" destId="{F5EA969D-693E-4AA2-9451-76F07FB6C93D}" srcOrd="1" destOrd="0" presId="urn:microsoft.com/office/officeart/2005/8/layout/hierarchy2"/>
    <dgm:cxn modelId="{6B762B15-0727-4898-A374-08B0DB3FC3C7}" type="presOf" srcId="{A08DC1ED-1637-477E-96A0-7E328AEE59AA}" destId="{17600ED4-180E-4C89-AE32-12344B144269}" srcOrd="1" destOrd="0" presId="urn:microsoft.com/office/officeart/2005/8/layout/hierarchy2"/>
    <dgm:cxn modelId="{25B64816-7D88-4454-B605-E99FC2D93638}" type="presOf" srcId="{7032BDFD-39A5-4E16-BD83-DD28B64F56AA}" destId="{564B123E-DA56-4FB3-A27C-E0A3BFD12164}" srcOrd="0" destOrd="0" presId="urn:microsoft.com/office/officeart/2005/8/layout/hierarchy2"/>
    <dgm:cxn modelId="{F12F321A-1A32-44DF-B476-969C578A95BD}" type="presOf" srcId="{A08DC1ED-1637-477E-96A0-7E328AEE59AA}" destId="{A8207B6B-378A-4BC1-BF8B-D39A92989CB6}" srcOrd="0" destOrd="0" presId="urn:microsoft.com/office/officeart/2005/8/layout/hierarchy2"/>
    <dgm:cxn modelId="{095ADC26-30C5-401D-A4B7-A4F4B7F810D1}" type="presOf" srcId="{D7B01577-CA20-4C1E-91F9-B932349D7D0D}" destId="{D97D54C6-5904-4AD8-86E1-60C1BEB535D9}" srcOrd="0" destOrd="0" presId="urn:microsoft.com/office/officeart/2005/8/layout/hierarchy2"/>
    <dgm:cxn modelId="{F5B55B2F-9A1A-4478-8902-C2E06C83763D}" type="presOf" srcId="{271A48BF-AFB3-410D-B8D4-EB3EE691CF02}" destId="{DA2EE999-4668-4C68-B643-501F5017633A}" srcOrd="0" destOrd="0" presId="urn:microsoft.com/office/officeart/2005/8/layout/hierarchy2"/>
    <dgm:cxn modelId="{7BC95B30-CADB-438B-96CF-48BADBCB5945}" type="presOf" srcId="{0A7434AD-F473-43E0-A067-74EBC1B25E03}" destId="{0506FC62-FD7F-4711-B437-FB04E5053DFB}" srcOrd="0" destOrd="0" presId="urn:microsoft.com/office/officeart/2005/8/layout/hierarchy2"/>
    <dgm:cxn modelId="{0268F538-2833-4D33-A61E-119438526524}" type="presOf" srcId="{B91ADA9D-5F3E-486C-BACB-C4E30852B468}" destId="{EF9DC344-0D68-41B3-9231-AF4EEE28BC49}" srcOrd="1" destOrd="0" presId="urn:microsoft.com/office/officeart/2005/8/layout/hierarchy2"/>
    <dgm:cxn modelId="{06380E63-E7F3-4307-8424-9D902CD188AD}" type="presOf" srcId="{24306733-A855-418A-9E4A-D8172131188B}" destId="{8D5C18B4-15F6-4D89-BA06-5FFF0A0EFA47}" srcOrd="1" destOrd="0" presId="urn:microsoft.com/office/officeart/2005/8/layout/hierarchy2"/>
    <dgm:cxn modelId="{B8BA1468-2A61-4165-894B-C6D7CE2F7459}" type="presOf" srcId="{E3327F40-B26F-46EB-A02F-163E04E95A3E}" destId="{38140E04-0DE9-49DB-A21C-ED37DF75B8A2}" srcOrd="0" destOrd="0" presId="urn:microsoft.com/office/officeart/2005/8/layout/hierarchy2"/>
    <dgm:cxn modelId="{6F253B6E-6A87-4CA2-B202-4DC3B293758A}" srcId="{CB4FAAD1-E9DC-4DF7-9927-BB002381A09E}" destId="{DB76A020-C36D-4B4B-8110-77648F342FFC}" srcOrd="2" destOrd="0" parTransId="{A08DC1ED-1637-477E-96A0-7E328AEE59AA}" sibTransId="{5BE34BF4-CC4B-45C3-AC16-61068DC01EC0}"/>
    <dgm:cxn modelId="{E649266F-782E-4081-ADAC-6BC5848EA446}" srcId="{DB76A020-C36D-4B4B-8110-77648F342FFC}" destId="{271A48BF-AFB3-410D-B8D4-EB3EE691CF02}" srcOrd="0" destOrd="0" parTransId="{38052D32-CBC6-4FAE-8515-FFB730B457E9}" sibTransId="{343B2491-09E4-41FD-B4BD-22FDEF33B3C9}"/>
    <dgm:cxn modelId="{07E3B26F-0C30-49F7-A6EF-6CFF31D161C0}" srcId="{0A7434AD-F473-43E0-A067-74EBC1B25E03}" destId="{7FAADF8E-1165-4618-8BB2-16975CF1EA14}" srcOrd="0" destOrd="0" parTransId="{E3327F40-B26F-46EB-A02F-163E04E95A3E}" sibTransId="{117C4A2E-93C2-474E-A573-77162A65AD05}"/>
    <dgm:cxn modelId="{20544771-8473-4E5A-924E-133FB4972CE2}" srcId="{D7B01577-CA20-4C1E-91F9-B932349D7D0D}" destId="{7032BDFD-39A5-4E16-BD83-DD28B64F56AA}" srcOrd="0" destOrd="0" parTransId="{5917FE72-591F-420B-9D86-2AAF96B3E5D4}" sibTransId="{080BFA3F-EF20-4568-A198-DF59A6C6EDFE}"/>
    <dgm:cxn modelId="{EE5F1152-490F-42F8-914A-41DEAFD6EC9E}" type="presOf" srcId="{DF320F71-95A5-49CF-99C6-4BA24ECBBC42}" destId="{CC31FA1F-9C17-4A51-8101-BC2F7B4BBDCE}" srcOrd="0" destOrd="0" presId="urn:microsoft.com/office/officeart/2005/8/layout/hierarchy2"/>
    <dgm:cxn modelId="{9500EA52-8E0F-46EF-A3C9-CFAB7B80A18F}" type="presOf" srcId="{F0C9F053-8494-4DDF-8BB7-2DE6E6F3B5D7}" destId="{06351AC9-741F-4B36-9A4D-A9FC1C2E2838}" srcOrd="0" destOrd="0" presId="urn:microsoft.com/office/officeart/2005/8/layout/hierarchy2"/>
    <dgm:cxn modelId="{2DCE2A53-3308-41FD-B57C-9E983B0132E8}" type="presOf" srcId="{E96A808A-8BE0-48F3-A52C-6612828DCEE4}" destId="{A85B5B02-0621-4D65-96A6-F8B61DB99063}" srcOrd="0" destOrd="0" presId="urn:microsoft.com/office/officeart/2005/8/layout/hierarchy2"/>
    <dgm:cxn modelId="{CCA71C75-6748-4672-AC0D-023B4EE4E417}" type="presOf" srcId="{DF320F71-95A5-49CF-99C6-4BA24ECBBC42}" destId="{2C60D74A-D37A-4D49-A203-EA0CF590961D}" srcOrd="1" destOrd="0" presId="urn:microsoft.com/office/officeart/2005/8/layout/hierarchy2"/>
    <dgm:cxn modelId="{26D06A7C-30AB-4A2B-B025-36D715FFACA7}" type="presOf" srcId="{7FAADF8E-1165-4618-8BB2-16975CF1EA14}" destId="{528D665C-A5C8-4836-AAE8-630D84FD8B66}" srcOrd="0" destOrd="0" presId="urn:microsoft.com/office/officeart/2005/8/layout/hierarchy2"/>
    <dgm:cxn modelId="{2799547C-651A-42DA-98F0-A60174F54F6D}" type="presOf" srcId="{24306733-A855-418A-9E4A-D8172131188B}" destId="{236C4B9D-71B0-4132-998D-37EF293F680E}" srcOrd="0" destOrd="0" presId="urn:microsoft.com/office/officeart/2005/8/layout/hierarchy2"/>
    <dgm:cxn modelId="{9D18B680-E783-445F-8D1D-F90096AF2E20}" type="presOf" srcId="{CB4FAAD1-E9DC-4DF7-9927-BB002381A09E}" destId="{98B43A16-C56A-4224-A66E-4E5F96E16600}" srcOrd="0" destOrd="0" presId="urn:microsoft.com/office/officeart/2005/8/layout/hierarchy2"/>
    <dgm:cxn modelId="{C1482A84-3FEE-4CCD-9696-BBD47A67D08F}" type="presOf" srcId="{E3327F40-B26F-46EB-A02F-163E04E95A3E}" destId="{86460EC7-8BF5-4934-A3C5-90CE8C0ADFD2}" srcOrd="1" destOrd="0" presId="urn:microsoft.com/office/officeart/2005/8/layout/hierarchy2"/>
    <dgm:cxn modelId="{3B4F4C90-4D84-4835-A374-E59D3E97E2A1}" srcId="{CB4FAAD1-E9DC-4DF7-9927-BB002381A09E}" destId="{605B4BDC-6339-4D40-BC09-9C45EE441CFC}" srcOrd="1" destOrd="0" parTransId="{B91ADA9D-5F3E-486C-BACB-C4E30852B468}" sibTransId="{90609334-E65F-4F11-9615-18EAFB773A20}"/>
    <dgm:cxn modelId="{DB6D5194-F048-4C4D-AFBB-FD0A4FD35361}" type="presOf" srcId="{1F07F55C-7FBE-4337-970F-4C3A1C1F9B48}" destId="{CAD44B89-8CBB-42A4-A0D0-A0487848A249}" srcOrd="0" destOrd="0" presId="urn:microsoft.com/office/officeart/2005/8/layout/hierarchy2"/>
    <dgm:cxn modelId="{31B0DA96-5FDD-4210-A877-8F273B1D8FFF}" srcId="{7032BDFD-39A5-4E16-BD83-DD28B64F56AA}" destId="{F0C9F053-8494-4DDF-8BB7-2DE6E6F3B5D7}" srcOrd="0" destOrd="0" parTransId="{E96A808A-8BE0-48F3-A52C-6612828DCEE4}" sibTransId="{B6DBE482-C02C-4952-9756-4FD7B42022F9}"/>
    <dgm:cxn modelId="{74E14F99-E810-4BA5-BC9A-1E8DEF63FC00}" srcId="{605B4BDC-6339-4D40-BC09-9C45EE441CFC}" destId="{1F07F55C-7FBE-4337-970F-4C3A1C1F9B48}" srcOrd="0" destOrd="0" parTransId="{DF320F71-95A5-49CF-99C6-4BA24ECBBC42}" sibTransId="{7890DD90-78D7-49F7-B21C-069045E69BE8}"/>
    <dgm:cxn modelId="{1C1725BC-F4CF-4E9F-8E2B-36A3FD70203F}" srcId="{7032BDFD-39A5-4E16-BD83-DD28B64F56AA}" destId="{CB4FAAD1-E9DC-4DF7-9927-BB002381A09E}" srcOrd="1" destOrd="0" parTransId="{DEA8A036-FD2F-48C9-9B03-B50E37A40ECA}" sibTransId="{54E42D26-BCB1-47D8-A615-64EB528D216E}"/>
    <dgm:cxn modelId="{E71970C2-2ACC-4CFC-87B7-5D1E988013EE}" type="presOf" srcId="{605B4BDC-6339-4D40-BC09-9C45EE441CFC}" destId="{38F497CE-B46C-41ED-A7D4-791538690964}" srcOrd="0" destOrd="0" presId="urn:microsoft.com/office/officeart/2005/8/layout/hierarchy2"/>
    <dgm:cxn modelId="{52ACECC7-CC1E-4205-9A0D-A5E266FFC0DD}" type="presOf" srcId="{DB76A020-C36D-4B4B-8110-77648F342FFC}" destId="{1FC1F6FA-0290-4CC5-9C35-11033693F8E3}" srcOrd="0" destOrd="0" presId="urn:microsoft.com/office/officeart/2005/8/layout/hierarchy2"/>
    <dgm:cxn modelId="{557D42DA-9700-4AA3-BD6E-1FDAD9B10F65}" type="presOf" srcId="{38052D32-CBC6-4FAE-8515-FFB730B457E9}" destId="{29DE48B1-6C08-4A04-90C5-44FA8B668035}" srcOrd="0" destOrd="0" presId="urn:microsoft.com/office/officeart/2005/8/layout/hierarchy2"/>
    <dgm:cxn modelId="{585B4DE5-A30C-49C6-A339-599CCFCB2903}" type="presOf" srcId="{DEA8A036-FD2F-48C9-9B03-B50E37A40ECA}" destId="{5EEA2FEE-87E6-48BC-B1FE-2374A75244C2}" srcOrd="0" destOrd="0" presId="urn:microsoft.com/office/officeart/2005/8/layout/hierarchy2"/>
    <dgm:cxn modelId="{24E93CED-0345-48D8-B3B2-FB22934DCC6D}" type="presOf" srcId="{38052D32-CBC6-4FAE-8515-FFB730B457E9}" destId="{CE33C36B-C2BD-4BC1-9902-E9E4EAB75A16}" srcOrd="1" destOrd="0" presId="urn:microsoft.com/office/officeart/2005/8/layout/hierarchy2"/>
    <dgm:cxn modelId="{7002A7F4-DEDD-4E8F-BD47-C5A69B40AD6B}" type="presOf" srcId="{DEA8A036-FD2F-48C9-9B03-B50E37A40ECA}" destId="{040C4B88-597F-4AAB-8A1A-410B69B0E475}" srcOrd="1" destOrd="0" presId="urn:microsoft.com/office/officeart/2005/8/layout/hierarchy2"/>
    <dgm:cxn modelId="{5BD9E3F8-EF5B-42C0-B158-6C93582D965C}" type="presOf" srcId="{B91ADA9D-5F3E-486C-BACB-C4E30852B468}" destId="{DAA3CFC9-3032-45DC-AC2C-0CB387093AA0}" srcOrd="0" destOrd="0" presId="urn:microsoft.com/office/officeart/2005/8/layout/hierarchy2"/>
    <dgm:cxn modelId="{372AE3FE-F370-48A2-A252-ED88548B00E7}" srcId="{CB4FAAD1-E9DC-4DF7-9927-BB002381A09E}" destId="{0A7434AD-F473-43E0-A067-74EBC1B25E03}" srcOrd="0" destOrd="0" parTransId="{24306733-A855-418A-9E4A-D8172131188B}" sibTransId="{557E7ACD-D9DA-4EE9-A823-EFCE2897EC33}"/>
    <dgm:cxn modelId="{AEBED0E5-A4FD-43B0-8AED-BFDE0449008A}" type="presParOf" srcId="{D97D54C6-5904-4AD8-86E1-60C1BEB535D9}" destId="{7A3AE2B5-E9E1-40F7-A082-8EB5F83723C9}" srcOrd="0" destOrd="0" presId="urn:microsoft.com/office/officeart/2005/8/layout/hierarchy2"/>
    <dgm:cxn modelId="{484A8CCD-85E4-4AF4-97A2-599BACEE5997}" type="presParOf" srcId="{7A3AE2B5-E9E1-40F7-A082-8EB5F83723C9}" destId="{564B123E-DA56-4FB3-A27C-E0A3BFD12164}" srcOrd="0" destOrd="0" presId="urn:microsoft.com/office/officeart/2005/8/layout/hierarchy2"/>
    <dgm:cxn modelId="{449AC647-180A-49A3-AB73-AC0C5B0838AF}" type="presParOf" srcId="{7A3AE2B5-E9E1-40F7-A082-8EB5F83723C9}" destId="{06E4912B-AE93-42AD-94F1-E13C4F586D69}" srcOrd="1" destOrd="0" presId="urn:microsoft.com/office/officeart/2005/8/layout/hierarchy2"/>
    <dgm:cxn modelId="{8DC2762E-C0F6-4C4C-811B-16E2C8CAA3E9}" type="presParOf" srcId="{06E4912B-AE93-42AD-94F1-E13C4F586D69}" destId="{A85B5B02-0621-4D65-96A6-F8B61DB99063}" srcOrd="0" destOrd="0" presId="urn:microsoft.com/office/officeart/2005/8/layout/hierarchy2"/>
    <dgm:cxn modelId="{4151AD51-1429-48D2-97CC-F6E5BA02F073}" type="presParOf" srcId="{A85B5B02-0621-4D65-96A6-F8B61DB99063}" destId="{F5EA969D-693E-4AA2-9451-76F07FB6C93D}" srcOrd="0" destOrd="0" presId="urn:microsoft.com/office/officeart/2005/8/layout/hierarchy2"/>
    <dgm:cxn modelId="{51CA5FB9-2D15-4C59-B51A-E28ED7B58BEF}" type="presParOf" srcId="{06E4912B-AE93-42AD-94F1-E13C4F586D69}" destId="{070F5654-7125-4B71-A14E-073F94C3741C}" srcOrd="1" destOrd="0" presId="urn:microsoft.com/office/officeart/2005/8/layout/hierarchy2"/>
    <dgm:cxn modelId="{0194ACA8-6B9A-443C-B98B-79D0045BBB32}" type="presParOf" srcId="{070F5654-7125-4B71-A14E-073F94C3741C}" destId="{06351AC9-741F-4B36-9A4D-A9FC1C2E2838}" srcOrd="0" destOrd="0" presId="urn:microsoft.com/office/officeart/2005/8/layout/hierarchy2"/>
    <dgm:cxn modelId="{23EF0D9C-26A5-47EF-B269-82BB776A82AC}" type="presParOf" srcId="{070F5654-7125-4B71-A14E-073F94C3741C}" destId="{A0B14E6C-F7CB-4B25-BF16-00D88EB10F46}" srcOrd="1" destOrd="0" presId="urn:microsoft.com/office/officeart/2005/8/layout/hierarchy2"/>
    <dgm:cxn modelId="{91CD5AB0-2BA0-4C14-B5C2-A1AE85D783A9}" type="presParOf" srcId="{06E4912B-AE93-42AD-94F1-E13C4F586D69}" destId="{5EEA2FEE-87E6-48BC-B1FE-2374A75244C2}" srcOrd="2" destOrd="0" presId="urn:microsoft.com/office/officeart/2005/8/layout/hierarchy2"/>
    <dgm:cxn modelId="{E18785B2-B465-443A-A979-60422DEBA86E}" type="presParOf" srcId="{5EEA2FEE-87E6-48BC-B1FE-2374A75244C2}" destId="{040C4B88-597F-4AAB-8A1A-410B69B0E475}" srcOrd="0" destOrd="0" presId="urn:microsoft.com/office/officeart/2005/8/layout/hierarchy2"/>
    <dgm:cxn modelId="{3F782B04-CB80-4DE2-BBDE-FE95371F08FD}" type="presParOf" srcId="{06E4912B-AE93-42AD-94F1-E13C4F586D69}" destId="{D636C119-756D-4BD4-A499-8CB6CBBB98F2}" srcOrd="3" destOrd="0" presId="urn:microsoft.com/office/officeart/2005/8/layout/hierarchy2"/>
    <dgm:cxn modelId="{97EEBB5D-4915-4F8F-84E8-DEBA21E926FB}" type="presParOf" srcId="{D636C119-756D-4BD4-A499-8CB6CBBB98F2}" destId="{98B43A16-C56A-4224-A66E-4E5F96E16600}" srcOrd="0" destOrd="0" presId="urn:microsoft.com/office/officeart/2005/8/layout/hierarchy2"/>
    <dgm:cxn modelId="{91456B14-2B05-4D3A-A262-FAD68718B3A3}" type="presParOf" srcId="{D636C119-756D-4BD4-A499-8CB6CBBB98F2}" destId="{BEEF213D-87D1-4BED-A7E6-F90E59954123}" srcOrd="1" destOrd="0" presId="urn:microsoft.com/office/officeart/2005/8/layout/hierarchy2"/>
    <dgm:cxn modelId="{C81FC6E2-81BD-4FE9-BD92-CB687709BBEF}" type="presParOf" srcId="{BEEF213D-87D1-4BED-A7E6-F90E59954123}" destId="{236C4B9D-71B0-4132-998D-37EF293F680E}" srcOrd="0" destOrd="0" presId="urn:microsoft.com/office/officeart/2005/8/layout/hierarchy2"/>
    <dgm:cxn modelId="{E182B28C-C72D-4062-9F99-B80BD6609107}" type="presParOf" srcId="{236C4B9D-71B0-4132-998D-37EF293F680E}" destId="{8D5C18B4-15F6-4D89-BA06-5FFF0A0EFA47}" srcOrd="0" destOrd="0" presId="urn:microsoft.com/office/officeart/2005/8/layout/hierarchy2"/>
    <dgm:cxn modelId="{C24F2975-2DBD-4969-A052-D273E13C2E86}" type="presParOf" srcId="{BEEF213D-87D1-4BED-A7E6-F90E59954123}" destId="{AEAAD2EE-4C4D-42E3-8257-77B457C43CB3}" srcOrd="1" destOrd="0" presId="urn:microsoft.com/office/officeart/2005/8/layout/hierarchy2"/>
    <dgm:cxn modelId="{1C46B98A-B406-4472-84C8-88A46B19A11E}" type="presParOf" srcId="{AEAAD2EE-4C4D-42E3-8257-77B457C43CB3}" destId="{0506FC62-FD7F-4711-B437-FB04E5053DFB}" srcOrd="0" destOrd="0" presId="urn:microsoft.com/office/officeart/2005/8/layout/hierarchy2"/>
    <dgm:cxn modelId="{B0F5F05A-8086-4B41-9027-408EB6EE0A61}" type="presParOf" srcId="{AEAAD2EE-4C4D-42E3-8257-77B457C43CB3}" destId="{DAFFC916-EF5F-4FFD-A3D8-B0318C3E9886}" srcOrd="1" destOrd="0" presId="urn:microsoft.com/office/officeart/2005/8/layout/hierarchy2"/>
    <dgm:cxn modelId="{8DF09AB9-456B-49A9-B614-13D4771BA353}" type="presParOf" srcId="{DAFFC916-EF5F-4FFD-A3D8-B0318C3E9886}" destId="{38140E04-0DE9-49DB-A21C-ED37DF75B8A2}" srcOrd="0" destOrd="0" presId="urn:microsoft.com/office/officeart/2005/8/layout/hierarchy2"/>
    <dgm:cxn modelId="{2D6C50B6-7A54-4A89-ACDB-5B2C0CD4881A}" type="presParOf" srcId="{38140E04-0DE9-49DB-A21C-ED37DF75B8A2}" destId="{86460EC7-8BF5-4934-A3C5-90CE8C0ADFD2}" srcOrd="0" destOrd="0" presId="urn:microsoft.com/office/officeart/2005/8/layout/hierarchy2"/>
    <dgm:cxn modelId="{9D3FE6F4-5798-46E4-841E-EC93FAFF6F84}" type="presParOf" srcId="{DAFFC916-EF5F-4FFD-A3D8-B0318C3E9886}" destId="{358A5F20-D711-49BF-99CC-FAABA94A94F8}" srcOrd="1" destOrd="0" presId="urn:microsoft.com/office/officeart/2005/8/layout/hierarchy2"/>
    <dgm:cxn modelId="{09281D52-997B-4D63-99BF-6E219110D3AF}" type="presParOf" srcId="{358A5F20-D711-49BF-99CC-FAABA94A94F8}" destId="{528D665C-A5C8-4836-AAE8-630D84FD8B66}" srcOrd="0" destOrd="0" presId="urn:microsoft.com/office/officeart/2005/8/layout/hierarchy2"/>
    <dgm:cxn modelId="{98BD4671-D347-41EB-A822-D4B2A7D2BA68}" type="presParOf" srcId="{358A5F20-D711-49BF-99CC-FAABA94A94F8}" destId="{4555C013-642A-4D8E-9C4D-8FE3D070D78C}" srcOrd="1" destOrd="0" presId="urn:microsoft.com/office/officeart/2005/8/layout/hierarchy2"/>
    <dgm:cxn modelId="{6CDD78EE-8A07-4B66-B06B-E9A5C25D8BF4}" type="presParOf" srcId="{BEEF213D-87D1-4BED-A7E6-F90E59954123}" destId="{DAA3CFC9-3032-45DC-AC2C-0CB387093AA0}" srcOrd="2" destOrd="0" presId="urn:microsoft.com/office/officeart/2005/8/layout/hierarchy2"/>
    <dgm:cxn modelId="{895364FF-E9DE-4E45-BB4D-DF71E3D25A4C}" type="presParOf" srcId="{DAA3CFC9-3032-45DC-AC2C-0CB387093AA0}" destId="{EF9DC344-0D68-41B3-9231-AF4EEE28BC49}" srcOrd="0" destOrd="0" presId="urn:microsoft.com/office/officeart/2005/8/layout/hierarchy2"/>
    <dgm:cxn modelId="{62E36B09-6E79-4661-B82C-956F40FEF030}" type="presParOf" srcId="{BEEF213D-87D1-4BED-A7E6-F90E59954123}" destId="{B62BB56B-A9CC-47C4-A40C-E1BC80C77D80}" srcOrd="3" destOrd="0" presId="urn:microsoft.com/office/officeart/2005/8/layout/hierarchy2"/>
    <dgm:cxn modelId="{A6B45495-697C-4BFF-9089-9358E7F9BDA9}" type="presParOf" srcId="{B62BB56B-A9CC-47C4-A40C-E1BC80C77D80}" destId="{38F497CE-B46C-41ED-A7D4-791538690964}" srcOrd="0" destOrd="0" presId="urn:microsoft.com/office/officeart/2005/8/layout/hierarchy2"/>
    <dgm:cxn modelId="{8F1B6CA1-0ED8-42BA-A072-D39367461410}" type="presParOf" srcId="{B62BB56B-A9CC-47C4-A40C-E1BC80C77D80}" destId="{976F24ED-336B-4711-894E-0DA74B39F2C4}" srcOrd="1" destOrd="0" presId="urn:microsoft.com/office/officeart/2005/8/layout/hierarchy2"/>
    <dgm:cxn modelId="{1AD5F203-0C1B-40A9-8E63-4C447AFCE248}" type="presParOf" srcId="{976F24ED-336B-4711-894E-0DA74B39F2C4}" destId="{CC31FA1F-9C17-4A51-8101-BC2F7B4BBDCE}" srcOrd="0" destOrd="0" presId="urn:microsoft.com/office/officeart/2005/8/layout/hierarchy2"/>
    <dgm:cxn modelId="{674CC590-17A8-4C5B-915D-942341EE6C8F}" type="presParOf" srcId="{CC31FA1F-9C17-4A51-8101-BC2F7B4BBDCE}" destId="{2C60D74A-D37A-4D49-A203-EA0CF590961D}" srcOrd="0" destOrd="0" presId="urn:microsoft.com/office/officeart/2005/8/layout/hierarchy2"/>
    <dgm:cxn modelId="{EE86FB5F-1FE0-4585-8BB9-1470EB661F9C}" type="presParOf" srcId="{976F24ED-336B-4711-894E-0DA74B39F2C4}" destId="{950E078C-99EA-43B4-BE21-FD83AAC9BAC2}" srcOrd="1" destOrd="0" presId="urn:microsoft.com/office/officeart/2005/8/layout/hierarchy2"/>
    <dgm:cxn modelId="{BCA00D97-3A88-4A81-9D19-8EE086E3AF53}" type="presParOf" srcId="{950E078C-99EA-43B4-BE21-FD83AAC9BAC2}" destId="{CAD44B89-8CBB-42A4-A0D0-A0487848A249}" srcOrd="0" destOrd="0" presId="urn:microsoft.com/office/officeart/2005/8/layout/hierarchy2"/>
    <dgm:cxn modelId="{8C6F23D5-B229-4180-A9C9-188D24EAC498}" type="presParOf" srcId="{950E078C-99EA-43B4-BE21-FD83AAC9BAC2}" destId="{CAAD23C0-9507-4BAD-951A-DCA3E6122FBC}" srcOrd="1" destOrd="0" presId="urn:microsoft.com/office/officeart/2005/8/layout/hierarchy2"/>
    <dgm:cxn modelId="{754734D7-CC51-4110-AF6A-738C859CE25A}" type="presParOf" srcId="{BEEF213D-87D1-4BED-A7E6-F90E59954123}" destId="{A8207B6B-378A-4BC1-BF8B-D39A92989CB6}" srcOrd="4" destOrd="0" presId="urn:microsoft.com/office/officeart/2005/8/layout/hierarchy2"/>
    <dgm:cxn modelId="{98AE1C55-580C-46D6-9C76-049453009B71}" type="presParOf" srcId="{A8207B6B-378A-4BC1-BF8B-D39A92989CB6}" destId="{17600ED4-180E-4C89-AE32-12344B144269}" srcOrd="0" destOrd="0" presId="urn:microsoft.com/office/officeart/2005/8/layout/hierarchy2"/>
    <dgm:cxn modelId="{262344F4-A6C8-4902-8D8A-A158BA369656}" type="presParOf" srcId="{BEEF213D-87D1-4BED-A7E6-F90E59954123}" destId="{819DDD86-2ACF-4AC8-8B2E-9A36C03719EA}" srcOrd="5" destOrd="0" presId="urn:microsoft.com/office/officeart/2005/8/layout/hierarchy2"/>
    <dgm:cxn modelId="{3E75474A-C42F-46F9-96C6-F0F7F7143437}" type="presParOf" srcId="{819DDD86-2ACF-4AC8-8B2E-9A36C03719EA}" destId="{1FC1F6FA-0290-4CC5-9C35-11033693F8E3}" srcOrd="0" destOrd="0" presId="urn:microsoft.com/office/officeart/2005/8/layout/hierarchy2"/>
    <dgm:cxn modelId="{669573DE-EF3C-4B65-A4E0-9CA2B3F1CAAF}" type="presParOf" srcId="{819DDD86-2ACF-4AC8-8B2E-9A36C03719EA}" destId="{1532947A-1F23-46C2-9880-12C71AEA50F4}" srcOrd="1" destOrd="0" presId="urn:microsoft.com/office/officeart/2005/8/layout/hierarchy2"/>
    <dgm:cxn modelId="{DE402A63-0900-4A45-BD35-DBC40ACC2C79}" type="presParOf" srcId="{1532947A-1F23-46C2-9880-12C71AEA50F4}" destId="{29DE48B1-6C08-4A04-90C5-44FA8B668035}" srcOrd="0" destOrd="0" presId="urn:microsoft.com/office/officeart/2005/8/layout/hierarchy2"/>
    <dgm:cxn modelId="{1771DB56-E60A-44F8-9A34-FDD4DEBA2099}" type="presParOf" srcId="{29DE48B1-6C08-4A04-90C5-44FA8B668035}" destId="{CE33C36B-C2BD-4BC1-9902-E9E4EAB75A16}" srcOrd="0" destOrd="0" presId="urn:microsoft.com/office/officeart/2005/8/layout/hierarchy2"/>
    <dgm:cxn modelId="{1DFB2EC0-4846-4C74-9548-4E64DCD5B507}" type="presParOf" srcId="{1532947A-1F23-46C2-9880-12C71AEA50F4}" destId="{59732C8B-2C98-4D24-88F1-D8F06705E55D}" srcOrd="1" destOrd="0" presId="urn:microsoft.com/office/officeart/2005/8/layout/hierarchy2"/>
    <dgm:cxn modelId="{29CFE102-9948-4FC4-941B-08222E0AC82A}" type="presParOf" srcId="{59732C8B-2C98-4D24-88F1-D8F06705E55D}" destId="{DA2EE999-4668-4C68-B643-501F5017633A}" srcOrd="0" destOrd="0" presId="urn:microsoft.com/office/officeart/2005/8/layout/hierarchy2"/>
    <dgm:cxn modelId="{6CBD21E5-E9AA-4208-A483-C540480F21D6}" type="presParOf" srcId="{59732C8B-2C98-4D24-88F1-D8F06705E55D}" destId="{DCFC61F6-3CFF-4B96-9A67-5A1B50A78962}"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7B01577-CA20-4C1E-91F9-B932349D7D0D}" type="doc">
      <dgm:prSet loTypeId="urn:microsoft.com/office/officeart/2005/8/layout/hierarchy2" loCatId="hierarchy" qsTypeId="urn:microsoft.com/office/officeart/2005/8/quickstyle/simple1" qsCatId="simple" csTypeId="urn:microsoft.com/office/officeart/2005/8/colors/accent2_3" csCatId="accent2" phldr="1"/>
      <dgm:spPr/>
      <dgm:t>
        <a:bodyPr/>
        <a:lstStyle/>
        <a:p>
          <a:endParaRPr lang="en-US"/>
        </a:p>
      </dgm:t>
    </dgm:pt>
    <dgm:pt modelId="{83EC91C9-AA24-4387-ACDA-9888011B3178}">
      <dgm:prSet phldr="0"/>
      <dgm:spPr/>
      <dgm:t>
        <a:bodyPr/>
        <a:lstStyle/>
        <a:p>
          <a:pPr rtl="0"/>
          <a:r>
            <a:rPr lang="en-US">
              <a:latin typeface="Calibri Light" panose="020F0302020204030204"/>
            </a:rPr>
            <a:t>Model</a:t>
          </a:r>
        </a:p>
      </dgm:t>
    </dgm:pt>
    <dgm:pt modelId="{8156DBA0-EC85-4F19-B3FC-0C10D094BC78}" type="parTrans" cxnId="{2AE3EE23-AD8C-4C0B-9438-8D2FCAC4E490}">
      <dgm:prSet/>
      <dgm:spPr/>
    </dgm:pt>
    <dgm:pt modelId="{C83DF33D-D9C6-4E40-98AD-033F3E304ED7}" type="sibTrans" cxnId="{2AE3EE23-AD8C-4C0B-9438-8D2FCAC4E490}">
      <dgm:prSet/>
      <dgm:spPr/>
    </dgm:pt>
    <dgm:pt modelId="{1E343E77-5D7D-4145-AD5D-BCF3F3E57A75}">
      <dgm:prSet phldr="0"/>
      <dgm:spPr/>
      <dgm:t>
        <a:bodyPr/>
        <a:lstStyle/>
        <a:p>
          <a:pPr rtl="0"/>
          <a:r>
            <a:rPr lang="en-US">
              <a:latin typeface="Calibri Light" panose="020F0302020204030204"/>
            </a:rPr>
            <a:t>Model Variables</a:t>
          </a:r>
        </a:p>
      </dgm:t>
    </dgm:pt>
    <dgm:pt modelId="{E8DC8415-D97F-46DF-AA76-D72D75D26920}" type="parTrans" cxnId="{7652514D-E8CA-4A93-A395-35B40CA475E6}">
      <dgm:prSet/>
      <dgm:spPr/>
      <dgm:t>
        <a:bodyPr/>
        <a:lstStyle/>
        <a:p>
          <a:endParaRPr lang="en-US"/>
        </a:p>
      </dgm:t>
    </dgm:pt>
    <dgm:pt modelId="{99AE8727-93BE-44E7-9F81-7673772B4A13}" type="sibTrans" cxnId="{7652514D-E8CA-4A93-A395-35B40CA475E6}">
      <dgm:prSet/>
      <dgm:spPr/>
    </dgm:pt>
    <dgm:pt modelId="{AAEDE96B-C465-4E54-8C1B-A2124F08F2DF}">
      <dgm:prSet phldr="0"/>
      <dgm:spPr/>
      <dgm:t>
        <a:bodyPr/>
        <a:lstStyle/>
        <a:p>
          <a:pPr rtl="0"/>
          <a:r>
            <a:rPr lang="en-US">
              <a:latin typeface="Calibri Light" panose="020F0302020204030204"/>
            </a:rPr>
            <a:t>Data </a:t>
          </a:r>
        </a:p>
      </dgm:t>
    </dgm:pt>
    <dgm:pt modelId="{FF5EB1D5-4ACB-45CE-B510-91817A81E9EC}" type="parTrans" cxnId="{0EA13A85-852C-42E6-9340-0C5D191E862D}">
      <dgm:prSet/>
      <dgm:spPr/>
      <dgm:t>
        <a:bodyPr/>
        <a:lstStyle/>
        <a:p>
          <a:endParaRPr lang="en-US"/>
        </a:p>
      </dgm:t>
    </dgm:pt>
    <dgm:pt modelId="{EB4FC55C-CB10-4F43-8A00-7370C7DB8CEE}" type="sibTrans" cxnId="{0EA13A85-852C-42E6-9340-0C5D191E862D}">
      <dgm:prSet/>
      <dgm:spPr/>
    </dgm:pt>
    <dgm:pt modelId="{28E5EED4-E58C-4D20-8370-F9A5129B3EFA}">
      <dgm:prSet phldr="0"/>
      <dgm:spPr/>
      <dgm:t>
        <a:bodyPr/>
        <a:lstStyle/>
        <a:p>
          <a:pPr rtl="0"/>
          <a:r>
            <a:rPr lang="en-US">
              <a:latin typeface="Calibri Light" panose="020F0302020204030204"/>
            </a:rPr>
            <a:t>Data Source</a:t>
          </a:r>
          <a:endParaRPr lang="en-US"/>
        </a:p>
      </dgm:t>
    </dgm:pt>
    <dgm:pt modelId="{E6F740D4-2597-4060-A15C-1996E5DE47EA}" type="parTrans" cxnId="{81A25312-49E9-4E62-8D0C-8761B7447533}">
      <dgm:prSet/>
      <dgm:spPr/>
      <dgm:t>
        <a:bodyPr/>
        <a:lstStyle/>
        <a:p>
          <a:endParaRPr lang="en-US"/>
        </a:p>
      </dgm:t>
    </dgm:pt>
    <dgm:pt modelId="{8AA00702-572C-4128-912E-6BED7632EAFC}" type="sibTrans" cxnId="{81A25312-49E9-4E62-8D0C-8761B7447533}">
      <dgm:prSet/>
      <dgm:spPr/>
    </dgm:pt>
    <dgm:pt modelId="{D97D54C6-5904-4AD8-86E1-60C1BEB535D9}" type="pres">
      <dgm:prSet presAssocID="{D7B01577-CA20-4C1E-91F9-B932349D7D0D}" presName="diagram" presStyleCnt="0">
        <dgm:presLayoutVars>
          <dgm:chPref val="1"/>
          <dgm:dir val="rev"/>
          <dgm:animOne val="branch"/>
          <dgm:animLvl val="lvl"/>
          <dgm:resizeHandles val="exact"/>
        </dgm:presLayoutVars>
      </dgm:prSet>
      <dgm:spPr/>
    </dgm:pt>
    <dgm:pt modelId="{2BA31908-BC06-4920-BD67-077624A41062}" type="pres">
      <dgm:prSet presAssocID="{83EC91C9-AA24-4387-ACDA-9888011B3178}" presName="root1" presStyleCnt="0"/>
      <dgm:spPr/>
    </dgm:pt>
    <dgm:pt modelId="{A00B34E0-9B9D-4C61-B24F-A5F7E6329043}" type="pres">
      <dgm:prSet presAssocID="{83EC91C9-AA24-4387-ACDA-9888011B3178}" presName="LevelOneTextNode" presStyleLbl="node0" presStyleIdx="0" presStyleCnt="1">
        <dgm:presLayoutVars>
          <dgm:chPref val="3"/>
        </dgm:presLayoutVars>
      </dgm:prSet>
      <dgm:spPr/>
    </dgm:pt>
    <dgm:pt modelId="{3D25CB7B-3C4B-4CAE-8AE4-593CF636C036}" type="pres">
      <dgm:prSet presAssocID="{83EC91C9-AA24-4387-ACDA-9888011B3178}" presName="level2hierChild" presStyleCnt="0"/>
      <dgm:spPr/>
    </dgm:pt>
    <dgm:pt modelId="{B3C3F126-6DF0-4E7C-BC52-1F375DE2EF90}" type="pres">
      <dgm:prSet presAssocID="{E8DC8415-D97F-46DF-AA76-D72D75D26920}" presName="conn2-1" presStyleLbl="parChTrans1D2" presStyleIdx="0" presStyleCnt="1"/>
      <dgm:spPr/>
    </dgm:pt>
    <dgm:pt modelId="{CFDEC39E-3B5B-4666-B9CF-949B17867130}" type="pres">
      <dgm:prSet presAssocID="{E8DC8415-D97F-46DF-AA76-D72D75D26920}" presName="connTx" presStyleLbl="parChTrans1D2" presStyleIdx="0" presStyleCnt="1"/>
      <dgm:spPr/>
    </dgm:pt>
    <dgm:pt modelId="{C846491A-2590-418A-91F7-AFDD15EC0D14}" type="pres">
      <dgm:prSet presAssocID="{1E343E77-5D7D-4145-AD5D-BCF3F3E57A75}" presName="root2" presStyleCnt="0"/>
      <dgm:spPr/>
    </dgm:pt>
    <dgm:pt modelId="{1817BA35-878C-4C6C-AC9C-45C0684D2F05}" type="pres">
      <dgm:prSet presAssocID="{1E343E77-5D7D-4145-AD5D-BCF3F3E57A75}" presName="LevelTwoTextNode" presStyleLbl="node2" presStyleIdx="0" presStyleCnt="1">
        <dgm:presLayoutVars>
          <dgm:chPref val="3"/>
        </dgm:presLayoutVars>
      </dgm:prSet>
      <dgm:spPr/>
    </dgm:pt>
    <dgm:pt modelId="{5CB46576-6A4B-4F7C-8670-CB2BC5AC88F3}" type="pres">
      <dgm:prSet presAssocID="{1E343E77-5D7D-4145-AD5D-BCF3F3E57A75}" presName="level3hierChild" presStyleCnt="0"/>
      <dgm:spPr/>
    </dgm:pt>
    <dgm:pt modelId="{BE004193-A4E8-4205-9232-7469510BE3E0}" type="pres">
      <dgm:prSet presAssocID="{FF5EB1D5-4ACB-45CE-B510-91817A81E9EC}" presName="conn2-1" presStyleLbl="parChTrans1D3" presStyleIdx="0" presStyleCnt="1"/>
      <dgm:spPr/>
    </dgm:pt>
    <dgm:pt modelId="{E713B9FF-E7F5-4718-833C-E991F0DDB5FA}" type="pres">
      <dgm:prSet presAssocID="{FF5EB1D5-4ACB-45CE-B510-91817A81E9EC}" presName="connTx" presStyleLbl="parChTrans1D3" presStyleIdx="0" presStyleCnt="1"/>
      <dgm:spPr/>
    </dgm:pt>
    <dgm:pt modelId="{F64D5A5C-5325-4096-BF10-2A5B0C8E71E3}" type="pres">
      <dgm:prSet presAssocID="{AAEDE96B-C465-4E54-8C1B-A2124F08F2DF}" presName="root2" presStyleCnt="0"/>
      <dgm:spPr/>
    </dgm:pt>
    <dgm:pt modelId="{30A8C7C5-EBA9-44CA-BD49-14E94450DC30}" type="pres">
      <dgm:prSet presAssocID="{AAEDE96B-C465-4E54-8C1B-A2124F08F2DF}" presName="LevelTwoTextNode" presStyleLbl="node3" presStyleIdx="0" presStyleCnt="1">
        <dgm:presLayoutVars>
          <dgm:chPref val="3"/>
        </dgm:presLayoutVars>
      </dgm:prSet>
      <dgm:spPr/>
    </dgm:pt>
    <dgm:pt modelId="{FE347F79-3F3F-43A5-8CA1-917AE72276C8}" type="pres">
      <dgm:prSet presAssocID="{AAEDE96B-C465-4E54-8C1B-A2124F08F2DF}" presName="level3hierChild" presStyleCnt="0"/>
      <dgm:spPr/>
    </dgm:pt>
    <dgm:pt modelId="{05156E26-E290-41EF-8DA6-7598128A66A3}" type="pres">
      <dgm:prSet presAssocID="{E6F740D4-2597-4060-A15C-1996E5DE47EA}" presName="conn2-1" presStyleLbl="parChTrans1D4" presStyleIdx="0" presStyleCnt="1"/>
      <dgm:spPr/>
    </dgm:pt>
    <dgm:pt modelId="{26A5303F-30E7-4390-8D8A-B9CBCDE31FC6}" type="pres">
      <dgm:prSet presAssocID="{E6F740D4-2597-4060-A15C-1996E5DE47EA}" presName="connTx" presStyleLbl="parChTrans1D4" presStyleIdx="0" presStyleCnt="1"/>
      <dgm:spPr/>
    </dgm:pt>
    <dgm:pt modelId="{B755953D-7E6D-4967-B06D-A33D986F24BC}" type="pres">
      <dgm:prSet presAssocID="{28E5EED4-E58C-4D20-8370-F9A5129B3EFA}" presName="root2" presStyleCnt="0"/>
      <dgm:spPr/>
    </dgm:pt>
    <dgm:pt modelId="{84E04B1C-B2BD-46A4-8D5C-CEC286EE51D0}" type="pres">
      <dgm:prSet presAssocID="{28E5EED4-E58C-4D20-8370-F9A5129B3EFA}" presName="LevelTwoTextNode" presStyleLbl="node4" presStyleIdx="0" presStyleCnt="1">
        <dgm:presLayoutVars>
          <dgm:chPref val="3"/>
        </dgm:presLayoutVars>
      </dgm:prSet>
      <dgm:spPr/>
    </dgm:pt>
    <dgm:pt modelId="{DB63F32F-AEE2-419E-A0E2-AE4211822203}" type="pres">
      <dgm:prSet presAssocID="{28E5EED4-E58C-4D20-8370-F9A5129B3EFA}" presName="level3hierChild" presStyleCnt="0"/>
      <dgm:spPr/>
    </dgm:pt>
  </dgm:ptLst>
  <dgm:cxnLst>
    <dgm:cxn modelId="{81A25312-49E9-4E62-8D0C-8761B7447533}" srcId="{AAEDE96B-C465-4E54-8C1B-A2124F08F2DF}" destId="{28E5EED4-E58C-4D20-8370-F9A5129B3EFA}" srcOrd="0" destOrd="0" parTransId="{E6F740D4-2597-4060-A15C-1996E5DE47EA}" sibTransId="{8AA00702-572C-4128-912E-6BED7632EAFC}"/>
    <dgm:cxn modelId="{2AE3EE23-AD8C-4C0B-9438-8D2FCAC4E490}" srcId="{D7B01577-CA20-4C1E-91F9-B932349D7D0D}" destId="{83EC91C9-AA24-4387-ACDA-9888011B3178}" srcOrd="0" destOrd="0" parTransId="{8156DBA0-EC85-4F19-B3FC-0C10D094BC78}" sibTransId="{C83DF33D-D9C6-4E40-98AD-033F3E304ED7}"/>
    <dgm:cxn modelId="{095ADC26-30C5-401D-A4B7-A4F4B7F810D1}" type="presOf" srcId="{D7B01577-CA20-4C1E-91F9-B932349D7D0D}" destId="{D97D54C6-5904-4AD8-86E1-60C1BEB535D9}" srcOrd="0" destOrd="0" presId="urn:microsoft.com/office/officeart/2005/8/layout/hierarchy2"/>
    <dgm:cxn modelId="{AC706C2E-C33D-4620-A2B6-013E9558BD6D}" type="presOf" srcId="{FF5EB1D5-4ACB-45CE-B510-91817A81E9EC}" destId="{E713B9FF-E7F5-4718-833C-E991F0DDB5FA}" srcOrd="1" destOrd="0" presId="urn:microsoft.com/office/officeart/2005/8/layout/hierarchy2"/>
    <dgm:cxn modelId="{0E5A582F-516D-42FD-B2F0-8615714FE4AC}" type="presOf" srcId="{E8DC8415-D97F-46DF-AA76-D72D75D26920}" destId="{B3C3F126-6DF0-4E7C-BC52-1F375DE2EF90}" srcOrd="0" destOrd="0" presId="urn:microsoft.com/office/officeart/2005/8/layout/hierarchy2"/>
    <dgm:cxn modelId="{58266C35-73FC-457B-88F3-ADC769F7E892}" type="presOf" srcId="{FF5EB1D5-4ACB-45CE-B510-91817A81E9EC}" destId="{BE004193-A4E8-4205-9232-7469510BE3E0}" srcOrd="0" destOrd="0" presId="urn:microsoft.com/office/officeart/2005/8/layout/hierarchy2"/>
    <dgm:cxn modelId="{61621D3D-80B4-44EE-9D78-A945620FB32F}" type="presOf" srcId="{E6F740D4-2597-4060-A15C-1996E5DE47EA}" destId="{26A5303F-30E7-4390-8D8A-B9CBCDE31FC6}" srcOrd="1" destOrd="0" presId="urn:microsoft.com/office/officeart/2005/8/layout/hierarchy2"/>
    <dgm:cxn modelId="{3660FF3E-1C1A-4478-800F-92781D028128}" type="presOf" srcId="{E8DC8415-D97F-46DF-AA76-D72D75D26920}" destId="{CFDEC39E-3B5B-4666-B9CF-949B17867130}" srcOrd="1" destOrd="0" presId="urn:microsoft.com/office/officeart/2005/8/layout/hierarchy2"/>
    <dgm:cxn modelId="{6B4ED44C-601D-47E2-B59D-F4A0FF9470E5}" type="presOf" srcId="{83EC91C9-AA24-4387-ACDA-9888011B3178}" destId="{A00B34E0-9B9D-4C61-B24F-A5F7E6329043}" srcOrd="0" destOrd="0" presId="urn:microsoft.com/office/officeart/2005/8/layout/hierarchy2"/>
    <dgm:cxn modelId="{7652514D-E8CA-4A93-A395-35B40CA475E6}" srcId="{83EC91C9-AA24-4387-ACDA-9888011B3178}" destId="{1E343E77-5D7D-4145-AD5D-BCF3F3E57A75}" srcOrd="0" destOrd="0" parTransId="{E8DC8415-D97F-46DF-AA76-D72D75D26920}" sibTransId="{99AE8727-93BE-44E7-9F81-7673772B4A13}"/>
    <dgm:cxn modelId="{7505ED7F-D975-421B-8211-0F958D23B328}" type="presOf" srcId="{1E343E77-5D7D-4145-AD5D-BCF3F3E57A75}" destId="{1817BA35-878C-4C6C-AC9C-45C0684D2F05}" srcOrd="0" destOrd="0" presId="urn:microsoft.com/office/officeart/2005/8/layout/hierarchy2"/>
    <dgm:cxn modelId="{0EA13A85-852C-42E6-9340-0C5D191E862D}" srcId="{1E343E77-5D7D-4145-AD5D-BCF3F3E57A75}" destId="{AAEDE96B-C465-4E54-8C1B-A2124F08F2DF}" srcOrd="0" destOrd="0" parTransId="{FF5EB1D5-4ACB-45CE-B510-91817A81E9EC}" sibTransId="{EB4FC55C-CB10-4F43-8A00-7370C7DB8CEE}"/>
    <dgm:cxn modelId="{C9D025CF-9781-4EAA-9A1C-676526385B3D}" type="presOf" srcId="{AAEDE96B-C465-4E54-8C1B-A2124F08F2DF}" destId="{30A8C7C5-EBA9-44CA-BD49-14E94450DC30}" srcOrd="0" destOrd="0" presId="urn:microsoft.com/office/officeart/2005/8/layout/hierarchy2"/>
    <dgm:cxn modelId="{590C68DF-5B7A-4242-A85B-00F72446B186}" type="presOf" srcId="{E6F740D4-2597-4060-A15C-1996E5DE47EA}" destId="{05156E26-E290-41EF-8DA6-7598128A66A3}" srcOrd="0" destOrd="0" presId="urn:microsoft.com/office/officeart/2005/8/layout/hierarchy2"/>
    <dgm:cxn modelId="{EF4A58F9-116D-48D6-A4FB-17A2CCDDA49B}" type="presOf" srcId="{28E5EED4-E58C-4D20-8370-F9A5129B3EFA}" destId="{84E04B1C-B2BD-46A4-8D5C-CEC286EE51D0}" srcOrd="0" destOrd="0" presId="urn:microsoft.com/office/officeart/2005/8/layout/hierarchy2"/>
    <dgm:cxn modelId="{72E93DEF-F466-4061-AC7E-C8995F1E25A8}" type="presParOf" srcId="{D97D54C6-5904-4AD8-86E1-60C1BEB535D9}" destId="{2BA31908-BC06-4920-BD67-077624A41062}" srcOrd="0" destOrd="0" presId="urn:microsoft.com/office/officeart/2005/8/layout/hierarchy2"/>
    <dgm:cxn modelId="{4AA2E84B-ED06-4ECF-B535-0D502F397B0E}" type="presParOf" srcId="{2BA31908-BC06-4920-BD67-077624A41062}" destId="{A00B34E0-9B9D-4C61-B24F-A5F7E6329043}" srcOrd="0" destOrd="0" presId="urn:microsoft.com/office/officeart/2005/8/layout/hierarchy2"/>
    <dgm:cxn modelId="{B0C8BBDB-3290-43E8-9974-9F6413D4855F}" type="presParOf" srcId="{2BA31908-BC06-4920-BD67-077624A41062}" destId="{3D25CB7B-3C4B-4CAE-8AE4-593CF636C036}" srcOrd="1" destOrd="0" presId="urn:microsoft.com/office/officeart/2005/8/layout/hierarchy2"/>
    <dgm:cxn modelId="{D3A40833-56AC-4F40-8BEE-EA2BC65B2CC0}" type="presParOf" srcId="{3D25CB7B-3C4B-4CAE-8AE4-593CF636C036}" destId="{B3C3F126-6DF0-4E7C-BC52-1F375DE2EF90}" srcOrd="0" destOrd="0" presId="urn:microsoft.com/office/officeart/2005/8/layout/hierarchy2"/>
    <dgm:cxn modelId="{291127AD-D3EB-4F57-95F0-568803E6C526}" type="presParOf" srcId="{B3C3F126-6DF0-4E7C-BC52-1F375DE2EF90}" destId="{CFDEC39E-3B5B-4666-B9CF-949B17867130}" srcOrd="0" destOrd="0" presId="urn:microsoft.com/office/officeart/2005/8/layout/hierarchy2"/>
    <dgm:cxn modelId="{189E0868-1EAD-4276-9576-F62A434701DE}" type="presParOf" srcId="{3D25CB7B-3C4B-4CAE-8AE4-593CF636C036}" destId="{C846491A-2590-418A-91F7-AFDD15EC0D14}" srcOrd="1" destOrd="0" presId="urn:microsoft.com/office/officeart/2005/8/layout/hierarchy2"/>
    <dgm:cxn modelId="{B6795946-A8BA-4BD0-8F6A-91D5635B29AB}" type="presParOf" srcId="{C846491A-2590-418A-91F7-AFDD15EC0D14}" destId="{1817BA35-878C-4C6C-AC9C-45C0684D2F05}" srcOrd="0" destOrd="0" presId="urn:microsoft.com/office/officeart/2005/8/layout/hierarchy2"/>
    <dgm:cxn modelId="{68CA91AE-FE9B-489B-B55C-1C5C86DC1C44}" type="presParOf" srcId="{C846491A-2590-418A-91F7-AFDD15EC0D14}" destId="{5CB46576-6A4B-4F7C-8670-CB2BC5AC88F3}" srcOrd="1" destOrd="0" presId="urn:microsoft.com/office/officeart/2005/8/layout/hierarchy2"/>
    <dgm:cxn modelId="{3EF11783-9AAB-4F2C-A118-FB4214585D76}" type="presParOf" srcId="{5CB46576-6A4B-4F7C-8670-CB2BC5AC88F3}" destId="{BE004193-A4E8-4205-9232-7469510BE3E0}" srcOrd="0" destOrd="0" presId="urn:microsoft.com/office/officeart/2005/8/layout/hierarchy2"/>
    <dgm:cxn modelId="{20858174-00EC-4CEB-AA0B-3D026C90D92F}" type="presParOf" srcId="{BE004193-A4E8-4205-9232-7469510BE3E0}" destId="{E713B9FF-E7F5-4718-833C-E991F0DDB5FA}" srcOrd="0" destOrd="0" presId="urn:microsoft.com/office/officeart/2005/8/layout/hierarchy2"/>
    <dgm:cxn modelId="{C39521C4-45E6-4380-805C-5DDBFF9931B4}" type="presParOf" srcId="{5CB46576-6A4B-4F7C-8670-CB2BC5AC88F3}" destId="{F64D5A5C-5325-4096-BF10-2A5B0C8E71E3}" srcOrd="1" destOrd="0" presId="urn:microsoft.com/office/officeart/2005/8/layout/hierarchy2"/>
    <dgm:cxn modelId="{3882AB6A-4CEC-4F93-BE63-AE7B849A2A53}" type="presParOf" srcId="{F64D5A5C-5325-4096-BF10-2A5B0C8E71E3}" destId="{30A8C7C5-EBA9-44CA-BD49-14E94450DC30}" srcOrd="0" destOrd="0" presId="urn:microsoft.com/office/officeart/2005/8/layout/hierarchy2"/>
    <dgm:cxn modelId="{92E2DE8C-EBFA-4087-91AF-326279481723}" type="presParOf" srcId="{F64D5A5C-5325-4096-BF10-2A5B0C8E71E3}" destId="{FE347F79-3F3F-43A5-8CA1-917AE72276C8}" srcOrd="1" destOrd="0" presId="urn:microsoft.com/office/officeart/2005/8/layout/hierarchy2"/>
    <dgm:cxn modelId="{51A8A54B-7E1D-4FCA-905E-A80EBDF13938}" type="presParOf" srcId="{FE347F79-3F3F-43A5-8CA1-917AE72276C8}" destId="{05156E26-E290-41EF-8DA6-7598128A66A3}" srcOrd="0" destOrd="0" presId="urn:microsoft.com/office/officeart/2005/8/layout/hierarchy2"/>
    <dgm:cxn modelId="{C58BE9A7-4059-482D-BD92-C99F7833FCF6}" type="presParOf" srcId="{05156E26-E290-41EF-8DA6-7598128A66A3}" destId="{26A5303F-30E7-4390-8D8A-B9CBCDE31FC6}" srcOrd="0" destOrd="0" presId="urn:microsoft.com/office/officeart/2005/8/layout/hierarchy2"/>
    <dgm:cxn modelId="{3677E47E-2055-4E9A-910C-78FAC2501424}" type="presParOf" srcId="{FE347F79-3F3F-43A5-8CA1-917AE72276C8}" destId="{B755953D-7E6D-4967-B06D-A33D986F24BC}" srcOrd="1" destOrd="0" presId="urn:microsoft.com/office/officeart/2005/8/layout/hierarchy2"/>
    <dgm:cxn modelId="{9C3B4B89-1461-4DE3-8AAF-197CFB15ADE1}" type="presParOf" srcId="{B755953D-7E6D-4967-B06D-A33D986F24BC}" destId="{84E04B1C-B2BD-46A4-8D5C-CEC286EE51D0}" srcOrd="0" destOrd="0" presId="urn:microsoft.com/office/officeart/2005/8/layout/hierarchy2"/>
    <dgm:cxn modelId="{04886642-A2BA-4772-A7E2-D9D2A09FC770}" type="presParOf" srcId="{B755953D-7E6D-4967-B06D-A33D986F24BC}" destId="{DB63F32F-AEE2-419E-A0E2-AE4211822203}"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7B01577-CA20-4C1E-91F9-B932349D7D0D}" type="doc">
      <dgm:prSet loTypeId="urn:microsoft.com/office/officeart/2005/8/layout/hierarchy2" loCatId="hierarchy" qsTypeId="urn:microsoft.com/office/officeart/2005/8/quickstyle/simple1" qsCatId="simple" csTypeId="urn:microsoft.com/office/officeart/2005/8/colors/accent1_4" csCatId="accent1" phldr="1"/>
      <dgm:spPr/>
      <dgm:t>
        <a:bodyPr/>
        <a:lstStyle/>
        <a:p>
          <a:endParaRPr lang="en-US"/>
        </a:p>
      </dgm:t>
    </dgm:pt>
    <dgm:pt modelId="{7032BDFD-39A5-4E16-BD83-DD28B64F56AA}">
      <dgm:prSet phldrT="[Text]" phldr="0"/>
      <dgm:spPr/>
      <dgm:t>
        <a:bodyPr/>
        <a:lstStyle/>
        <a:p>
          <a:pPr rtl="0"/>
          <a:r>
            <a:rPr lang="en-US">
              <a:latin typeface="Calibri Light" panose="020F0302020204030204"/>
            </a:rPr>
            <a:t> Hedonic Regression Model of Property Prices</a:t>
          </a:r>
          <a:endParaRPr lang="en-US"/>
        </a:p>
      </dgm:t>
    </dgm:pt>
    <dgm:pt modelId="{5917FE72-591F-420B-9D86-2AAF96B3E5D4}" type="parTrans" cxnId="{20544771-8473-4E5A-924E-133FB4972CE2}">
      <dgm:prSet/>
      <dgm:spPr/>
      <dgm:t>
        <a:bodyPr/>
        <a:lstStyle/>
        <a:p>
          <a:endParaRPr lang="en-US"/>
        </a:p>
      </dgm:t>
    </dgm:pt>
    <dgm:pt modelId="{080BFA3F-EF20-4568-A198-DF59A6C6EDFE}" type="sibTrans" cxnId="{20544771-8473-4E5A-924E-133FB4972CE2}">
      <dgm:prSet/>
      <dgm:spPr/>
      <dgm:t>
        <a:bodyPr/>
        <a:lstStyle/>
        <a:p>
          <a:endParaRPr lang="en-US"/>
        </a:p>
      </dgm:t>
    </dgm:pt>
    <dgm:pt modelId="{CB4FAAD1-E9DC-4DF7-9927-BB002381A09E}">
      <dgm:prSet phldrT="[Text]" phldr="0"/>
      <dgm:spPr/>
      <dgm:t>
        <a:bodyPr/>
        <a:lstStyle/>
        <a:p>
          <a:pPr rtl="0"/>
          <a:r>
            <a:rPr lang="en-US">
              <a:latin typeface="Calibri Light" panose="020F0302020204030204"/>
            </a:rPr>
            <a:t>Covariate</a:t>
          </a:r>
          <a:endParaRPr lang="en-US"/>
        </a:p>
      </dgm:t>
    </dgm:pt>
    <dgm:pt modelId="{DEA8A036-FD2F-48C9-9B03-B50E37A40ECA}" type="parTrans" cxnId="{1C1725BC-F4CF-4E9F-8E2B-36A3FD70203F}">
      <dgm:prSet/>
      <dgm:spPr/>
      <dgm:t>
        <a:bodyPr/>
        <a:lstStyle/>
        <a:p>
          <a:endParaRPr lang="en-US"/>
        </a:p>
      </dgm:t>
    </dgm:pt>
    <dgm:pt modelId="{54E42D26-BCB1-47D8-A615-64EB528D216E}" type="sibTrans" cxnId="{1C1725BC-F4CF-4E9F-8E2B-36A3FD70203F}">
      <dgm:prSet/>
      <dgm:spPr/>
      <dgm:t>
        <a:bodyPr/>
        <a:lstStyle/>
        <a:p>
          <a:endParaRPr lang="en-US"/>
        </a:p>
      </dgm:t>
    </dgm:pt>
    <dgm:pt modelId="{0A7434AD-F473-43E0-A067-74EBC1B25E03}">
      <dgm:prSet phldr="0"/>
      <dgm:spPr/>
      <dgm:t>
        <a:bodyPr/>
        <a:lstStyle/>
        <a:p>
          <a:pPr rtl="0"/>
          <a:r>
            <a:rPr lang="en-US">
              <a:latin typeface="Calibri Light" panose="020F0302020204030204"/>
            </a:rPr>
            <a:t>Housing characteristics</a:t>
          </a:r>
        </a:p>
      </dgm:t>
    </dgm:pt>
    <dgm:pt modelId="{24306733-A855-418A-9E4A-D8172131188B}" type="parTrans" cxnId="{372AE3FE-F370-48A2-A252-ED88548B00E7}">
      <dgm:prSet/>
      <dgm:spPr/>
      <dgm:t>
        <a:bodyPr/>
        <a:lstStyle/>
        <a:p>
          <a:endParaRPr lang="en-US"/>
        </a:p>
      </dgm:t>
    </dgm:pt>
    <dgm:pt modelId="{557E7ACD-D9DA-4EE9-A823-EFCE2897EC33}" type="sibTrans" cxnId="{372AE3FE-F370-48A2-A252-ED88548B00E7}">
      <dgm:prSet/>
      <dgm:spPr/>
    </dgm:pt>
    <dgm:pt modelId="{605B4BDC-6339-4D40-BC09-9C45EE441CFC}">
      <dgm:prSet phldr="0"/>
      <dgm:spPr/>
      <dgm:t>
        <a:bodyPr/>
        <a:lstStyle/>
        <a:p>
          <a:pPr rtl="0"/>
          <a:r>
            <a:rPr lang="en-US">
              <a:latin typeface="Calibri Light" panose="020F0302020204030204"/>
            </a:rPr>
            <a:t>Project characteristics</a:t>
          </a:r>
        </a:p>
      </dgm:t>
    </dgm:pt>
    <dgm:pt modelId="{B91ADA9D-5F3E-486C-BACB-C4E30852B468}" type="parTrans" cxnId="{3B4F4C90-4D84-4835-A374-E59D3E97E2A1}">
      <dgm:prSet/>
      <dgm:spPr/>
      <dgm:t>
        <a:bodyPr/>
        <a:lstStyle/>
        <a:p>
          <a:endParaRPr lang="en-US"/>
        </a:p>
      </dgm:t>
    </dgm:pt>
    <dgm:pt modelId="{90609334-E65F-4F11-9615-18EAFB773A20}" type="sibTrans" cxnId="{3B4F4C90-4D84-4835-A374-E59D3E97E2A1}">
      <dgm:prSet/>
      <dgm:spPr/>
    </dgm:pt>
    <dgm:pt modelId="{DB76A020-C36D-4B4B-8110-77648F342FFC}">
      <dgm:prSet phldr="0"/>
      <dgm:spPr/>
      <dgm:t>
        <a:bodyPr/>
        <a:lstStyle/>
        <a:p>
          <a:r>
            <a:rPr lang="en-US">
              <a:latin typeface="Calibri Light" panose="020F0302020204030204"/>
            </a:rPr>
            <a:t>Socio-demographics</a:t>
          </a:r>
          <a:endParaRPr lang="en-US"/>
        </a:p>
      </dgm:t>
    </dgm:pt>
    <dgm:pt modelId="{A08DC1ED-1637-477E-96A0-7E328AEE59AA}" type="parTrans" cxnId="{6F253B6E-6A87-4CA2-B202-4DC3B293758A}">
      <dgm:prSet/>
      <dgm:spPr/>
      <dgm:t>
        <a:bodyPr/>
        <a:lstStyle/>
        <a:p>
          <a:endParaRPr lang="en-US"/>
        </a:p>
      </dgm:t>
    </dgm:pt>
    <dgm:pt modelId="{5BE34BF4-CC4B-45C3-AC16-61068DC01EC0}" type="sibTrans" cxnId="{6F253B6E-6A87-4CA2-B202-4DC3B293758A}">
      <dgm:prSet/>
      <dgm:spPr/>
    </dgm:pt>
    <dgm:pt modelId="{F0C9F053-8494-4DDF-8BB7-2DE6E6F3B5D7}">
      <dgm:prSet phldr="0"/>
      <dgm:spPr/>
      <dgm:t>
        <a:bodyPr/>
        <a:lstStyle/>
        <a:p>
          <a:pPr rtl="0"/>
          <a:r>
            <a:rPr lang="en-US">
              <a:latin typeface="Calibri Light" panose="020F0302020204030204"/>
            </a:rPr>
            <a:t>Property Assessed Value</a:t>
          </a:r>
          <a:endParaRPr lang="en-US"/>
        </a:p>
      </dgm:t>
    </dgm:pt>
    <dgm:pt modelId="{E96A808A-8BE0-48F3-A52C-6612828DCEE4}" type="parTrans" cxnId="{31B0DA96-5FDD-4210-A877-8F273B1D8FFF}">
      <dgm:prSet/>
      <dgm:spPr/>
      <dgm:t>
        <a:bodyPr/>
        <a:lstStyle/>
        <a:p>
          <a:endParaRPr lang="en-US"/>
        </a:p>
      </dgm:t>
    </dgm:pt>
    <dgm:pt modelId="{B6DBE482-C02C-4952-9756-4FD7B42022F9}" type="sibTrans" cxnId="{31B0DA96-5FDD-4210-A877-8F273B1D8FFF}">
      <dgm:prSet/>
      <dgm:spPr/>
    </dgm:pt>
    <dgm:pt modelId="{271A48BF-AFB3-410D-B8D4-EB3EE691CF02}">
      <dgm:prSet phldr="0"/>
      <dgm:spPr/>
      <dgm:t>
        <a:bodyPr/>
        <a:lstStyle/>
        <a:p>
          <a:pPr rtl="0"/>
          <a:r>
            <a:rPr lang="en-US">
              <a:latin typeface="Calibri Light" panose="020F0302020204030204"/>
            </a:rPr>
            <a:t>American Community Survey</a:t>
          </a:r>
        </a:p>
      </dgm:t>
    </dgm:pt>
    <dgm:pt modelId="{38052D32-CBC6-4FAE-8515-FFB730B457E9}" type="parTrans" cxnId="{E649266F-782E-4081-ADAC-6BC5848EA446}">
      <dgm:prSet/>
      <dgm:spPr/>
      <dgm:t>
        <a:bodyPr/>
        <a:lstStyle/>
        <a:p>
          <a:endParaRPr lang="en-US"/>
        </a:p>
      </dgm:t>
    </dgm:pt>
    <dgm:pt modelId="{343B2491-09E4-41FD-B4BD-22FDEF33B3C9}" type="sibTrans" cxnId="{E649266F-782E-4081-ADAC-6BC5848EA446}">
      <dgm:prSet/>
      <dgm:spPr/>
    </dgm:pt>
    <dgm:pt modelId="{1F07F55C-7FBE-4337-970F-4C3A1C1F9B48}">
      <dgm:prSet phldr="0"/>
      <dgm:spPr/>
      <dgm:t>
        <a:bodyPr/>
        <a:lstStyle/>
        <a:p>
          <a:pPr rtl="0"/>
          <a:r>
            <a:rPr lang="en-US">
              <a:latin typeface="Calibri Light" panose="020F0302020204030204"/>
            </a:rPr>
            <a:t>RUS Program Shape Files</a:t>
          </a:r>
        </a:p>
      </dgm:t>
    </dgm:pt>
    <dgm:pt modelId="{DF320F71-95A5-49CF-99C6-4BA24ECBBC42}" type="parTrans" cxnId="{74E14F99-E810-4BA5-BC9A-1E8DEF63FC00}">
      <dgm:prSet/>
      <dgm:spPr/>
      <dgm:t>
        <a:bodyPr/>
        <a:lstStyle/>
        <a:p>
          <a:endParaRPr lang="en-US"/>
        </a:p>
      </dgm:t>
    </dgm:pt>
    <dgm:pt modelId="{7890DD90-78D7-49F7-B21C-069045E69BE8}" type="sibTrans" cxnId="{74E14F99-E810-4BA5-BC9A-1E8DEF63FC00}">
      <dgm:prSet/>
      <dgm:spPr/>
    </dgm:pt>
    <dgm:pt modelId="{7FAADF8E-1165-4618-8BB2-16975CF1EA14}">
      <dgm:prSet phldr="0"/>
      <dgm:spPr/>
      <dgm:t>
        <a:bodyPr/>
        <a:lstStyle/>
        <a:p>
          <a:r>
            <a:rPr lang="en-US">
              <a:latin typeface="Calibri Light" panose="020F0302020204030204"/>
            </a:rPr>
            <a:t>CoreLogic</a:t>
          </a:r>
        </a:p>
      </dgm:t>
    </dgm:pt>
    <dgm:pt modelId="{E3327F40-B26F-46EB-A02F-163E04E95A3E}" type="parTrans" cxnId="{07E3B26F-0C30-49F7-A6EF-6CFF31D161C0}">
      <dgm:prSet/>
      <dgm:spPr/>
      <dgm:t>
        <a:bodyPr/>
        <a:lstStyle/>
        <a:p>
          <a:endParaRPr lang="en-US"/>
        </a:p>
      </dgm:t>
    </dgm:pt>
    <dgm:pt modelId="{117C4A2E-93C2-474E-A573-77162A65AD05}" type="sibTrans" cxnId="{07E3B26F-0C30-49F7-A6EF-6CFF31D161C0}">
      <dgm:prSet/>
      <dgm:spPr/>
    </dgm:pt>
    <dgm:pt modelId="{D97D54C6-5904-4AD8-86E1-60C1BEB535D9}" type="pres">
      <dgm:prSet presAssocID="{D7B01577-CA20-4C1E-91F9-B932349D7D0D}" presName="diagram" presStyleCnt="0">
        <dgm:presLayoutVars>
          <dgm:chPref val="1"/>
          <dgm:dir val="rev"/>
          <dgm:animOne val="branch"/>
          <dgm:animLvl val="lvl"/>
          <dgm:resizeHandles val="exact"/>
        </dgm:presLayoutVars>
      </dgm:prSet>
      <dgm:spPr/>
    </dgm:pt>
    <dgm:pt modelId="{7A3AE2B5-E9E1-40F7-A082-8EB5F83723C9}" type="pres">
      <dgm:prSet presAssocID="{7032BDFD-39A5-4E16-BD83-DD28B64F56AA}" presName="root1" presStyleCnt="0"/>
      <dgm:spPr/>
    </dgm:pt>
    <dgm:pt modelId="{564B123E-DA56-4FB3-A27C-E0A3BFD12164}" type="pres">
      <dgm:prSet presAssocID="{7032BDFD-39A5-4E16-BD83-DD28B64F56AA}" presName="LevelOneTextNode" presStyleLbl="node0" presStyleIdx="0" presStyleCnt="1">
        <dgm:presLayoutVars>
          <dgm:chPref val="3"/>
        </dgm:presLayoutVars>
      </dgm:prSet>
      <dgm:spPr/>
    </dgm:pt>
    <dgm:pt modelId="{06E4912B-AE93-42AD-94F1-E13C4F586D69}" type="pres">
      <dgm:prSet presAssocID="{7032BDFD-39A5-4E16-BD83-DD28B64F56AA}" presName="level2hierChild" presStyleCnt="0"/>
      <dgm:spPr/>
    </dgm:pt>
    <dgm:pt modelId="{A85B5B02-0621-4D65-96A6-F8B61DB99063}" type="pres">
      <dgm:prSet presAssocID="{E96A808A-8BE0-48F3-A52C-6612828DCEE4}" presName="conn2-1" presStyleLbl="parChTrans1D2" presStyleIdx="0" presStyleCnt="2"/>
      <dgm:spPr/>
    </dgm:pt>
    <dgm:pt modelId="{F5EA969D-693E-4AA2-9451-76F07FB6C93D}" type="pres">
      <dgm:prSet presAssocID="{E96A808A-8BE0-48F3-A52C-6612828DCEE4}" presName="connTx" presStyleLbl="parChTrans1D2" presStyleIdx="0" presStyleCnt="2"/>
      <dgm:spPr/>
    </dgm:pt>
    <dgm:pt modelId="{070F5654-7125-4B71-A14E-073F94C3741C}" type="pres">
      <dgm:prSet presAssocID="{F0C9F053-8494-4DDF-8BB7-2DE6E6F3B5D7}" presName="root2" presStyleCnt="0"/>
      <dgm:spPr/>
    </dgm:pt>
    <dgm:pt modelId="{06351AC9-741F-4B36-9A4D-A9FC1C2E2838}" type="pres">
      <dgm:prSet presAssocID="{F0C9F053-8494-4DDF-8BB7-2DE6E6F3B5D7}" presName="LevelTwoTextNode" presStyleLbl="node2" presStyleIdx="0" presStyleCnt="2">
        <dgm:presLayoutVars>
          <dgm:chPref val="3"/>
        </dgm:presLayoutVars>
      </dgm:prSet>
      <dgm:spPr/>
    </dgm:pt>
    <dgm:pt modelId="{A0B14E6C-F7CB-4B25-BF16-00D88EB10F46}" type="pres">
      <dgm:prSet presAssocID="{F0C9F053-8494-4DDF-8BB7-2DE6E6F3B5D7}" presName="level3hierChild" presStyleCnt="0"/>
      <dgm:spPr/>
    </dgm:pt>
    <dgm:pt modelId="{5EEA2FEE-87E6-48BC-B1FE-2374A75244C2}" type="pres">
      <dgm:prSet presAssocID="{DEA8A036-FD2F-48C9-9B03-B50E37A40ECA}" presName="conn2-1" presStyleLbl="parChTrans1D2" presStyleIdx="1" presStyleCnt="2"/>
      <dgm:spPr/>
    </dgm:pt>
    <dgm:pt modelId="{040C4B88-597F-4AAB-8A1A-410B69B0E475}" type="pres">
      <dgm:prSet presAssocID="{DEA8A036-FD2F-48C9-9B03-B50E37A40ECA}" presName="connTx" presStyleLbl="parChTrans1D2" presStyleIdx="1" presStyleCnt="2"/>
      <dgm:spPr/>
    </dgm:pt>
    <dgm:pt modelId="{D636C119-756D-4BD4-A499-8CB6CBBB98F2}" type="pres">
      <dgm:prSet presAssocID="{CB4FAAD1-E9DC-4DF7-9927-BB002381A09E}" presName="root2" presStyleCnt="0"/>
      <dgm:spPr/>
    </dgm:pt>
    <dgm:pt modelId="{98B43A16-C56A-4224-A66E-4E5F96E16600}" type="pres">
      <dgm:prSet presAssocID="{CB4FAAD1-E9DC-4DF7-9927-BB002381A09E}" presName="LevelTwoTextNode" presStyleLbl="node2" presStyleIdx="1" presStyleCnt="2">
        <dgm:presLayoutVars>
          <dgm:chPref val="3"/>
        </dgm:presLayoutVars>
      </dgm:prSet>
      <dgm:spPr/>
    </dgm:pt>
    <dgm:pt modelId="{BEEF213D-87D1-4BED-A7E6-F90E59954123}" type="pres">
      <dgm:prSet presAssocID="{CB4FAAD1-E9DC-4DF7-9927-BB002381A09E}" presName="level3hierChild" presStyleCnt="0"/>
      <dgm:spPr/>
    </dgm:pt>
    <dgm:pt modelId="{236C4B9D-71B0-4132-998D-37EF293F680E}" type="pres">
      <dgm:prSet presAssocID="{24306733-A855-418A-9E4A-D8172131188B}" presName="conn2-1" presStyleLbl="parChTrans1D3" presStyleIdx="0" presStyleCnt="3"/>
      <dgm:spPr/>
    </dgm:pt>
    <dgm:pt modelId="{8D5C18B4-15F6-4D89-BA06-5FFF0A0EFA47}" type="pres">
      <dgm:prSet presAssocID="{24306733-A855-418A-9E4A-D8172131188B}" presName="connTx" presStyleLbl="parChTrans1D3" presStyleIdx="0" presStyleCnt="3"/>
      <dgm:spPr/>
    </dgm:pt>
    <dgm:pt modelId="{AEAAD2EE-4C4D-42E3-8257-77B457C43CB3}" type="pres">
      <dgm:prSet presAssocID="{0A7434AD-F473-43E0-A067-74EBC1B25E03}" presName="root2" presStyleCnt="0"/>
      <dgm:spPr/>
    </dgm:pt>
    <dgm:pt modelId="{0506FC62-FD7F-4711-B437-FB04E5053DFB}" type="pres">
      <dgm:prSet presAssocID="{0A7434AD-F473-43E0-A067-74EBC1B25E03}" presName="LevelTwoTextNode" presStyleLbl="node3" presStyleIdx="0" presStyleCnt="3">
        <dgm:presLayoutVars>
          <dgm:chPref val="3"/>
        </dgm:presLayoutVars>
      </dgm:prSet>
      <dgm:spPr/>
    </dgm:pt>
    <dgm:pt modelId="{DAFFC916-EF5F-4FFD-A3D8-B0318C3E9886}" type="pres">
      <dgm:prSet presAssocID="{0A7434AD-F473-43E0-A067-74EBC1B25E03}" presName="level3hierChild" presStyleCnt="0"/>
      <dgm:spPr/>
    </dgm:pt>
    <dgm:pt modelId="{38140E04-0DE9-49DB-A21C-ED37DF75B8A2}" type="pres">
      <dgm:prSet presAssocID="{E3327F40-B26F-46EB-A02F-163E04E95A3E}" presName="conn2-1" presStyleLbl="parChTrans1D4" presStyleIdx="0" presStyleCnt="3"/>
      <dgm:spPr/>
    </dgm:pt>
    <dgm:pt modelId="{86460EC7-8BF5-4934-A3C5-90CE8C0ADFD2}" type="pres">
      <dgm:prSet presAssocID="{E3327F40-B26F-46EB-A02F-163E04E95A3E}" presName="connTx" presStyleLbl="parChTrans1D4" presStyleIdx="0" presStyleCnt="3"/>
      <dgm:spPr/>
    </dgm:pt>
    <dgm:pt modelId="{358A5F20-D711-49BF-99CC-FAABA94A94F8}" type="pres">
      <dgm:prSet presAssocID="{7FAADF8E-1165-4618-8BB2-16975CF1EA14}" presName="root2" presStyleCnt="0"/>
      <dgm:spPr/>
    </dgm:pt>
    <dgm:pt modelId="{528D665C-A5C8-4836-AAE8-630D84FD8B66}" type="pres">
      <dgm:prSet presAssocID="{7FAADF8E-1165-4618-8BB2-16975CF1EA14}" presName="LevelTwoTextNode" presStyleLbl="node4" presStyleIdx="0" presStyleCnt="3">
        <dgm:presLayoutVars>
          <dgm:chPref val="3"/>
        </dgm:presLayoutVars>
      </dgm:prSet>
      <dgm:spPr/>
    </dgm:pt>
    <dgm:pt modelId="{4555C013-642A-4D8E-9C4D-8FE3D070D78C}" type="pres">
      <dgm:prSet presAssocID="{7FAADF8E-1165-4618-8BB2-16975CF1EA14}" presName="level3hierChild" presStyleCnt="0"/>
      <dgm:spPr/>
    </dgm:pt>
    <dgm:pt modelId="{DAA3CFC9-3032-45DC-AC2C-0CB387093AA0}" type="pres">
      <dgm:prSet presAssocID="{B91ADA9D-5F3E-486C-BACB-C4E30852B468}" presName="conn2-1" presStyleLbl="parChTrans1D3" presStyleIdx="1" presStyleCnt="3"/>
      <dgm:spPr/>
    </dgm:pt>
    <dgm:pt modelId="{EF9DC344-0D68-41B3-9231-AF4EEE28BC49}" type="pres">
      <dgm:prSet presAssocID="{B91ADA9D-5F3E-486C-BACB-C4E30852B468}" presName="connTx" presStyleLbl="parChTrans1D3" presStyleIdx="1" presStyleCnt="3"/>
      <dgm:spPr/>
    </dgm:pt>
    <dgm:pt modelId="{B62BB56B-A9CC-47C4-A40C-E1BC80C77D80}" type="pres">
      <dgm:prSet presAssocID="{605B4BDC-6339-4D40-BC09-9C45EE441CFC}" presName="root2" presStyleCnt="0"/>
      <dgm:spPr/>
    </dgm:pt>
    <dgm:pt modelId="{38F497CE-B46C-41ED-A7D4-791538690964}" type="pres">
      <dgm:prSet presAssocID="{605B4BDC-6339-4D40-BC09-9C45EE441CFC}" presName="LevelTwoTextNode" presStyleLbl="node3" presStyleIdx="1" presStyleCnt="3">
        <dgm:presLayoutVars>
          <dgm:chPref val="3"/>
        </dgm:presLayoutVars>
      </dgm:prSet>
      <dgm:spPr/>
    </dgm:pt>
    <dgm:pt modelId="{976F24ED-336B-4711-894E-0DA74B39F2C4}" type="pres">
      <dgm:prSet presAssocID="{605B4BDC-6339-4D40-BC09-9C45EE441CFC}" presName="level3hierChild" presStyleCnt="0"/>
      <dgm:spPr/>
    </dgm:pt>
    <dgm:pt modelId="{CC31FA1F-9C17-4A51-8101-BC2F7B4BBDCE}" type="pres">
      <dgm:prSet presAssocID="{DF320F71-95A5-49CF-99C6-4BA24ECBBC42}" presName="conn2-1" presStyleLbl="parChTrans1D4" presStyleIdx="1" presStyleCnt="3"/>
      <dgm:spPr/>
    </dgm:pt>
    <dgm:pt modelId="{2C60D74A-D37A-4D49-A203-EA0CF590961D}" type="pres">
      <dgm:prSet presAssocID="{DF320F71-95A5-49CF-99C6-4BA24ECBBC42}" presName="connTx" presStyleLbl="parChTrans1D4" presStyleIdx="1" presStyleCnt="3"/>
      <dgm:spPr/>
    </dgm:pt>
    <dgm:pt modelId="{950E078C-99EA-43B4-BE21-FD83AAC9BAC2}" type="pres">
      <dgm:prSet presAssocID="{1F07F55C-7FBE-4337-970F-4C3A1C1F9B48}" presName="root2" presStyleCnt="0"/>
      <dgm:spPr/>
    </dgm:pt>
    <dgm:pt modelId="{CAD44B89-8CBB-42A4-A0D0-A0487848A249}" type="pres">
      <dgm:prSet presAssocID="{1F07F55C-7FBE-4337-970F-4C3A1C1F9B48}" presName="LevelTwoTextNode" presStyleLbl="node4" presStyleIdx="1" presStyleCnt="3">
        <dgm:presLayoutVars>
          <dgm:chPref val="3"/>
        </dgm:presLayoutVars>
      </dgm:prSet>
      <dgm:spPr/>
    </dgm:pt>
    <dgm:pt modelId="{CAAD23C0-9507-4BAD-951A-DCA3E6122FBC}" type="pres">
      <dgm:prSet presAssocID="{1F07F55C-7FBE-4337-970F-4C3A1C1F9B48}" presName="level3hierChild" presStyleCnt="0"/>
      <dgm:spPr/>
    </dgm:pt>
    <dgm:pt modelId="{A8207B6B-378A-4BC1-BF8B-D39A92989CB6}" type="pres">
      <dgm:prSet presAssocID="{A08DC1ED-1637-477E-96A0-7E328AEE59AA}" presName="conn2-1" presStyleLbl="parChTrans1D3" presStyleIdx="2" presStyleCnt="3"/>
      <dgm:spPr/>
    </dgm:pt>
    <dgm:pt modelId="{17600ED4-180E-4C89-AE32-12344B144269}" type="pres">
      <dgm:prSet presAssocID="{A08DC1ED-1637-477E-96A0-7E328AEE59AA}" presName="connTx" presStyleLbl="parChTrans1D3" presStyleIdx="2" presStyleCnt="3"/>
      <dgm:spPr/>
    </dgm:pt>
    <dgm:pt modelId="{819DDD86-2ACF-4AC8-8B2E-9A36C03719EA}" type="pres">
      <dgm:prSet presAssocID="{DB76A020-C36D-4B4B-8110-77648F342FFC}" presName="root2" presStyleCnt="0"/>
      <dgm:spPr/>
    </dgm:pt>
    <dgm:pt modelId="{1FC1F6FA-0290-4CC5-9C35-11033693F8E3}" type="pres">
      <dgm:prSet presAssocID="{DB76A020-C36D-4B4B-8110-77648F342FFC}" presName="LevelTwoTextNode" presStyleLbl="node3" presStyleIdx="2" presStyleCnt="3">
        <dgm:presLayoutVars>
          <dgm:chPref val="3"/>
        </dgm:presLayoutVars>
      </dgm:prSet>
      <dgm:spPr/>
    </dgm:pt>
    <dgm:pt modelId="{1532947A-1F23-46C2-9880-12C71AEA50F4}" type="pres">
      <dgm:prSet presAssocID="{DB76A020-C36D-4B4B-8110-77648F342FFC}" presName="level3hierChild" presStyleCnt="0"/>
      <dgm:spPr/>
    </dgm:pt>
    <dgm:pt modelId="{29DE48B1-6C08-4A04-90C5-44FA8B668035}" type="pres">
      <dgm:prSet presAssocID="{38052D32-CBC6-4FAE-8515-FFB730B457E9}" presName="conn2-1" presStyleLbl="parChTrans1D4" presStyleIdx="2" presStyleCnt="3"/>
      <dgm:spPr/>
    </dgm:pt>
    <dgm:pt modelId="{CE33C36B-C2BD-4BC1-9902-E9E4EAB75A16}" type="pres">
      <dgm:prSet presAssocID="{38052D32-CBC6-4FAE-8515-FFB730B457E9}" presName="connTx" presStyleLbl="parChTrans1D4" presStyleIdx="2" presStyleCnt="3"/>
      <dgm:spPr/>
    </dgm:pt>
    <dgm:pt modelId="{59732C8B-2C98-4D24-88F1-D8F06705E55D}" type="pres">
      <dgm:prSet presAssocID="{271A48BF-AFB3-410D-B8D4-EB3EE691CF02}" presName="root2" presStyleCnt="0"/>
      <dgm:spPr/>
    </dgm:pt>
    <dgm:pt modelId="{DA2EE999-4668-4C68-B643-501F5017633A}" type="pres">
      <dgm:prSet presAssocID="{271A48BF-AFB3-410D-B8D4-EB3EE691CF02}" presName="LevelTwoTextNode" presStyleLbl="node4" presStyleIdx="2" presStyleCnt="3">
        <dgm:presLayoutVars>
          <dgm:chPref val="3"/>
        </dgm:presLayoutVars>
      </dgm:prSet>
      <dgm:spPr/>
    </dgm:pt>
    <dgm:pt modelId="{DCFC61F6-3CFF-4B96-9A67-5A1B50A78962}" type="pres">
      <dgm:prSet presAssocID="{271A48BF-AFB3-410D-B8D4-EB3EE691CF02}" presName="level3hierChild" presStyleCnt="0"/>
      <dgm:spPr/>
    </dgm:pt>
  </dgm:ptLst>
  <dgm:cxnLst>
    <dgm:cxn modelId="{4D541B04-FE02-465F-88F6-CA5D21F60A00}" type="presOf" srcId="{7FAADF8E-1165-4618-8BB2-16975CF1EA14}" destId="{528D665C-A5C8-4836-AAE8-630D84FD8B66}" srcOrd="0" destOrd="0" presId="urn:microsoft.com/office/officeart/2005/8/layout/hierarchy2"/>
    <dgm:cxn modelId="{2669D30A-F293-4DF7-82AA-D357E13B8604}" type="presOf" srcId="{DEA8A036-FD2F-48C9-9B03-B50E37A40ECA}" destId="{5EEA2FEE-87E6-48BC-B1FE-2374A75244C2}" srcOrd="0" destOrd="0" presId="urn:microsoft.com/office/officeart/2005/8/layout/hierarchy2"/>
    <dgm:cxn modelId="{D13F4C14-294C-4B85-80AB-B3E97C50192C}" type="presOf" srcId="{24306733-A855-418A-9E4A-D8172131188B}" destId="{236C4B9D-71B0-4132-998D-37EF293F680E}" srcOrd="0" destOrd="0" presId="urn:microsoft.com/office/officeart/2005/8/layout/hierarchy2"/>
    <dgm:cxn modelId="{D91FC61D-1252-4C68-81FB-69C629BE9D77}" type="presOf" srcId="{24306733-A855-418A-9E4A-D8172131188B}" destId="{8D5C18B4-15F6-4D89-BA06-5FFF0A0EFA47}" srcOrd="1" destOrd="0" presId="urn:microsoft.com/office/officeart/2005/8/layout/hierarchy2"/>
    <dgm:cxn modelId="{095ADC26-30C5-401D-A4B7-A4F4B7F810D1}" type="presOf" srcId="{D7B01577-CA20-4C1E-91F9-B932349D7D0D}" destId="{D97D54C6-5904-4AD8-86E1-60C1BEB535D9}" srcOrd="0" destOrd="0" presId="urn:microsoft.com/office/officeart/2005/8/layout/hierarchy2"/>
    <dgm:cxn modelId="{AFF1692E-E991-4502-9AE3-AC2F1478D87F}" type="presOf" srcId="{B91ADA9D-5F3E-486C-BACB-C4E30852B468}" destId="{EF9DC344-0D68-41B3-9231-AF4EEE28BC49}" srcOrd="1" destOrd="0" presId="urn:microsoft.com/office/officeart/2005/8/layout/hierarchy2"/>
    <dgm:cxn modelId="{6BA41631-D90E-4A94-A2DB-3C08A2F19FDC}" type="presOf" srcId="{271A48BF-AFB3-410D-B8D4-EB3EE691CF02}" destId="{DA2EE999-4668-4C68-B643-501F5017633A}" srcOrd="0" destOrd="0" presId="urn:microsoft.com/office/officeart/2005/8/layout/hierarchy2"/>
    <dgm:cxn modelId="{05631A60-6CB3-4062-B3DC-CCD758014909}" type="presOf" srcId="{38052D32-CBC6-4FAE-8515-FFB730B457E9}" destId="{29DE48B1-6C08-4A04-90C5-44FA8B668035}" srcOrd="0" destOrd="0" presId="urn:microsoft.com/office/officeart/2005/8/layout/hierarchy2"/>
    <dgm:cxn modelId="{98C8F365-9FAE-4FC7-9232-01CEC4D0376B}" type="presOf" srcId="{E96A808A-8BE0-48F3-A52C-6612828DCEE4}" destId="{F5EA969D-693E-4AA2-9451-76F07FB6C93D}" srcOrd="1" destOrd="0" presId="urn:microsoft.com/office/officeart/2005/8/layout/hierarchy2"/>
    <dgm:cxn modelId="{00DEA366-7AF4-4C57-B956-59CED10D8900}" type="presOf" srcId="{CB4FAAD1-E9DC-4DF7-9927-BB002381A09E}" destId="{98B43A16-C56A-4224-A66E-4E5F96E16600}" srcOrd="0" destOrd="0" presId="urn:microsoft.com/office/officeart/2005/8/layout/hierarchy2"/>
    <dgm:cxn modelId="{8D2E994C-0D3D-4528-97E9-C6A122FEA614}" type="presOf" srcId="{38052D32-CBC6-4FAE-8515-FFB730B457E9}" destId="{CE33C36B-C2BD-4BC1-9902-E9E4EAB75A16}" srcOrd="1" destOrd="0" presId="urn:microsoft.com/office/officeart/2005/8/layout/hierarchy2"/>
    <dgm:cxn modelId="{1C06004D-5AB7-47D9-A94F-D00F5FA82833}" type="presOf" srcId="{F0C9F053-8494-4DDF-8BB7-2DE6E6F3B5D7}" destId="{06351AC9-741F-4B36-9A4D-A9FC1C2E2838}" srcOrd="0" destOrd="0" presId="urn:microsoft.com/office/officeart/2005/8/layout/hierarchy2"/>
    <dgm:cxn modelId="{6F253B6E-6A87-4CA2-B202-4DC3B293758A}" srcId="{CB4FAAD1-E9DC-4DF7-9927-BB002381A09E}" destId="{DB76A020-C36D-4B4B-8110-77648F342FFC}" srcOrd="2" destOrd="0" parTransId="{A08DC1ED-1637-477E-96A0-7E328AEE59AA}" sibTransId="{5BE34BF4-CC4B-45C3-AC16-61068DC01EC0}"/>
    <dgm:cxn modelId="{E649266F-782E-4081-ADAC-6BC5848EA446}" srcId="{DB76A020-C36D-4B4B-8110-77648F342FFC}" destId="{271A48BF-AFB3-410D-B8D4-EB3EE691CF02}" srcOrd="0" destOrd="0" parTransId="{38052D32-CBC6-4FAE-8515-FFB730B457E9}" sibTransId="{343B2491-09E4-41FD-B4BD-22FDEF33B3C9}"/>
    <dgm:cxn modelId="{07E3B26F-0C30-49F7-A6EF-6CFF31D161C0}" srcId="{0A7434AD-F473-43E0-A067-74EBC1B25E03}" destId="{7FAADF8E-1165-4618-8BB2-16975CF1EA14}" srcOrd="0" destOrd="0" parTransId="{E3327F40-B26F-46EB-A02F-163E04E95A3E}" sibTransId="{117C4A2E-93C2-474E-A573-77162A65AD05}"/>
    <dgm:cxn modelId="{AA719870-6DD6-40D5-AC5C-64397FAEE776}" type="presOf" srcId="{A08DC1ED-1637-477E-96A0-7E328AEE59AA}" destId="{A8207B6B-378A-4BC1-BF8B-D39A92989CB6}" srcOrd="0" destOrd="0" presId="urn:microsoft.com/office/officeart/2005/8/layout/hierarchy2"/>
    <dgm:cxn modelId="{20544771-8473-4E5A-924E-133FB4972CE2}" srcId="{D7B01577-CA20-4C1E-91F9-B932349D7D0D}" destId="{7032BDFD-39A5-4E16-BD83-DD28B64F56AA}" srcOrd="0" destOrd="0" parTransId="{5917FE72-591F-420B-9D86-2AAF96B3E5D4}" sibTransId="{080BFA3F-EF20-4568-A198-DF59A6C6EDFE}"/>
    <dgm:cxn modelId="{80629374-089B-4DB5-A6DB-2EE311487919}" type="presOf" srcId="{E3327F40-B26F-46EB-A02F-163E04E95A3E}" destId="{86460EC7-8BF5-4934-A3C5-90CE8C0ADFD2}" srcOrd="1" destOrd="0" presId="urn:microsoft.com/office/officeart/2005/8/layout/hierarchy2"/>
    <dgm:cxn modelId="{6614557D-8158-4D07-A2A0-1D0D71D44AD9}" type="presOf" srcId="{DF320F71-95A5-49CF-99C6-4BA24ECBBC42}" destId="{CC31FA1F-9C17-4A51-8101-BC2F7B4BBDCE}" srcOrd="0" destOrd="0" presId="urn:microsoft.com/office/officeart/2005/8/layout/hierarchy2"/>
    <dgm:cxn modelId="{7F76FE87-C1BD-49C8-AEB8-B6CE637BA754}" type="presOf" srcId="{1F07F55C-7FBE-4337-970F-4C3A1C1F9B48}" destId="{CAD44B89-8CBB-42A4-A0D0-A0487848A249}" srcOrd="0" destOrd="0" presId="urn:microsoft.com/office/officeart/2005/8/layout/hierarchy2"/>
    <dgm:cxn modelId="{435E8E8A-5B40-49F6-8A84-FB8AA86E86FE}" type="presOf" srcId="{E96A808A-8BE0-48F3-A52C-6612828DCEE4}" destId="{A85B5B02-0621-4D65-96A6-F8B61DB99063}" srcOrd="0" destOrd="0" presId="urn:microsoft.com/office/officeart/2005/8/layout/hierarchy2"/>
    <dgm:cxn modelId="{88AA608E-A67B-4AEF-891A-CE0EB3446D47}" type="presOf" srcId="{605B4BDC-6339-4D40-BC09-9C45EE441CFC}" destId="{38F497CE-B46C-41ED-A7D4-791538690964}" srcOrd="0" destOrd="0" presId="urn:microsoft.com/office/officeart/2005/8/layout/hierarchy2"/>
    <dgm:cxn modelId="{3B4F4C90-4D84-4835-A374-E59D3E97E2A1}" srcId="{CB4FAAD1-E9DC-4DF7-9927-BB002381A09E}" destId="{605B4BDC-6339-4D40-BC09-9C45EE441CFC}" srcOrd="1" destOrd="0" parTransId="{B91ADA9D-5F3E-486C-BACB-C4E30852B468}" sibTransId="{90609334-E65F-4F11-9615-18EAFB773A20}"/>
    <dgm:cxn modelId="{31B0DA96-5FDD-4210-A877-8F273B1D8FFF}" srcId="{7032BDFD-39A5-4E16-BD83-DD28B64F56AA}" destId="{F0C9F053-8494-4DDF-8BB7-2DE6E6F3B5D7}" srcOrd="0" destOrd="0" parTransId="{E96A808A-8BE0-48F3-A52C-6612828DCEE4}" sibTransId="{B6DBE482-C02C-4952-9756-4FD7B42022F9}"/>
    <dgm:cxn modelId="{74E14F99-E810-4BA5-BC9A-1E8DEF63FC00}" srcId="{605B4BDC-6339-4D40-BC09-9C45EE441CFC}" destId="{1F07F55C-7FBE-4337-970F-4C3A1C1F9B48}" srcOrd="0" destOrd="0" parTransId="{DF320F71-95A5-49CF-99C6-4BA24ECBBC42}" sibTransId="{7890DD90-78D7-49F7-B21C-069045E69BE8}"/>
    <dgm:cxn modelId="{245871A7-9574-40F1-B07D-D42C05920F57}" type="presOf" srcId="{0A7434AD-F473-43E0-A067-74EBC1B25E03}" destId="{0506FC62-FD7F-4711-B437-FB04E5053DFB}" srcOrd="0" destOrd="0" presId="urn:microsoft.com/office/officeart/2005/8/layout/hierarchy2"/>
    <dgm:cxn modelId="{F19422BC-4803-4804-9C98-B0F6C48488C7}" type="presOf" srcId="{DF320F71-95A5-49CF-99C6-4BA24ECBBC42}" destId="{2C60D74A-D37A-4D49-A203-EA0CF590961D}" srcOrd="1" destOrd="0" presId="urn:microsoft.com/office/officeart/2005/8/layout/hierarchy2"/>
    <dgm:cxn modelId="{1C1725BC-F4CF-4E9F-8E2B-36A3FD70203F}" srcId="{7032BDFD-39A5-4E16-BD83-DD28B64F56AA}" destId="{CB4FAAD1-E9DC-4DF7-9927-BB002381A09E}" srcOrd="1" destOrd="0" parTransId="{DEA8A036-FD2F-48C9-9B03-B50E37A40ECA}" sibTransId="{54E42D26-BCB1-47D8-A615-64EB528D216E}"/>
    <dgm:cxn modelId="{FC4700C3-E469-40CA-B6EF-227A8E94FD88}" type="presOf" srcId="{B91ADA9D-5F3E-486C-BACB-C4E30852B468}" destId="{DAA3CFC9-3032-45DC-AC2C-0CB387093AA0}" srcOrd="0" destOrd="0" presId="urn:microsoft.com/office/officeart/2005/8/layout/hierarchy2"/>
    <dgm:cxn modelId="{228FF2D4-10BE-4194-B9B8-94281C36BED9}" type="presOf" srcId="{A08DC1ED-1637-477E-96A0-7E328AEE59AA}" destId="{17600ED4-180E-4C89-AE32-12344B144269}" srcOrd="1" destOrd="0" presId="urn:microsoft.com/office/officeart/2005/8/layout/hierarchy2"/>
    <dgm:cxn modelId="{E489F7D6-E8CB-4D32-88BD-25E1A403A025}" type="presOf" srcId="{DB76A020-C36D-4B4B-8110-77648F342FFC}" destId="{1FC1F6FA-0290-4CC5-9C35-11033693F8E3}" srcOrd="0" destOrd="0" presId="urn:microsoft.com/office/officeart/2005/8/layout/hierarchy2"/>
    <dgm:cxn modelId="{BF17E0D9-D3E1-4948-A66F-5600C239C3B7}" type="presOf" srcId="{DEA8A036-FD2F-48C9-9B03-B50E37A40ECA}" destId="{040C4B88-597F-4AAB-8A1A-410B69B0E475}" srcOrd="1" destOrd="0" presId="urn:microsoft.com/office/officeart/2005/8/layout/hierarchy2"/>
    <dgm:cxn modelId="{6DC189E7-4B98-48DE-810F-456E99461AAD}" type="presOf" srcId="{E3327F40-B26F-46EB-A02F-163E04E95A3E}" destId="{38140E04-0DE9-49DB-A21C-ED37DF75B8A2}" srcOrd="0" destOrd="0" presId="urn:microsoft.com/office/officeart/2005/8/layout/hierarchy2"/>
    <dgm:cxn modelId="{26274AEB-E464-4C9D-AD28-058C142A8F68}" type="presOf" srcId="{7032BDFD-39A5-4E16-BD83-DD28B64F56AA}" destId="{564B123E-DA56-4FB3-A27C-E0A3BFD12164}" srcOrd="0" destOrd="0" presId="urn:microsoft.com/office/officeart/2005/8/layout/hierarchy2"/>
    <dgm:cxn modelId="{372AE3FE-F370-48A2-A252-ED88548B00E7}" srcId="{CB4FAAD1-E9DC-4DF7-9927-BB002381A09E}" destId="{0A7434AD-F473-43E0-A067-74EBC1B25E03}" srcOrd="0" destOrd="0" parTransId="{24306733-A855-418A-9E4A-D8172131188B}" sibTransId="{557E7ACD-D9DA-4EE9-A823-EFCE2897EC33}"/>
    <dgm:cxn modelId="{B40A4CBD-FFEB-4D2C-BB4A-51ABC0AA4A77}" type="presParOf" srcId="{D97D54C6-5904-4AD8-86E1-60C1BEB535D9}" destId="{7A3AE2B5-E9E1-40F7-A082-8EB5F83723C9}" srcOrd="0" destOrd="0" presId="urn:microsoft.com/office/officeart/2005/8/layout/hierarchy2"/>
    <dgm:cxn modelId="{E7999956-FAA6-45A0-A95D-0861ECBCAD42}" type="presParOf" srcId="{7A3AE2B5-E9E1-40F7-A082-8EB5F83723C9}" destId="{564B123E-DA56-4FB3-A27C-E0A3BFD12164}" srcOrd="0" destOrd="0" presId="urn:microsoft.com/office/officeart/2005/8/layout/hierarchy2"/>
    <dgm:cxn modelId="{62D0B79C-93C5-4C45-BF1F-21C8E30B6008}" type="presParOf" srcId="{7A3AE2B5-E9E1-40F7-A082-8EB5F83723C9}" destId="{06E4912B-AE93-42AD-94F1-E13C4F586D69}" srcOrd="1" destOrd="0" presId="urn:microsoft.com/office/officeart/2005/8/layout/hierarchy2"/>
    <dgm:cxn modelId="{79FF0A9D-6329-466D-900C-C960EA26E863}" type="presParOf" srcId="{06E4912B-AE93-42AD-94F1-E13C4F586D69}" destId="{A85B5B02-0621-4D65-96A6-F8B61DB99063}" srcOrd="0" destOrd="0" presId="urn:microsoft.com/office/officeart/2005/8/layout/hierarchy2"/>
    <dgm:cxn modelId="{A9E41AD5-997A-4038-9B66-D443E6221C30}" type="presParOf" srcId="{A85B5B02-0621-4D65-96A6-F8B61DB99063}" destId="{F5EA969D-693E-4AA2-9451-76F07FB6C93D}" srcOrd="0" destOrd="0" presId="urn:microsoft.com/office/officeart/2005/8/layout/hierarchy2"/>
    <dgm:cxn modelId="{6D2E2E52-9AA0-4C38-A6E9-AEA975EEE081}" type="presParOf" srcId="{06E4912B-AE93-42AD-94F1-E13C4F586D69}" destId="{070F5654-7125-4B71-A14E-073F94C3741C}" srcOrd="1" destOrd="0" presId="urn:microsoft.com/office/officeart/2005/8/layout/hierarchy2"/>
    <dgm:cxn modelId="{1DF10F17-9D8D-46E1-A2C0-C8E2EC30C13A}" type="presParOf" srcId="{070F5654-7125-4B71-A14E-073F94C3741C}" destId="{06351AC9-741F-4B36-9A4D-A9FC1C2E2838}" srcOrd="0" destOrd="0" presId="urn:microsoft.com/office/officeart/2005/8/layout/hierarchy2"/>
    <dgm:cxn modelId="{4C49BA86-A8B6-4B1A-A38A-7826770B1738}" type="presParOf" srcId="{070F5654-7125-4B71-A14E-073F94C3741C}" destId="{A0B14E6C-F7CB-4B25-BF16-00D88EB10F46}" srcOrd="1" destOrd="0" presId="urn:microsoft.com/office/officeart/2005/8/layout/hierarchy2"/>
    <dgm:cxn modelId="{86EBB351-749F-43EE-93AF-4038B0B88E6D}" type="presParOf" srcId="{06E4912B-AE93-42AD-94F1-E13C4F586D69}" destId="{5EEA2FEE-87E6-48BC-B1FE-2374A75244C2}" srcOrd="2" destOrd="0" presId="urn:microsoft.com/office/officeart/2005/8/layout/hierarchy2"/>
    <dgm:cxn modelId="{2579EA99-4BD6-4271-BA97-6DE8B4D2FAED}" type="presParOf" srcId="{5EEA2FEE-87E6-48BC-B1FE-2374A75244C2}" destId="{040C4B88-597F-4AAB-8A1A-410B69B0E475}" srcOrd="0" destOrd="0" presId="urn:microsoft.com/office/officeart/2005/8/layout/hierarchy2"/>
    <dgm:cxn modelId="{BE2785C2-649A-4EF9-AD0C-19CE1948767B}" type="presParOf" srcId="{06E4912B-AE93-42AD-94F1-E13C4F586D69}" destId="{D636C119-756D-4BD4-A499-8CB6CBBB98F2}" srcOrd="3" destOrd="0" presId="urn:microsoft.com/office/officeart/2005/8/layout/hierarchy2"/>
    <dgm:cxn modelId="{AD991272-B2F3-4DE6-A40D-3694A06521A6}" type="presParOf" srcId="{D636C119-756D-4BD4-A499-8CB6CBBB98F2}" destId="{98B43A16-C56A-4224-A66E-4E5F96E16600}" srcOrd="0" destOrd="0" presId="urn:microsoft.com/office/officeart/2005/8/layout/hierarchy2"/>
    <dgm:cxn modelId="{805FD6E5-08ED-4351-BA44-7D39DA7C29F3}" type="presParOf" srcId="{D636C119-756D-4BD4-A499-8CB6CBBB98F2}" destId="{BEEF213D-87D1-4BED-A7E6-F90E59954123}" srcOrd="1" destOrd="0" presId="urn:microsoft.com/office/officeart/2005/8/layout/hierarchy2"/>
    <dgm:cxn modelId="{D684B584-B6FC-4DEB-8949-54FF7E3FE07E}" type="presParOf" srcId="{BEEF213D-87D1-4BED-A7E6-F90E59954123}" destId="{236C4B9D-71B0-4132-998D-37EF293F680E}" srcOrd="0" destOrd="0" presId="urn:microsoft.com/office/officeart/2005/8/layout/hierarchy2"/>
    <dgm:cxn modelId="{5EB3D830-169B-441C-893A-FB0C6F750788}" type="presParOf" srcId="{236C4B9D-71B0-4132-998D-37EF293F680E}" destId="{8D5C18B4-15F6-4D89-BA06-5FFF0A0EFA47}" srcOrd="0" destOrd="0" presId="urn:microsoft.com/office/officeart/2005/8/layout/hierarchy2"/>
    <dgm:cxn modelId="{103ACFA4-7CD4-4103-B8EC-6E9B31DB9C4B}" type="presParOf" srcId="{BEEF213D-87D1-4BED-A7E6-F90E59954123}" destId="{AEAAD2EE-4C4D-42E3-8257-77B457C43CB3}" srcOrd="1" destOrd="0" presId="urn:microsoft.com/office/officeart/2005/8/layout/hierarchy2"/>
    <dgm:cxn modelId="{CA9DCD9D-55CD-4B13-BF47-BA37965C9581}" type="presParOf" srcId="{AEAAD2EE-4C4D-42E3-8257-77B457C43CB3}" destId="{0506FC62-FD7F-4711-B437-FB04E5053DFB}" srcOrd="0" destOrd="0" presId="urn:microsoft.com/office/officeart/2005/8/layout/hierarchy2"/>
    <dgm:cxn modelId="{95BBB4D3-4A9E-4455-B09E-568EEEF4CBF5}" type="presParOf" srcId="{AEAAD2EE-4C4D-42E3-8257-77B457C43CB3}" destId="{DAFFC916-EF5F-4FFD-A3D8-B0318C3E9886}" srcOrd="1" destOrd="0" presId="urn:microsoft.com/office/officeart/2005/8/layout/hierarchy2"/>
    <dgm:cxn modelId="{51CFC044-073C-45F5-81A7-A2E21A0E8F72}" type="presParOf" srcId="{DAFFC916-EF5F-4FFD-A3D8-B0318C3E9886}" destId="{38140E04-0DE9-49DB-A21C-ED37DF75B8A2}" srcOrd="0" destOrd="0" presId="urn:microsoft.com/office/officeart/2005/8/layout/hierarchy2"/>
    <dgm:cxn modelId="{0FC134D1-A301-48CF-B5B6-1AFAAE03A688}" type="presParOf" srcId="{38140E04-0DE9-49DB-A21C-ED37DF75B8A2}" destId="{86460EC7-8BF5-4934-A3C5-90CE8C0ADFD2}" srcOrd="0" destOrd="0" presId="urn:microsoft.com/office/officeart/2005/8/layout/hierarchy2"/>
    <dgm:cxn modelId="{A432D14E-38C2-4B15-B46C-652480C39C24}" type="presParOf" srcId="{DAFFC916-EF5F-4FFD-A3D8-B0318C3E9886}" destId="{358A5F20-D711-49BF-99CC-FAABA94A94F8}" srcOrd="1" destOrd="0" presId="urn:microsoft.com/office/officeart/2005/8/layout/hierarchy2"/>
    <dgm:cxn modelId="{CF127411-AEE9-4015-97B2-6D274F384A83}" type="presParOf" srcId="{358A5F20-D711-49BF-99CC-FAABA94A94F8}" destId="{528D665C-A5C8-4836-AAE8-630D84FD8B66}" srcOrd="0" destOrd="0" presId="urn:microsoft.com/office/officeart/2005/8/layout/hierarchy2"/>
    <dgm:cxn modelId="{FFD5CD16-7256-4C73-8D74-7BA727F26578}" type="presParOf" srcId="{358A5F20-D711-49BF-99CC-FAABA94A94F8}" destId="{4555C013-642A-4D8E-9C4D-8FE3D070D78C}" srcOrd="1" destOrd="0" presId="urn:microsoft.com/office/officeart/2005/8/layout/hierarchy2"/>
    <dgm:cxn modelId="{98DC90E3-5D43-45E9-B928-16F5EE89F4AB}" type="presParOf" srcId="{BEEF213D-87D1-4BED-A7E6-F90E59954123}" destId="{DAA3CFC9-3032-45DC-AC2C-0CB387093AA0}" srcOrd="2" destOrd="0" presId="urn:microsoft.com/office/officeart/2005/8/layout/hierarchy2"/>
    <dgm:cxn modelId="{31FB7551-D70C-4BEB-8487-9B08986F6543}" type="presParOf" srcId="{DAA3CFC9-3032-45DC-AC2C-0CB387093AA0}" destId="{EF9DC344-0D68-41B3-9231-AF4EEE28BC49}" srcOrd="0" destOrd="0" presId="urn:microsoft.com/office/officeart/2005/8/layout/hierarchy2"/>
    <dgm:cxn modelId="{0A19BF26-54E2-4F6A-9E65-6BFCCDC13986}" type="presParOf" srcId="{BEEF213D-87D1-4BED-A7E6-F90E59954123}" destId="{B62BB56B-A9CC-47C4-A40C-E1BC80C77D80}" srcOrd="3" destOrd="0" presId="urn:microsoft.com/office/officeart/2005/8/layout/hierarchy2"/>
    <dgm:cxn modelId="{108290EB-FB2D-43B7-9161-92C05660E9DD}" type="presParOf" srcId="{B62BB56B-A9CC-47C4-A40C-E1BC80C77D80}" destId="{38F497CE-B46C-41ED-A7D4-791538690964}" srcOrd="0" destOrd="0" presId="urn:microsoft.com/office/officeart/2005/8/layout/hierarchy2"/>
    <dgm:cxn modelId="{D758BDA3-03C5-4650-B815-CE9825F5E00A}" type="presParOf" srcId="{B62BB56B-A9CC-47C4-A40C-E1BC80C77D80}" destId="{976F24ED-336B-4711-894E-0DA74B39F2C4}" srcOrd="1" destOrd="0" presId="urn:microsoft.com/office/officeart/2005/8/layout/hierarchy2"/>
    <dgm:cxn modelId="{3C4DF071-0497-40F6-BF0F-F2E1A6116C28}" type="presParOf" srcId="{976F24ED-336B-4711-894E-0DA74B39F2C4}" destId="{CC31FA1F-9C17-4A51-8101-BC2F7B4BBDCE}" srcOrd="0" destOrd="0" presId="urn:microsoft.com/office/officeart/2005/8/layout/hierarchy2"/>
    <dgm:cxn modelId="{57437017-385B-4D47-8F22-978BD58E726F}" type="presParOf" srcId="{CC31FA1F-9C17-4A51-8101-BC2F7B4BBDCE}" destId="{2C60D74A-D37A-4D49-A203-EA0CF590961D}" srcOrd="0" destOrd="0" presId="urn:microsoft.com/office/officeart/2005/8/layout/hierarchy2"/>
    <dgm:cxn modelId="{DBAE3E71-3B81-40CA-9B6D-E1FA3A754A89}" type="presParOf" srcId="{976F24ED-336B-4711-894E-0DA74B39F2C4}" destId="{950E078C-99EA-43B4-BE21-FD83AAC9BAC2}" srcOrd="1" destOrd="0" presId="urn:microsoft.com/office/officeart/2005/8/layout/hierarchy2"/>
    <dgm:cxn modelId="{C2507073-8DBE-41DD-B0A4-9B4A3F7AF834}" type="presParOf" srcId="{950E078C-99EA-43B4-BE21-FD83AAC9BAC2}" destId="{CAD44B89-8CBB-42A4-A0D0-A0487848A249}" srcOrd="0" destOrd="0" presId="urn:microsoft.com/office/officeart/2005/8/layout/hierarchy2"/>
    <dgm:cxn modelId="{C616817E-7642-497B-9B73-23D2576B3A3A}" type="presParOf" srcId="{950E078C-99EA-43B4-BE21-FD83AAC9BAC2}" destId="{CAAD23C0-9507-4BAD-951A-DCA3E6122FBC}" srcOrd="1" destOrd="0" presId="urn:microsoft.com/office/officeart/2005/8/layout/hierarchy2"/>
    <dgm:cxn modelId="{221FA369-6B33-4113-8260-C68040BDF610}" type="presParOf" srcId="{BEEF213D-87D1-4BED-A7E6-F90E59954123}" destId="{A8207B6B-378A-4BC1-BF8B-D39A92989CB6}" srcOrd="4" destOrd="0" presId="urn:microsoft.com/office/officeart/2005/8/layout/hierarchy2"/>
    <dgm:cxn modelId="{F629CE41-B00F-4395-8170-3AD94E5CD8E2}" type="presParOf" srcId="{A8207B6B-378A-4BC1-BF8B-D39A92989CB6}" destId="{17600ED4-180E-4C89-AE32-12344B144269}" srcOrd="0" destOrd="0" presId="urn:microsoft.com/office/officeart/2005/8/layout/hierarchy2"/>
    <dgm:cxn modelId="{DE643A87-CDF8-494E-AD87-D3AE04A7C8E5}" type="presParOf" srcId="{BEEF213D-87D1-4BED-A7E6-F90E59954123}" destId="{819DDD86-2ACF-4AC8-8B2E-9A36C03719EA}" srcOrd="5" destOrd="0" presId="urn:microsoft.com/office/officeart/2005/8/layout/hierarchy2"/>
    <dgm:cxn modelId="{68EECEFD-7BDF-4FDE-90C2-7E0532F403CE}" type="presParOf" srcId="{819DDD86-2ACF-4AC8-8B2E-9A36C03719EA}" destId="{1FC1F6FA-0290-4CC5-9C35-11033693F8E3}" srcOrd="0" destOrd="0" presId="urn:microsoft.com/office/officeart/2005/8/layout/hierarchy2"/>
    <dgm:cxn modelId="{225ADE81-F9B7-4F44-BBF4-03E015B13C05}" type="presParOf" srcId="{819DDD86-2ACF-4AC8-8B2E-9A36C03719EA}" destId="{1532947A-1F23-46C2-9880-12C71AEA50F4}" srcOrd="1" destOrd="0" presId="urn:microsoft.com/office/officeart/2005/8/layout/hierarchy2"/>
    <dgm:cxn modelId="{BC14A047-D4EC-4DA9-A223-769889995FA2}" type="presParOf" srcId="{1532947A-1F23-46C2-9880-12C71AEA50F4}" destId="{29DE48B1-6C08-4A04-90C5-44FA8B668035}" srcOrd="0" destOrd="0" presId="urn:microsoft.com/office/officeart/2005/8/layout/hierarchy2"/>
    <dgm:cxn modelId="{4865E978-B520-4D06-A10D-B7E6E16D1A21}" type="presParOf" srcId="{29DE48B1-6C08-4A04-90C5-44FA8B668035}" destId="{CE33C36B-C2BD-4BC1-9902-E9E4EAB75A16}" srcOrd="0" destOrd="0" presId="urn:microsoft.com/office/officeart/2005/8/layout/hierarchy2"/>
    <dgm:cxn modelId="{37F6E58B-AEC8-44D7-9067-218E2F465B9D}" type="presParOf" srcId="{1532947A-1F23-46C2-9880-12C71AEA50F4}" destId="{59732C8B-2C98-4D24-88F1-D8F06705E55D}" srcOrd="1" destOrd="0" presId="urn:microsoft.com/office/officeart/2005/8/layout/hierarchy2"/>
    <dgm:cxn modelId="{D30BA757-63CA-46DF-BA53-7F4D3879EEFE}" type="presParOf" srcId="{59732C8B-2C98-4D24-88F1-D8F06705E55D}" destId="{DA2EE999-4668-4C68-B643-501F5017633A}" srcOrd="0" destOrd="0" presId="urn:microsoft.com/office/officeart/2005/8/layout/hierarchy2"/>
    <dgm:cxn modelId="{CB613CAD-77EE-48E1-AF82-76C07493EDD6}" type="presParOf" srcId="{59732C8B-2C98-4D24-88F1-D8F06705E55D}" destId="{DCFC61F6-3CFF-4B96-9A67-5A1B50A78962}"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7B01577-CA20-4C1E-91F9-B932349D7D0D}" type="doc">
      <dgm:prSet loTypeId="urn:microsoft.com/office/officeart/2005/8/layout/hierarchy2" loCatId="hierarchy" qsTypeId="urn:microsoft.com/office/officeart/2005/8/quickstyle/simple1" qsCatId="simple" csTypeId="urn:microsoft.com/office/officeart/2005/8/colors/accent2_3" csCatId="accent2" phldr="1"/>
      <dgm:spPr/>
      <dgm:t>
        <a:bodyPr/>
        <a:lstStyle/>
        <a:p>
          <a:endParaRPr lang="en-US"/>
        </a:p>
      </dgm:t>
    </dgm:pt>
    <dgm:pt modelId="{1E343E77-5D7D-4145-AD5D-BCF3F3E57A75}">
      <dgm:prSet phldr="0"/>
      <dgm:spPr/>
      <dgm:t>
        <a:bodyPr/>
        <a:lstStyle/>
        <a:p>
          <a:pPr rtl="0"/>
          <a:r>
            <a:rPr lang="en-US">
              <a:latin typeface="Calibri Light" panose="020F0302020204030204"/>
            </a:rPr>
            <a:t>Model</a:t>
          </a:r>
        </a:p>
      </dgm:t>
    </dgm:pt>
    <dgm:pt modelId="{E8DC8415-D97F-46DF-AA76-D72D75D26920}" type="parTrans" cxnId="{7652514D-E8CA-4A93-A395-35B40CA475E6}">
      <dgm:prSet/>
      <dgm:spPr/>
      <dgm:t>
        <a:bodyPr/>
        <a:lstStyle/>
        <a:p>
          <a:endParaRPr lang="en-US"/>
        </a:p>
      </dgm:t>
    </dgm:pt>
    <dgm:pt modelId="{99AE8727-93BE-44E7-9F81-7673772B4A13}" type="sibTrans" cxnId="{7652514D-E8CA-4A93-A395-35B40CA475E6}">
      <dgm:prSet/>
      <dgm:spPr/>
    </dgm:pt>
    <dgm:pt modelId="{AAEDE96B-C465-4E54-8C1B-A2124F08F2DF}">
      <dgm:prSet phldr="0"/>
      <dgm:spPr/>
      <dgm:t>
        <a:bodyPr/>
        <a:lstStyle/>
        <a:p>
          <a:pPr rtl="0"/>
          <a:r>
            <a:rPr lang="en-US">
              <a:latin typeface="Calibri Light" panose="020F0302020204030204"/>
            </a:rPr>
            <a:t>Data </a:t>
          </a:r>
        </a:p>
      </dgm:t>
    </dgm:pt>
    <dgm:pt modelId="{FF5EB1D5-4ACB-45CE-B510-91817A81E9EC}" type="parTrans" cxnId="{0EA13A85-852C-42E6-9340-0C5D191E862D}">
      <dgm:prSet/>
      <dgm:spPr/>
      <dgm:t>
        <a:bodyPr/>
        <a:lstStyle/>
        <a:p>
          <a:endParaRPr lang="en-US"/>
        </a:p>
      </dgm:t>
    </dgm:pt>
    <dgm:pt modelId="{EB4FC55C-CB10-4F43-8A00-7370C7DB8CEE}" type="sibTrans" cxnId="{0EA13A85-852C-42E6-9340-0C5D191E862D}">
      <dgm:prSet/>
      <dgm:spPr/>
    </dgm:pt>
    <dgm:pt modelId="{28E5EED4-E58C-4D20-8370-F9A5129B3EFA}">
      <dgm:prSet phldr="0"/>
      <dgm:spPr/>
      <dgm:t>
        <a:bodyPr/>
        <a:lstStyle/>
        <a:p>
          <a:pPr rtl="0"/>
          <a:r>
            <a:rPr lang="en-US">
              <a:latin typeface="Calibri Light" panose="020F0302020204030204"/>
            </a:rPr>
            <a:t>Data Source</a:t>
          </a:r>
          <a:endParaRPr lang="en-US"/>
        </a:p>
      </dgm:t>
    </dgm:pt>
    <dgm:pt modelId="{E6F740D4-2597-4060-A15C-1996E5DE47EA}" type="parTrans" cxnId="{81A25312-49E9-4E62-8D0C-8761B7447533}">
      <dgm:prSet/>
      <dgm:spPr/>
      <dgm:t>
        <a:bodyPr/>
        <a:lstStyle/>
        <a:p>
          <a:endParaRPr lang="en-US"/>
        </a:p>
      </dgm:t>
    </dgm:pt>
    <dgm:pt modelId="{8AA00702-572C-4128-912E-6BED7632EAFC}" type="sibTrans" cxnId="{81A25312-49E9-4E62-8D0C-8761B7447533}">
      <dgm:prSet/>
      <dgm:spPr/>
    </dgm:pt>
    <dgm:pt modelId="{D97D54C6-5904-4AD8-86E1-60C1BEB535D9}" type="pres">
      <dgm:prSet presAssocID="{D7B01577-CA20-4C1E-91F9-B932349D7D0D}" presName="diagram" presStyleCnt="0">
        <dgm:presLayoutVars>
          <dgm:chPref val="1"/>
          <dgm:dir val="rev"/>
          <dgm:animOne val="branch"/>
          <dgm:animLvl val="lvl"/>
          <dgm:resizeHandles val="exact"/>
        </dgm:presLayoutVars>
      </dgm:prSet>
      <dgm:spPr/>
    </dgm:pt>
    <dgm:pt modelId="{F4FB1A30-698C-4E8E-B806-77B7C6F1255B}" type="pres">
      <dgm:prSet presAssocID="{1E343E77-5D7D-4145-AD5D-BCF3F3E57A75}" presName="root1" presStyleCnt="0"/>
      <dgm:spPr/>
    </dgm:pt>
    <dgm:pt modelId="{554F10F6-5997-4052-9F2E-56D31659B802}" type="pres">
      <dgm:prSet presAssocID="{1E343E77-5D7D-4145-AD5D-BCF3F3E57A75}" presName="LevelOneTextNode" presStyleLbl="node0" presStyleIdx="0" presStyleCnt="1">
        <dgm:presLayoutVars>
          <dgm:chPref val="3"/>
        </dgm:presLayoutVars>
      </dgm:prSet>
      <dgm:spPr/>
    </dgm:pt>
    <dgm:pt modelId="{8D800DEE-7E93-4BB3-9D0F-53B052B0C2C7}" type="pres">
      <dgm:prSet presAssocID="{1E343E77-5D7D-4145-AD5D-BCF3F3E57A75}" presName="level2hierChild" presStyleCnt="0"/>
      <dgm:spPr/>
    </dgm:pt>
    <dgm:pt modelId="{BE004193-A4E8-4205-9232-7469510BE3E0}" type="pres">
      <dgm:prSet presAssocID="{FF5EB1D5-4ACB-45CE-B510-91817A81E9EC}" presName="conn2-1" presStyleLbl="parChTrans1D2" presStyleIdx="0" presStyleCnt="1"/>
      <dgm:spPr/>
    </dgm:pt>
    <dgm:pt modelId="{E713B9FF-E7F5-4718-833C-E991F0DDB5FA}" type="pres">
      <dgm:prSet presAssocID="{FF5EB1D5-4ACB-45CE-B510-91817A81E9EC}" presName="connTx" presStyleLbl="parChTrans1D2" presStyleIdx="0" presStyleCnt="1"/>
      <dgm:spPr/>
    </dgm:pt>
    <dgm:pt modelId="{F64D5A5C-5325-4096-BF10-2A5B0C8E71E3}" type="pres">
      <dgm:prSet presAssocID="{AAEDE96B-C465-4E54-8C1B-A2124F08F2DF}" presName="root2" presStyleCnt="0"/>
      <dgm:spPr/>
    </dgm:pt>
    <dgm:pt modelId="{30A8C7C5-EBA9-44CA-BD49-14E94450DC30}" type="pres">
      <dgm:prSet presAssocID="{AAEDE96B-C465-4E54-8C1B-A2124F08F2DF}" presName="LevelTwoTextNode" presStyleLbl="node2" presStyleIdx="0" presStyleCnt="1">
        <dgm:presLayoutVars>
          <dgm:chPref val="3"/>
        </dgm:presLayoutVars>
      </dgm:prSet>
      <dgm:spPr/>
    </dgm:pt>
    <dgm:pt modelId="{FE347F79-3F3F-43A5-8CA1-917AE72276C8}" type="pres">
      <dgm:prSet presAssocID="{AAEDE96B-C465-4E54-8C1B-A2124F08F2DF}" presName="level3hierChild" presStyleCnt="0"/>
      <dgm:spPr/>
    </dgm:pt>
    <dgm:pt modelId="{05156E26-E290-41EF-8DA6-7598128A66A3}" type="pres">
      <dgm:prSet presAssocID="{E6F740D4-2597-4060-A15C-1996E5DE47EA}" presName="conn2-1" presStyleLbl="parChTrans1D3" presStyleIdx="0" presStyleCnt="1"/>
      <dgm:spPr/>
    </dgm:pt>
    <dgm:pt modelId="{26A5303F-30E7-4390-8D8A-B9CBCDE31FC6}" type="pres">
      <dgm:prSet presAssocID="{E6F740D4-2597-4060-A15C-1996E5DE47EA}" presName="connTx" presStyleLbl="parChTrans1D3" presStyleIdx="0" presStyleCnt="1"/>
      <dgm:spPr/>
    </dgm:pt>
    <dgm:pt modelId="{B755953D-7E6D-4967-B06D-A33D986F24BC}" type="pres">
      <dgm:prSet presAssocID="{28E5EED4-E58C-4D20-8370-F9A5129B3EFA}" presName="root2" presStyleCnt="0"/>
      <dgm:spPr/>
    </dgm:pt>
    <dgm:pt modelId="{84E04B1C-B2BD-46A4-8D5C-CEC286EE51D0}" type="pres">
      <dgm:prSet presAssocID="{28E5EED4-E58C-4D20-8370-F9A5129B3EFA}" presName="LevelTwoTextNode" presStyleLbl="node3" presStyleIdx="0" presStyleCnt="1">
        <dgm:presLayoutVars>
          <dgm:chPref val="3"/>
        </dgm:presLayoutVars>
      </dgm:prSet>
      <dgm:spPr/>
    </dgm:pt>
    <dgm:pt modelId="{DB63F32F-AEE2-419E-A0E2-AE4211822203}" type="pres">
      <dgm:prSet presAssocID="{28E5EED4-E58C-4D20-8370-F9A5129B3EFA}" presName="level3hierChild" presStyleCnt="0"/>
      <dgm:spPr/>
    </dgm:pt>
  </dgm:ptLst>
  <dgm:cxnLst>
    <dgm:cxn modelId="{81A25312-49E9-4E62-8D0C-8761B7447533}" srcId="{AAEDE96B-C465-4E54-8C1B-A2124F08F2DF}" destId="{28E5EED4-E58C-4D20-8370-F9A5129B3EFA}" srcOrd="0" destOrd="0" parTransId="{E6F740D4-2597-4060-A15C-1996E5DE47EA}" sibTransId="{8AA00702-572C-4128-912E-6BED7632EAFC}"/>
    <dgm:cxn modelId="{2FE6571A-24CC-48A7-BADB-037F78DF9C28}" type="presOf" srcId="{1E343E77-5D7D-4145-AD5D-BCF3F3E57A75}" destId="{554F10F6-5997-4052-9F2E-56D31659B802}" srcOrd="0" destOrd="0" presId="urn:microsoft.com/office/officeart/2005/8/layout/hierarchy2"/>
    <dgm:cxn modelId="{095ADC26-30C5-401D-A4B7-A4F4B7F810D1}" type="presOf" srcId="{D7B01577-CA20-4C1E-91F9-B932349D7D0D}" destId="{D97D54C6-5904-4AD8-86E1-60C1BEB535D9}" srcOrd="0" destOrd="0" presId="urn:microsoft.com/office/officeart/2005/8/layout/hierarchy2"/>
    <dgm:cxn modelId="{96654B4A-6215-4540-AD3A-9858820E8D0D}" type="presOf" srcId="{AAEDE96B-C465-4E54-8C1B-A2124F08F2DF}" destId="{30A8C7C5-EBA9-44CA-BD49-14E94450DC30}" srcOrd="0" destOrd="0" presId="urn:microsoft.com/office/officeart/2005/8/layout/hierarchy2"/>
    <dgm:cxn modelId="{C266706D-CF1E-43B6-BC86-1B3E5663C214}" type="presOf" srcId="{FF5EB1D5-4ACB-45CE-B510-91817A81E9EC}" destId="{BE004193-A4E8-4205-9232-7469510BE3E0}" srcOrd="0" destOrd="0" presId="urn:microsoft.com/office/officeart/2005/8/layout/hierarchy2"/>
    <dgm:cxn modelId="{7652514D-E8CA-4A93-A395-35B40CA475E6}" srcId="{D7B01577-CA20-4C1E-91F9-B932349D7D0D}" destId="{1E343E77-5D7D-4145-AD5D-BCF3F3E57A75}" srcOrd="0" destOrd="0" parTransId="{E8DC8415-D97F-46DF-AA76-D72D75D26920}" sibTransId="{99AE8727-93BE-44E7-9F81-7673772B4A13}"/>
    <dgm:cxn modelId="{0EA13A85-852C-42E6-9340-0C5D191E862D}" srcId="{1E343E77-5D7D-4145-AD5D-BCF3F3E57A75}" destId="{AAEDE96B-C465-4E54-8C1B-A2124F08F2DF}" srcOrd="0" destOrd="0" parTransId="{FF5EB1D5-4ACB-45CE-B510-91817A81E9EC}" sibTransId="{EB4FC55C-CB10-4F43-8A00-7370C7DB8CEE}"/>
    <dgm:cxn modelId="{32DE81B4-4686-4497-B2C6-84F23261EE93}" type="presOf" srcId="{FF5EB1D5-4ACB-45CE-B510-91817A81E9EC}" destId="{E713B9FF-E7F5-4718-833C-E991F0DDB5FA}" srcOrd="1" destOrd="0" presId="urn:microsoft.com/office/officeart/2005/8/layout/hierarchy2"/>
    <dgm:cxn modelId="{180516D1-A556-4F90-8125-D009EB1ED13C}" type="presOf" srcId="{E6F740D4-2597-4060-A15C-1996E5DE47EA}" destId="{05156E26-E290-41EF-8DA6-7598128A66A3}" srcOrd="0" destOrd="0" presId="urn:microsoft.com/office/officeart/2005/8/layout/hierarchy2"/>
    <dgm:cxn modelId="{75A14AE8-FFEB-46AA-951B-C7AE7B3D2B16}" type="presOf" srcId="{E6F740D4-2597-4060-A15C-1996E5DE47EA}" destId="{26A5303F-30E7-4390-8D8A-B9CBCDE31FC6}" srcOrd="1" destOrd="0" presId="urn:microsoft.com/office/officeart/2005/8/layout/hierarchy2"/>
    <dgm:cxn modelId="{E169FBF3-C030-457F-8F0D-D23BFD7B2C5F}" type="presOf" srcId="{28E5EED4-E58C-4D20-8370-F9A5129B3EFA}" destId="{84E04B1C-B2BD-46A4-8D5C-CEC286EE51D0}" srcOrd="0" destOrd="0" presId="urn:microsoft.com/office/officeart/2005/8/layout/hierarchy2"/>
    <dgm:cxn modelId="{1A870001-3BA2-4862-8431-1338B2A4C1CA}" type="presParOf" srcId="{D97D54C6-5904-4AD8-86E1-60C1BEB535D9}" destId="{F4FB1A30-698C-4E8E-B806-77B7C6F1255B}" srcOrd="0" destOrd="0" presId="urn:microsoft.com/office/officeart/2005/8/layout/hierarchy2"/>
    <dgm:cxn modelId="{4D69F7D0-1925-4FDB-A85A-0C59A2261E84}" type="presParOf" srcId="{F4FB1A30-698C-4E8E-B806-77B7C6F1255B}" destId="{554F10F6-5997-4052-9F2E-56D31659B802}" srcOrd="0" destOrd="0" presId="urn:microsoft.com/office/officeart/2005/8/layout/hierarchy2"/>
    <dgm:cxn modelId="{26E4C062-2DEC-470F-A156-E2187059B801}" type="presParOf" srcId="{F4FB1A30-698C-4E8E-B806-77B7C6F1255B}" destId="{8D800DEE-7E93-4BB3-9D0F-53B052B0C2C7}" srcOrd="1" destOrd="0" presId="urn:microsoft.com/office/officeart/2005/8/layout/hierarchy2"/>
    <dgm:cxn modelId="{7A89BE9B-859F-499D-9B85-76217163174A}" type="presParOf" srcId="{8D800DEE-7E93-4BB3-9D0F-53B052B0C2C7}" destId="{BE004193-A4E8-4205-9232-7469510BE3E0}" srcOrd="0" destOrd="0" presId="urn:microsoft.com/office/officeart/2005/8/layout/hierarchy2"/>
    <dgm:cxn modelId="{599FC2B4-237C-45CF-88DE-A643DB54F145}" type="presParOf" srcId="{BE004193-A4E8-4205-9232-7469510BE3E0}" destId="{E713B9FF-E7F5-4718-833C-E991F0DDB5FA}" srcOrd="0" destOrd="0" presId="urn:microsoft.com/office/officeart/2005/8/layout/hierarchy2"/>
    <dgm:cxn modelId="{F073BC03-F668-4C6D-BF0D-1060F137D404}" type="presParOf" srcId="{8D800DEE-7E93-4BB3-9D0F-53B052B0C2C7}" destId="{F64D5A5C-5325-4096-BF10-2A5B0C8E71E3}" srcOrd="1" destOrd="0" presId="urn:microsoft.com/office/officeart/2005/8/layout/hierarchy2"/>
    <dgm:cxn modelId="{F22CC8DC-AE5D-4D7B-A6E5-ACEB7DC85E5D}" type="presParOf" srcId="{F64D5A5C-5325-4096-BF10-2A5B0C8E71E3}" destId="{30A8C7C5-EBA9-44CA-BD49-14E94450DC30}" srcOrd="0" destOrd="0" presId="urn:microsoft.com/office/officeart/2005/8/layout/hierarchy2"/>
    <dgm:cxn modelId="{35BE61B2-1FA7-4D3B-A7E1-805C721E4340}" type="presParOf" srcId="{F64D5A5C-5325-4096-BF10-2A5B0C8E71E3}" destId="{FE347F79-3F3F-43A5-8CA1-917AE72276C8}" srcOrd="1" destOrd="0" presId="urn:microsoft.com/office/officeart/2005/8/layout/hierarchy2"/>
    <dgm:cxn modelId="{6974FFD6-3DE4-4196-A5A9-880FDD062B96}" type="presParOf" srcId="{FE347F79-3F3F-43A5-8CA1-917AE72276C8}" destId="{05156E26-E290-41EF-8DA6-7598128A66A3}" srcOrd="0" destOrd="0" presId="urn:microsoft.com/office/officeart/2005/8/layout/hierarchy2"/>
    <dgm:cxn modelId="{2F84839F-F346-4B43-BD92-22ABC4A70144}" type="presParOf" srcId="{05156E26-E290-41EF-8DA6-7598128A66A3}" destId="{26A5303F-30E7-4390-8D8A-B9CBCDE31FC6}" srcOrd="0" destOrd="0" presId="urn:microsoft.com/office/officeart/2005/8/layout/hierarchy2"/>
    <dgm:cxn modelId="{EE77D50B-EA88-4A69-BBFA-80ADAF2DBAF6}" type="presParOf" srcId="{FE347F79-3F3F-43A5-8CA1-917AE72276C8}" destId="{B755953D-7E6D-4967-B06D-A33D986F24BC}" srcOrd="1" destOrd="0" presId="urn:microsoft.com/office/officeart/2005/8/layout/hierarchy2"/>
    <dgm:cxn modelId="{87DCCD14-F1C8-4B1D-8555-414B8EAC7D52}" type="presParOf" srcId="{B755953D-7E6D-4967-B06D-A33D986F24BC}" destId="{84E04B1C-B2BD-46A4-8D5C-CEC286EE51D0}" srcOrd="0" destOrd="0" presId="urn:microsoft.com/office/officeart/2005/8/layout/hierarchy2"/>
    <dgm:cxn modelId="{040FD7D3-4CEF-49EB-9160-70A05840F1B4}" type="presParOf" srcId="{B755953D-7E6D-4967-B06D-A33D986F24BC}" destId="{DB63F32F-AEE2-419E-A0E2-AE4211822203}"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7B01577-CA20-4C1E-91F9-B932349D7D0D}" type="doc">
      <dgm:prSet loTypeId="urn:microsoft.com/office/officeart/2005/8/layout/hierarchy2" loCatId="hierarchy" qsTypeId="urn:microsoft.com/office/officeart/2005/8/quickstyle/simple1" qsCatId="simple" csTypeId="urn:microsoft.com/office/officeart/2005/8/colors/accent1_4" csCatId="accent1" phldr="1"/>
      <dgm:spPr/>
      <dgm:t>
        <a:bodyPr/>
        <a:lstStyle/>
        <a:p>
          <a:endParaRPr lang="en-US"/>
        </a:p>
      </dgm:t>
    </dgm:pt>
    <dgm:pt modelId="{7032BDFD-39A5-4E16-BD83-DD28B64F56AA}">
      <dgm:prSet phldrT="[Text]" phldr="0"/>
      <dgm:spPr/>
      <dgm:t>
        <a:bodyPr/>
        <a:lstStyle/>
        <a:p>
          <a:pPr rtl="0"/>
          <a:r>
            <a:rPr lang="en-US">
              <a:latin typeface="Calibri Light" panose="020F0302020204030204"/>
            </a:rPr>
            <a:t> Was broadband supplied to  the program areas or not?</a:t>
          </a:r>
          <a:endParaRPr lang="en-US"/>
        </a:p>
      </dgm:t>
    </dgm:pt>
    <dgm:pt modelId="{5917FE72-591F-420B-9D86-2AAF96B3E5D4}" type="parTrans" cxnId="{20544771-8473-4E5A-924E-133FB4972CE2}">
      <dgm:prSet/>
      <dgm:spPr/>
      <dgm:t>
        <a:bodyPr/>
        <a:lstStyle/>
        <a:p>
          <a:endParaRPr lang="en-US"/>
        </a:p>
      </dgm:t>
    </dgm:pt>
    <dgm:pt modelId="{080BFA3F-EF20-4568-A198-DF59A6C6EDFE}" type="sibTrans" cxnId="{20544771-8473-4E5A-924E-133FB4972CE2}">
      <dgm:prSet/>
      <dgm:spPr/>
      <dgm:t>
        <a:bodyPr/>
        <a:lstStyle/>
        <a:p>
          <a:endParaRPr lang="en-US"/>
        </a:p>
      </dgm:t>
    </dgm:pt>
    <dgm:pt modelId="{0A7434AD-F473-43E0-A067-74EBC1B25E03}">
      <dgm:prSet phldr="0"/>
      <dgm:spPr/>
      <dgm:t>
        <a:bodyPr/>
        <a:lstStyle/>
        <a:p>
          <a:pPr rtl="0"/>
          <a:r>
            <a:rPr lang="en-US">
              <a:latin typeface="Calibri Light" panose="020F0302020204030204"/>
            </a:rPr>
            <a:t>Download speeds</a:t>
          </a:r>
        </a:p>
      </dgm:t>
    </dgm:pt>
    <dgm:pt modelId="{24306733-A855-418A-9E4A-D8172131188B}" type="parTrans" cxnId="{372AE3FE-F370-48A2-A252-ED88548B00E7}">
      <dgm:prSet/>
      <dgm:spPr/>
      <dgm:t>
        <a:bodyPr/>
        <a:lstStyle/>
        <a:p>
          <a:endParaRPr lang="en-US"/>
        </a:p>
      </dgm:t>
    </dgm:pt>
    <dgm:pt modelId="{557E7ACD-D9DA-4EE9-A823-EFCE2897EC33}" type="sibTrans" cxnId="{372AE3FE-F370-48A2-A252-ED88548B00E7}">
      <dgm:prSet/>
      <dgm:spPr/>
    </dgm:pt>
    <dgm:pt modelId="{7FAADF8E-1165-4618-8BB2-16975CF1EA14}">
      <dgm:prSet phldr="0"/>
      <dgm:spPr/>
      <dgm:t>
        <a:bodyPr/>
        <a:lstStyle/>
        <a:p>
          <a:pPr rtl="0"/>
          <a:r>
            <a:rPr lang="en-US">
              <a:latin typeface="Calibri Light" panose="020F0302020204030204"/>
            </a:rPr>
            <a:t>Ookla data</a:t>
          </a:r>
        </a:p>
      </dgm:t>
    </dgm:pt>
    <dgm:pt modelId="{E3327F40-B26F-46EB-A02F-163E04E95A3E}" type="parTrans" cxnId="{07E3B26F-0C30-49F7-A6EF-6CFF31D161C0}">
      <dgm:prSet/>
      <dgm:spPr/>
      <dgm:t>
        <a:bodyPr/>
        <a:lstStyle/>
        <a:p>
          <a:endParaRPr lang="en-US"/>
        </a:p>
      </dgm:t>
    </dgm:pt>
    <dgm:pt modelId="{117C4A2E-93C2-474E-A573-77162A65AD05}" type="sibTrans" cxnId="{07E3B26F-0C30-49F7-A6EF-6CFF31D161C0}">
      <dgm:prSet/>
      <dgm:spPr/>
    </dgm:pt>
    <dgm:pt modelId="{AAC384D4-132A-4C45-98FF-C452A3DAB47B}">
      <dgm:prSet phldr="0"/>
      <dgm:spPr/>
      <dgm:t>
        <a:bodyPr/>
        <a:lstStyle/>
        <a:p>
          <a:pPr rtl="0"/>
          <a:r>
            <a:rPr lang="en-US">
              <a:latin typeface="Calibri Light" panose="020F0302020204030204"/>
            </a:rPr>
            <a:t>RUS Program Shape Files</a:t>
          </a:r>
        </a:p>
      </dgm:t>
    </dgm:pt>
    <dgm:pt modelId="{13A0010A-969B-4199-9736-E9274F85A116}" type="parTrans" cxnId="{CEE8D62D-E7FF-44DB-8D70-914C4EA41CB7}">
      <dgm:prSet/>
      <dgm:spPr/>
      <dgm:t>
        <a:bodyPr/>
        <a:lstStyle/>
        <a:p>
          <a:endParaRPr lang="en-US"/>
        </a:p>
      </dgm:t>
    </dgm:pt>
    <dgm:pt modelId="{E8C6E965-9634-4822-AC0D-D41FF9F30B41}" type="sibTrans" cxnId="{CEE8D62D-E7FF-44DB-8D70-914C4EA41CB7}">
      <dgm:prSet/>
      <dgm:spPr/>
    </dgm:pt>
    <dgm:pt modelId="{471147A6-391F-435D-9E62-46F3207FD1C5}">
      <dgm:prSet phldr="0"/>
      <dgm:spPr/>
      <dgm:t>
        <a:bodyPr/>
        <a:lstStyle/>
        <a:p>
          <a:pPr rtl="0"/>
          <a:r>
            <a:rPr lang="en-US">
              <a:latin typeface="Calibri Light" panose="020F0302020204030204"/>
            </a:rPr>
            <a:t> Program boundaries</a:t>
          </a:r>
        </a:p>
      </dgm:t>
    </dgm:pt>
    <dgm:pt modelId="{81321983-3630-49ED-8570-401F3C40A160}" type="parTrans" cxnId="{2A86B86A-FFBD-47D3-ABE0-0A19B44CF51F}">
      <dgm:prSet/>
      <dgm:spPr/>
      <dgm:t>
        <a:bodyPr/>
        <a:lstStyle/>
        <a:p>
          <a:endParaRPr lang="en-US"/>
        </a:p>
      </dgm:t>
    </dgm:pt>
    <dgm:pt modelId="{A2EF32D4-B94D-49CF-94D3-CC267EE53CC6}" type="sibTrans" cxnId="{2A86B86A-FFBD-47D3-ABE0-0A19B44CF51F}">
      <dgm:prSet/>
      <dgm:spPr/>
    </dgm:pt>
    <dgm:pt modelId="{D97D54C6-5904-4AD8-86E1-60C1BEB535D9}" type="pres">
      <dgm:prSet presAssocID="{D7B01577-CA20-4C1E-91F9-B932349D7D0D}" presName="diagram" presStyleCnt="0">
        <dgm:presLayoutVars>
          <dgm:chPref val="1"/>
          <dgm:dir val="rev"/>
          <dgm:animOne val="branch"/>
          <dgm:animLvl val="lvl"/>
          <dgm:resizeHandles val="exact"/>
        </dgm:presLayoutVars>
      </dgm:prSet>
      <dgm:spPr/>
    </dgm:pt>
    <dgm:pt modelId="{7A3AE2B5-E9E1-40F7-A082-8EB5F83723C9}" type="pres">
      <dgm:prSet presAssocID="{7032BDFD-39A5-4E16-BD83-DD28B64F56AA}" presName="root1" presStyleCnt="0"/>
      <dgm:spPr/>
    </dgm:pt>
    <dgm:pt modelId="{564B123E-DA56-4FB3-A27C-E0A3BFD12164}" type="pres">
      <dgm:prSet presAssocID="{7032BDFD-39A5-4E16-BD83-DD28B64F56AA}" presName="LevelOneTextNode" presStyleLbl="node0" presStyleIdx="0" presStyleCnt="1">
        <dgm:presLayoutVars>
          <dgm:chPref val="3"/>
        </dgm:presLayoutVars>
      </dgm:prSet>
      <dgm:spPr/>
    </dgm:pt>
    <dgm:pt modelId="{06E4912B-AE93-42AD-94F1-E13C4F586D69}" type="pres">
      <dgm:prSet presAssocID="{7032BDFD-39A5-4E16-BD83-DD28B64F56AA}" presName="level2hierChild" presStyleCnt="0"/>
      <dgm:spPr/>
    </dgm:pt>
    <dgm:pt modelId="{236C4B9D-71B0-4132-998D-37EF293F680E}" type="pres">
      <dgm:prSet presAssocID="{24306733-A855-418A-9E4A-D8172131188B}" presName="conn2-1" presStyleLbl="parChTrans1D2" presStyleIdx="0" presStyleCnt="2"/>
      <dgm:spPr/>
    </dgm:pt>
    <dgm:pt modelId="{8D5C18B4-15F6-4D89-BA06-5FFF0A0EFA47}" type="pres">
      <dgm:prSet presAssocID="{24306733-A855-418A-9E4A-D8172131188B}" presName="connTx" presStyleLbl="parChTrans1D2" presStyleIdx="0" presStyleCnt="2"/>
      <dgm:spPr/>
    </dgm:pt>
    <dgm:pt modelId="{AEAAD2EE-4C4D-42E3-8257-77B457C43CB3}" type="pres">
      <dgm:prSet presAssocID="{0A7434AD-F473-43E0-A067-74EBC1B25E03}" presName="root2" presStyleCnt="0"/>
      <dgm:spPr/>
    </dgm:pt>
    <dgm:pt modelId="{0506FC62-FD7F-4711-B437-FB04E5053DFB}" type="pres">
      <dgm:prSet presAssocID="{0A7434AD-F473-43E0-A067-74EBC1B25E03}" presName="LevelTwoTextNode" presStyleLbl="node2" presStyleIdx="0" presStyleCnt="2">
        <dgm:presLayoutVars>
          <dgm:chPref val="3"/>
        </dgm:presLayoutVars>
      </dgm:prSet>
      <dgm:spPr/>
    </dgm:pt>
    <dgm:pt modelId="{DAFFC916-EF5F-4FFD-A3D8-B0318C3E9886}" type="pres">
      <dgm:prSet presAssocID="{0A7434AD-F473-43E0-A067-74EBC1B25E03}" presName="level3hierChild" presStyleCnt="0"/>
      <dgm:spPr/>
    </dgm:pt>
    <dgm:pt modelId="{38140E04-0DE9-49DB-A21C-ED37DF75B8A2}" type="pres">
      <dgm:prSet presAssocID="{E3327F40-B26F-46EB-A02F-163E04E95A3E}" presName="conn2-1" presStyleLbl="parChTrans1D3" presStyleIdx="0" presStyleCnt="2"/>
      <dgm:spPr/>
    </dgm:pt>
    <dgm:pt modelId="{86460EC7-8BF5-4934-A3C5-90CE8C0ADFD2}" type="pres">
      <dgm:prSet presAssocID="{E3327F40-B26F-46EB-A02F-163E04E95A3E}" presName="connTx" presStyleLbl="parChTrans1D3" presStyleIdx="0" presStyleCnt="2"/>
      <dgm:spPr/>
    </dgm:pt>
    <dgm:pt modelId="{358A5F20-D711-49BF-99CC-FAABA94A94F8}" type="pres">
      <dgm:prSet presAssocID="{7FAADF8E-1165-4618-8BB2-16975CF1EA14}" presName="root2" presStyleCnt="0"/>
      <dgm:spPr/>
    </dgm:pt>
    <dgm:pt modelId="{528D665C-A5C8-4836-AAE8-630D84FD8B66}" type="pres">
      <dgm:prSet presAssocID="{7FAADF8E-1165-4618-8BB2-16975CF1EA14}" presName="LevelTwoTextNode" presStyleLbl="node3" presStyleIdx="0" presStyleCnt="2">
        <dgm:presLayoutVars>
          <dgm:chPref val="3"/>
        </dgm:presLayoutVars>
      </dgm:prSet>
      <dgm:spPr/>
    </dgm:pt>
    <dgm:pt modelId="{4555C013-642A-4D8E-9C4D-8FE3D070D78C}" type="pres">
      <dgm:prSet presAssocID="{7FAADF8E-1165-4618-8BB2-16975CF1EA14}" presName="level3hierChild" presStyleCnt="0"/>
      <dgm:spPr/>
    </dgm:pt>
    <dgm:pt modelId="{A5BB6121-6F1E-4A7A-AFF3-B67469268D4A}" type="pres">
      <dgm:prSet presAssocID="{81321983-3630-49ED-8570-401F3C40A160}" presName="conn2-1" presStyleLbl="parChTrans1D2" presStyleIdx="1" presStyleCnt="2"/>
      <dgm:spPr/>
    </dgm:pt>
    <dgm:pt modelId="{00CBE035-F71E-49DF-814E-6CA839AE14AA}" type="pres">
      <dgm:prSet presAssocID="{81321983-3630-49ED-8570-401F3C40A160}" presName="connTx" presStyleLbl="parChTrans1D2" presStyleIdx="1" presStyleCnt="2"/>
      <dgm:spPr/>
    </dgm:pt>
    <dgm:pt modelId="{C4FEA435-6C46-4F4B-BF1E-29FFF5FC3043}" type="pres">
      <dgm:prSet presAssocID="{471147A6-391F-435D-9E62-46F3207FD1C5}" presName="root2" presStyleCnt="0"/>
      <dgm:spPr/>
    </dgm:pt>
    <dgm:pt modelId="{872CD98C-B9D6-44CD-946D-EEB93BD1D26C}" type="pres">
      <dgm:prSet presAssocID="{471147A6-391F-435D-9E62-46F3207FD1C5}" presName="LevelTwoTextNode" presStyleLbl="node2" presStyleIdx="1" presStyleCnt="2">
        <dgm:presLayoutVars>
          <dgm:chPref val="3"/>
        </dgm:presLayoutVars>
      </dgm:prSet>
      <dgm:spPr/>
    </dgm:pt>
    <dgm:pt modelId="{175F8AC4-3077-465B-9C2E-285AFC1249A5}" type="pres">
      <dgm:prSet presAssocID="{471147A6-391F-435D-9E62-46F3207FD1C5}" presName="level3hierChild" presStyleCnt="0"/>
      <dgm:spPr/>
    </dgm:pt>
    <dgm:pt modelId="{0135C7E5-D72B-4E02-A6D5-956CB7206CBE}" type="pres">
      <dgm:prSet presAssocID="{13A0010A-969B-4199-9736-E9274F85A116}" presName="conn2-1" presStyleLbl="parChTrans1D3" presStyleIdx="1" presStyleCnt="2"/>
      <dgm:spPr/>
    </dgm:pt>
    <dgm:pt modelId="{9B63BB8C-4BE4-407E-B827-10819DCD1A86}" type="pres">
      <dgm:prSet presAssocID="{13A0010A-969B-4199-9736-E9274F85A116}" presName="connTx" presStyleLbl="parChTrans1D3" presStyleIdx="1" presStyleCnt="2"/>
      <dgm:spPr/>
    </dgm:pt>
    <dgm:pt modelId="{FAF2BA02-CCFF-4117-9CF9-C755EDB18639}" type="pres">
      <dgm:prSet presAssocID="{AAC384D4-132A-4C45-98FF-C452A3DAB47B}" presName="root2" presStyleCnt="0"/>
      <dgm:spPr/>
    </dgm:pt>
    <dgm:pt modelId="{748EBD9C-D0FE-4841-B9C9-11626E671A28}" type="pres">
      <dgm:prSet presAssocID="{AAC384D4-132A-4C45-98FF-C452A3DAB47B}" presName="LevelTwoTextNode" presStyleLbl="node3" presStyleIdx="1" presStyleCnt="2">
        <dgm:presLayoutVars>
          <dgm:chPref val="3"/>
        </dgm:presLayoutVars>
      </dgm:prSet>
      <dgm:spPr/>
    </dgm:pt>
    <dgm:pt modelId="{CA820C25-F811-4CC0-A9D6-A0878322E009}" type="pres">
      <dgm:prSet presAssocID="{AAC384D4-132A-4C45-98FF-C452A3DAB47B}" presName="level3hierChild" presStyleCnt="0"/>
      <dgm:spPr/>
    </dgm:pt>
  </dgm:ptLst>
  <dgm:cxnLst>
    <dgm:cxn modelId="{E329AD00-AF93-4872-85DD-AAF6F562003A}" type="presOf" srcId="{E3327F40-B26F-46EB-A02F-163E04E95A3E}" destId="{86460EC7-8BF5-4934-A3C5-90CE8C0ADFD2}" srcOrd="1" destOrd="0" presId="urn:microsoft.com/office/officeart/2005/8/layout/hierarchy2"/>
    <dgm:cxn modelId="{9A150302-DCD5-4462-9078-8FF51C36C3E3}" type="presOf" srcId="{24306733-A855-418A-9E4A-D8172131188B}" destId="{8D5C18B4-15F6-4D89-BA06-5FFF0A0EFA47}" srcOrd="1" destOrd="0" presId="urn:microsoft.com/office/officeart/2005/8/layout/hierarchy2"/>
    <dgm:cxn modelId="{4503C703-78AD-4447-AF44-E0A6E22396D9}" type="presOf" srcId="{24306733-A855-418A-9E4A-D8172131188B}" destId="{236C4B9D-71B0-4132-998D-37EF293F680E}" srcOrd="0" destOrd="0" presId="urn:microsoft.com/office/officeart/2005/8/layout/hierarchy2"/>
    <dgm:cxn modelId="{36423B21-F3A7-441D-8D4E-B2B12C9EAB26}" type="presOf" srcId="{81321983-3630-49ED-8570-401F3C40A160}" destId="{A5BB6121-6F1E-4A7A-AFF3-B67469268D4A}" srcOrd="0" destOrd="0" presId="urn:microsoft.com/office/officeart/2005/8/layout/hierarchy2"/>
    <dgm:cxn modelId="{6AF78421-D638-4CB7-B09E-84495716186B}" type="presOf" srcId="{13A0010A-969B-4199-9736-E9274F85A116}" destId="{0135C7E5-D72B-4E02-A6D5-956CB7206CBE}" srcOrd="0" destOrd="0" presId="urn:microsoft.com/office/officeart/2005/8/layout/hierarchy2"/>
    <dgm:cxn modelId="{095ADC26-30C5-401D-A4B7-A4F4B7F810D1}" type="presOf" srcId="{D7B01577-CA20-4C1E-91F9-B932349D7D0D}" destId="{D97D54C6-5904-4AD8-86E1-60C1BEB535D9}" srcOrd="0" destOrd="0" presId="urn:microsoft.com/office/officeart/2005/8/layout/hierarchy2"/>
    <dgm:cxn modelId="{CEE8D62D-E7FF-44DB-8D70-914C4EA41CB7}" srcId="{471147A6-391F-435D-9E62-46F3207FD1C5}" destId="{AAC384D4-132A-4C45-98FF-C452A3DAB47B}" srcOrd="0" destOrd="0" parTransId="{13A0010A-969B-4199-9736-E9274F85A116}" sibTransId="{E8C6E965-9634-4822-AC0D-D41FF9F30B41}"/>
    <dgm:cxn modelId="{79CD4069-7CEB-41A6-A82C-B0E4BBD7E638}" type="presOf" srcId="{13A0010A-969B-4199-9736-E9274F85A116}" destId="{9B63BB8C-4BE4-407E-B827-10819DCD1A86}" srcOrd="1" destOrd="0" presId="urn:microsoft.com/office/officeart/2005/8/layout/hierarchy2"/>
    <dgm:cxn modelId="{2A86B86A-FFBD-47D3-ABE0-0A19B44CF51F}" srcId="{7032BDFD-39A5-4E16-BD83-DD28B64F56AA}" destId="{471147A6-391F-435D-9E62-46F3207FD1C5}" srcOrd="1" destOrd="0" parTransId="{81321983-3630-49ED-8570-401F3C40A160}" sibTransId="{A2EF32D4-B94D-49CF-94D3-CC267EE53CC6}"/>
    <dgm:cxn modelId="{07E3B26F-0C30-49F7-A6EF-6CFF31D161C0}" srcId="{0A7434AD-F473-43E0-A067-74EBC1B25E03}" destId="{7FAADF8E-1165-4618-8BB2-16975CF1EA14}" srcOrd="0" destOrd="0" parTransId="{E3327F40-B26F-46EB-A02F-163E04E95A3E}" sibTransId="{117C4A2E-93C2-474E-A573-77162A65AD05}"/>
    <dgm:cxn modelId="{20544771-8473-4E5A-924E-133FB4972CE2}" srcId="{D7B01577-CA20-4C1E-91F9-B932349D7D0D}" destId="{7032BDFD-39A5-4E16-BD83-DD28B64F56AA}" srcOrd="0" destOrd="0" parTransId="{5917FE72-591F-420B-9D86-2AAF96B3E5D4}" sibTransId="{080BFA3F-EF20-4568-A198-DF59A6C6EDFE}"/>
    <dgm:cxn modelId="{B9366F72-2526-42ED-8F77-14C6CA054B6C}" type="presOf" srcId="{0A7434AD-F473-43E0-A067-74EBC1B25E03}" destId="{0506FC62-FD7F-4711-B437-FB04E5053DFB}" srcOrd="0" destOrd="0" presId="urn:microsoft.com/office/officeart/2005/8/layout/hierarchy2"/>
    <dgm:cxn modelId="{FA110F74-6305-45B2-AE35-9F93185E75DB}" type="presOf" srcId="{471147A6-391F-435D-9E62-46F3207FD1C5}" destId="{872CD98C-B9D6-44CD-946D-EEB93BD1D26C}" srcOrd="0" destOrd="0" presId="urn:microsoft.com/office/officeart/2005/8/layout/hierarchy2"/>
    <dgm:cxn modelId="{2DC0EC79-318B-4ADF-9E6D-526CA766C146}" type="presOf" srcId="{7FAADF8E-1165-4618-8BB2-16975CF1EA14}" destId="{528D665C-A5C8-4836-AAE8-630D84FD8B66}" srcOrd="0" destOrd="0" presId="urn:microsoft.com/office/officeart/2005/8/layout/hierarchy2"/>
    <dgm:cxn modelId="{468057A4-AECA-4B21-88C5-5CF7246F1ED6}" type="presOf" srcId="{E3327F40-B26F-46EB-A02F-163E04E95A3E}" destId="{38140E04-0DE9-49DB-A21C-ED37DF75B8A2}" srcOrd="0" destOrd="0" presId="urn:microsoft.com/office/officeart/2005/8/layout/hierarchy2"/>
    <dgm:cxn modelId="{26E0E3D9-BA50-430D-8653-F51D17499BA5}" type="presOf" srcId="{81321983-3630-49ED-8570-401F3C40A160}" destId="{00CBE035-F71E-49DF-814E-6CA839AE14AA}" srcOrd="1" destOrd="0" presId="urn:microsoft.com/office/officeart/2005/8/layout/hierarchy2"/>
    <dgm:cxn modelId="{CB48A6DC-F945-4FEF-A902-5DE742A964C9}" type="presOf" srcId="{7032BDFD-39A5-4E16-BD83-DD28B64F56AA}" destId="{564B123E-DA56-4FB3-A27C-E0A3BFD12164}" srcOrd="0" destOrd="0" presId="urn:microsoft.com/office/officeart/2005/8/layout/hierarchy2"/>
    <dgm:cxn modelId="{1DD029E5-C256-492E-B105-7BC08BF2CFDE}" type="presOf" srcId="{AAC384D4-132A-4C45-98FF-C452A3DAB47B}" destId="{748EBD9C-D0FE-4841-B9C9-11626E671A28}" srcOrd="0" destOrd="0" presId="urn:microsoft.com/office/officeart/2005/8/layout/hierarchy2"/>
    <dgm:cxn modelId="{372AE3FE-F370-48A2-A252-ED88548B00E7}" srcId="{7032BDFD-39A5-4E16-BD83-DD28B64F56AA}" destId="{0A7434AD-F473-43E0-A067-74EBC1B25E03}" srcOrd="0" destOrd="0" parTransId="{24306733-A855-418A-9E4A-D8172131188B}" sibTransId="{557E7ACD-D9DA-4EE9-A823-EFCE2897EC33}"/>
    <dgm:cxn modelId="{4DDA7B52-DF2B-425A-9661-4CF758A00593}" type="presParOf" srcId="{D97D54C6-5904-4AD8-86E1-60C1BEB535D9}" destId="{7A3AE2B5-E9E1-40F7-A082-8EB5F83723C9}" srcOrd="0" destOrd="0" presId="urn:microsoft.com/office/officeart/2005/8/layout/hierarchy2"/>
    <dgm:cxn modelId="{9E64ADA1-E37A-4DFD-8F64-11BC28F0C020}" type="presParOf" srcId="{7A3AE2B5-E9E1-40F7-A082-8EB5F83723C9}" destId="{564B123E-DA56-4FB3-A27C-E0A3BFD12164}" srcOrd="0" destOrd="0" presId="urn:microsoft.com/office/officeart/2005/8/layout/hierarchy2"/>
    <dgm:cxn modelId="{FB71EB99-CFFF-47A4-8AA3-B642DB9D61AE}" type="presParOf" srcId="{7A3AE2B5-E9E1-40F7-A082-8EB5F83723C9}" destId="{06E4912B-AE93-42AD-94F1-E13C4F586D69}" srcOrd="1" destOrd="0" presId="urn:microsoft.com/office/officeart/2005/8/layout/hierarchy2"/>
    <dgm:cxn modelId="{52F8323D-B4E5-4EF3-9BCA-395D60A2BC84}" type="presParOf" srcId="{06E4912B-AE93-42AD-94F1-E13C4F586D69}" destId="{236C4B9D-71B0-4132-998D-37EF293F680E}" srcOrd="0" destOrd="0" presId="urn:microsoft.com/office/officeart/2005/8/layout/hierarchy2"/>
    <dgm:cxn modelId="{C4087BBD-E6DD-48B2-A408-CAC306C9E482}" type="presParOf" srcId="{236C4B9D-71B0-4132-998D-37EF293F680E}" destId="{8D5C18B4-15F6-4D89-BA06-5FFF0A0EFA47}" srcOrd="0" destOrd="0" presId="urn:microsoft.com/office/officeart/2005/8/layout/hierarchy2"/>
    <dgm:cxn modelId="{5D30CB24-1032-42F9-8A94-14F16926FBAC}" type="presParOf" srcId="{06E4912B-AE93-42AD-94F1-E13C4F586D69}" destId="{AEAAD2EE-4C4D-42E3-8257-77B457C43CB3}" srcOrd="1" destOrd="0" presId="urn:microsoft.com/office/officeart/2005/8/layout/hierarchy2"/>
    <dgm:cxn modelId="{81E20949-B221-4B7E-8D89-E4EE7B6AFA2F}" type="presParOf" srcId="{AEAAD2EE-4C4D-42E3-8257-77B457C43CB3}" destId="{0506FC62-FD7F-4711-B437-FB04E5053DFB}" srcOrd="0" destOrd="0" presId="urn:microsoft.com/office/officeart/2005/8/layout/hierarchy2"/>
    <dgm:cxn modelId="{3189DD51-5749-40FC-BE9F-2C1779E85934}" type="presParOf" srcId="{AEAAD2EE-4C4D-42E3-8257-77B457C43CB3}" destId="{DAFFC916-EF5F-4FFD-A3D8-B0318C3E9886}" srcOrd="1" destOrd="0" presId="urn:microsoft.com/office/officeart/2005/8/layout/hierarchy2"/>
    <dgm:cxn modelId="{E703A524-CE91-43A2-8959-700442FBBB73}" type="presParOf" srcId="{DAFFC916-EF5F-4FFD-A3D8-B0318C3E9886}" destId="{38140E04-0DE9-49DB-A21C-ED37DF75B8A2}" srcOrd="0" destOrd="0" presId="urn:microsoft.com/office/officeart/2005/8/layout/hierarchy2"/>
    <dgm:cxn modelId="{D697F99E-8E11-4CFA-B58E-29FA3F923C73}" type="presParOf" srcId="{38140E04-0DE9-49DB-A21C-ED37DF75B8A2}" destId="{86460EC7-8BF5-4934-A3C5-90CE8C0ADFD2}" srcOrd="0" destOrd="0" presId="urn:microsoft.com/office/officeart/2005/8/layout/hierarchy2"/>
    <dgm:cxn modelId="{66E5BE6B-FD68-4CAE-826D-E380CDA76BF2}" type="presParOf" srcId="{DAFFC916-EF5F-4FFD-A3D8-B0318C3E9886}" destId="{358A5F20-D711-49BF-99CC-FAABA94A94F8}" srcOrd="1" destOrd="0" presId="urn:microsoft.com/office/officeart/2005/8/layout/hierarchy2"/>
    <dgm:cxn modelId="{0D3CFAC0-88E3-4CC9-8834-BDA82C5ABEB7}" type="presParOf" srcId="{358A5F20-D711-49BF-99CC-FAABA94A94F8}" destId="{528D665C-A5C8-4836-AAE8-630D84FD8B66}" srcOrd="0" destOrd="0" presId="urn:microsoft.com/office/officeart/2005/8/layout/hierarchy2"/>
    <dgm:cxn modelId="{63D218DE-E749-46F7-B0F6-AAFA775B79A2}" type="presParOf" srcId="{358A5F20-D711-49BF-99CC-FAABA94A94F8}" destId="{4555C013-642A-4D8E-9C4D-8FE3D070D78C}" srcOrd="1" destOrd="0" presId="urn:microsoft.com/office/officeart/2005/8/layout/hierarchy2"/>
    <dgm:cxn modelId="{A6D7D411-306A-4AE4-881F-57C1969F2707}" type="presParOf" srcId="{06E4912B-AE93-42AD-94F1-E13C4F586D69}" destId="{A5BB6121-6F1E-4A7A-AFF3-B67469268D4A}" srcOrd="2" destOrd="0" presId="urn:microsoft.com/office/officeart/2005/8/layout/hierarchy2"/>
    <dgm:cxn modelId="{501BA9E3-4A53-4FF5-A781-20B473CFF33E}" type="presParOf" srcId="{A5BB6121-6F1E-4A7A-AFF3-B67469268D4A}" destId="{00CBE035-F71E-49DF-814E-6CA839AE14AA}" srcOrd="0" destOrd="0" presId="urn:microsoft.com/office/officeart/2005/8/layout/hierarchy2"/>
    <dgm:cxn modelId="{AFB1C2B0-5F64-40AD-A6C4-E6710E03AA61}" type="presParOf" srcId="{06E4912B-AE93-42AD-94F1-E13C4F586D69}" destId="{C4FEA435-6C46-4F4B-BF1E-29FFF5FC3043}" srcOrd="3" destOrd="0" presId="urn:microsoft.com/office/officeart/2005/8/layout/hierarchy2"/>
    <dgm:cxn modelId="{511D13C7-E136-477D-AAC6-CDD0745722B1}" type="presParOf" srcId="{C4FEA435-6C46-4F4B-BF1E-29FFF5FC3043}" destId="{872CD98C-B9D6-44CD-946D-EEB93BD1D26C}" srcOrd="0" destOrd="0" presId="urn:microsoft.com/office/officeart/2005/8/layout/hierarchy2"/>
    <dgm:cxn modelId="{DF1A1B98-B5BB-4FBB-88DD-BB55A56F3E49}" type="presParOf" srcId="{C4FEA435-6C46-4F4B-BF1E-29FFF5FC3043}" destId="{175F8AC4-3077-465B-9C2E-285AFC1249A5}" srcOrd="1" destOrd="0" presId="urn:microsoft.com/office/officeart/2005/8/layout/hierarchy2"/>
    <dgm:cxn modelId="{6765AEDD-0A43-405C-8ABA-19051D1FB561}" type="presParOf" srcId="{175F8AC4-3077-465B-9C2E-285AFC1249A5}" destId="{0135C7E5-D72B-4E02-A6D5-956CB7206CBE}" srcOrd="0" destOrd="0" presId="urn:microsoft.com/office/officeart/2005/8/layout/hierarchy2"/>
    <dgm:cxn modelId="{DACC5220-77AD-4D9E-8DBB-BC9168710F2F}" type="presParOf" srcId="{0135C7E5-D72B-4E02-A6D5-956CB7206CBE}" destId="{9B63BB8C-4BE4-407E-B827-10819DCD1A86}" srcOrd="0" destOrd="0" presId="urn:microsoft.com/office/officeart/2005/8/layout/hierarchy2"/>
    <dgm:cxn modelId="{4FF2FDD6-048E-4EFD-8CFA-F7779079E98E}" type="presParOf" srcId="{175F8AC4-3077-465B-9C2E-285AFC1249A5}" destId="{FAF2BA02-CCFF-4117-9CF9-C755EDB18639}" srcOrd="1" destOrd="0" presId="urn:microsoft.com/office/officeart/2005/8/layout/hierarchy2"/>
    <dgm:cxn modelId="{DE943E7B-4D19-4652-9694-8F3E5292FAE5}" type="presParOf" srcId="{FAF2BA02-CCFF-4117-9CF9-C755EDB18639}" destId="{748EBD9C-D0FE-4841-B9C9-11626E671A28}" srcOrd="0" destOrd="0" presId="urn:microsoft.com/office/officeart/2005/8/layout/hierarchy2"/>
    <dgm:cxn modelId="{BC695ED0-E209-4778-B51D-E0E2BC2E7592}" type="presParOf" srcId="{FAF2BA02-CCFF-4117-9CF9-C755EDB18639}" destId="{CA820C25-F811-4CC0-A9D6-A0878322E009}"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FBEBC-E800-4D3E-8DD1-9FE68B2C15D8}">
      <dsp:nvSpPr>
        <dsp:cNvPr id="0" name=""/>
        <dsp:cNvSpPr/>
      </dsp:nvSpPr>
      <dsp:spPr>
        <a:xfrm>
          <a:off x="0" y="539"/>
          <a:ext cx="10434577" cy="126324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CBD550-B6FB-4B96-95C2-49C55F79E8A2}">
      <dsp:nvSpPr>
        <dsp:cNvPr id="0" name=""/>
        <dsp:cNvSpPr/>
      </dsp:nvSpPr>
      <dsp:spPr>
        <a:xfrm>
          <a:off x="382132" y="284770"/>
          <a:ext cx="694786" cy="6947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3454BC-CFD2-411D-A5D4-B0773C7F62A4}">
      <dsp:nvSpPr>
        <dsp:cNvPr id="0" name=""/>
        <dsp:cNvSpPr/>
      </dsp:nvSpPr>
      <dsp:spPr>
        <a:xfrm>
          <a:off x="1459051" y="539"/>
          <a:ext cx="4695559" cy="1263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694" tIns="133694" rIns="133694" bIns="133694" numCol="1" spcCol="1270" anchor="ctr" anchorCtr="0">
          <a:noAutofit/>
        </a:bodyPr>
        <a:lstStyle/>
        <a:p>
          <a:pPr marL="0" lvl="0" indent="0" algn="l" defTabSz="1111250">
            <a:lnSpc>
              <a:spcPct val="90000"/>
            </a:lnSpc>
            <a:spcBef>
              <a:spcPct val="0"/>
            </a:spcBef>
            <a:spcAft>
              <a:spcPct val="35000"/>
            </a:spcAft>
            <a:buNone/>
          </a:pPr>
          <a:r>
            <a:rPr lang="en-US" sz="2500" kern="1200"/>
            <a:t>•Prior studies on impact of broadband on housing prices</a:t>
          </a:r>
        </a:p>
      </dsp:txBody>
      <dsp:txXfrm>
        <a:off x="1459051" y="539"/>
        <a:ext cx="4695559" cy="1263248"/>
      </dsp:txXfrm>
    </dsp:sp>
    <dsp:sp modelId="{BE207548-6596-49F3-AB28-3F5E10A802D0}">
      <dsp:nvSpPr>
        <dsp:cNvPr id="0" name=""/>
        <dsp:cNvSpPr/>
      </dsp:nvSpPr>
      <dsp:spPr>
        <a:xfrm>
          <a:off x="6154611" y="539"/>
          <a:ext cx="4279965" cy="1263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694" tIns="133694" rIns="133694" bIns="133694" numCol="1" spcCol="1270" anchor="ctr" anchorCtr="0">
          <a:noAutofit/>
        </a:bodyPr>
        <a:lstStyle/>
        <a:p>
          <a:pPr marL="0" lvl="0" indent="0" algn="l" defTabSz="711200">
            <a:lnSpc>
              <a:spcPct val="90000"/>
            </a:lnSpc>
            <a:spcBef>
              <a:spcPct val="0"/>
            </a:spcBef>
            <a:spcAft>
              <a:spcPct val="35000"/>
            </a:spcAft>
            <a:buNone/>
          </a:pPr>
          <a:r>
            <a:rPr lang="en-US" sz="1600" kern="1200"/>
            <a:t>• Molnar et al., 2019</a:t>
          </a:r>
        </a:p>
        <a:p>
          <a:pPr marL="0" lvl="0" indent="0" algn="l" defTabSz="711200">
            <a:lnSpc>
              <a:spcPct val="90000"/>
            </a:lnSpc>
            <a:spcBef>
              <a:spcPct val="0"/>
            </a:spcBef>
            <a:spcAft>
              <a:spcPct val="35000"/>
            </a:spcAft>
            <a:buNone/>
          </a:pPr>
          <a:r>
            <a:rPr lang="en-US" sz="1600" kern="1200"/>
            <a:t>• Conley &amp; Whitacre, 2020</a:t>
          </a:r>
        </a:p>
      </dsp:txBody>
      <dsp:txXfrm>
        <a:off x="6154611" y="539"/>
        <a:ext cx="4279965" cy="1263248"/>
      </dsp:txXfrm>
    </dsp:sp>
    <dsp:sp modelId="{EF09665D-9DAA-4281-8C1F-7D85539E51D0}">
      <dsp:nvSpPr>
        <dsp:cNvPr id="0" name=""/>
        <dsp:cNvSpPr/>
      </dsp:nvSpPr>
      <dsp:spPr>
        <a:xfrm>
          <a:off x="0" y="1579600"/>
          <a:ext cx="10434577" cy="126324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D243EF-AD61-414D-A299-E062AA438BA5}">
      <dsp:nvSpPr>
        <dsp:cNvPr id="0" name=""/>
        <dsp:cNvSpPr/>
      </dsp:nvSpPr>
      <dsp:spPr>
        <a:xfrm>
          <a:off x="382132" y="1863831"/>
          <a:ext cx="694786" cy="6947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713014-1679-46F4-B8BC-429BECF7D183}">
      <dsp:nvSpPr>
        <dsp:cNvPr id="0" name=""/>
        <dsp:cNvSpPr/>
      </dsp:nvSpPr>
      <dsp:spPr>
        <a:xfrm>
          <a:off x="1459051" y="1579600"/>
          <a:ext cx="4695559" cy="1263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694" tIns="133694" rIns="133694" bIns="133694" numCol="1" spcCol="1270" anchor="ctr" anchorCtr="0">
          <a:noAutofit/>
        </a:bodyPr>
        <a:lstStyle/>
        <a:p>
          <a:pPr marL="0" lvl="0" indent="0" algn="l" defTabSz="1111250">
            <a:lnSpc>
              <a:spcPct val="90000"/>
            </a:lnSpc>
            <a:spcBef>
              <a:spcPct val="0"/>
            </a:spcBef>
            <a:spcAft>
              <a:spcPct val="35000"/>
            </a:spcAft>
            <a:buNone/>
          </a:pPr>
          <a:r>
            <a:rPr lang="en-US" sz="2500" kern="1200"/>
            <a:t>•Prior studies implementing Spatial Discontinuity Design</a:t>
          </a:r>
        </a:p>
      </dsp:txBody>
      <dsp:txXfrm>
        <a:off x="1459051" y="1579600"/>
        <a:ext cx="4695559" cy="1263248"/>
      </dsp:txXfrm>
    </dsp:sp>
    <dsp:sp modelId="{A478E9E9-5337-41F8-9177-056D0A8DCFFE}">
      <dsp:nvSpPr>
        <dsp:cNvPr id="0" name=""/>
        <dsp:cNvSpPr/>
      </dsp:nvSpPr>
      <dsp:spPr>
        <a:xfrm>
          <a:off x="6154611" y="1579600"/>
          <a:ext cx="4279965" cy="1263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694" tIns="133694" rIns="133694" bIns="133694" numCol="1" spcCol="1270" anchor="ctr" anchorCtr="0">
          <a:noAutofit/>
        </a:bodyPr>
        <a:lstStyle/>
        <a:p>
          <a:pPr marL="0" lvl="0" indent="0" algn="l" defTabSz="711200">
            <a:lnSpc>
              <a:spcPct val="90000"/>
            </a:lnSpc>
            <a:spcBef>
              <a:spcPct val="0"/>
            </a:spcBef>
            <a:spcAft>
              <a:spcPct val="35000"/>
            </a:spcAft>
            <a:buNone/>
          </a:pPr>
          <a:r>
            <a:rPr lang="en-US" sz="1600" kern="1200"/>
            <a:t>•The Effect of Seismic Hazard Risk Information on Property Prices (Hidano et al., 2015)</a:t>
          </a:r>
        </a:p>
        <a:p>
          <a:pPr marL="0" lvl="0" indent="0" algn="l" defTabSz="711200">
            <a:lnSpc>
              <a:spcPct val="90000"/>
            </a:lnSpc>
            <a:spcBef>
              <a:spcPct val="0"/>
            </a:spcBef>
            <a:spcAft>
              <a:spcPct val="35000"/>
            </a:spcAft>
            <a:buNone/>
          </a:pPr>
          <a:r>
            <a:rPr lang="en-US" sz="1600" kern="1200"/>
            <a:t>•Geographic Boundaries as Regression Discontinuities (Keele &amp; Titiunik, 2015) </a:t>
          </a:r>
        </a:p>
      </dsp:txBody>
      <dsp:txXfrm>
        <a:off x="6154611" y="1579600"/>
        <a:ext cx="4279965" cy="1263248"/>
      </dsp:txXfrm>
    </dsp:sp>
    <dsp:sp modelId="{64875123-D313-4D36-B213-004C17939392}">
      <dsp:nvSpPr>
        <dsp:cNvPr id="0" name=""/>
        <dsp:cNvSpPr/>
      </dsp:nvSpPr>
      <dsp:spPr>
        <a:xfrm>
          <a:off x="0" y="3158660"/>
          <a:ext cx="10434577" cy="126324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0EC20E-0F56-4548-B7AE-B2A3EA502D98}">
      <dsp:nvSpPr>
        <dsp:cNvPr id="0" name=""/>
        <dsp:cNvSpPr/>
      </dsp:nvSpPr>
      <dsp:spPr>
        <a:xfrm>
          <a:off x="382132" y="3442891"/>
          <a:ext cx="694786" cy="6947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05E3DF-585F-457F-A120-586FED5B8D09}">
      <dsp:nvSpPr>
        <dsp:cNvPr id="0" name=""/>
        <dsp:cNvSpPr/>
      </dsp:nvSpPr>
      <dsp:spPr>
        <a:xfrm>
          <a:off x="1459051" y="3158660"/>
          <a:ext cx="4695559" cy="1263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694" tIns="133694" rIns="133694" bIns="133694" numCol="1" spcCol="1270" anchor="ctr" anchorCtr="0">
          <a:noAutofit/>
        </a:bodyPr>
        <a:lstStyle/>
        <a:p>
          <a:pPr marL="0" lvl="0" indent="0" algn="l" defTabSz="1111250">
            <a:lnSpc>
              <a:spcPct val="90000"/>
            </a:lnSpc>
            <a:spcBef>
              <a:spcPct val="0"/>
            </a:spcBef>
            <a:spcAft>
              <a:spcPct val="35000"/>
            </a:spcAft>
            <a:buNone/>
          </a:pPr>
          <a:r>
            <a:rPr lang="en-US" sz="2500" kern="1200"/>
            <a:t>•Bayesian Wombling</a:t>
          </a:r>
        </a:p>
      </dsp:txBody>
      <dsp:txXfrm>
        <a:off x="1459051" y="3158660"/>
        <a:ext cx="4695559" cy="1263248"/>
      </dsp:txXfrm>
    </dsp:sp>
    <dsp:sp modelId="{B51CE4F8-A5F4-4EB3-A643-A6A6F7929E99}">
      <dsp:nvSpPr>
        <dsp:cNvPr id="0" name=""/>
        <dsp:cNvSpPr/>
      </dsp:nvSpPr>
      <dsp:spPr>
        <a:xfrm>
          <a:off x="6154611" y="3158660"/>
          <a:ext cx="4279965" cy="1263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694" tIns="133694" rIns="133694" bIns="133694" numCol="1" spcCol="1270" anchor="ctr" anchorCtr="0">
          <a:noAutofit/>
        </a:bodyPr>
        <a:lstStyle/>
        <a:p>
          <a:pPr marL="0" lvl="0" indent="0" algn="l" defTabSz="711200">
            <a:lnSpc>
              <a:spcPct val="90000"/>
            </a:lnSpc>
            <a:spcBef>
              <a:spcPct val="0"/>
            </a:spcBef>
            <a:spcAft>
              <a:spcPct val="35000"/>
            </a:spcAft>
            <a:buNone/>
          </a:pPr>
          <a:r>
            <a:rPr lang="en-US" sz="1600" kern="1200"/>
            <a:t>• Banerjee &amp; Gelfand, 2012 </a:t>
          </a:r>
        </a:p>
      </dsp:txBody>
      <dsp:txXfrm>
        <a:off x="6154611" y="3158660"/>
        <a:ext cx="4279965" cy="12632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0B34E0-9B9D-4C61-B24F-A5F7E6329043}">
      <dsp:nvSpPr>
        <dsp:cNvPr id="0" name=""/>
        <dsp:cNvSpPr/>
      </dsp:nvSpPr>
      <dsp:spPr>
        <a:xfrm>
          <a:off x="6493793" y="1502157"/>
          <a:ext cx="1545497" cy="772748"/>
        </a:xfrm>
        <a:prstGeom prst="roundRect">
          <a:avLst>
            <a:gd name="adj" fmla="val 10000"/>
          </a:avLst>
        </a:prstGeom>
        <a:solidFill>
          <a:schemeClr val="accent2">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kern="1200">
              <a:latin typeface="Calibri Light" panose="020F0302020204030204"/>
            </a:rPr>
            <a:t>Model</a:t>
          </a:r>
        </a:p>
      </dsp:txBody>
      <dsp:txXfrm>
        <a:off x="6516426" y="1524790"/>
        <a:ext cx="1500231" cy="727482"/>
      </dsp:txXfrm>
    </dsp:sp>
    <dsp:sp modelId="{B3C3F126-6DF0-4E7C-BC52-1F375DE2EF90}">
      <dsp:nvSpPr>
        <dsp:cNvPr id="0" name=""/>
        <dsp:cNvSpPr/>
      </dsp:nvSpPr>
      <dsp:spPr>
        <a:xfrm rot="10800000">
          <a:off x="5875594" y="1870118"/>
          <a:ext cx="618199" cy="36826"/>
        </a:xfrm>
        <a:custGeom>
          <a:avLst/>
          <a:gdLst/>
          <a:ahLst/>
          <a:cxnLst/>
          <a:rect l="0" t="0" r="0" b="0"/>
          <a:pathLst>
            <a:path>
              <a:moveTo>
                <a:pt x="0" y="18413"/>
              </a:moveTo>
              <a:lnTo>
                <a:pt x="618199" y="18413"/>
              </a:lnTo>
            </a:path>
          </a:pathLst>
        </a:custGeom>
        <a:noFill/>
        <a:ln w="1270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6169239" y="1873077"/>
        <a:ext cx="30909" cy="30909"/>
      </dsp:txXfrm>
    </dsp:sp>
    <dsp:sp modelId="{1817BA35-878C-4C6C-AC9C-45C0684D2F05}">
      <dsp:nvSpPr>
        <dsp:cNvPr id="0" name=""/>
        <dsp:cNvSpPr/>
      </dsp:nvSpPr>
      <dsp:spPr>
        <a:xfrm>
          <a:off x="4330096" y="1502157"/>
          <a:ext cx="1545497" cy="772748"/>
        </a:xfrm>
        <a:prstGeom prst="roundRect">
          <a:avLst>
            <a:gd name="adj" fmla="val 10000"/>
          </a:avLst>
        </a:prstGeom>
        <a:solidFill>
          <a:schemeClr val="accent2">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kern="1200">
              <a:latin typeface="Calibri Light" panose="020F0302020204030204"/>
            </a:rPr>
            <a:t>Model Variables</a:t>
          </a:r>
        </a:p>
      </dsp:txBody>
      <dsp:txXfrm>
        <a:off x="4352729" y="1524790"/>
        <a:ext cx="1500231" cy="727482"/>
      </dsp:txXfrm>
    </dsp:sp>
    <dsp:sp modelId="{BE004193-A4E8-4205-9232-7469510BE3E0}">
      <dsp:nvSpPr>
        <dsp:cNvPr id="0" name=""/>
        <dsp:cNvSpPr/>
      </dsp:nvSpPr>
      <dsp:spPr>
        <a:xfrm rot="10800000">
          <a:off x="3711897" y="1870118"/>
          <a:ext cx="618199" cy="36826"/>
        </a:xfrm>
        <a:custGeom>
          <a:avLst/>
          <a:gdLst/>
          <a:ahLst/>
          <a:cxnLst/>
          <a:rect l="0" t="0" r="0" b="0"/>
          <a:pathLst>
            <a:path>
              <a:moveTo>
                <a:pt x="0" y="18413"/>
              </a:moveTo>
              <a:lnTo>
                <a:pt x="618199" y="18413"/>
              </a:lnTo>
            </a:path>
          </a:pathLst>
        </a:custGeom>
        <a:noFill/>
        <a:ln w="12700" cap="flat" cmpd="sng" algn="ctr">
          <a:solidFill>
            <a:schemeClr val="accent2">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4005542" y="1873077"/>
        <a:ext cx="30909" cy="30909"/>
      </dsp:txXfrm>
    </dsp:sp>
    <dsp:sp modelId="{30A8C7C5-EBA9-44CA-BD49-14E94450DC30}">
      <dsp:nvSpPr>
        <dsp:cNvPr id="0" name=""/>
        <dsp:cNvSpPr/>
      </dsp:nvSpPr>
      <dsp:spPr>
        <a:xfrm>
          <a:off x="2166399" y="1502157"/>
          <a:ext cx="1545497" cy="772748"/>
        </a:xfrm>
        <a:prstGeom prst="roundRect">
          <a:avLst>
            <a:gd name="adj" fmla="val 10000"/>
          </a:avLst>
        </a:prstGeom>
        <a:solidFill>
          <a:schemeClr val="accent2">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kern="1200">
              <a:latin typeface="Calibri Light" panose="020F0302020204030204"/>
            </a:rPr>
            <a:t>Data </a:t>
          </a:r>
        </a:p>
      </dsp:txBody>
      <dsp:txXfrm>
        <a:off x="2189032" y="1524790"/>
        <a:ext cx="1500231" cy="727482"/>
      </dsp:txXfrm>
    </dsp:sp>
    <dsp:sp modelId="{05156E26-E290-41EF-8DA6-7598128A66A3}">
      <dsp:nvSpPr>
        <dsp:cNvPr id="0" name=""/>
        <dsp:cNvSpPr/>
      </dsp:nvSpPr>
      <dsp:spPr>
        <a:xfrm rot="10800000">
          <a:off x="1548200" y="1870118"/>
          <a:ext cx="618199" cy="36826"/>
        </a:xfrm>
        <a:custGeom>
          <a:avLst/>
          <a:gdLst/>
          <a:ahLst/>
          <a:cxnLst/>
          <a:rect l="0" t="0" r="0" b="0"/>
          <a:pathLst>
            <a:path>
              <a:moveTo>
                <a:pt x="0" y="18413"/>
              </a:moveTo>
              <a:lnTo>
                <a:pt x="618199" y="18413"/>
              </a:lnTo>
            </a:path>
          </a:pathLst>
        </a:custGeom>
        <a:noFill/>
        <a:ln w="12700" cap="flat" cmpd="sng" algn="ctr">
          <a:solidFill>
            <a:schemeClr val="accent2">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841845" y="1873077"/>
        <a:ext cx="30909" cy="30909"/>
      </dsp:txXfrm>
    </dsp:sp>
    <dsp:sp modelId="{84E04B1C-B2BD-46A4-8D5C-CEC286EE51D0}">
      <dsp:nvSpPr>
        <dsp:cNvPr id="0" name=""/>
        <dsp:cNvSpPr/>
      </dsp:nvSpPr>
      <dsp:spPr>
        <a:xfrm>
          <a:off x="2702" y="1502157"/>
          <a:ext cx="1545497" cy="772748"/>
        </a:xfrm>
        <a:prstGeom prst="roundRect">
          <a:avLst>
            <a:gd name="adj" fmla="val 10000"/>
          </a:avLst>
        </a:prstGeom>
        <a:solidFill>
          <a:schemeClr val="accent2">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kern="1200">
              <a:latin typeface="Calibri Light" panose="020F0302020204030204"/>
            </a:rPr>
            <a:t>Data Source</a:t>
          </a:r>
          <a:endParaRPr lang="en-US" sz="2400" kern="1200"/>
        </a:p>
      </dsp:txBody>
      <dsp:txXfrm>
        <a:off x="25335" y="1524790"/>
        <a:ext cx="1500231" cy="7274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4B123E-DA56-4FB3-A27C-E0A3BFD12164}">
      <dsp:nvSpPr>
        <dsp:cNvPr id="0" name=""/>
        <dsp:cNvSpPr/>
      </dsp:nvSpPr>
      <dsp:spPr>
        <a:xfrm>
          <a:off x="6493983" y="1235158"/>
          <a:ext cx="1545272" cy="772636"/>
        </a:xfrm>
        <a:prstGeom prst="roundRect">
          <a:avLst>
            <a:gd name="adj" fmla="val 10000"/>
          </a:avLst>
        </a:prstGeom>
        <a:solidFill>
          <a:schemeClr val="accent1">
            <a:shade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a:latin typeface="Calibri Light" panose="020F0302020204030204"/>
            </a:rPr>
            <a:t> Hedonic Regression Model of Property Prices</a:t>
          </a:r>
          <a:endParaRPr lang="en-US" sz="1600" kern="1200"/>
        </a:p>
      </dsp:txBody>
      <dsp:txXfrm>
        <a:off x="6516613" y="1257788"/>
        <a:ext cx="1500012" cy="727376"/>
      </dsp:txXfrm>
    </dsp:sp>
    <dsp:sp modelId="{A85B5B02-0621-4D65-96A6-F8B61DB99063}">
      <dsp:nvSpPr>
        <dsp:cNvPr id="0" name=""/>
        <dsp:cNvSpPr/>
      </dsp:nvSpPr>
      <dsp:spPr>
        <a:xfrm rot="12942401">
          <a:off x="5804326" y="1382512"/>
          <a:ext cx="761203" cy="33662"/>
        </a:xfrm>
        <a:custGeom>
          <a:avLst/>
          <a:gdLst/>
          <a:ahLst/>
          <a:cxnLst/>
          <a:rect l="0" t="0" r="0" b="0"/>
          <a:pathLst>
            <a:path>
              <a:moveTo>
                <a:pt x="0" y="16831"/>
              </a:moveTo>
              <a:lnTo>
                <a:pt x="761203" y="16831"/>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6165898" y="1380313"/>
        <a:ext cx="38060" cy="38060"/>
      </dsp:txXfrm>
    </dsp:sp>
    <dsp:sp modelId="{06351AC9-741F-4B36-9A4D-A9FC1C2E2838}">
      <dsp:nvSpPr>
        <dsp:cNvPr id="0" name=""/>
        <dsp:cNvSpPr/>
      </dsp:nvSpPr>
      <dsp:spPr>
        <a:xfrm>
          <a:off x="4330601" y="790892"/>
          <a:ext cx="1545272" cy="772636"/>
        </a:xfrm>
        <a:prstGeom prst="roundRect">
          <a:avLst>
            <a:gd name="adj" fmla="val 10000"/>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a:latin typeface="Calibri Light" panose="020F0302020204030204"/>
            </a:rPr>
            <a:t>Property Sale Value</a:t>
          </a:r>
          <a:endParaRPr lang="en-US" sz="1600" kern="1200"/>
        </a:p>
      </dsp:txBody>
      <dsp:txXfrm>
        <a:off x="4353231" y="813522"/>
        <a:ext cx="1500012" cy="727376"/>
      </dsp:txXfrm>
    </dsp:sp>
    <dsp:sp modelId="{5EEA2FEE-87E6-48BC-B1FE-2374A75244C2}">
      <dsp:nvSpPr>
        <dsp:cNvPr id="0" name=""/>
        <dsp:cNvSpPr/>
      </dsp:nvSpPr>
      <dsp:spPr>
        <a:xfrm rot="8657599">
          <a:off x="5804326" y="1826778"/>
          <a:ext cx="761203" cy="33662"/>
        </a:xfrm>
        <a:custGeom>
          <a:avLst/>
          <a:gdLst/>
          <a:ahLst/>
          <a:cxnLst/>
          <a:rect l="0" t="0" r="0" b="0"/>
          <a:pathLst>
            <a:path>
              <a:moveTo>
                <a:pt x="0" y="16831"/>
              </a:moveTo>
              <a:lnTo>
                <a:pt x="761203" y="16831"/>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6165898" y="1824579"/>
        <a:ext cx="38060" cy="38060"/>
      </dsp:txXfrm>
    </dsp:sp>
    <dsp:sp modelId="{98B43A16-C56A-4224-A66E-4E5F96E16600}">
      <dsp:nvSpPr>
        <dsp:cNvPr id="0" name=""/>
        <dsp:cNvSpPr/>
      </dsp:nvSpPr>
      <dsp:spPr>
        <a:xfrm>
          <a:off x="4330601" y="1679424"/>
          <a:ext cx="1545272" cy="772636"/>
        </a:xfrm>
        <a:prstGeom prst="roundRect">
          <a:avLst>
            <a:gd name="adj" fmla="val 10000"/>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a:latin typeface="Calibri Light" panose="020F0302020204030204"/>
            </a:rPr>
            <a:t>Covariate</a:t>
          </a:r>
          <a:endParaRPr lang="en-US" sz="1600" kern="1200"/>
        </a:p>
      </dsp:txBody>
      <dsp:txXfrm>
        <a:off x="4353231" y="1702054"/>
        <a:ext cx="1500012" cy="727376"/>
      </dsp:txXfrm>
    </dsp:sp>
    <dsp:sp modelId="{236C4B9D-71B0-4132-998D-37EF293F680E}">
      <dsp:nvSpPr>
        <dsp:cNvPr id="0" name=""/>
        <dsp:cNvSpPr/>
      </dsp:nvSpPr>
      <dsp:spPr>
        <a:xfrm rot="14110531">
          <a:off x="3480357" y="1604645"/>
          <a:ext cx="1082380" cy="33662"/>
        </a:xfrm>
        <a:custGeom>
          <a:avLst/>
          <a:gdLst/>
          <a:ahLst/>
          <a:cxnLst/>
          <a:rect l="0" t="0" r="0" b="0"/>
          <a:pathLst>
            <a:path>
              <a:moveTo>
                <a:pt x="0" y="16831"/>
              </a:moveTo>
              <a:lnTo>
                <a:pt x="1082380" y="16831"/>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994487" y="1594417"/>
        <a:ext cx="54119" cy="54119"/>
      </dsp:txXfrm>
    </dsp:sp>
    <dsp:sp modelId="{0506FC62-FD7F-4711-B437-FB04E5053DFB}">
      <dsp:nvSpPr>
        <dsp:cNvPr id="0" name=""/>
        <dsp:cNvSpPr/>
      </dsp:nvSpPr>
      <dsp:spPr>
        <a:xfrm>
          <a:off x="2167220" y="790892"/>
          <a:ext cx="1545272" cy="772636"/>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a:latin typeface="Calibri Light" panose="020F0302020204030204"/>
            </a:rPr>
            <a:t>Housing characteristics</a:t>
          </a:r>
        </a:p>
      </dsp:txBody>
      <dsp:txXfrm>
        <a:off x="2189850" y="813522"/>
        <a:ext cx="1500012" cy="727376"/>
      </dsp:txXfrm>
    </dsp:sp>
    <dsp:sp modelId="{38140E04-0DE9-49DB-A21C-ED37DF75B8A2}">
      <dsp:nvSpPr>
        <dsp:cNvPr id="0" name=""/>
        <dsp:cNvSpPr/>
      </dsp:nvSpPr>
      <dsp:spPr>
        <a:xfrm rot="10800000">
          <a:off x="1549111" y="1160379"/>
          <a:ext cx="618108" cy="33662"/>
        </a:xfrm>
        <a:custGeom>
          <a:avLst/>
          <a:gdLst/>
          <a:ahLst/>
          <a:cxnLst/>
          <a:rect l="0" t="0" r="0" b="0"/>
          <a:pathLst>
            <a:path>
              <a:moveTo>
                <a:pt x="0" y="16831"/>
              </a:moveTo>
              <a:lnTo>
                <a:pt x="618108" y="16831"/>
              </a:lnTo>
            </a:path>
          </a:pathLst>
        </a:custGeom>
        <a:no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842713" y="1161758"/>
        <a:ext cx="30905" cy="30905"/>
      </dsp:txXfrm>
    </dsp:sp>
    <dsp:sp modelId="{528D665C-A5C8-4836-AAE8-630D84FD8B66}">
      <dsp:nvSpPr>
        <dsp:cNvPr id="0" name=""/>
        <dsp:cNvSpPr/>
      </dsp:nvSpPr>
      <dsp:spPr>
        <a:xfrm>
          <a:off x="3839" y="790892"/>
          <a:ext cx="1545272" cy="772636"/>
        </a:xfrm>
        <a:prstGeom prst="roundRect">
          <a:avLst>
            <a:gd name="adj" fmla="val 10000"/>
          </a:avLst>
        </a:prstGeom>
        <a:solidFill>
          <a:schemeClr val="accent1">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latin typeface="Calibri Light" panose="020F0302020204030204"/>
            </a:rPr>
            <a:t>CoreLogic</a:t>
          </a:r>
        </a:p>
      </dsp:txBody>
      <dsp:txXfrm>
        <a:off x="26469" y="813522"/>
        <a:ext cx="1500012" cy="727376"/>
      </dsp:txXfrm>
    </dsp:sp>
    <dsp:sp modelId="{DAA3CFC9-3032-45DC-AC2C-0CB387093AA0}">
      <dsp:nvSpPr>
        <dsp:cNvPr id="0" name=""/>
        <dsp:cNvSpPr/>
      </dsp:nvSpPr>
      <dsp:spPr>
        <a:xfrm rot="10800000">
          <a:off x="3712493" y="2048911"/>
          <a:ext cx="618108" cy="33662"/>
        </a:xfrm>
        <a:custGeom>
          <a:avLst/>
          <a:gdLst/>
          <a:ahLst/>
          <a:cxnLst/>
          <a:rect l="0" t="0" r="0" b="0"/>
          <a:pathLst>
            <a:path>
              <a:moveTo>
                <a:pt x="0" y="16831"/>
              </a:moveTo>
              <a:lnTo>
                <a:pt x="618108" y="16831"/>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4006094" y="2050289"/>
        <a:ext cx="30905" cy="30905"/>
      </dsp:txXfrm>
    </dsp:sp>
    <dsp:sp modelId="{38F497CE-B46C-41ED-A7D4-791538690964}">
      <dsp:nvSpPr>
        <dsp:cNvPr id="0" name=""/>
        <dsp:cNvSpPr/>
      </dsp:nvSpPr>
      <dsp:spPr>
        <a:xfrm>
          <a:off x="2167220" y="1679424"/>
          <a:ext cx="1545272" cy="772636"/>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a:latin typeface="Calibri Light" panose="020F0302020204030204"/>
            </a:rPr>
            <a:t>Project characteristics</a:t>
          </a:r>
        </a:p>
      </dsp:txBody>
      <dsp:txXfrm>
        <a:off x="2189850" y="1702054"/>
        <a:ext cx="1500012" cy="727376"/>
      </dsp:txXfrm>
    </dsp:sp>
    <dsp:sp modelId="{CC31FA1F-9C17-4A51-8101-BC2F7B4BBDCE}">
      <dsp:nvSpPr>
        <dsp:cNvPr id="0" name=""/>
        <dsp:cNvSpPr/>
      </dsp:nvSpPr>
      <dsp:spPr>
        <a:xfrm rot="10800000">
          <a:off x="1549111" y="2048911"/>
          <a:ext cx="618108" cy="33662"/>
        </a:xfrm>
        <a:custGeom>
          <a:avLst/>
          <a:gdLst/>
          <a:ahLst/>
          <a:cxnLst/>
          <a:rect l="0" t="0" r="0" b="0"/>
          <a:pathLst>
            <a:path>
              <a:moveTo>
                <a:pt x="0" y="16831"/>
              </a:moveTo>
              <a:lnTo>
                <a:pt x="618108" y="16831"/>
              </a:lnTo>
            </a:path>
          </a:pathLst>
        </a:custGeom>
        <a:no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842713" y="2050289"/>
        <a:ext cx="30905" cy="30905"/>
      </dsp:txXfrm>
    </dsp:sp>
    <dsp:sp modelId="{CAD44B89-8CBB-42A4-A0D0-A0487848A249}">
      <dsp:nvSpPr>
        <dsp:cNvPr id="0" name=""/>
        <dsp:cNvSpPr/>
      </dsp:nvSpPr>
      <dsp:spPr>
        <a:xfrm>
          <a:off x="3839" y="1679424"/>
          <a:ext cx="1545272" cy="772636"/>
        </a:xfrm>
        <a:prstGeom prst="roundRect">
          <a:avLst>
            <a:gd name="adj" fmla="val 10000"/>
          </a:avLst>
        </a:prstGeom>
        <a:solidFill>
          <a:schemeClr val="accent1">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a:latin typeface="Calibri Light" panose="020F0302020204030204"/>
            </a:rPr>
            <a:t>RUS Program Shape Files</a:t>
          </a:r>
        </a:p>
      </dsp:txBody>
      <dsp:txXfrm>
        <a:off x="26469" y="1702054"/>
        <a:ext cx="1500012" cy="727376"/>
      </dsp:txXfrm>
    </dsp:sp>
    <dsp:sp modelId="{A8207B6B-378A-4BC1-BF8B-D39A92989CB6}">
      <dsp:nvSpPr>
        <dsp:cNvPr id="0" name=""/>
        <dsp:cNvSpPr/>
      </dsp:nvSpPr>
      <dsp:spPr>
        <a:xfrm rot="7489469">
          <a:off x="3480357" y="2493177"/>
          <a:ext cx="1082380" cy="33662"/>
        </a:xfrm>
        <a:custGeom>
          <a:avLst/>
          <a:gdLst/>
          <a:ahLst/>
          <a:cxnLst/>
          <a:rect l="0" t="0" r="0" b="0"/>
          <a:pathLst>
            <a:path>
              <a:moveTo>
                <a:pt x="0" y="16831"/>
              </a:moveTo>
              <a:lnTo>
                <a:pt x="1082380" y="16831"/>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994487" y="2482948"/>
        <a:ext cx="54119" cy="54119"/>
      </dsp:txXfrm>
    </dsp:sp>
    <dsp:sp modelId="{1FC1F6FA-0290-4CC5-9C35-11033693F8E3}">
      <dsp:nvSpPr>
        <dsp:cNvPr id="0" name=""/>
        <dsp:cNvSpPr/>
      </dsp:nvSpPr>
      <dsp:spPr>
        <a:xfrm>
          <a:off x="2167220" y="2567955"/>
          <a:ext cx="1545272" cy="772636"/>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latin typeface="Calibri Light" panose="020F0302020204030204"/>
            </a:rPr>
            <a:t>Socio-demographics</a:t>
          </a:r>
          <a:endParaRPr lang="en-US" sz="1600" kern="1200"/>
        </a:p>
      </dsp:txBody>
      <dsp:txXfrm>
        <a:off x="2189850" y="2590585"/>
        <a:ext cx="1500012" cy="727376"/>
      </dsp:txXfrm>
    </dsp:sp>
    <dsp:sp modelId="{29DE48B1-6C08-4A04-90C5-44FA8B668035}">
      <dsp:nvSpPr>
        <dsp:cNvPr id="0" name=""/>
        <dsp:cNvSpPr/>
      </dsp:nvSpPr>
      <dsp:spPr>
        <a:xfrm rot="10800000">
          <a:off x="1549111" y="2937442"/>
          <a:ext cx="618108" cy="33662"/>
        </a:xfrm>
        <a:custGeom>
          <a:avLst/>
          <a:gdLst/>
          <a:ahLst/>
          <a:cxnLst/>
          <a:rect l="0" t="0" r="0" b="0"/>
          <a:pathLst>
            <a:path>
              <a:moveTo>
                <a:pt x="0" y="16831"/>
              </a:moveTo>
              <a:lnTo>
                <a:pt x="618108" y="16831"/>
              </a:lnTo>
            </a:path>
          </a:pathLst>
        </a:custGeom>
        <a:no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842713" y="2938821"/>
        <a:ext cx="30905" cy="30905"/>
      </dsp:txXfrm>
    </dsp:sp>
    <dsp:sp modelId="{DA2EE999-4668-4C68-B643-501F5017633A}">
      <dsp:nvSpPr>
        <dsp:cNvPr id="0" name=""/>
        <dsp:cNvSpPr/>
      </dsp:nvSpPr>
      <dsp:spPr>
        <a:xfrm>
          <a:off x="3839" y="2567955"/>
          <a:ext cx="1545272" cy="772636"/>
        </a:xfrm>
        <a:prstGeom prst="roundRect">
          <a:avLst>
            <a:gd name="adj" fmla="val 10000"/>
          </a:avLst>
        </a:prstGeom>
        <a:solidFill>
          <a:schemeClr val="accent1">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a:latin typeface="Calibri Light" panose="020F0302020204030204"/>
            </a:rPr>
            <a:t>American Community Survey</a:t>
          </a:r>
        </a:p>
      </dsp:txBody>
      <dsp:txXfrm>
        <a:off x="26469" y="2590585"/>
        <a:ext cx="1500012" cy="72737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0B34E0-9B9D-4C61-B24F-A5F7E6329043}">
      <dsp:nvSpPr>
        <dsp:cNvPr id="0" name=""/>
        <dsp:cNvSpPr/>
      </dsp:nvSpPr>
      <dsp:spPr>
        <a:xfrm>
          <a:off x="6493793" y="1502157"/>
          <a:ext cx="1545497" cy="772748"/>
        </a:xfrm>
        <a:prstGeom prst="roundRect">
          <a:avLst>
            <a:gd name="adj" fmla="val 10000"/>
          </a:avLst>
        </a:prstGeom>
        <a:solidFill>
          <a:schemeClr val="accent2">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kern="1200">
              <a:latin typeface="Calibri Light" panose="020F0302020204030204"/>
            </a:rPr>
            <a:t>Model</a:t>
          </a:r>
        </a:p>
      </dsp:txBody>
      <dsp:txXfrm>
        <a:off x="6516426" y="1524790"/>
        <a:ext cx="1500231" cy="727482"/>
      </dsp:txXfrm>
    </dsp:sp>
    <dsp:sp modelId="{B3C3F126-6DF0-4E7C-BC52-1F375DE2EF90}">
      <dsp:nvSpPr>
        <dsp:cNvPr id="0" name=""/>
        <dsp:cNvSpPr/>
      </dsp:nvSpPr>
      <dsp:spPr>
        <a:xfrm rot="10800000">
          <a:off x="5875594" y="1870118"/>
          <a:ext cx="618199" cy="36826"/>
        </a:xfrm>
        <a:custGeom>
          <a:avLst/>
          <a:gdLst/>
          <a:ahLst/>
          <a:cxnLst/>
          <a:rect l="0" t="0" r="0" b="0"/>
          <a:pathLst>
            <a:path>
              <a:moveTo>
                <a:pt x="0" y="18413"/>
              </a:moveTo>
              <a:lnTo>
                <a:pt x="618199" y="18413"/>
              </a:lnTo>
            </a:path>
          </a:pathLst>
        </a:custGeom>
        <a:noFill/>
        <a:ln w="1270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6169239" y="1873077"/>
        <a:ext cx="30909" cy="30909"/>
      </dsp:txXfrm>
    </dsp:sp>
    <dsp:sp modelId="{1817BA35-878C-4C6C-AC9C-45C0684D2F05}">
      <dsp:nvSpPr>
        <dsp:cNvPr id="0" name=""/>
        <dsp:cNvSpPr/>
      </dsp:nvSpPr>
      <dsp:spPr>
        <a:xfrm>
          <a:off x="4330096" y="1502157"/>
          <a:ext cx="1545497" cy="772748"/>
        </a:xfrm>
        <a:prstGeom prst="roundRect">
          <a:avLst>
            <a:gd name="adj" fmla="val 10000"/>
          </a:avLst>
        </a:prstGeom>
        <a:solidFill>
          <a:schemeClr val="accent2">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kern="1200">
              <a:latin typeface="Calibri Light" panose="020F0302020204030204"/>
            </a:rPr>
            <a:t>Model Variables</a:t>
          </a:r>
        </a:p>
      </dsp:txBody>
      <dsp:txXfrm>
        <a:off x="4352729" y="1524790"/>
        <a:ext cx="1500231" cy="727482"/>
      </dsp:txXfrm>
    </dsp:sp>
    <dsp:sp modelId="{BE004193-A4E8-4205-9232-7469510BE3E0}">
      <dsp:nvSpPr>
        <dsp:cNvPr id="0" name=""/>
        <dsp:cNvSpPr/>
      </dsp:nvSpPr>
      <dsp:spPr>
        <a:xfrm rot="10800000">
          <a:off x="3711897" y="1870118"/>
          <a:ext cx="618199" cy="36826"/>
        </a:xfrm>
        <a:custGeom>
          <a:avLst/>
          <a:gdLst/>
          <a:ahLst/>
          <a:cxnLst/>
          <a:rect l="0" t="0" r="0" b="0"/>
          <a:pathLst>
            <a:path>
              <a:moveTo>
                <a:pt x="0" y="18413"/>
              </a:moveTo>
              <a:lnTo>
                <a:pt x="618199" y="18413"/>
              </a:lnTo>
            </a:path>
          </a:pathLst>
        </a:custGeom>
        <a:noFill/>
        <a:ln w="12700" cap="flat" cmpd="sng" algn="ctr">
          <a:solidFill>
            <a:schemeClr val="accent2">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4005542" y="1873077"/>
        <a:ext cx="30909" cy="30909"/>
      </dsp:txXfrm>
    </dsp:sp>
    <dsp:sp modelId="{30A8C7C5-EBA9-44CA-BD49-14E94450DC30}">
      <dsp:nvSpPr>
        <dsp:cNvPr id="0" name=""/>
        <dsp:cNvSpPr/>
      </dsp:nvSpPr>
      <dsp:spPr>
        <a:xfrm>
          <a:off x="2166399" y="1502157"/>
          <a:ext cx="1545497" cy="772748"/>
        </a:xfrm>
        <a:prstGeom prst="roundRect">
          <a:avLst>
            <a:gd name="adj" fmla="val 10000"/>
          </a:avLst>
        </a:prstGeom>
        <a:solidFill>
          <a:schemeClr val="accent2">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kern="1200">
              <a:latin typeface="Calibri Light" panose="020F0302020204030204"/>
            </a:rPr>
            <a:t>Data </a:t>
          </a:r>
        </a:p>
      </dsp:txBody>
      <dsp:txXfrm>
        <a:off x="2189032" y="1524790"/>
        <a:ext cx="1500231" cy="727482"/>
      </dsp:txXfrm>
    </dsp:sp>
    <dsp:sp modelId="{05156E26-E290-41EF-8DA6-7598128A66A3}">
      <dsp:nvSpPr>
        <dsp:cNvPr id="0" name=""/>
        <dsp:cNvSpPr/>
      </dsp:nvSpPr>
      <dsp:spPr>
        <a:xfrm rot="10800000">
          <a:off x="1548200" y="1870118"/>
          <a:ext cx="618199" cy="36826"/>
        </a:xfrm>
        <a:custGeom>
          <a:avLst/>
          <a:gdLst/>
          <a:ahLst/>
          <a:cxnLst/>
          <a:rect l="0" t="0" r="0" b="0"/>
          <a:pathLst>
            <a:path>
              <a:moveTo>
                <a:pt x="0" y="18413"/>
              </a:moveTo>
              <a:lnTo>
                <a:pt x="618199" y="18413"/>
              </a:lnTo>
            </a:path>
          </a:pathLst>
        </a:custGeom>
        <a:noFill/>
        <a:ln w="12700" cap="flat" cmpd="sng" algn="ctr">
          <a:solidFill>
            <a:schemeClr val="accent2">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841845" y="1873077"/>
        <a:ext cx="30909" cy="30909"/>
      </dsp:txXfrm>
    </dsp:sp>
    <dsp:sp modelId="{84E04B1C-B2BD-46A4-8D5C-CEC286EE51D0}">
      <dsp:nvSpPr>
        <dsp:cNvPr id="0" name=""/>
        <dsp:cNvSpPr/>
      </dsp:nvSpPr>
      <dsp:spPr>
        <a:xfrm>
          <a:off x="2702" y="1502157"/>
          <a:ext cx="1545497" cy="772748"/>
        </a:xfrm>
        <a:prstGeom prst="roundRect">
          <a:avLst>
            <a:gd name="adj" fmla="val 10000"/>
          </a:avLst>
        </a:prstGeom>
        <a:solidFill>
          <a:schemeClr val="accent2">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kern="1200">
              <a:latin typeface="Calibri Light" panose="020F0302020204030204"/>
            </a:rPr>
            <a:t>Data Source</a:t>
          </a:r>
          <a:endParaRPr lang="en-US" sz="2400" kern="1200"/>
        </a:p>
      </dsp:txBody>
      <dsp:txXfrm>
        <a:off x="25335" y="1524790"/>
        <a:ext cx="1500231" cy="72748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4B123E-DA56-4FB3-A27C-E0A3BFD12164}">
      <dsp:nvSpPr>
        <dsp:cNvPr id="0" name=""/>
        <dsp:cNvSpPr/>
      </dsp:nvSpPr>
      <dsp:spPr>
        <a:xfrm>
          <a:off x="6493983" y="1235158"/>
          <a:ext cx="1545272" cy="772636"/>
        </a:xfrm>
        <a:prstGeom prst="roundRect">
          <a:avLst>
            <a:gd name="adj" fmla="val 10000"/>
          </a:avLst>
        </a:prstGeom>
        <a:solidFill>
          <a:schemeClr val="accent1">
            <a:shade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a:latin typeface="Calibri Light" panose="020F0302020204030204"/>
            </a:rPr>
            <a:t> Hedonic Regression Model of Property Prices</a:t>
          </a:r>
          <a:endParaRPr lang="en-US" sz="1600" kern="1200"/>
        </a:p>
      </dsp:txBody>
      <dsp:txXfrm>
        <a:off x="6516613" y="1257788"/>
        <a:ext cx="1500012" cy="727376"/>
      </dsp:txXfrm>
    </dsp:sp>
    <dsp:sp modelId="{A85B5B02-0621-4D65-96A6-F8B61DB99063}">
      <dsp:nvSpPr>
        <dsp:cNvPr id="0" name=""/>
        <dsp:cNvSpPr/>
      </dsp:nvSpPr>
      <dsp:spPr>
        <a:xfrm rot="12942401">
          <a:off x="5804326" y="1382512"/>
          <a:ext cx="761203" cy="33662"/>
        </a:xfrm>
        <a:custGeom>
          <a:avLst/>
          <a:gdLst/>
          <a:ahLst/>
          <a:cxnLst/>
          <a:rect l="0" t="0" r="0" b="0"/>
          <a:pathLst>
            <a:path>
              <a:moveTo>
                <a:pt x="0" y="16831"/>
              </a:moveTo>
              <a:lnTo>
                <a:pt x="761203" y="16831"/>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6165898" y="1380313"/>
        <a:ext cx="38060" cy="38060"/>
      </dsp:txXfrm>
    </dsp:sp>
    <dsp:sp modelId="{06351AC9-741F-4B36-9A4D-A9FC1C2E2838}">
      <dsp:nvSpPr>
        <dsp:cNvPr id="0" name=""/>
        <dsp:cNvSpPr/>
      </dsp:nvSpPr>
      <dsp:spPr>
        <a:xfrm>
          <a:off x="4330601" y="790892"/>
          <a:ext cx="1545272" cy="772636"/>
        </a:xfrm>
        <a:prstGeom prst="roundRect">
          <a:avLst>
            <a:gd name="adj" fmla="val 10000"/>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a:latin typeface="Calibri Light" panose="020F0302020204030204"/>
            </a:rPr>
            <a:t>Property Assessed Value</a:t>
          </a:r>
          <a:endParaRPr lang="en-US" sz="1600" kern="1200"/>
        </a:p>
      </dsp:txBody>
      <dsp:txXfrm>
        <a:off x="4353231" y="813522"/>
        <a:ext cx="1500012" cy="727376"/>
      </dsp:txXfrm>
    </dsp:sp>
    <dsp:sp modelId="{5EEA2FEE-87E6-48BC-B1FE-2374A75244C2}">
      <dsp:nvSpPr>
        <dsp:cNvPr id="0" name=""/>
        <dsp:cNvSpPr/>
      </dsp:nvSpPr>
      <dsp:spPr>
        <a:xfrm rot="8657599">
          <a:off x="5804326" y="1826778"/>
          <a:ext cx="761203" cy="33662"/>
        </a:xfrm>
        <a:custGeom>
          <a:avLst/>
          <a:gdLst/>
          <a:ahLst/>
          <a:cxnLst/>
          <a:rect l="0" t="0" r="0" b="0"/>
          <a:pathLst>
            <a:path>
              <a:moveTo>
                <a:pt x="0" y="16831"/>
              </a:moveTo>
              <a:lnTo>
                <a:pt x="761203" y="16831"/>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6165898" y="1824579"/>
        <a:ext cx="38060" cy="38060"/>
      </dsp:txXfrm>
    </dsp:sp>
    <dsp:sp modelId="{98B43A16-C56A-4224-A66E-4E5F96E16600}">
      <dsp:nvSpPr>
        <dsp:cNvPr id="0" name=""/>
        <dsp:cNvSpPr/>
      </dsp:nvSpPr>
      <dsp:spPr>
        <a:xfrm>
          <a:off x="4330601" y="1679424"/>
          <a:ext cx="1545272" cy="772636"/>
        </a:xfrm>
        <a:prstGeom prst="roundRect">
          <a:avLst>
            <a:gd name="adj" fmla="val 10000"/>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a:latin typeface="Calibri Light" panose="020F0302020204030204"/>
            </a:rPr>
            <a:t>Covariate</a:t>
          </a:r>
          <a:endParaRPr lang="en-US" sz="1600" kern="1200"/>
        </a:p>
      </dsp:txBody>
      <dsp:txXfrm>
        <a:off x="4353231" y="1702054"/>
        <a:ext cx="1500012" cy="727376"/>
      </dsp:txXfrm>
    </dsp:sp>
    <dsp:sp modelId="{236C4B9D-71B0-4132-998D-37EF293F680E}">
      <dsp:nvSpPr>
        <dsp:cNvPr id="0" name=""/>
        <dsp:cNvSpPr/>
      </dsp:nvSpPr>
      <dsp:spPr>
        <a:xfrm rot="14110531">
          <a:off x="3480357" y="1604645"/>
          <a:ext cx="1082380" cy="33662"/>
        </a:xfrm>
        <a:custGeom>
          <a:avLst/>
          <a:gdLst/>
          <a:ahLst/>
          <a:cxnLst/>
          <a:rect l="0" t="0" r="0" b="0"/>
          <a:pathLst>
            <a:path>
              <a:moveTo>
                <a:pt x="0" y="16831"/>
              </a:moveTo>
              <a:lnTo>
                <a:pt x="1082380" y="16831"/>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994487" y="1594417"/>
        <a:ext cx="54119" cy="54119"/>
      </dsp:txXfrm>
    </dsp:sp>
    <dsp:sp modelId="{0506FC62-FD7F-4711-B437-FB04E5053DFB}">
      <dsp:nvSpPr>
        <dsp:cNvPr id="0" name=""/>
        <dsp:cNvSpPr/>
      </dsp:nvSpPr>
      <dsp:spPr>
        <a:xfrm>
          <a:off x="2167220" y="790892"/>
          <a:ext cx="1545272" cy="772636"/>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a:latin typeface="Calibri Light" panose="020F0302020204030204"/>
            </a:rPr>
            <a:t>Housing characteristics</a:t>
          </a:r>
        </a:p>
      </dsp:txBody>
      <dsp:txXfrm>
        <a:off x="2189850" y="813522"/>
        <a:ext cx="1500012" cy="727376"/>
      </dsp:txXfrm>
    </dsp:sp>
    <dsp:sp modelId="{38140E04-0DE9-49DB-A21C-ED37DF75B8A2}">
      <dsp:nvSpPr>
        <dsp:cNvPr id="0" name=""/>
        <dsp:cNvSpPr/>
      </dsp:nvSpPr>
      <dsp:spPr>
        <a:xfrm rot="10800000">
          <a:off x="1549111" y="1160379"/>
          <a:ext cx="618108" cy="33662"/>
        </a:xfrm>
        <a:custGeom>
          <a:avLst/>
          <a:gdLst/>
          <a:ahLst/>
          <a:cxnLst/>
          <a:rect l="0" t="0" r="0" b="0"/>
          <a:pathLst>
            <a:path>
              <a:moveTo>
                <a:pt x="0" y="16831"/>
              </a:moveTo>
              <a:lnTo>
                <a:pt x="618108" y="16831"/>
              </a:lnTo>
            </a:path>
          </a:pathLst>
        </a:custGeom>
        <a:no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842713" y="1161758"/>
        <a:ext cx="30905" cy="30905"/>
      </dsp:txXfrm>
    </dsp:sp>
    <dsp:sp modelId="{528D665C-A5C8-4836-AAE8-630D84FD8B66}">
      <dsp:nvSpPr>
        <dsp:cNvPr id="0" name=""/>
        <dsp:cNvSpPr/>
      </dsp:nvSpPr>
      <dsp:spPr>
        <a:xfrm>
          <a:off x="3839" y="790892"/>
          <a:ext cx="1545272" cy="772636"/>
        </a:xfrm>
        <a:prstGeom prst="roundRect">
          <a:avLst>
            <a:gd name="adj" fmla="val 10000"/>
          </a:avLst>
        </a:prstGeom>
        <a:solidFill>
          <a:schemeClr val="accent1">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latin typeface="Calibri Light" panose="020F0302020204030204"/>
            </a:rPr>
            <a:t>CoreLogic</a:t>
          </a:r>
        </a:p>
      </dsp:txBody>
      <dsp:txXfrm>
        <a:off x="26469" y="813522"/>
        <a:ext cx="1500012" cy="727376"/>
      </dsp:txXfrm>
    </dsp:sp>
    <dsp:sp modelId="{DAA3CFC9-3032-45DC-AC2C-0CB387093AA0}">
      <dsp:nvSpPr>
        <dsp:cNvPr id="0" name=""/>
        <dsp:cNvSpPr/>
      </dsp:nvSpPr>
      <dsp:spPr>
        <a:xfrm rot="10800000">
          <a:off x="3712493" y="2048911"/>
          <a:ext cx="618108" cy="33662"/>
        </a:xfrm>
        <a:custGeom>
          <a:avLst/>
          <a:gdLst/>
          <a:ahLst/>
          <a:cxnLst/>
          <a:rect l="0" t="0" r="0" b="0"/>
          <a:pathLst>
            <a:path>
              <a:moveTo>
                <a:pt x="0" y="16831"/>
              </a:moveTo>
              <a:lnTo>
                <a:pt x="618108" y="16831"/>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4006094" y="2050289"/>
        <a:ext cx="30905" cy="30905"/>
      </dsp:txXfrm>
    </dsp:sp>
    <dsp:sp modelId="{38F497CE-B46C-41ED-A7D4-791538690964}">
      <dsp:nvSpPr>
        <dsp:cNvPr id="0" name=""/>
        <dsp:cNvSpPr/>
      </dsp:nvSpPr>
      <dsp:spPr>
        <a:xfrm>
          <a:off x="2167220" y="1679424"/>
          <a:ext cx="1545272" cy="772636"/>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a:latin typeface="Calibri Light" panose="020F0302020204030204"/>
            </a:rPr>
            <a:t>Project characteristics</a:t>
          </a:r>
        </a:p>
      </dsp:txBody>
      <dsp:txXfrm>
        <a:off x="2189850" y="1702054"/>
        <a:ext cx="1500012" cy="727376"/>
      </dsp:txXfrm>
    </dsp:sp>
    <dsp:sp modelId="{CC31FA1F-9C17-4A51-8101-BC2F7B4BBDCE}">
      <dsp:nvSpPr>
        <dsp:cNvPr id="0" name=""/>
        <dsp:cNvSpPr/>
      </dsp:nvSpPr>
      <dsp:spPr>
        <a:xfrm rot="10800000">
          <a:off x="1549111" y="2048911"/>
          <a:ext cx="618108" cy="33662"/>
        </a:xfrm>
        <a:custGeom>
          <a:avLst/>
          <a:gdLst/>
          <a:ahLst/>
          <a:cxnLst/>
          <a:rect l="0" t="0" r="0" b="0"/>
          <a:pathLst>
            <a:path>
              <a:moveTo>
                <a:pt x="0" y="16831"/>
              </a:moveTo>
              <a:lnTo>
                <a:pt x="618108" y="16831"/>
              </a:lnTo>
            </a:path>
          </a:pathLst>
        </a:custGeom>
        <a:no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842713" y="2050289"/>
        <a:ext cx="30905" cy="30905"/>
      </dsp:txXfrm>
    </dsp:sp>
    <dsp:sp modelId="{CAD44B89-8CBB-42A4-A0D0-A0487848A249}">
      <dsp:nvSpPr>
        <dsp:cNvPr id="0" name=""/>
        <dsp:cNvSpPr/>
      </dsp:nvSpPr>
      <dsp:spPr>
        <a:xfrm>
          <a:off x="3839" y="1679424"/>
          <a:ext cx="1545272" cy="772636"/>
        </a:xfrm>
        <a:prstGeom prst="roundRect">
          <a:avLst>
            <a:gd name="adj" fmla="val 10000"/>
          </a:avLst>
        </a:prstGeom>
        <a:solidFill>
          <a:schemeClr val="accent1">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a:latin typeface="Calibri Light" panose="020F0302020204030204"/>
            </a:rPr>
            <a:t>RUS Program Shape Files</a:t>
          </a:r>
        </a:p>
      </dsp:txBody>
      <dsp:txXfrm>
        <a:off x="26469" y="1702054"/>
        <a:ext cx="1500012" cy="727376"/>
      </dsp:txXfrm>
    </dsp:sp>
    <dsp:sp modelId="{A8207B6B-378A-4BC1-BF8B-D39A92989CB6}">
      <dsp:nvSpPr>
        <dsp:cNvPr id="0" name=""/>
        <dsp:cNvSpPr/>
      </dsp:nvSpPr>
      <dsp:spPr>
        <a:xfrm rot="7489469">
          <a:off x="3480357" y="2493177"/>
          <a:ext cx="1082380" cy="33662"/>
        </a:xfrm>
        <a:custGeom>
          <a:avLst/>
          <a:gdLst/>
          <a:ahLst/>
          <a:cxnLst/>
          <a:rect l="0" t="0" r="0" b="0"/>
          <a:pathLst>
            <a:path>
              <a:moveTo>
                <a:pt x="0" y="16831"/>
              </a:moveTo>
              <a:lnTo>
                <a:pt x="1082380" y="16831"/>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994487" y="2482948"/>
        <a:ext cx="54119" cy="54119"/>
      </dsp:txXfrm>
    </dsp:sp>
    <dsp:sp modelId="{1FC1F6FA-0290-4CC5-9C35-11033693F8E3}">
      <dsp:nvSpPr>
        <dsp:cNvPr id="0" name=""/>
        <dsp:cNvSpPr/>
      </dsp:nvSpPr>
      <dsp:spPr>
        <a:xfrm>
          <a:off x="2167220" y="2567955"/>
          <a:ext cx="1545272" cy="772636"/>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latin typeface="Calibri Light" panose="020F0302020204030204"/>
            </a:rPr>
            <a:t>Socio-demographics</a:t>
          </a:r>
          <a:endParaRPr lang="en-US" sz="1600" kern="1200"/>
        </a:p>
      </dsp:txBody>
      <dsp:txXfrm>
        <a:off x="2189850" y="2590585"/>
        <a:ext cx="1500012" cy="727376"/>
      </dsp:txXfrm>
    </dsp:sp>
    <dsp:sp modelId="{29DE48B1-6C08-4A04-90C5-44FA8B668035}">
      <dsp:nvSpPr>
        <dsp:cNvPr id="0" name=""/>
        <dsp:cNvSpPr/>
      </dsp:nvSpPr>
      <dsp:spPr>
        <a:xfrm rot="10800000">
          <a:off x="1549111" y="2937442"/>
          <a:ext cx="618108" cy="33662"/>
        </a:xfrm>
        <a:custGeom>
          <a:avLst/>
          <a:gdLst/>
          <a:ahLst/>
          <a:cxnLst/>
          <a:rect l="0" t="0" r="0" b="0"/>
          <a:pathLst>
            <a:path>
              <a:moveTo>
                <a:pt x="0" y="16831"/>
              </a:moveTo>
              <a:lnTo>
                <a:pt x="618108" y="16831"/>
              </a:lnTo>
            </a:path>
          </a:pathLst>
        </a:custGeom>
        <a:no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842713" y="2938821"/>
        <a:ext cx="30905" cy="30905"/>
      </dsp:txXfrm>
    </dsp:sp>
    <dsp:sp modelId="{DA2EE999-4668-4C68-B643-501F5017633A}">
      <dsp:nvSpPr>
        <dsp:cNvPr id="0" name=""/>
        <dsp:cNvSpPr/>
      </dsp:nvSpPr>
      <dsp:spPr>
        <a:xfrm>
          <a:off x="3839" y="2567955"/>
          <a:ext cx="1545272" cy="772636"/>
        </a:xfrm>
        <a:prstGeom prst="roundRect">
          <a:avLst>
            <a:gd name="adj" fmla="val 10000"/>
          </a:avLst>
        </a:prstGeom>
        <a:solidFill>
          <a:schemeClr val="accent1">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a:latin typeface="Calibri Light" panose="020F0302020204030204"/>
            </a:rPr>
            <a:t>American Community Survey</a:t>
          </a:r>
        </a:p>
      </dsp:txBody>
      <dsp:txXfrm>
        <a:off x="26469" y="2590585"/>
        <a:ext cx="1500012" cy="72737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4F10F6-5997-4052-9F2E-56D31659B802}">
      <dsp:nvSpPr>
        <dsp:cNvPr id="0" name=""/>
        <dsp:cNvSpPr/>
      </dsp:nvSpPr>
      <dsp:spPr>
        <a:xfrm>
          <a:off x="5923176" y="1360148"/>
          <a:ext cx="2113532" cy="1056766"/>
        </a:xfrm>
        <a:prstGeom prst="roundRect">
          <a:avLst>
            <a:gd name="adj" fmla="val 10000"/>
          </a:avLst>
        </a:prstGeom>
        <a:solidFill>
          <a:schemeClr val="accent2">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rtl="0">
            <a:lnSpc>
              <a:spcPct val="90000"/>
            </a:lnSpc>
            <a:spcBef>
              <a:spcPct val="0"/>
            </a:spcBef>
            <a:spcAft>
              <a:spcPct val="35000"/>
            </a:spcAft>
            <a:buNone/>
          </a:pPr>
          <a:r>
            <a:rPr lang="en-US" sz="3400" kern="1200">
              <a:latin typeface="Calibri Light" panose="020F0302020204030204"/>
            </a:rPr>
            <a:t>Model</a:t>
          </a:r>
        </a:p>
      </dsp:txBody>
      <dsp:txXfrm>
        <a:off x="5954128" y="1391100"/>
        <a:ext cx="2051628" cy="994862"/>
      </dsp:txXfrm>
    </dsp:sp>
    <dsp:sp modelId="{BE004193-A4E8-4205-9232-7469510BE3E0}">
      <dsp:nvSpPr>
        <dsp:cNvPr id="0" name=""/>
        <dsp:cNvSpPr/>
      </dsp:nvSpPr>
      <dsp:spPr>
        <a:xfrm rot="10800000">
          <a:off x="5077763" y="1863351"/>
          <a:ext cx="845413" cy="50361"/>
        </a:xfrm>
        <a:custGeom>
          <a:avLst/>
          <a:gdLst/>
          <a:ahLst/>
          <a:cxnLst/>
          <a:rect l="0" t="0" r="0" b="0"/>
          <a:pathLst>
            <a:path>
              <a:moveTo>
                <a:pt x="0" y="25180"/>
              </a:moveTo>
              <a:lnTo>
                <a:pt x="845413" y="25180"/>
              </a:lnTo>
            </a:path>
          </a:pathLst>
        </a:custGeom>
        <a:noFill/>
        <a:ln w="1270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5479334" y="1867396"/>
        <a:ext cx="42270" cy="42270"/>
      </dsp:txXfrm>
    </dsp:sp>
    <dsp:sp modelId="{30A8C7C5-EBA9-44CA-BD49-14E94450DC30}">
      <dsp:nvSpPr>
        <dsp:cNvPr id="0" name=""/>
        <dsp:cNvSpPr/>
      </dsp:nvSpPr>
      <dsp:spPr>
        <a:xfrm>
          <a:off x="2964230" y="1360148"/>
          <a:ext cx="2113532" cy="1056766"/>
        </a:xfrm>
        <a:prstGeom prst="roundRect">
          <a:avLst>
            <a:gd name="adj" fmla="val 10000"/>
          </a:avLst>
        </a:prstGeom>
        <a:solidFill>
          <a:schemeClr val="accent2">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rtl="0">
            <a:lnSpc>
              <a:spcPct val="90000"/>
            </a:lnSpc>
            <a:spcBef>
              <a:spcPct val="0"/>
            </a:spcBef>
            <a:spcAft>
              <a:spcPct val="35000"/>
            </a:spcAft>
            <a:buNone/>
          </a:pPr>
          <a:r>
            <a:rPr lang="en-US" sz="3400" kern="1200">
              <a:latin typeface="Calibri Light" panose="020F0302020204030204"/>
            </a:rPr>
            <a:t>Data </a:t>
          </a:r>
        </a:p>
      </dsp:txBody>
      <dsp:txXfrm>
        <a:off x="2995182" y="1391100"/>
        <a:ext cx="2051628" cy="994862"/>
      </dsp:txXfrm>
    </dsp:sp>
    <dsp:sp modelId="{05156E26-E290-41EF-8DA6-7598128A66A3}">
      <dsp:nvSpPr>
        <dsp:cNvPr id="0" name=""/>
        <dsp:cNvSpPr/>
      </dsp:nvSpPr>
      <dsp:spPr>
        <a:xfrm rot="10800000">
          <a:off x="2118817" y="1863351"/>
          <a:ext cx="845413" cy="50361"/>
        </a:xfrm>
        <a:custGeom>
          <a:avLst/>
          <a:gdLst/>
          <a:ahLst/>
          <a:cxnLst/>
          <a:rect l="0" t="0" r="0" b="0"/>
          <a:pathLst>
            <a:path>
              <a:moveTo>
                <a:pt x="0" y="25180"/>
              </a:moveTo>
              <a:lnTo>
                <a:pt x="845413" y="25180"/>
              </a:lnTo>
            </a:path>
          </a:pathLst>
        </a:custGeom>
        <a:noFill/>
        <a:ln w="12700" cap="flat" cmpd="sng" algn="ctr">
          <a:solidFill>
            <a:schemeClr val="accent2">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520388" y="1867396"/>
        <a:ext cx="42270" cy="42270"/>
      </dsp:txXfrm>
    </dsp:sp>
    <dsp:sp modelId="{84E04B1C-B2BD-46A4-8D5C-CEC286EE51D0}">
      <dsp:nvSpPr>
        <dsp:cNvPr id="0" name=""/>
        <dsp:cNvSpPr/>
      </dsp:nvSpPr>
      <dsp:spPr>
        <a:xfrm>
          <a:off x="5284" y="1360148"/>
          <a:ext cx="2113532" cy="1056766"/>
        </a:xfrm>
        <a:prstGeom prst="roundRect">
          <a:avLst>
            <a:gd name="adj" fmla="val 10000"/>
          </a:avLst>
        </a:prstGeom>
        <a:solidFill>
          <a:schemeClr val="accent2">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rtl="0">
            <a:lnSpc>
              <a:spcPct val="90000"/>
            </a:lnSpc>
            <a:spcBef>
              <a:spcPct val="0"/>
            </a:spcBef>
            <a:spcAft>
              <a:spcPct val="35000"/>
            </a:spcAft>
            <a:buNone/>
          </a:pPr>
          <a:r>
            <a:rPr lang="en-US" sz="3400" kern="1200">
              <a:latin typeface="Calibri Light" panose="020F0302020204030204"/>
            </a:rPr>
            <a:t>Data Source</a:t>
          </a:r>
          <a:endParaRPr lang="en-US" sz="3400" kern="1200"/>
        </a:p>
      </dsp:txBody>
      <dsp:txXfrm>
        <a:off x="36236" y="1391100"/>
        <a:ext cx="2051628" cy="99486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4B123E-DA56-4FB3-A27C-E0A3BFD12164}">
      <dsp:nvSpPr>
        <dsp:cNvPr id="0" name=""/>
        <dsp:cNvSpPr/>
      </dsp:nvSpPr>
      <dsp:spPr>
        <a:xfrm>
          <a:off x="5924290" y="1537203"/>
          <a:ext cx="2114158" cy="1057079"/>
        </a:xfrm>
        <a:prstGeom prst="roundRect">
          <a:avLst>
            <a:gd name="adj" fmla="val 10000"/>
          </a:avLst>
        </a:prstGeom>
        <a:solidFill>
          <a:schemeClr val="accent1">
            <a:shade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rtl="0">
            <a:lnSpc>
              <a:spcPct val="90000"/>
            </a:lnSpc>
            <a:spcBef>
              <a:spcPct val="0"/>
            </a:spcBef>
            <a:spcAft>
              <a:spcPct val="35000"/>
            </a:spcAft>
            <a:buNone/>
          </a:pPr>
          <a:r>
            <a:rPr lang="en-US" sz="1700" kern="1200">
              <a:latin typeface="Calibri Light" panose="020F0302020204030204"/>
            </a:rPr>
            <a:t> Was broadband supplied to  the program areas or not?</a:t>
          </a:r>
          <a:endParaRPr lang="en-US" sz="1700" kern="1200"/>
        </a:p>
      </dsp:txBody>
      <dsp:txXfrm>
        <a:off x="5955251" y="1568164"/>
        <a:ext cx="2052236" cy="995157"/>
      </dsp:txXfrm>
    </dsp:sp>
    <dsp:sp modelId="{236C4B9D-71B0-4132-998D-37EF293F680E}">
      <dsp:nvSpPr>
        <dsp:cNvPr id="0" name=""/>
        <dsp:cNvSpPr/>
      </dsp:nvSpPr>
      <dsp:spPr>
        <a:xfrm rot="12942401">
          <a:off x="4980739" y="1738805"/>
          <a:ext cx="1041437" cy="46054"/>
        </a:xfrm>
        <a:custGeom>
          <a:avLst/>
          <a:gdLst/>
          <a:ahLst/>
          <a:cxnLst/>
          <a:rect l="0" t="0" r="0" b="0"/>
          <a:pathLst>
            <a:path>
              <a:moveTo>
                <a:pt x="0" y="23027"/>
              </a:moveTo>
              <a:lnTo>
                <a:pt x="1041437" y="23027"/>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5475422" y="1735796"/>
        <a:ext cx="52071" cy="52071"/>
      </dsp:txXfrm>
    </dsp:sp>
    <dsp:sp modelId="{0506FC62-FD7F-4711-B437-FB04E5053DFB}">
      <dsp:nvSpPr>
        <dsp:cNvPr id="0" name=""/>
        <dsp:cNvSpPr/>
      </dsp:nvSpPr>
      <dsp:spPr>
        <a:xfrm>
          <a:off x="2964468" y="929382"/>
          <a:ext cx="2114158" cy="1057079"/>
        </a:xfrm>
        <a:prstGeom prst="roundRect">
          <a:avLst>
            <a:gd name="adj" fmla="val 10000"/>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rtl="0">
            <a:lnSpc>
              <a:spcPct val="90000"/>
            </a:lnSpc>
            <a:spcBef>
              <a:spcPct val="0"/>
            </a:spcBef>
            <a:spcAft>
              <a:spcPct val="35000"/>
            </a:spcAft>
            <a:buNone/>
          </a:pPr>
          <a:r>
            <a:rPr lang="en-US" sz="1700" kern="1200">
              <a:latin typeface="Calibri Light" panose="020F0302020204030204"/>
            </a:rPr>
            <a:t>Download speeds</a:t>
          </a:r>
        </a:p>
      </dsp:txBody>
      <dsp:txXfrm>
        <a:off x="2995429" y="960343"/>
        <a:ext cx="2052236" cy="995157"/>
      </dsp:txXfrm>
    </dsp:sp>
    <dsp:sp modelId="{38140E04-0DE9-49DB-A21C-ED37DF75B8A2}">
      <dsp:nvSpPr>
        <dsp:cNvPr id="0" name=""/>
        <dsp:cNvSpPr/>
      </dsp:nvSpPr>
      <dsp:spPr>
        <a:xfrm rot="10800000">
          <a:off x="2118804" y="1434894"/>
          <a:ext cx="845663" cy="46054"/>
        </a:xfrm>
        <a:custGeom>
          <a:avLst/>
          <a:gdLst/>
          <a:ahLst/>
          <a:cxnLst/>
          <a:rect l="0" t="0" r="0" b="0"/>
          <a:pathLst>
            <a:path>
              <a:moveTo>
                <a:pt x="0" y="23027"/>
              </a:moveTo>
              <a:lnTo>
                <a:pt x="845663" y="23027"/>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520494" y="1436780"/>
        <a:ext cx="42283" cy="42283"/>
      </dsp:txXfrm>
    </dsp:sp>
    <dsp:sp modelId="{528D665C-A5C8-4836-AAE8-630D84FD8B66}">
      <dsp:nvSpPr>
        <dsp:cNvPr id="0" name=""/>
        <dsp:cNvSpPr/>
      </dsp:nvSpPr>
      <dsp:spPr>
        <a:xfrm>
          <a:off x="4645" y="929382"/>
          <a:ext cx="2114158" cy="1057079"/>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rtl="0">
            <a:lnSpc>
              <a:spcPct val="90000"/>
            </a:lnSpc>
            <a:spcBef>
              <a:spcPct val="0"/>
            </a:spcBef>
            <a:spcAft>
              <a:spcPct val="35000"/>
            </a:spcAft>
            <a:buNone/>
          </a:pPr>
          <a:r>
            <a:rPr lang="en-US" sz="1700" kern="1200">
              <a:latin typeface="Calibri Light" panose="020F0302020204030204"/>
            </a:rPr>
            <a:t>Ookla data</a:t>
          </a:r>
        </a:p>
      </dsp:txBody>
      <dsp:txXfrm>
        <a:off x="35606" y="960343"/>
        <a:ext cx="2052236" cy="995157"/>
      </dsp:txXfrm>
    </dsp:sp>
    <dsp:sp modelId="{A5BB6121-6F1E-4A7A-AFF3-B67469268D4A}">
      <dsp:nvSpPr>
        <dsp:cNvPr id="0" name=""/>
        <dsp:cNvSpPr/>
      </dsp:nvSpPr>
      <dsp:spPr>
        <a:xfrm rot="8657599">
          <a:off x="4980739" y="2346625"/>
          <a:ext cx="1041437" cy="46054"/>
        </a:xfrm>
        <a:custGeom>
          <a:avLst/>
          <a:gdLst/>
          <a:ahLst/>
          <a:cxnLst/>
          <a:rect l="0" t="0" r="0" b="0"/>
          <a:pathLst>
            <a:path>
              <a:moveTo>
                <a:pt x="0" y="23027"/>
              </a:moveTo>
              <a:lnTo>
                <a:pt x="1041437" y="23027"/>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5475422" y="2343617"/>
        <a:ext cx="52071" cy="52071"/>
      </dsp:txXfrm>
    </dsp:sp>
    <dsp:sp modelId="{872CD98C-B9D6-44CD-946D-EEB93BD1D26C}">
      <dsp:nvSpPr>
        <dsp:cNvPr id="0" name=""/>
        <dsp:cNvSpPr/>
      </dsp:nvSpPr>
      <dsp:spPr>
        <a:xfrm>
          <a:off x="2964468" y="2145023"/>
          <a:ext cx="2114158" cy="1057079"/>
        </a:xfrm>
        <a:prstGeom prst="roundRect">
          <a:avLst>
            <a:gd name="adj" fmla="val 10000"/>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rtl="0">
            <a:lnSpc>
              <a:spcPct val="90000"/>
            </a:lnSpc>
            <a:spcBef>
              <a:spcPct val="0"/>
            </a:spcBef>
            <a:spcAft>
              <a:spcPct val="35000"/>
            </a:spcAft>
            <a:buNone/>
          </a:pPr>
          <a:r>
            <a:rPr lang="en-US" sz="1700" kern="1200">
              <a:latin typeface="Calibri Light" panose="020F0302020204030204"/>
            </a:rPr>
            <a:t> Program boundaries</a:t>
          </a:r>
        </a:p>
      </dsp:txBody>
      <dsp:txXfrm>
        <a:off x="2995429" y="2175984"/>
        <a:ext cx="2052236" cy="995157"/>
      </dsp:txXfrm>
    </dsp:sp>
    <dsp:sp modelId="{0135C7E5-D72B-4E02-A6D5-956CB7206CBE}">
      <dsp:nvSpPr>
        <dsp:cNvPr id="0" name=""/>
        <dsp:cNvSpPr/>
      </dsp:nvSpPr>
      <dsp:spPr>
        <a:xfrm rot="10800000">
          <a:off x="2118804" y="2650536"/>
          <a:ext cx="845663" cy="46054"/>
        </a:xfrm>
        <a:custGeom>
          <a:avLst/>
          <a:gdLst/>
          <a:ahLst/>
          <a:cxnLst/>
          <a:rect l="0" t="0" r="0" b="0"/>
          <a:pathLst>
            <a:path>
              <a:moveTo>
                <a:pt x="0" y="23027"/>
              </a:moveTo>
              <a:lnTo>
                <a:pt x="845663" y="23027"/>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520494" y="2652422"/>
        <a:ext cx="42283" cy="42283"/>
      </dsp:txXfrm>
    </dsp:sp>
    <dsp:sp modelId="{748EBD9C-D0FE-4841-B9C9-11626E671A28}">
      <dsp:nvSpPr>
        <dsp:cNvPr id="0" name=""/>
        <dsp:cNvSpPr/>
      </dsp:nvSpPr>
      <dsp:spPr>
        <a:xfrm>
          <a:off x="4645" y="2145023"/>
          <a:ext cx="2114158" cy="1057079"/>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rtl="0">
            <a:lnSpc>
              <a:spcPct val="90000"/>
            </a:lnSpc>
            <a:spcBef>
              <a:spcPct val="0"/>
            </a:spcBef>
            <a:spcAft>
              <a:spcPct val="35000"/>
            </a:spcAft>
            <a:buNone/>
          </a:pPr>
          <a:r>
            <a:rPr lang="en-US" sz="1700" kern="1200">
              <a:latin typeface="Calibri Light" panose="020F0302020204030204"/>
            </a:rPr>
            <a:t>RUS Program Shape Files</a:t>
          </a:r>
        </a:p>
      </dsp:txBody>
      <dsp:txXfrm>
        <a:off x="35606" y="2175984"/>
        <a:ext cx="2052236" cy="99515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A6F1E-D1CA-40BB-804F-2760D4D06B37}" type="datetimeFigureOut">
              <a:t>6/27/2022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2D879-399D-4DB1-88AC-DD6C3FF0796D}" type="slidenum">
              <a:t>‹#›</a:t>
            </a:fld>
            <a:endParaRPr lang="en-US"/>
          </a:p>
        </p:txBody>
      </p:sp>
    </p:spTree>
    <p:extLst>
      <p:ext uri="{BB962C8B-B14F-4D97-AF65-F5344CB8AC3E}">
        <p14:creationId xmlns:p14="http://schemas.microsoft.com/office/powerpoint/2010/main" val="2455400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728663"/>
            <a:ext cx="6096000" cy="3429000"/>
          </a:xfrm>
        </p:spPr>
      </p:sp>
      <p:sp>
        <p:nvSpPr>
          <p:cNvPr id="3" name="Notes Placeholder 2"/>
          <p:cNvSpPr>
            <a:spLocks noGrp="1"/>
          </p:cNvSpPr>
          <p:nvPr>
            <p:ph type="body" idx="1"/>
          </p:nvPr>
        </p:nvSpPr>
        <p:spPr>
          <a:xfrm>
            <a:off x="236692" y="4226501"/>
            <a:ext cx="6384615" cy="4687312"/>
          </a:xfrm>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29E2E7-B49B-654D-8C2C-2E24C7E5D9E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7638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lvl="1" algn="l"/>
            <a:r>
              <a:rPr lang="en-US"/>
              <a:t>* $1.8 billion in funding in FY 2018 – 2020 for rural broadband through new </a:t>
            </a:r>
            <a:r>
              <a:rPr lang="en-US" err="1"/>
              <a:t>ReConnect</a:t>
            </a:r>
            <a:r>
              <a:rPr lang="en-US"/>
              <a:t> Program. Several other USDA and FCC programs also promote broadband</a:t>
            </a:r>
          </a:p>
          <a:p>
            <a:pPr lvl="1" algn="l"/>
            <a:endParaRPr lang="en-US"/>
          </a:p>
          <a:p>
            <a:pPr lvl="1" algn="l"/>
            <a:r>
              <a:rPr lang="en-US"/>
              <a:t>* </a:t>
            </a:r>
            <a:r>
              <a:rPr lang="en-US" err="1"/>
              <a:t>Kandilov</a:t>
            </a:r>
            <a:r>
              <a:rPr lang="en-US"/>
              <a:t> and coauthors investigated impacts of the Farm Bill Broadband Loan (FBBL) program on various economic outcomes prior to 2010 in several papers (</a:t>
            </a:r>
            <a:r>
              <a:rPr lang="en-US" err="1"/>
              <a:t>Kandilov</a:t>
            </a:r>
            <a:r>
              <a:rPr lang="en-US"/>
              <a:t> and </a:t>
            </a:r>
            <a:r>
              <a:rPr lang="en-US" err="1"/>
              <a:t>Renkow</a:t>
            </a:r>
            <a:r>
              <a:rPr lang="en-US"/>
              <a:t> 2010; </a:t>
            </a:r>
            <a:r>
              <a:rPr lang="en-US" err="1"/>
              <a:t>Kandilov</a:t>
            </a:r>
            <a:r>
              <a:rPr lang="en-US"/>
              <a:t> et al. 2017; </a:t>
            </a:r>
            <a:r>
              <a:rPr lang="en-US" err="1"/>
              <a:t>Kandilov</a:t>
            </a:r>
            <a:r>
              <a:rPr lang="en-US"/>
              <a:t> and </a:t>
            </a:r>
            <a:r>
              <a:rPr lang="en-US" err="1"/>
              <a:t>Renkow</a:t>
            </a:r>
            <a:r>
              <a:rPr lang="en-US"/>
              <a:t> 2020). </a:t>
            </a:r>
            <a:r>
              <a:rPr lang="en-US" err="1"/>
              <a:t>Kandilov</a:t>
            </a:r>
            <a:r>
              <a:rPr lang="en-US"/>
              <a:t> &amp; </a:t>
            </a:r>
            <a:r>
              <a:rPr lang="en-US" err="1"/>
              <a:t>Renkow</a:t>
            </a:r>
            <a:r>
              <a:rPr lang="en-US"/>
              <a:t> (2020) also examined impacts of the Community Connect Grant program prior to 2010.</a:t>
            </a:r>
          </a:p>
          <a:p>
            <a:pPr lvl="1" algn="l"/>
            <a:endParaRPr lang="en-US"/>
          </a:p>
          <a:p>
            <a:pPr lvl="1" algn="l"/>
            <a:r>
              <a:rPr lang="en-US"/>
              <a:t>* Dinterman and </a:t>
            </a:r>
            <a:r>
              <a:rPr lang="en-US" err="1"/>
              <a:t>Renkow</a:t>
            </a:r>
            <a:r>
              <a:rPr lang="en-US"/>
              <a:t> (2017) investigated impacts of the FBBL program on number of broadband providers, also prior to 2010</a:t>
            </a:r>
          </a:p>
          <a:p>
            <a:pPr lvl="1" algn="l"/>
            <a:endParaRPr lang="en-US"/>
          </a:p>
          <a:p>
            <a:endParaRPr lang="en-US"/>
          </a:p>
        </p:txBody>
      </p:sp>
      <p:sp>
        <p:nvSpPr>
          <p:cNvPr id="4" name="Slide Number Placeholder 3"/>
          <p:cNvSpPr>
            <a:spLocks noGrp="1"/>
          </p:cNvSpPr>
          <p:nvPr>
            <p:ph type="sldNum" sz="quarter" idx="5"/>
          </p:nvPr>
        </p:nvSpPr>
        <p:spPr/>
        <p:txBody>
          <a:bodyPr/>
          <a:lstStyle/>
          <a:p>
            <a:fld id="{5B8E8C4F-731C-F24D-9A9E-B4D5C84CE44D}" type="slidenum">
              <a:rPr lang="en-US" smtClean="0"/>
              <a:t>2</a:t>
            </a:fld>
            <a:endParaRPr lang="en-US"/>
          </a:p>
        </p:txBody>
      </p:sp>
    </p:spTree>
    <p:extLst>
      <p:ext uri="{BB962C8B-B14F-4D97-AF65-F5344CB8AC3E}">
        <p14:creationId xmlns:p14="http://schemas.microsoft.com/office/powerpoint/2010/main" val="1429891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lvl="1" algn="l"/>
            <a:endParaRPr lang="en-US">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3</a:t>
            </a:fld>
            <a:endParaRPr lang="en-US"/>
          </a:p>
        </p:txBody>
      </p:sp>
    </p:spTree>
    <p:extLst>
      <p:ext uri="{BB962C8B-B14F-4D97-AF65-F5344CB8AC3E}">
        <p14:creationId xmlns:p14="http://schemas.microsoft.com/office/powerpoint/2010/main" val="30713375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lvl="1" algn="l"/>
            <a:endParaRPr lang="en-US">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4</a:t>
            </a:fld>
            <a:endParaRPr lang="en-US"/>
          </a:p>
        </p:txBody>
      </p:sp>
    </p:spTree>
    <p:extLst>
      <p:ext uri="{BB962C8B-B14F-4D97-AF65-F5344CB8AC3E}">
        <p14:creationId xmlns:p14="http://schemas.microsoft.com/office/powerpoint/2010/main" val="1007010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lvl="1" algn="l"/>
            <a:endParaRPr lang="en-US">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5</a:t>
            </a:fld>
            <a:endParaRPr lang="en-US"/>
          </a:p>
        </p:txBody>
      </p:sp>
    </p:spTree>
    <p:extLst>
      <p:ext uri="{BB962C8B-B14F-4D97-AF65-F5344CB8AC3E}">
        <p14:creationId xmlns:p14="http://schemas.microsoft.com/office/powerpoint/2010/main" val="2212858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•Prior work on this project has utilized the sale value of homes as pre and post broadband program implementation to assess the impacts of broadband improvement</a:t>
            </a:r>
          </a:p>
        </p:txBody>
      </p:sp>
      <p:sp>
        <p:nvSpPr>
          <p:cNvPr id="4" name="Slide Number Placeholder 3"/>
          <p:cNvSpPr>
            <a:spLocks noGrp="1"/>
          </p:cNvSpPr>
          <p:nvPr>
            <p:ph type="sldNum" sz="quarter" idx="5"/>
          </p:nvPr>
        </p:nvSpPr>
        <p:spPr/>
        <p:txBody>
          <a:bodyPr/>
          <a:lstStyle/>
          <a:p>
            <a:fld id="{2092D879-399D-4DB1-88AC-DD6C3FF0796D}" type="slidenum">
              <a:rPr lang="en-US"/>
              <a:t>6</a:t>
            </a:fld>
            <a:endParaRPr lang="en-US"/>
          </a:p>
        </p:txBody>
      </p:sp>
    </p:spTree>
    <p:extLst>
      <p:ext uri="{BB962C8B-B14F-4D97-AF65-F5344CB8AC3E}">
        <p14:creationId xmlns:p14="http://schemas.microsoft.com/office/powerpoint/2010/main" val="27332323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Datta, </a:t>
            </a:r>
            <a:r>
              <a:rPr lang="en-US" sz="1200" b="0" i="0" kern="1200" err="1">
                <a:solidFill>
                  <a:schemeClr val="tx1"/>
                </a:solidFill>
                <a:effectLst/>
                <a:latin typeface="+mn-lt"/>
                <a:ea typeface="+mn-ea"/>
                <a:cs typeface="+mn-cs"/>
              </a:rPr>
              <a:t>Abhirup</a:t>
            </a:r>
            <a:r>
              <a:rPr lang="en-US" sz="1200" b="0" i="0" kern="1200">
                <a:solidFill>
                  <a:schemeClr val="tx1"/>
                </a:solidFill>
                <a:effectLst/>
                <a:latin typeface="+mn-lt"/>
                <a:ea typeface="+mn-ea"/>
                <a:cs typeface="+mn-cs"/>
              </a:rPr>
              <a:t>, et al. "Hierarchical nearest-neighbor Gaussian process models for large geostatistical datasets." </a:t>
            </a:r>
            <a:r>
              <a:rPr lang="en-US" sz="1200" b="0" i="1" kern="1200">
                <a:solidFill>
                  <a:schemeClr val="tx1"/>
                </a:solidFill>
                <a:effectLst/>
                <a:latin typeface="+mn-lt"/>
                <a:ea typeface="+mn-ea"/>
                <a:cs typeface="+mn-cs"/>
              </a:rPr>
              <a:t>Journal of the American Statistical Association</a:t>
            </a:r>
            <a:r>
              <a:rPr lang="en-US" sz="1200" b="0" i="0" kern="1200">
                <a:solidFill>
                  <a:schemeClr val="tx1"/>
                </a:solidFill>
                <a:effectLst/>
                <a:latin typeface="+mn-lt"/>
                <a:ea typeface="+mn-ea"/>
                <a:cs typeface="+mn-cs"/>
              </a:rPr>
              <a:t> 111.514 (2016): 800-812.</a:t>
            </a:r>
            <a:endParaRPr lang="en-US"/>
          </a:p>
          <a:p>
            <a:endParaRPr lang="en-US"/>
          </a:p>
          <a:p>
            <a:pPr fontAlgn="t"/>
            <a:r>
              <a:rPr lang="en-US" sz="1200" kern="1200">
                <a:solidFill>
                  <a:schemeClr val="tx1"/>
                </a:solidFill>
                <a:effectLst/>
                <a:latin typeface="+mn-lt"/>
                <a:ea typeface="+mn-ea"/>
                <a:cs typeface="+mn-cs"/>
              </a:rPr>
              <a:t>Rue, </a:t>
            </a:r>
            <a:r>
              <a:rPr lang="en-US" sz="1200" kern="1200" err="1">
                <a:solidFill>
                  <a:schemeClr val="tx1"/>
                </a:solidFill>
                <a:effectLst/>
                <a:latin typeface="+mn-lt"/>
                <a:ea typeface="+mn-ea"/>
                <a:cs typeface="+mn-cs"/>
              </a:rPr>
              <a:t>Håvard</a:t>
            </a:r>
            <a:r>
              <a:rPr lang="en-US" sz="1200" kern="1200">
                <a:solidFill>
                  <a:schemeClr val="tx1"/>
                </a:solidFill>
                <a:effectLst/>
                <a:latin typeface="+mn-lt"/>
                <a:ea typeface="+mn-ea"/>
                <a:cs typeface="+mn-cs"/>
              </a:rPr>
              <a:t>, Sara Martino, and Nicolas Chopin. "Approximate Bayesian inference for latent Gaussian models by using integrated nested Laplace approximations." </a:t>
            </a:r>
            <a:r>
              <a:rPr lang="en-US" sz="1200" i="1" kern="1200">
                <a:solidFill>
                  <a:schemeClr val="tx1"/>
                </a:solidFill>
                <a:effectLst/>
                <a:latin typeface="+mn-lt"/>
                <a:ea typeface="+mn-ea"/>
                <a:cs typeface="+mn-cs"/>
              </a:rPr>
              <a:t>Journal of the royal statistical society: Series b (statistical methodology)</a:t>
            </a:r>
            <a:r>
              <a:rPr lang="en-US" sz="1200" kern="1200">
                <a:solidFill>
                  <a:schemeClr val="tx1"/>
                </a:solidFill>
                <a:effectLst/>
                <a:latin typeface="+mn-lt"/>
                <a:ea typeface="+mn-ea"/>
                <a:cs typeface="+mn-cs"/>
              </a:rPr>
              <a:t> 71.2 (2009): 319-392.</a:t>
            </a:r>
            <a:br>
              <a:rPr lang="en-US"/>
            </a:br>
            <a:endParaRPr lang="en-US"/>
          </a:p>
          <a:p>
            <a:r>
              <a:rPr lang="en-US" sz="1200" b="0" i="0" kern="1200">
                <a:solidFill>
                  <a:schemeClr val="tx1"/>
                </a:solidFill>
                <a:effectLst/>
                <a:latin typeface="+mn-lt"/>
                <a:ea typeface="+mn-ea"/>
                <a:cs typeface="+mn-cs"/>
              </a:rPr>
              <a:t>Womble, William H. "Differential systematics." </a:t>
            </a:r>
            <a:r>
              <a:rPr lang="en-US" sz="1200" b="0" i="1" kern="1200">
                <a:solidFill>
                  <a:schemeClr val="tx1"/>
                </a:solidFill>
                <a:effectLst/>
                <a:latin typeface="+mn-lt"/>
                <a:ea typeface="+mn-ea"/>
                <a:cs typeface="+mn-cs"/>
              </a:rPr>
              <a:t>Science</a:t>
            </a:r>
            <a:r>
              <a:rPr lang="en-US" sz="1200" b="0" i="0" kern="1200">
                <a:solidFill>
                  <a:schemeClr val="tx1"/>
                </a:solidFill>
                <a:effectLst/>
                <a:latin typeface="+mn-lt"/>
                <a:ea typeface="+mn-ea"/>
                <a:cs typeface="+mn-cs"/>
              </a:rPr>
              <a:t> 114.2961 (1951): 315-322.</a:t>
            </a:r>
            <a:endParaRPr lang="en-US"/>
          </a:p>
        </p:txBody>
      </p:sp>
      <p:sp>
        <p:nvSpPr>
          <p:cNvPr id="4" name="Slide Number Placeholder 3"/>
          <p:cNvSpPr>
            <a:spLocks noGrp="1"/>
          </p:cNvSpPr>
          <p:nvPr>
            <p:ph type="sldNum" sz="quarter" idx="5"/>
          </p:nvPr>
        </p:nvSpPr>
        <p:spPr/>
        <p:txBody>
          <a:bodyPr/>
          <a:lstStyle/>
          <a:p>
            <a:fld id="{5B8E8C4F-731C-F24D-9A9E-B4D5C84CE44D}" type="slidenum">
              <a:rPr lang="en-US" smtClean="0"/>
              <a:t>7</a:t>
            </a:fld>
            <a:endParaRPr lang="en-US"/>
          </a:p>
        </p:txBody>
      </p:sp>
    </p:spTree>
    <p:extLst>
      <p:ext uri="{BB962C8B-B14F-4D97-AF65-F5344CB8AC3E}">
        <p14:creationId xmlns:p14="http://schemas.microsoft.com/office/powerpoint/2010/main" val="37397417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      Using the data sources and methods described by Donovan, we can begin to create our hedonic regression model and here we present a visualization of the whole process</a:t>
            </a:r>
            <a:endParaRPr lang="en-US">
              <a:cs typeface="Calibri"/>
            </a:endParaRPr>
          </a:p>
          <a:p>
            <a:r>
              <a:rPr lang="en-US"/>
              <a:t>·      </a:t>
            </a:r>
            <a:r>
              <a:rPr lang="en-US" err="1"/>
              <a:t>Corelogic</a:t>
            </a:r>
            <a:r>
              <a:rPr lang="en-US"/>
              <a:t> provides housing attributes (property id code, longitude, latitude, building value, land size, number of bedrooms and bathrooms) and property value</a:t>
            </a:r>
            <a:endParaRPr lang="en-US">
              <a:cs typeface="Calibri"/>
            </a:endParaRPr>
          </a:p>
          <a:p>
            <a:r>
              <a:rPr lang="en-US"/>
              <a:t>·      RUS program files are shape files that shows county borders in R in a visual format that can be used to create the boundaries for the regression of where rural investments were implemented or not implemented</a:t>
            </a:r>
            <a:endParaRPr lang="en-US">
              <a:cs typeface="Calibri"/>
            </a:endParaRPr>
          </a:p>
          <a:p>
            <a:r>
              <a:rPr lang="en-US"/>
              <a:t>·      Finally the American Community </a:t>
            </a:r>
            <a:r>
              <a:rPr lang="en-US" err="1"/>
              <a:t>Suvery</a:t>
            </a:r>
            <a:r>
              <a:rPr lang="en-US"/>
              <a:t> data shows the </a:t>
            </a:r>
            <a:r>
              <a:rPr lang="en-US" err="1"/>
              <a:t>sociodemographics</a:t>
            </a:r>
            <a:r>
              <a:rPr lang="en-US"/>
              <a:t> – mainly showing which areas are considered rural/urban by the ACS</a:t>
            </a:r>
            <a:endParaRPr lang="en-US">
              <a:cs typeface="Calibri"/>
            </a:endParaRPr>
          </a:p>
          <a:p>
            <a:endParaRPr lang="en-US">
              <a:cs typeface="Calibri"/>
            </a:endParaRPr>
          </a:p>
          <a:p>
            <a:endParaRPr lang="en-US" b="1" i="1" u="sng"/>
          </a:p>
          <a:p>
            <a:r>
              <a:rPr lang="en-US" b="1" i="1" u="sng"/>
              <a:t>Approach 1:</a:t>
            </a:r>
            <a:r>
              <a:rPr lang="en-US"/>
              <a:t> Combine data and perform a hedonic regression analysis using OLS </a:t>
            </a:r>
            <a:endParaRPr lang="en-US">
              <a:cs typeface="Calibri"/>
            </a:endParaRPr>
          </a:p>
          <a:p>
            <a:endParaRPr lang="en-US"/>
          </a:p>
          <a:p>
            <a:r>
              <a:rPr lang="en-US"/>
              <a:t>The Difference in Difference (DID) estimate was recorded for each model, along with its standard deviation.</a:t>
            </a:r>
            <a:endParaRPr lang="en-US">
              <a:cs typeface="Calibri"/>
            </a:endParaRPr>
          </a:p>
          <a:p>
            <a:endParaRPr lang="en-US">
              <a:cs typeface="Calibri"/>
            </a:endParaRPr>
          </a:p>
          <a:p>
            <a:r>
              <a:rPr lang="en-US"/>
              <a:t>Following the model fit (DID estimates shown previously), we proceed with posterior surface analysis using Regression Discontinuity Design and Gradient Assessment.</a:t>
            </a:r>
            <a:endParaRPr lang="en-US">
              <a:cs typeface="Calibri"/>
            </a:endParaRPr>
          </a:p>
          <a:p>
            <a:endParaRPr lang="en-US"/>
          </a:p>
          <a:p>
            <a:pPr>
              <a:spcAft>
                <a:spcPts val="1000"/>
              </a:spcAft>
            </a:pPr>
            <a:r>
              <a:rPr lang="en-US"/>
              <a:t> We record the following summaries (at the line segment level):</a:t>
            </a:r>
            <a:endParaRPr lang="en-US">
              <a:cs typeface="Calibri"/>
            </a:endParaRPr>
          </a:p>
          <a:p>
            <a:pPr marL="742950" lvl="1" indent="-285750">
              <a:spcAft>
                <a:spcPts val="1000"/>
              </a:spcAft>
              <a:buFont typeface="Arial,Sans-Serif"/>
              <a:buChar char="•"/>
            </a:pPr>
            <a:r>
              <a:rPr lang="en-US"/>
              <a:t>%</a:t>
            </a:r>
            <a:r>
              <a:rPr lang="en-US" err="1"/>
              <a:t>ge</a:t>
            </a:r>
            <a:r>
              <a:rPr lang="en-US"/>
              <a:t> of discontinuities/gradients significant</a:t>
            </a:r>
            <a:endParaRPr lang="en-US">
              <a:cs typeface="Calibri"/>
            </a:endParaRPr>
          </a:p>
          <a:p>
            <a:pPr marL="742950" lvl="1" indent="-285750">
              <a:spcAft>
                <a:spcPts val="1000"/>
              </a:spcAft>
              <a:buFont typeface="Arial,Sans-Serif"/>
              <a:buChar char="•"/>
            </a:pPr>
            <a:r>
              <a:rPr lang="en-US"/>
              <a:t>Difference in log-house prices (inside vs outside the BIP) (before 2010) and (post (2010): this allows us to check the continuity assumption for DID</a:t>
            </a:r>
            <a:endParaRPr lang="en-US">
              <a:cs typeface="Calibri"/>
            </a:endParaRPr>
          </a:p>
          <a:p>
            <a:pPr marL="742950" lvl="1" indent="-285750">
              <a:spcAft>
                <a:spcPts val="1000"/>
              </a:spcAft>
              <a:buFont typeface="Arial,Sans-Serif"/>
              <a:buChar char="•"/>
            </a:pPr>
            <a:r>
              <a:rPr lang="en-US"/>
              <a:t>Average discontinuity along the BIP boundary</a:t>
            </a:r>
            <a:endParaRPr lang="en-US">
              <a:cs typeface="Calibri"/>
            </a:endParaRPr>
          </a:p>
          <a:p>
            <a:pPr marL="742950" lvl="1" indent="-285750">
              <a:spcAft>
                <a:spcPts val="1000"/>
              </a:spcAft>
              <a:buFont typeface="Arial,Sans-Serif"/>
              <a:buChar char="•"/>
            </a:pPr>
            <a:r>
              <a:rPr lang="en-US"/>
              <a:t>Average Gradient for the BIP boundary for every program area</a:t>
            </a:r>
            <a:endParaRPr lang="en-US">
              <a:cs typeface="Calibri"/>
            </a:endParaRPr>
          </a:p>
          <a:p>
            <a:pPr marL="742950" lvl="1" indent="-285750">
              <a:spcAft>
                <a:spcPts val="1000"/>
              </a:spcAft>
              <a:buFont typeface="Arial,Sans-Serif"/>
              <a:buChar char="•"/>
            </a:pPr>
            <a:endParaRPr lang="en-US">
              <a:cs typeface="Calibri"/>
            </a:endParaRPr>
          </a:p>
          <a:p>
            <a:pPr marL="742950" lvl="1" indent="-285750">
              <a:spcAft>
                <a:spcPts val="1000"/>
              </a:spcAft>
              <a:buFont typeface="Arial,Sans-Serif"/>
              <a:buChar char="•"/>
            </a:pPr>
            <a:endParaRPr lang="en-US">
              <a:cs typeface="Calibri"/>
            </a:endParaRPr>
          </a:p>
          <a:p>
            <a:pPr>
              <a:spcAft>
                <a:spcPts val="2000"/>
              </a:spcAft>
            </a:pPr>
            <a:r>
              <a:rPr lang="en-US"/>
              <a:t>We compare the estimated spatial surface for house prices across the program boundary before and after program implementation.</a:t>
            </a:r>
            <a:endParaRPr lang="en-US">
              <a:cs typeface="Calibri" panose="020F0502020204030204"/>
            </a:endParaRPr>
          </a:p>
          <a:p>
            <a:pPr>
              <a:spcAft>
                <a:spcPts val="500"/>
              </a:spcAft>
            </a:pPr>
            <a:r>
              <a:rPr lang="en-US"/>
              <a:t>A steep gradient or sharp discontinuity in the surface is evidence of rapid change at the RUS boundary.</a:t>
            </a:r>
            <a:endParaRPr lang="en-US">
              <a:cs typeface="Calibri" panose="020F0502020204030204"/>
            </a:endParaRPr>
          </a:p>
          <a:p>
            <a:pPr lvl="1">
              <a:spcAft>
                <a:spcPts val="1000"/>
              </a:spcAft>
            </a:pPr>
            <a:endParaRPr lang="en-US">
              <a:cs typeface="Calibri" panose="020F0502020204030204"/>
            </a:endParaRPr>
          </a:p>
          <a:p>
            <a:endParaRPr lang="en-US">
              <a:cs typeface="Calibri" panose="020F0502020204030204"/>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8</a:t>
            </a:fld>
            <a:endParaRPr lang="en-US"/>
          </a:p>
        </p:txBody>
      </p:sp>
    </p:spTree>
    <p:extLst>
      <p:ext uri="{BB962C8B-B14F-4D97-AF65-F5344CB8AC3E}">
        <p14:creationId xmlns:p14="http://schemas.microsoft.com/office/powerpoint/2010/main" val="2173175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lvl="1"/>
            <a:r>
              <a:rPr lang="en-US"/>
              <a:t>·    For the </a:t>
            </a:r>
            <a:r>
              <a:rPr lang="en-US" err="1"/>
              <a:t>corelogic</a:t>
            </a:r>
            <a:r>
              <a:rPr lang="en-US"/>
              <a:t> data on housing characteristics, we conducted exploratory analysis using R file to look through the data and find the five number summary, mean, range, number of empty values and the percent completeness of the data</a:t>
            </a:r>
          </a:p>
        </p:txBody>
      </p:sp>
      <p:sp>
        <p:nvSpPr>
          <p:cNvPr id="4" name="Slide Number Placeholder 3"/>
          <p:cNvSpPr>
            <a:spLocks noGrp="1"/>
          </p:cNvSpPr>
          <p:nvPr>
            <p:ph type="sldNum" sz="quarter" idx="5"/>
          </p:nvPr>
        </p:nvSpPr>
        <p:spPr/>
        <p:txBody>
          <a:bodyPr/>
          <a:lstStyle/>
          <a:p>
            <a:fld id="{5B8E8C4F-731C-F24D-9A9E-B4D5C84CE44D}" type="slidenum">
              <a:rPr lang="en-US" smtClean="0"/>
              <a:t>9</a:t>
            </a:fld>
            <a:endParaRPr lang="en-US"/>
          </a:p>
        </p:txBody>
      </p:sp>
    </p:spTree>
    <p:extLst>
      <p:ext uri="{BB962C8B-B14F-4D97-AF65-F5344CB8AC3E}">
        <p14:creationId xmlns:p14="http://schemas.microsoft.com/office/powerpoint/2010/main" val="28759047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lvl="1"/>
            <a:r>
              <a:rPr lang="en-US"/>
              <a:t>·     In particular we paid looked through this to find any suspicious values such a values that are </a:t>
            </a:r>
          </a:p>
          <a:p>
            <a:pPr lvl="1"/>
            <a:r>
              <a:rPr lang="en-US"/>
              <a:t>·     ·     too high like a home value of over a billion dollar and a bedrooms count of 999 within a single residence</a:t>
            </a:r>
            <a:endParaRPr lang="en-US">
              <a:cs typeface="Calibri"/>
            </a:endParaRPr>
          </a:p>
          <a:p>
            <a:pPr lvl="1"/>
            <a:r>
              <a:rPr lang="en-US"/>
              <a:t>·     ·     </a:t>
            </a:r>
            <a:r>
              <a:rPr lang="en-US">
                <a:cs typeface="Calibri"/>
              </a:rPr>
              <a:t>Too low such as home value being 1 dollar or land square footage being 1 square foot.</a:t>
            </a:r>
            <a:endParaRPr lang="en-US"/>
          </a:p>
          <a:p>
            <a:pPr lvl="1"/>
            <a:r>
              <a:rPr lang="en-US"/>
              <a:t>·     ·     </a:t>
            </a:r>
            <a:r>
              <a:rPr lang="en-US">
                <a:cs typeface="Calibri"/>
              </a:rPr>
              <a:t>And incomplete data such as completeness percentages of less than 70%, which will limit the number of data points we can use in our analysis. Ideally we would like to keep as many residences to make our analysis complete</a:t>
            </a:r>
          </a:p>
        </p:txBody>
      </p:sp>
      <p:sp>
        <p:nvSpPr>
          <p:cNvPr id="4" name="Slide Number Placeholder 3"/>
          <p:cNvSpPr>
            <a:spLocks noGrp="1"/>
          </p:cNvSpPr>
          <p:nvPr>
            <p:ph type="sldNum" sz="quarter" idx="5"/>
          </p:nvPr>
        </p:nvSpPr>
        <p:spPr/>
        <p:txBody>
          <a:bodyPr/>
          <a:lstStyle/>
          <a:p>
            <a:fld id="{5B8E8C4F-731C-F24D-9A9E-B4D5C84CE44D}" type="slidenum">
              <a:rPr lang="en-US" smtClean="0"/>
              <a:t>10</a:t>
            </a:fld>
            <a:endParaRPr lang="en-US"/>
          </a:p>
        </p:txBody>
      </p:sp>
    </p:spTree>
    <p:extLst>
      <p:ext uri="{BB962C8B-B14F-4D97-AF65-F5344CB8AC3E}">
        <p14:creationId xmlns:p14="http://schemas.microsoft.com/office/powerpoint/2010/main" val="21137826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lvl="1"/>
            <a:r>
              <a:rPr lang="en-US"/>
              <a:t>·     Specifically want to look at the completeness values for the home total value and the sale value. </a:t>
            </a:r>
          </a:p>
          <a:p>
            <a:pPr lvl="1"/>
            <a:r>
              <a:rPr lang="en-US"/>
              <a:t>·     As Donovan described, we were initially going to use sale value, but many of this data were missing and </a:t>
            </a:r>
            <a:r>
              <a:rPr lang="en-US" err="1"/>
              <a:t>innacurate</a:t>
            </a:r>
            <a:r>
              <a:rPr lang="en-US"/>
              <a:t> because some places have never been sold and In addition, some were traded between family members for a price of 1 dollar or in the 1900s for example. In conclusion, the sales data is outdated and likely unreliable.</a:t>
            </a:r>
            <a:endParaRPr lang="en-US">
              <a:cs typeface="Calibri"/>
            </a:endParaRPr>
          </a:p>
          <a:p>
            <a:pPr lvl="1"/>
            <a:endParaRPr lang="en-US">
              <a:cs typeface="Calibri"/>
            </a:endParaRPr>
          </a:p>
          <a:p>
            <a:pPr lvl="1"/>
            <a:r>
              <a:rPr lang="en-US"/>
              <a:t>·      </a:t>
            </a:r>
            <a:r>
              <a:rPr lang="en-US" b="1"/>
              <a:t>Thus </a:t>
            </a:r>
            <a:r>
              <a:rPr lang="en-US"/>
              <a:t>we are using the </a:t>
            </a:r>
            <a:r>
              <a:rPr lang="en-US" b="1"/>
              <a:t>total value calculated</a:t>
            </a:r>
            <a:r>
              <a:rPr lang="en-US"/>
              <a:t> which is an home value amount assessed by the local county tax offices on an annual basis, which is 99.5% complete.</a:t>
            </a:r>
            <a:endParaRPr lang="en-US">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11</a:t>
            </a:fld>
            <a:endParaRPr lang="en-US"/>
          </a:p>
        </p:txBody>
      </p:sp>
    </p:spTree>
    <p:extLst>
      <p:ext uri="{BB962C8B-B14F-4D97-AF65-F5344CB8AC3E}">
        <p14:creationId xmlns:p14="http://schemas.microsoft.com/office/powerpoint/2010/main" val="346014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lvl="1"/>
            <a:r>
              <a:rPr lang="en-US"/>
              <a:t>·      Thus we will be using the assessed value in our hedonic model rather than the sale value</a:t>
            </a:r>
          </a:p>
        </p:txBody>
      </p:sp>
      <p:sp>
        <p:nvSpPr>
          <p:cNvPr id="4" name="Slide Number Placeholder 3"/>
          <p:cNvSpPr>
            <a:spLocks noGrp="1"/>
          </p:cNvSpPr>
          <p:nvPr>
            <p:ph type="sldNum" sz="quarter" idx="5"/>
          </p:nvPr>
        </p:nvSpPr>
        <p:spPr/>
        <p:txBody>
          <a:bodyPr/>
          <a:lstStyle/>
          <a:p>
            <a:fld id="{5B8E8C4F-731C-F24D-9A9E-B4D5C84CE44D}" type="slidenum">
              <a:rPr lang="en-US" smtClean="0"/>
              <a:t>12</a:t>
            </a:fld>
            <a:endParaRPr lang="en-US"/>
          </a:p>
        </p:txBody>
      </p:sp>
    </p:spTree>
    <p:extLst>
      <p:ext uri="{BB962C8B-B14F-4D97-AF65-F5344CB8AC3E}">
        <p14:creationId xmlns:p14="http://schemas.microsoft.com/office/powerpoint/2010/main" val="33092222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Next, we will do a separate analysis on the </a:t>
            </a:r>
            <a:r>
              <a:rPr lang="en-US" err="1"/>
              <a:t>Ookla</a:t>
            </a:r>
            <a:r>
              <a:rPr lang="en-US"/>
              <a:t> data, which provides information about internet speeds. </a:t>
            </a:r>
          </a:p>
          <a:p>
            <a:r>
              <a:rPr lang="en-US"/>
              <a:t>·  If you’ve ever conducted an internet speed test on your computer, this data would be very similar and measures how long it takes to send and download data, in 600 square meter cubes over the country on a quarterly basis</a:t>
            </a:r>
          </a:p>
          <a:p>
            <a:r>
              <a:rPr lang="en-US"/>
              <a:t>·  In the map above, you can see the different internet speeds, where white indicates areas that havent used internet and yellow representing locations with slower internet connectivity.</a:t>
            </a:r>
          </a:p>
        </p:txBody>
      </p:sp>
      <p:sp>
        <p:nvSpPr>
          <p:cNvPr id="4" name="Slide Number Placeholder 3"/>
          <p:cNvSpPr>
            <a:spLocks noGrp="1"/>
          </p:cNvSpPr>
          <p:nvPr>
            <p:ph type="sldNum" sz="quarter" idx="5"/>
          </p:nvPr>
        </p:nvSpPr>
        <p:spPr/>
        <p:txBody>
          <a:bodyPr/>
          <a:lstStyle/>
          <a:p>
            <a:fld id="{2092D879-399D-4DB1-88AC-DD6C3FF0796D}" type="slidenum">
              <a:rPr lang="en-US"/>
              <a:t>13</a:t>
            </a:fld>
            <a:endParaRPr lang="en-US"/>
          </a:p>
        </p:txBody>
      </p:sp>
    </p:spTree>
    <p:extLst>
      <p:ext uri="{BB962C8B-B14F-4D97-AF65-F5344CB8AC3E}">
        <p14:creationId xmlns:p14="http://schemas.microsoft.com/office/powerpoint/2010/main" val="33955993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228600" indent="-228600">
              <a:lnSpc>
                <a:spcPct val="90000"/>
              </a:lnSpc>
              <a:spcBef>
                <a:spcPts val="1000"/>
              </a:spcBef>
            </a:pPr>
            <a:r>
              <a:rPr lang="en-US"/>
              <a:t>·      Using this data, we can state whether the broadband programs were actually successful in supplying broadband infrastructure to the program areas</a:t>
            </a:r>
          </a:p>
          <a:p>
            <a:pPr marL="228600" indent="-228600">
              <a:lnSpc>
                <a:spcPct val="90000"/>
              </a:lnSpc>
              <a:spcBef>
                <a:spcPts val="1000"/>
              </a:spcBef>
            </a:pPr>
            <a:r>
              <a:rPr lang="en-US"/>
              <a:t>·      This can also provide details on areas to focus on in the future</a:t>
            </a:r>
          </a:p>
        </p:txBody>
      </p:sp>
      <p:sp>
        <p:nvSpPr>
          <p:cNvPr id="4" name="Slide Number Placeholder 3"/>
          <p:cNvSpPr>
            <a:spLocks noGrp="1"/>
          </p:cNvSpPr>
          <p:nvPr>
            <p:ph type="sldNum" sz="quarter" idx="5"/>
          </p:nvPr>
        </p:nvSpPr>
        <p:spPr/>
        <p:txBody>
          <a:bodyPr/>
          <a:lstStyle/>
          <a:p>
            <a:fld id="{5B8E8C4F-731C-F24D-9A9E-B4D5C84CE44D}" type="slidenum">
              <a:rPr lang="en-US" smtClean="0"/>
              <a:t>14</a:t>
            </a:fld>
            <a:endParaRPr lang="en-US"/>
          </a:p>
        </p:txBody>
      </p:sp>
    </p:spTree>
    <p:extLst>
      <p:ext uri="{BB962C8B-B14F-4D97-AF65-F5344CB8AC3E}">
        <p14:creationId xmlns:p14="http://schemas.microsoft.com/office/powerpoint/2010/main" val="28683223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lvl="1"/>
            <a:r>
              <a:rPr lang="en-US"/>
              <a:t>·     For next steps, </a:t>
            </a:r>
          </a:p>
          <a:p>
            <a:pPr lvl="1"/>
            <a:r>
              <a:rPr lang="en-US"/>
              <a:t>·      We will look into the housing characteristics that we conducted exploratory analysis on and interpret the values and figure out how we can clean the dataset</a:t>
            </a:r>
            <a:endParaRPr lang="en-US">
              <a:cs typeface="Calibri"/>
            </a:endParaRPr>
          </a:p>
          <a:p>
            <a:pPr lvl="1"/>
            <a:endParaRPr lang="en-US">
              <a:cs typeface="Calibri"/>
            </a:endParaRPr>
          </a:p>
          <a:p>
            <a:pPr lvl="1"/>
            <a:r>
              <a:rPr lang="en-US"/>
              <a:t>·      Create a hedonic model for a specific county that can then be extrapolated and used for other counties</a:t>
            </a:r>
            <a:endParaRPr lang="en-US">
              <a:cs typeface="Calibri"/>
            </a:endParaRPr>
          </a:p>
          <a:p>
            <a:pPr lvl="1"/>
            <a:endParaRPr lang="en-US"/>
          </a:p>
          <a:p>
            <a:pPr lvl="1"/>
            <a:r>
              <a:rPr lang="en-US"/>
              <a:t>·      Finally, we will use the </a:t>
            </a:r>
            <a:r>
              <a:rPr lang="en-US" err="1"/>
              <a:t>Ookla</a:t>
            </a:r>
            <a:r>
              <a:rPr lang="en-US"/>
              <a:t> data to see </a:t>
            </a:r>
            <a:r>
              <a:rPr lang="en-US" err="1"/>
              <a:t>ifthe</a:t>
            </a:r>
            <a:r>
              <a:rPr lang="en-US"/>
              <a:t> broadband initiatives have actually improved broadband in project areas</a:t>
            </a:r>
            <a:endParaRPr lang="en-US">
              <a:cs typeface="Calibri"/>
            </a:endParaRPr>
          </a:p>
          <a:p>
            <a:pPr lvl="1"/>
            <a:r>
              <a:rPr lang="en-US"/>
              <a:t> </a:t>
            </a:r>
            <a:endParaRPr lang="en-US">
              <a:cs typeface="Calibri"/>
            </a:endParaRPr>
          </a:p>
          <a:p>
            <a:pPr lvl="1"/>
            <a:r>
              <a:rPr lang="en-US">
                <a:cs typeface="Calibri"/>
              </a:rPr>
              <a:t>Thank you for listening and we will take any questions</a:t>
            </a:r>
          </a:p>
        </p:txBody>
      </p:sp>
      <p:sp>
        <p:nvSpPr>
          <p:cNvPr id="4" name="Slide Number Placeholder 3"/>
          <p:cNvSpPr>
            <a:spLocks noGrp="1"/>
          </p:cNvSpPr>
          <p:nvPr>
            <p:ph type="sldNum" sz="quarter" idx="5"/>
          </p:nvPr>
        </p:nvSpPr>
        <p:spPr/>
        <p:txBody>
          <a:bodyPr/>
          <a:lstStyle/>
          <a:p>
            <a:fld id="{5B8E8C4F-731C-F24D-9A9E-B4D5C84CE44D}" type="slidenum">
              <a:rPr lang="en-US" smtClean="0"/>
              <a:t>15</a:t>
            </a:fld>
            <a:endParaRPr lang="en-US"/>
          </a:p>
        </p:txBody>
      </p:sp>
    </p:spTree>
    <p:extLst>
      <p:ext uri="{BB962C8B-B14F-4D97-AF65-F5344CB8AC3E}">
        <p14:creationId xmlns:p14="http://schemas.microsoft.com/office/powerpoint/2010/main" val="1860258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026" y="252389"/>
            <a:ext cx="10972800" cy="1143000"/>
          </a:xfrm>
        </p:spPr>
        <p:txBody>
          <a:bodyPr/>
          <a:lstStyle>
            <a:lvl1pPr algn="ctr">
              <a:defRPr sz="4400" b="1">
                <a:solidFill>
                  <a:srgbClr val="E46C0A"/>
                </a:solidFill>
                <a:latin typeface="ITC Franklin Gothic Std Book" panose="020B0504030503020204" pitchFamily="34" charset="0"/>
                <a:cs typeface="ITC Franklin Gothic Std Book" panose="020B0504030503020204" pitchFamily="34" charset="0"/>
              </a:defRPr>
            </a:lvl1pPr>
          </a:lstStyle>
          <a:p>
            <a:r>
              <a:rPr lang="en-US"/>
              <a:t>Click to edit Master title style</a:t>
            </a:r>
          </a:p>
        </p:txBody>
      </p:sp>
      <p:sp>
        <p:nvSpPr>
          <p:cNvPr id="7" name="Content Placeholder 2">
            <a:extLst>
              <a:ext uri="{FF2B5EF4-FFF2-40B4-BE49-F238E27FC236}">
                <a16:creationId xmlns:a16="http://schemas.microsoft.com/office/drawing/2014/main" id="{C853FCE9-8599-DA41-AEED-15B5184A0D52}"/>
              </a:ext>
            </a:extLst>
          </p:cNvPr>
          <p:cNvSpPr>
            <a:spLocks noGrp="1"/>
          </p:cNvSpPr>
          <p:nvPr>
            <p:ph idx="1"/>
          </p:nvPr>
        </p:nvSpPr>
        <p:spPr>
          <a:xfrm>
            <a:off x="867139" y="1260721"/>
            <a:ext cx="10434577" cy="4422449"/>
          </a:xfrm>
          <a:prstGeom prst="rect">
            <a:avLst/>
          </a:prstGeom>
        </p:spPr>
        <p:txBody>
          <a:bodyPr/>
          <a:lstStyle>
            <a:lvl1pPr>
              <a:defRPr sz="3200">
                <a:latin typeface="ITC Franklin Gothic Std Book" panose="020B0504030503020204" pitchFamily="34" charset="0"/>
              </a:defRPr>
            </a:lvl1pPr>
            <a:lvl2pPr>
              <a:defRPr sz="2800">
                <a:latin typeface="ITC Franklin Gothic Std Book" panose="020B0504030503020204" pitchFamily="34" charset="0"/>
              </a:defRPr>
            </a:lvl2pPr>
            <a:lvl3pPr>
              <a:defRPr sz="2400">
                <a:latin typeface="ITC Franklin Gothic Std Book" panose="020B0504030503020204" pitchFamily="34" charset="0"/>
              </a:defRPr>
            </a:lvl3pPr>
            <a:lvl4pPr>
              <a:defRPr sz="2000">
                <a:latin typeface="ITC Franklin Gothic Std Book" panose="020B0504030503020204" pitchFamily="34" charset="0"/>
              </a:defRPr>
            </a:lvl4pPr>
            <a:lvl5pPr>
              <a:defRPr sz="2000">
                <a:latin typeface="ITC Franklin Gothic Std Book" panose="020B05040305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3554928"/>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O3: backgroun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1998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E071F-E573-47EB-8AEA-9FDE5BD6AE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87DB1F2-3747-4702-9B11-4693ED589E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665A38D-D90D-4132-B073-FD3AD1F703EA}"/>
              </a:ext>
            </a:extLst>
          </p:cNvPr>
          <p:cNvSpPr>
            <a:spLocks noGrp="1"/>
          </p:cNvSpPr>
          <p:nvPr>
            <p:ph type="dt" sz="half" idx="10"/>
          </p:nvPr>
        </p:nvSpPr>
        <p:spPr/>
        <p:txBody>
          <a:bodyPr/>
          <a:lstStyle/>
          <a:p>
            <a:fld id="{90753657-14BD-45A1-93C4-8C0B73BB50C3}" type="datetimeFigureOut">
              <a:rPr lang="en-US" smtClean="0"/>
              <a:t>6/27/2022</a:t>
            </a:fld>
            <a:endParaRPr lang="en-US"/>
          </a:p>
        </p:txBody>
      </p:sp>
      <p:sp>
        <p:nvSpPr>
          <p:cNvPr id="5" name="Footer Placeholder 4">
            <a:extLst>
              <a:ext uri="{FF2B5EF4-FFF2-40B4-BE49-F238E27FC236}">
                <a16:creationId xmlns:a16="http://schemas.microsoft.com/office/drawing/2014/main" id="{7609FD3E-0E1B-4277-9714-F14F7F95F9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5FBC8D-FD5B-4843-805D-9B7B8100E71E}"/>
              </a:ext>
            </a:extLst>
          </p:cNvPr>
          <p:cNvSpPr>
            <a:spLocks noGrp="1"/>
          </p:cNvSpPr>
          <p:nvPr>
            <p:ph type="sldNum" sz="quarter" idx="12"/>
          </p:nvPr>
        </p:nvSpPr>
        <p:spPr/>
        <p:txBody>
          <a:bodyPr/>
          <a:lstStyle/>
          <a:p>
            <a:fld id="{E6DD624A-2A69-4E5D-AE09-F1B680DD9B74}" type="slidenum">
              <a:rPr lang="en-US" smtClean="0"/>
              <a:t>‹#›</a:t>
            </a:fld>
            <a:endParaRPr lang="en-US"/>
          </a:p>
        </p:txBody>
      </p:sp>
    </p:spTree>
    <p:extLst>
      <p:ext uri="{BB962C8B-B14F-4D97-AF65-F5344CB8AC3E}">
        <p14:creationId xmlns:p14="http://schemas.microsoft.com/office/powerpoint/2010/main" val="1373283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9" name="Text Placeholder 5"/>
          <p:cNvSpPr>
            <a:spLocks noGrp="1"/>
          </p:cNvSpPr>
          <p:nvPr>
            <p:ph type="body" sz="quarter" idx="10" hasCustomPrompt="1"/>
          </p:nvPr>
        </p:nvSpPr>
        <p:spPr>
          <a:xfrm>
            <a:off x="377952" y="2743518"/>
            <a:ext cx="11814048" cy="571500"/>
          </a:xfrm>
          <a:prstGeom prst="rect">
            <a:avLst/>
          </a:prstGeom>
        </p:spPr>
        <p:txBody>
          <a:bodyPr/>
          <a:lstStyle>
            <a:lvl1pPr marL="0" indent="0" algn="ctr">
              <a:buNone/>
              <a:defRPr sz="3600" b="1" i="0" u="none" cap="all" baseline="0">
                <a:solidFill>
                  <a:schemeClr val="bg1"/>
                </a:solidFill>
                <a:uFill>
                  <a:solidFill>
                    <a:srgbClr val="E47100"/>
                  </a:solidFill>
                </a:uFill>
                <a:latin typeface="ITC Franklin Gothic Std Med" charset="0"/>
                <a:ea typeface="ITC Franklin Gothic Std Med" charset="0"/>
                <a:cs typeface="ITC Franklin Gothic Std Med" charset="0"/>
              </a:defRPr>
            </a:lvl1pPr>
            <a:lvl2pPr marL="457200" indent="0">
              <a:buNone/>
              <a:defRPr b="1" i="0">
                <a:solidFill>
                  <a:schemeClr val="bg1"/>
                </a:solidFill>
                <a:latin typeface="ITC Franklin Gothic Std Med" charset="0"/>
                <a:ea typeface="ITC Franklin Gothic Std Med" charset="0"/>
                <a:cs typeface="ITC Franklin Gothic Std Med" charset="0"/>
              </a:defRPr>
            </a:lvl2pPr>
            <a:lvl3pPr marL="914400" indent="0">
              <a:buNone/>
              <a:defRPr b="1" i="0">
                <a:solidFill>
                  <a:schemeClr val="bg1"/>
                </a:solidFill>
                <a:latin typeface="ITC Franklin Gothic Std Med" charset="0"/>
                <a:ea typeface="ITC Franklin Gothic Std Med" charset="0"/>
                <a:cs typeface="ITC Franklin Gothic Std Med" charset="0"/>
              </a:defRPr>
            </a:lvl3pPr>
            <a:lvl4pPr marL="1371600" indent="0">
              <a:buNone/>
              <a:defRPr b="1" i="0">
                <a:solidFill>
                  <a:schemeClr val="bg1"/>
                </a:solidFill>
                <a:latin typeface="ITC Franklin Gothic Std Med" charset="0"/>
                <a:ea typeface="ITC Franklin Gothic Std Med" charset="0"/>
                <a:cs typeface="ITC Franklin Gothic Std Med" charset="0"/>
              </a:defRPr>
            </a:lvl4pPr>
            <a:lvl5pPr marL="1828800" indent="0">
              <a:buNone/>
              <a:defRPr b="1" i="0">
                <a:solidFill>
                  <a:schemeClr val="bg1"/>
                </a:solidFill>
                <a:latin typeface="ITC Franklin Gothic Std Med" charset="0"/>
                <a:ea typeface="ITC Franklin Gothic Std Med" charset="0"/>
                <a:cs typeface="ITC Franklin Gothic Std Med" charset="0"/>
              </a:defRPr>
            </a:lvl5pPr>
          </a:lstStyle>
          <a:p>
            <a:pPr lvl="0"/>
            <a:r>
              <a:rPr lang="en-US"/>
              <a:t>OPTIONAL PRESENTATION TITLE</a:t>
            </a:r>
          </a:p>
        </p:txBody>
      </p:sp>
      <p:sp>
        <p:nvSpPr>
          <p:cNvPr id="10" name="Text Placeholder 11"/>
          <p:cNvSpPr>
            <a:spLocks noGrp="1"/>
          </p:cNvSpPr>
          <p:nvPr>
            <p:ph type="body" sz="quarter" idx="11" hasCustomPrompt="1"/>
          </p:nvPr>
        </p:nvSpPr>
        <p:spPr>
          <a:xfrm>
            <a:off x="377825" y="3503864"/>
            <a:ext cx="11814175" cy="454033"/>
          </a:xfrm>
          <a:prstGeom prst="rect">
            <a:avLst/>
          </a:prstGeom>
        </p:spPr>
        <p:txBody>
          <a:bodyPr/>
          <a:lstStyle>
            <a:lvl1pPr marL="0" indent="0" algn="ctr">
              <a:buNone/>
              <a:defRPr sz="1400" b="1" i="0" cap="all" baseline="0">
                <a:solidFill>
                  <a:schemeClr val="bg1"/>
                </a:solidFill>
                <a:latin typeface="ITC Franklin Gothic Std Med" charset="0"/>
                <a:ea typeface="ITC Franklin Gothic Std Med" charset="0"/>
                <a:cs typeface="ITC Franklin Gothic Std Med" charset="0"/>
              </a:defRPr>
            </a:lvl1pPr>
          </a:lstStyle>
          <a:p>
            <a:r>
              <a:rPr lang="en-US" b="1" i="0" cap="all">
                <a:uFill>
                  <a:solidFill>
                    <a:srgbClr val="E47100"/>
                  </a:solidFill>
                </a:uFill>
                <a:latin typeface="ITC Franklin Gothic Std Med" charset="0"/>
                <a:ea typeface="ITC Franklin Gothic Std Med" charset="0"/>
                <a:cs typeface="ITC Franklin Gothic Std Med" charset="0"/>
              </a:rPr>
              <a:t> OPTIONAL AUTHOR NAME</a:t>
            </a:r>
          </a:p>
        </p:txBody>
      </p:sp>
    </p:spTree>
    <p:extLst>
      <p:ext uri="{BB962C8B-B14F-4D97-AF65-F5344CB8AC3E}">
        <p14:creationId xmlns:p14="http://schemas.microsoft.com/office/powerpoint/2010/main" val="2687841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026" y="252389"/>
            <a:ext cx="10972800" cy="1143000"/>
          </a:xfrm>
        </p:spPr>
        <p:txBody>
          <a:bodyPr/>
          <a:lstStyle>
            <a:lvl1pPr algn="ctr">
              <a:defRPr sz="4400" b="1">
                <a:solidFill>
                  <a:srgbClr val="E46C0A"/>
                </a:solidFill>
                <a:latin typeface="ITC Franklin Gothic Std Book" panose="020B0504030503020204" pitchFamily="34" charset="0"/>
                <a:cs typeface="ITC Franklin Gothic Std Book" panose="020B0504030503020204" pitchFamily="34" charset="0"/>
              </a:defRPr>
            </a:lvl1pPr>
          </a:lstStyle>
          <a:p>
            <a:r>
              <a:rPr lang="en-US"/>
              <a:t>Click to edit Master title style</a:t>
            </a:r>
          </a:p>
        </p:txBody>
      </p:sp>
      <p:sp>
        <p:nvSpPr>
          <p:cNvPr id="7" name="Content Placeholder 2">
            <a:extLst>
              <a:ext uri="{FF2B5EF4-FFF2-40B4-BE49-F238E27FC236}">
                <a16:creationId xmlns:a16="http://schemas.microsoft.com/office/drawing/2014/main" id="{C853FCE9-8599-DA41-AEED-15B5184A0D52}"/>
              </a:ext>
            </a:extLst>
          </p:cNvPr>
          <p:cNvSpPr>
            <a:spLocks noGrp="1"/>
          </p:cNvSpPr>
          <p:nvPr>
            <p:ph idx="1"/>
          </p:nvPr>
        </p:nvSpPr>
        <p:spPr>
          <a:xfrm>
            <a:off x="867139" y="1260721"/>
            <a:ext cx="10434577" cy="4422449"/>
          </a:xfrm>
          <a:prstGeom prst="rect">
            <a:avLst/>
          </a:prstGeom>
        </p:spPr>
        <p:txBody>
          <a:bodyPr/>
          <a:lstStyle>
            <a:lvl1pPr>
              <a:defRPr sz="3200">
                <a:latin typeface="ITC Franklin Gothic Std Book" panose="020B0504030503020204" pitchFamily="34" charset="0"/>
              </a:defRPr>
            </a:lvl1pPr>
            <a:lvl2pPr>
              <a:defRPr sz="2800">
                <a:latin typeface="ITC Franklin Gothic Std Book" panose="020B0504030503020204" pitchFamily="34" charset="0"/>
              </a:defRPr>
            </a:lvl2pPr>
            <a:lvl3pPr>
              <a:defRPr sz="2400">
                <a:latin typeface="ITC Franklin Gothic Std Book" panose="020B0504030503020204" pitchFamily="34" charset="0"/>
              </a:defRPr>
            </a:lvl3pPr>
            <a:lvl4pPr>
              <a:defRPr sz="2000">
                <a:latin typeface="ITC Franklin Gothic Std Book" panose="020B0504030503020204" pitchFamily="34" charset="0"/>
              </a:defRPr>
            </a:lvl4pPr>
            <a:lvl5pPr>
              <a:defRPr sz="2000">
                <a:latin typeface="ITC Franklin Gothic Std Book" panose="020B05040305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640806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026" y="252389"/>
            <a:ext cx="10972800" cy="1143000"/>
          </a:xfrm>
        </p:spPr>
        <p:txBody>
          <a:bodyPr/>
          <a:lstStyle>
            <a:lvl1pPr algn="ctr">
              <a:defRPr sz="4400" b="1">
                <a:solidFill>
                  <a:srgbClr val="E46C0A"/>
                </a:solidFill>
                <a:latin typeface="ITC Franklin Gothic Std Book" panose="020B0504030503020204" pitchFamily="34" charset="0"/>
                <a:cs typeface="ITC Franklin Gothic Std Book" panose="020B0504030503020204" pitchFamily="34" charset="0"/>
              </a:defRPr>
            </a:lvl1pPr>
          </a:lstStyle>
          <a:p>
            <a:r>
              <a:rPr lang="en-US"/>
              <a:t>Click to edit Master title style</a:t>
            </a:r>
          </a:p>
        </p:txBody>
      </p:sp>
      <p:sp>
        <p:nvSpPr>
          <p:cNvPr id="7" name="Content Placeholder 2">
            <a:extLst>
              <a:ext uri="{FF2B5EF4-FFF2-40B4-BE49-F238E27FC236}">
                <a16:creationId xmlns:a16="http://schemas.microsoft.com/office/drawing/2014/main" id="{C853FCE9-8599-DA41-AEED-15B5184A0D52}"/>
              </a:ext>
            </a:extLst>
          </p:cNvPr>
          <p:cNvSpPr>
            <a:spLocks noGrp="1"/>
          </p:cNvSpPr>
          <p:nvPr>
            <p:ph idx="1"/>
          </p:nvPr>
        </p:nvSpPr>
        <p:spPr>
          <a:xfrm>
            <a:off x="867139" y="1260721"/>
            <a:ext cx="10434577" cy="4422449"/>
          </a:xfrm>
          <a:prstGeom prst="rect">
            <a:avLst/>
          </a:prstGeom>
        </p:spPr>
        <p:txBody>
          <a:bodyPr/>
          <a:lstStyle>
            <a:lvl1pPr>
              <a:defRPr sz="3200">
                <a:latin typeface="ITC Franklin Gothic Std Book" panose="020B0504030503020204" pitchFamily="34" charset="0"/>
              </a:defRPr>
            </a:lvl1pPr>
            <a:lvl2pPr>
              <a:defRPr sz="2800">
                <a:latin typeface="ITC Franklin Gothic Std Book" panose="020B0504030503020204" pitchFamily="34" charset="0"/>
              </a:defRPr>
            </a:lvl2pPr>
            <a:lvl3pPr>
              <a:defRPr sz="2400">
                <a:latin typeface="ITC Franklin Gothic Std Book" panose="020B0504030503020204" pitchFamily="34" charset="0"/>
              </a:defRPr>
            </a:lvl3pPr>
            <a:lvl4pPr>
              <a:defRPr sz="2000">
                <a:latin typeface="ITC Franklin Gothic Std Book" panose="020B0504030503020204" pitchFamily="34" charset="0"/>
              </a:defRPr>
            </a:lvl4pPr>
            <a:lvl5pPr>
              <a:defRPr sz="2000">
                <a:latin typeface="ITC Franklin Gothic Std Book" panose="020B05040305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490321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380144" cy="6858000"/>
          </a:xfrm>
          <a:prstGeom prst="rect">
            <a:avLst/>
          </a:prstGeom>
          <a:solidFill>
            <a:srgbClr val="222C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6">
            <a:extLst>
              <a:ext uri="{28A0092B-C50C-407E-A947-70E740481C1C}">
                <a14:useLocalDpi xmlns:a14="http://schemas.microsoft.com/office/drawing/2010/main"/>
              </a:ext>
            </a:extLst>
          </a:blip>
          <a:stretch>
            <a:fillRect/>
          </a:stretch>
        </p:blipFill>
        <p:spPr>
          <a:xfrm>
            <a:off x="-2" y="0"/>
            <a:ext cx="1727200" cy="2057400"/>
          </a:xfrm>
          <a:prstGeom prst="rect">
            <a:avLst/>
          </a:prstGeom>
        </p:spPr>
      </p:pic>
    </p:spTree>
    <p:extLst>
      <p:ext uri="{BB962C8B-B14F-4D97-AF65-F5344CB8AC3E}">
        <p14:creationId xmlns:p14="http://schemas.microsoft.com/office/powerpoint/2010/main" val="3194312398"/>
      </p:ext>
    </p:extLst>
  </p:cSld>
  <p:clrMap bg1="lt1" tx1="dk1" bg2="lt2" tx2="dk2" accent1="accent1" accent2="accent2" accent3="accent3" accent4="accent4" accent5="accent5" accent6="accent6" hlink="hlink" folHlink="folHlink"/>
  <p:sldLayoutIdLst>
    <p:sldLayoutId id="2147483761" r:id="rId1"/>
    <p:sldLayoutId id="2147483754" r:id="rId2"/>
    <p:sldLayoutId id="2147483755" r:id="rId3"/>
    <p:sldLayoutId id="2147483762" r:id="rId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9957888"/>
      </p:ext>
    </p:extLst>
  </p:cSld>
  <p:clrMap bg1="lt1" tx1="dk1" bg2="lt2" tx2="dk2" accent1="accent1" accent2="accent2" accent3="accent3" accent4="accent4" accent5="accent5" accent6="accent6" hlink="hlink" folHlink="folHlink"/>
  <p:sldLayoutIdLst>
    <p:sldLayoutId id="214748372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0444542"/>
      </p:ext>
    </p:extLst>
  </p:cSld>
  <p:clrMap bg1="lt1" tx1="dk1" bg2="lt2" tx2="dk2" accent1="accent1" accent2="accent2" accent3="accent3" accent4="accent4" accent5="accent5" accent6="accent6" hlink="hlink" folHlink="folHlink"/>
  <p:sldLayoutIdLst>
    <p:sldLayoutId id="21474837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12" Type="http://schemas.microsoft.com/office/2007/relationships/diagramDrawing" Target="../diagrams/drawing5.xm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0" Type="http://schemas.openxmlformats.org/officeDocument/2006/relationships/diagramQuickStyle" Target="../diagrams/quickStyle5.xml"/><Relationship Id="rId4" Type="http://schemas.openxmlformats.org/officeDocument/2006/relationships/diagramLayout" Target="../diagrams/layout4.xml"/><Relationship Id="rId9"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diagramData" Target="../diagrams/data7.xml"/><Relationship Id="rId3" Type="http://schemas.openxmlformats.org/officeDocument/2006/relationships/diagramData" Target="../diagrams/data6.xml"/><Relationship Id="rId7" Type="http://schemas.microsoft.com/office/2007/relationships/diagramDrawing" Target="../diagrams/drawing6.xml"/><Relationship Id="rId12" Type="http://schemas.microsoft.com/office/2007/relationships/diagramDrawing" Target="../diagrams/drawing7.xm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diagramColors" Target="../diagrams/colors6.xml"/><Relationship Id="rId11" Type="http://schemas.openxmlformats.org/officeDocument/2006/relationships/diagramColors" Target="../diagrams/colors7.xml"/><Relationship Id="rId5" Type="http://schemas.openxmlformats.org/officeDocument/2006/relationships/diagramQuickStyle" Target="../diagrams/quickStyle6.xml"/><Relationship Id="rId10" Type="http://schemas.openxmlformats.org/officeDocument/2006/relationships/diagramQuickStyle" Target="../diagrams/quickStyle7.xml"/><Relationship Id="rId4" Type="http://schemas.openxmlformats.org/officeDocument/2006/relationships/diagramLayout" Target="../diagrams/layout6.xml"/><Relationship Id="rId9" Type="http://schemas.openxmlformats.org/officeDocument/2006/relationships/diagramLayout" Target="../diagrams/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2F6C"/>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766C0E0B-82DE-4143-9051-3C2038424B44}"/>
              </a:ext>
            </a:extLst>
          </p:cNvPr>
          <p:cNvSpPr>
            <a:spLocks noGrp="1"/>
          </p:cNvSpPr>
          <p:nvPr>
            <p:ph type="body" sz="quarter" idx="11"/>
          </p:nvPr>
        </p:nvSpPr>
        <p:spPr>
          <a:xfrm>
            <a:off x="194354" y="3281047"/>
            <a:ext cx="11814175" cy="1050433"/>
          </a:xfrm>
        </p:spPr>
        <p:txBody>
          <a:bodyPr lIns="91440" tIns="45720" rIns="91440" bIns="45720" anchor="t"/>
          <a:lstStyle/>
          <a:p>
            <a:pPr>
              <a:lnSpc>
                <a:spcPct val="100000"/>
              </a:lnSpc>
              <a:spcBef>
                <a:spcPts val="0"/>
              </a:spcBef>
            </a:pPr>
            <a:r>
              <a:rPr lang="en-US" sz="2400" b="0" cap="none">
                <a:latin typeface="ITC Franklin Gothic Std Book"/>
              </a:rPr>
              <a:t>Kristian Olsson &amp; Donovan Cates</a:t>
            </a:r>
            <a:endParaRPr lang="en-US"/>
          </a:p>
          <a:p>
            <a:pPr>
              <a:lnSpc>
                <a:spcPct val="100000"/>
              </a:lnSpc>
              <a:spcBef>
                <a:spcPts val="0"/>
              </a:spcBef>
            </a:pPr>
            <a:endParaRPr lang="en-US" sz="2400" b="0" cap="none">
              <a:latin typeface="ITC Franklin Gothic Std Book" panose="020B0504030503020204" pitchFamily="34" charset="0"/>
            </a:endParaRPr>
          </a:p>
          <a:p>
            <a:pPr>
              <a:lnSpc>
                <a:spcPct val="100000"/>
              </a:lnSpc>
              <a:spcBef>
                <a:spcPts val="0"/>
              </a:spcBef>
            </a:pPr>
            <a:endParaRPr lang="en-US" sz="2400" b="0" cap="none">
              <a:latin typeface="ITC Franklin Gothic Std Book" panose="020B0504030503020204" pitchFamily="34" charset="0"/>
            </a:endParaRPr>
          </a:p>
        </p:txBody>
      </p:sp>
      <p:pic>
        <p:nvPicPr>
          <p:cNvPr id="6" name="Picture 5">
            <a:extLst>
              <a:ext uri="{FF2B5EF4-FFF2-40B4-BE49-F238E27FC236}">
                <a16:creationId xmlns:a16="http://schemas.microsoft.com/office/drawing/2014/main" id="{BB0FEE16-DE78-9346-8ADF-76D30FD1A43C}"/>
              </a:ext>
            </a:extLst>
          </p:cNvPr>
          <p:cNvPicPr>
            <a:picLocks noChangeAspect="1"/>
          </p:cNvPicPr>
          <p:nvPr/>
        </p:nvPicPr>
        <p:blipFill>
          <a:blip r:embed="rId3"/>
          <a:stretch>
            <a:fillRect/>
          </a:stretch>
        </p:blipFill>
        <p:spPr>
          <a:xfrm>
            <a:off x="4369803" y="5541492"/>
            <a:ext cx="3441261" cy="730678"/>
          </a:xfrm>
          <a:prstGeom prst="rect">
            <a:avLst/>
          </a:prstGeom>
        </p:spPr>
      </p:pic>
      <p:sp>
        <p:nvSpPr>
          <p:cNvPr id="8" name="Text Placeholder 1"/>
          <p:cNvSpPr txBox="1">
            <a:spLocks/>
          </p:cNvSpPr>
          <p:nvPr/>
        </p:nvSpPr>
        <p:spPr>
          <a:xfrm>
            <a:off x="193517" y="4328380"/>
            <a:ext cx="11814048" cy="831502"/>
          </a:xfrm>
          <a:prstGeom prst="rect">
            <a:avLst/>
          </a:prstGeom>
        </p:spPr>
        <p:txBody>
          <a:bodyPr/>
          <a:lstStyle>
            <a:lvl1pPr marL="0" indent="0" algn="ctr" defTabSz="685800" rtl="0" eaLnBrk="1" latinLnBrk="0" hangingPunct="1">
              <a:lnSpc>
                <a:spcPct val="90000"/>
              </a:lnSpc>
              <a:spcBef>
                <a:spcPts val="750"/>
              </a:spcBef>
              <a:buFont typeface="Arial"/>
              <a:buNone/>
              <a:defRPr sz="2700" b="1" i="0" u="none" kern="1200" cap="all" baseline="0">
                <a:solidFill>
                  <a:schemeClr val="bg1"/>
                </a:solidFill>
                <a:uFill>
                  <a:solidFill>
                    <a:srgbClr val="E47100"/>
                  </a:solidFill>
                </a:uFill>
                <a:latin typeface="ITC Franklin Gothic Std Med" charset="0"/>
                <a:ea typeface="ITC Franklin Gothic Std Med" charset="0"/>
                <a:cs typeface="ITC Franklin Gothic Std Med" charset="0"/>
              </a:defRPr>
            </a:lvl1pPr>
            <a:lvl2pPr marL="342900" indent="0" algn="l" defTabSz="685800" rtl="0" eaLnBrk="1" latinLnBrk="0" hangingPunct="1">
              <a:lnSpc>
                <a:spcPct val="90000"/>
              </a:lnSpc>
              <a:spcBef>
                <a:spcPts val="375"/>
              </a:spcBef>
              <a:buFont typeface="Arial"/>
              <a:buNone/>
              <a:defRPr sz="1800" b="1" i="0" kern="1200">
                <a:solidFill>
                  <a:schemeClr val="bg1"/>
                </a:solidFill>
                <a:latin typeface="ITC Franklin Gothic Std Med" charset="0"/>
                <a:ea typeface="ITC Franklin Gothic Std Med" charset="0"/>
                <a:cs typeface="ITC Franklin Gothic Std Med" charset="0"/>
              </a:defRPr>
            </a:lvl2pPr>
            <a:lvl3pPr marL="685800" indent="0" algn="l" defTabSz="685800" rtl="0" eaLnBrk="1" latinLnBrk="0" hangingPunct="1">
              <a:lnSpc>
                <a:spcPct val="90000"/>
              </a:lnSpc>
              <a:spcBef>
                <a:spcPts val="375"/>
              </a:spcBef>
              <a:buFont typeface="Arial"/>
              <a:buNone/>
              <a:defRPr sz="1500" b="1" i="0" kern="1200">
                <a:solidFill>
                  <a:schemeClr val="bg1"/>
                </a:solidFill>
                <a:latin typeface="ITC Franklin Gothic Std Med" charset="0"/>
                <a:ea typeface="ITC Franklin Gothic Std Med" charset="0"/>
                <a:cs typeface="ITC Franklin Gothic Std Med" charset="0"/>
              </a:defRPr>
            </a:lvl3pPr>
            <a:lvl4pPr marL="1028700" indent="0" algn="l" defTabSz="685800" rtl="0" eaLnBrk="1" latinLnBrk="0" hangingPunct="1">
              <a:lnSpc>
                <a:spcPct val="90000"/>
              </a:lnSpc>
              <a:spcBef>
                <a:spcPts val="375"/>
              </a:spcBef>
              <a:buFont typeface="Arial"/>
              <a:buNone/>
              <a:defRPr sz="1350" b="1" i="0" kern="1200">
                <a:solidFill>
                  <a:schemeClr val="bg1"/>
                </a:solidFill>
                <a:latin typeface="ITC Franklin Gothic Std Med" charset="0"/>
                <a:ea typeface="ITC Franklin Gothic Std Med" charset="0"/>
                <a:cs typeface="ITC Franklin Gothic Std Med" charset="0"/>
              </a:defRPr>
            </a:lvl4pPr>
            <a:lvl5pPr marL="1371600" indent="0" algn="l" defTabSz="685800" rtl="0" eaLnBrk="1" latinLnBrk="0" hangingPunct="1">
              <a:lnSpc>
                <a:spcPct val="90000"/>
              </a:lnSpc>
              <a:spcBef>
                <a:spcPts val="375"/>
              </a:spcBef>
              <a:buFont typeface="Arial"/>
              <a:buNone/>
              <a:defRPr sz="1350" b="1" i="0" kern="1200">
                <a:solidFill>
                  <a:schemeClr val="bg1"/>
                </a:solidFill>
                <a:latin typeface="ITC Franklin Gothic Std Med" charset="0"/>
                <a:ea typeface="ITC Franklin Gothic Std Med" charset="0"/>
                <a:cs typeface="ITC Franklin Gothic Std Med" charset="0"/>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ts val="750"/>
              </a:spcBef>
              <a:spcAft>
                <a:spcPts val="0"/>
              </a:spcAft>
              <a:buClrTx/>
              <a:buSzTx/>
              <a:buFont typeface="Arial"/>
              <a:buNone/>
              <a:tabLst/>
              <a:defRPr/>
            </a:pPr>
            <a:r>
              <a:rPr lang="en-US" sz="2400" cap="none">
                <a:solidFill>
                  <a:prstClr val="white"/>
                </a:solidFill>
                <a:latin typeface="ITC Franklin Gothic Std Book" panose="020B0504030503020204" pitchFamily="34" charset="0"/>
              </a:rPr>
              <a:t>Data Science for Public Good 2022</a:t>
            </a:r>
          </a:p>
          <a:p>
            <a:pPr marL="0" marR="0" lvl="0" indent="0" algn="ctr" defTabSz="685800" rtl="0" eaLnBrk="1" fontAlgn="auto" latinLnBrk="0" hangingPunct="1">
              <a:lnSpc>
                <a:spcPct val="90000"/>
              </a:lnSpc>
              <a:spcBef>
                <a:spcPts val="750"/>
              </a:spcBef>
              <a:spcAft>
                <a:spcPts val="0"/>
              </a:spcAft>
              <a:buClrTx/>
              <a:buSzTx/>
              <a:buFont typeface="Arial"/>
              <a:buNone/>
              <a:tabLst/>
              <a:defRPr/>
            </a:pPr>
            <a:endParaRPr lang="en-US" sz="2400" cap="none">
              <a:solidFill>
                <a:prstClr val="white"/>
              </a:solidFill>
              <a:latin typeface="ITC Franklin Gothic Std Book" panose="020B0504030503020204" pitchFamily="34" charset="0"/>
            </a:endParaRPr>
          </a:p>
        </p:txBody>
      </p:sp>
      <p:sp>
        <p:nvSpPr>
          <p:cNvPr id="3" name="Text Placeholder 2"/>
          <p:cNvSpPr>
            <a:spLocks noGrp="1"/>
          </p:cNvSpPr>
          <p:nvPr>
            <p:ph type="body" sz="quarter" idx="10"/>
          </p:nvPr>
        </p:nvSpPr>
        <p:spPr>
          <a:xfrm>
            <a:off x="56816" y="1527428"/>
            <a:ext cx="12083866" cy="1045550"/>
          </a:xfrm>
        </p:spPr>
        <p:txBody>
          <a:bodyPr lIns="91440" tIns="45720" rIns="91440" bIns="45720" anchor="t"/>
          <a:lstStyle/>
          <a:p>
            <a:pPr>
              <a:defRPr/>
            </a:pPr>
            <a:r>
              <a:rPr lang="en-US" sz="4200">
                <a:latin typeface="ITC Franklin Gothic Std Med"/>
              </a:rPr>
              <a:t>Evaluating Broadband </a:t>
            </a:r>
            <a:endParaRPr lang="en-US" sz="4200"/>
          </a:p>
          <a:p>
            <a:pPr>
              <a:defRPr/>
            </a:pPr>
            <a:r>
              <a:rPr lang="en-US" sz="4200">
                <a:latin typeface="ITC Franklin Gothic Std Med"/>
              </a:rPr>
              <a:t>Subsidy programs</a:t>
            </a:r>
            <a:endParaRPr lang="en-US" sz="4200"/>
          </a:p>
        </p:txBody>
      </p:sp>
    </p:spTree>
    <p:extLst>
      <p:ext uri="{BB962C8B-B14F-4D97-AF65-F5344CB8AC3E}">
        <p14:creationId xmlns:p14="http://schemas.microsoft.com/office/powerpoint/2010/main" val="4187058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9E0D3AF-7546-2942-9076-6D566FFBEBFD}"/>
              </a:ext>
            </a:extLst>
          </p:cNvPr>
          <p:cNvSpPr/>
          <p:nvPr/>
        </p:nvSpPr>
        <p:spPr>
          <a:xfrm>
            <a:off x="1719124" y="0"/>
            <a:ext cx="8753752" cy="600164"/>
          </a:xfrm>
          <a:prstGeom prst="rect">
            <a:avLst/>
          </a:prstGeom>
        </p:spPr>
        <p:txBody>
          <a:bodyPr wrap="square">
            <a:spAutoFit/>
          </a:bodyPr>
          <a:lstStyle/>
          <a:p>
            <a:pPr algn="ctr">
              <a:defRPr/>
            </a:pPr>
            <a:r>
              <a:rPr lang="en-US" sz="4400" b="1">
                <a:solidFill>
                  <a:srgbClr val="DE6201"/>
                </a:solidFill>
                <a:latin typeface="ITC Franklin Gothic Std Book" panose="020B0504030503020204" pitchFamily="34" charset="0"/>
              </a:rPr>
              <a:t>Motivation</a:t>
            </a:r>
          </a:p>
        </p:txBody>
      </p:sp>
      <p:sp>
        <p:nvSpPr>
          <p:cNvPr id="6" name="Content Placeholder 3">
            <a:extLst>
              <a:ext uri="{FF2B5EF4-FFF2-40B4-BE49-F238E27FC236}">
                <a16:creationId xmlns:a16="http://schemas.microsoft.com/office/drawing/2014/main" id="{3FE4D537-17AA-5044-8525-CD08C9AEE2CB}"/>
              </a:ext>
            </a:extLst>
          </p:cNvPr>
          <p:cNvSpPr txBox="1">
            <a:spLocks/>
          </p:cNvSpPr>
          <p:nvPr/>
        </p:nvSpPr>
        <p:spPr>
          <a:xfrm>
            <a:off x="1286703" y="1059347"/>
            <a:ext cx="9354793" cy="5208932"/>
          </a:xfrm>
        </p:spPr>
        <p:txBody>
          <a:bodyPr lIns="91440" tIns="45720" rIns="91440" bIns="45720" anchor="t">
            <a:no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r>
              <a:rPr lang="en-US">
                <a:solidFill>
                  <a:srgbClr val="002060"/>
                </a:solidFill>
                <a:latin typeface="ITC Franklin Gothic Std Book"/>
              </a:rPr>
              <a:t>Broadband investment is a high priority for the Administration </a:t>
            </a:r>
            <a:br>
              <a:rPr lang="en-US">
                <a:latin typeface="ITC Franklin Gothic Std Book" panose="020B0504030503020204" pitchFamily="34" charset="0"/>
              </a:rPr>
            </a:br>
            <a:r>
              <a:rPr lang="en-US">
                <a:solidFill>
                  <a:srgbClr val="002060"/>
                </a:solidFill>
                <a:latin typeface="ITC Franklin Gothic Std Book"/>
              </a:rPr>
              <a:t>and Congress</a:t>
            </a:r>
          </a:p>
          <a:p>
            <a:pPr marL="342900" indent="-342900" algn="l">
              <a:lnSpc>
                <a:spcPct val="120000"/>
              </a:lnSpc>
              <a:buFont typeface="Arial" panose="020B0604020202020204" pitchFamily="34" charset="0"/>
              <a:buChar char="•"/>
            </a:pPr>
            <a:r>
              <a:rPr lang="en-US">
                <a:solidFill>
                  <a:srgbClr val="002060"/>
                </a:solidFill>
                <a:latin typeface="ITC Franklin Gothic Std Book"/>
              </a:rPr>
              <a:t>Importance of broadband even more evident in current pandemic</a:t>
            </a:r>
          </a:p>
          <a:p>
            <a:pPr marL="342900" indent="-342900" algn="l">
              <a:lnSpc>
                <a:spcPct val="100000"/>
              </a:lnSpc>
              <a:buFont typeface="Arial" panose="020B0604020202020204" pitchFamily="34" charset="0"/>
              <a:buChar char="•"/>
            </a:pPr>
            <a:r>
              <a:rPr lang="en-US">
                <a:solidFill>
                  <a:srgbClr val="002060"/>
                </a:solidFill>
                <a:latin typeface="ITC Franklin Gothic Std Book"/>
              </a:rPr>
              <a:t>Little research has investigated the economic impacts of broadband programs</a:t>
            </a:r>
          </a:p>
          <a:p>
            <a:pPr algn="l">
              <a:lnSpc>
                <a:spcPct val="100000"/>
              </a:lnSpc>
            </a:pPr>
            <a:endParaRPr lang="en-US">
              <a:solidFill>
                <a:srgbClr val="002060"/>
              </a:solidFill>
              <a:latin typeface="ITC Franklin Gothic Std Book"/>
            </a:endParaRPr>
          </a:p>
          <a:p>
            <a:pPr algn="l">
              <a:lnSpc>
                <a:spcPct val="100000"/>
              </a:lnSpc>
              <a:spcBef>
                <a:spcPts val="2000"/>
              </a:spcBef>
            </a:pPr>
            <a:r>
              <a:rPr lang="en-US">
                <a:solidFill>
                  <a:srgbClr val="002060"/>
                </a:solidFill>
                <a:latin typeface="ITC Franklin Gothic Std Book"/>
              </a:rPr>
              <a:t>The Broadband Initiatives Program (BIP), enacted as part of the American Recovery and Reinvestment Act in 2009, is the largest rural broadband program to date – with an appropriation of $2.5 billion. </a:t>
            </a:r>
            <a:endParaRPr lang="en-US">
              <a:solidFill>
                <a:srgbClr val="002060"/>
              </a:solidFill>
              <a:latin typeface="ITC Franklin Gothic Std Book" panose="020B0504030503020204" pitchFamily="34" charset="0"/>
            </a:endParaRPr>
          </a:p>
          <a:p>
            <a:pPr algn="l">
              <a:lnSpc>
                <a:spcPct val="100000"/>
              </a:lnSpc>
              <a:spcBef>
                <a:spcPts val="2000"/>
              </a:spcBef>
            </a:pPr>
            <a:endParaRPr lang="en-US">
              <a:solidFill>
                <a:srgbClr val="002060"/>
              </a:solidFill>
              <a:latin typeface="ITC Franklin Gothic Std Book" panose="020B0504030503020204" pitchFamily="34" charset="0"/>
            </a:endParaRPr>
          </a:p>
        </p:txBody>
      </p:sp>
    </p:spTree>
    <p:extLst>
      <p:ext uri="{BB962C8B-B14F-4D97-AF65-F5344CB8AC3E}">
        <p14:creationId xmlns:p14="http://schemas.microsoft.com/office/powerpoint/2010/main" val="4042074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9E0D3AF-7546-2942-9076-6D566FFBEBFD}"/>
              </a:ext>
            </a:extLst>
          </p:cNvPr>
          <p:cNvSpPr/>
          <p:nvPr/>
        </p:nvSpPr>
        <p:spPr>
          <a:xfrm>
            <a:off x="1719124" y="0"/>
            <a:ext cx="8753752" cy="769441"/>
          </a:xfrm>
          <a:prstGeom prst="rect">
            <a:avLst/>
          </a:prstGeom>
        </p:spPr>
        <p:txBody>
          <a:bodyPr wrap="square" lIns="91440" tIns="45720" rIns="91440" bIns="45720" anchor="t">
            <a:spAutoFit/>
          </a:bodyPr>
          <a:lstStyle/>
          <a:p>
            <a:pPr algn="ctr">
              <a:defRPr/>
            </a:pPr>
            <a:r>
              <a:rPr lang="en-US" sz="4400" b="1">
                <a:solidFill>
                  <a:srgbClr val="DE6201"/>
                </a:solidFill>
                <a:latin typeface="ITC Franklin Gothic Std Book"/>
              </a:rPr>
              <a:t>Goal</a:t>
            </a:r>
            <a:endParaRPr lang="en-US"/>
          </a:p>
        </p:txBody>
      </p:sp>
      <p:sp>
        <p:nvSpPr>
          <p:cNvPr id="6" name="Content Placeholder 3">
            <a:extLst>
              <a:ext uri="{FF2B5EF4-FFF2-40B4-BE49-F238E27FC236}">
                <a16:creationId xmlns:a16="http://schemas.microsoft.com/office/drawing/2014/main" id="{3FE4D537-17AA-5044-8525-CD08C9AEE2CB}"/>
              </a:ext>
            </a:extLst>
          </p:cNvPr>
          <p:cNvSpPr txBox="1">
            <a:spLocks/>
          </p:cNvSpPr>
          <p:nvPr/>
        </p:nvSpPr>
        <p:spPr>
          <a:xfrm>
            <a:off x="1286703" y="1059347"/>
            <a:ext cx="9354793" cy="5208932"/>
          </a:xfrm>
        </p:spPr>
        <p:txBody>
          <a:bodyPr lIns="91440" tIns="45720" rIns="91440" bIns="45720" anchor="t">
            <a:no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nSpc>
                <a:spcPct val="200000"/>
              </a:lnSpc>
              <a:spcBef>
                <a:spcPts val="2000"/>
              </a:spcBef>
            </a:pPr>
            <a:r>
              <a:rPr lang="en-US" sz="2800">
                <a:solidFill>
                  <a:srgbClr val="002060"/>
                </a:solidFill>
                <a:latin typeface="ITC Franklin Gothic Std Book"/>
              </a:rPr>
              <a:t>The purpose of this study is to devise novel statistical methodology that allow for program evaluation for BIP as well as other broadband initiatives such as Community Connect and </a:t>
            </a:r>
            <a:r>
              <a:rPr lang="en-US" sz="2800" err="1">
                <a:solidFill>
                  <a:srgbClr val="002060"/>
                </a:solidFill>
                <a:latin typeface="ITC Franklin Gothic Std Book"/>
              </a:rPr>
              <a:t>ReConnect</a:t>
            </a:r>
            <a:r>
              <a:rPr lang="en-US" sz="2800">
                <a:solidFill>
                  <a:srgbClr val="002060"/>
                </a:solidFill>
                <a:latin typeface="ITC Franklin Gothic Std Book"/>
              </a:rPr>
              <a:t>.</a:t>
            </a:r>
            <a:endParaRPr lang="en-US" sz="2800">
              <a:solidFill>
                <a:srgbClr val="002060"/>
              </a:solidFill>
              <a:latin typeface="ITC Franklin Gothic Std Book" panose="020B0504030503020204" pitchFamily="34" charset="0"/>
            </a:endParaRPr>
          </a:p>
          <a:p>
            <a:pPr>
              <a:lnSpc>
                <a:spcPct val="120000"/>
              </a:lnSpc>
            </a:pPr>
            <a:endParaRPr lang="en-US">
              <a:solidFill>
                <a:srgbClr val="002060"/>
              </a:solidFill>
              <a:latin typeface="ITC Franklin Gothic Std Book" panose="020B0504030503020204" pitchFamily="34" charset="0"/>
            </a:endParaRPr>
          </a:p>
        </p:txBody>
      </p:sp>
    </p:spTree>
    <p:extLst>
      <p:ext uri="{BB962C8B-B14F-4D97-AF65-F5344CB8AC3E}">
        <p14:creationId xmlns:p14="http://schemas.microsoft.com/office/powerpoint/2010/main" val="2905983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9E0D3AF-7546-2942-9076-6D566FFBEBFD}"/>
              </a:ext>
            </a:extLst>
          </p:cNvPr>
          <p:cNvSpPr/>
          <p:nvPr/>
        </p:nvSpPr>
        <p:spPr>
          <a:xfrm>
            <a:off x="598026" y="252389"/>
            <a:ext cx="10972800" cy="1143000"/>
          </a:xfrm>
        </p:spPr>
        <p:txBody>
          <a:bodyPr lIns="91440" tIns="45720" rIns="91440" bIns="45720">
            <a:normAutofit/>
          </a:bodyPr>
          <a:lstStyle/>
          <a:p>
            <a:pPr algn="ctr">
              <a:lnSpc>
                <a:spcPct val="90000"/>
              </a:lnSpc>
              <a:spcBef>
                <a:spcPct val="0"/>
              </a:spcBef>
              <a:spcAft>
                <a:spcPts val="600"/>
              </a:spcAft>
              <a:defRPr/>
            </a:pPr>
            <a:r>
              <a:rPr lang="en-US" sz="4400" b="1" kern="1200">
                <a:solidFill>
                  <a:srgbClr val="E46C0A"/>
                </a:solidFill>
                <a:latin typeface="ITC Franklin Gothic Std Book" panose="020B0504030503020204" pitchFamily="34" charset="0"/>
                <a:ea typeface="+mj-ea"/>
                <a:cs typeface="ITC Franklin Gothic Std Book" panose="020B0504030503020204" pitchFamily="34" charset="0"/>
              </a:rPr>
              <a:t>Literature Review</a:t>
            </a:r>
          </a:p>
        </p:txBody>
      </p:sp>
      <p:graphicFrame>
        <p:nvGraphicFramePr>
          <p:cNvPr id="8" name="Content Placeholder 3">
            <a:extLst>
              <a:ext uri="{FF2B5EF4-FFF2-40B4-BE49-F238E27FC236}">
                <a16:creationId xmlns:a16="http://schemas.microsoft.com/office/drawing/2014/main" id="{4E3A04EB-134C-3100-4E67-976D2517F6B0}"/>
              </a:ext>
            </a:extLst>
          </p:cNvPr>
          <p:cNvGraphicFramePr/>
          <p:nvPr>
            <p:extLst>
              <p:ext uri="{D42A27DB-BD31-4B8C-83A1-F6EECF244321}">
                <p14:modId xmlns:p14="http://schemas.microsoft.com/office/powerpoint/2010/main" val="1326931914"/>
              </p:ext>
            </p:extLst>
          </p:nvPr>
        </p:nvGraphicFramePr>
        <p:xfrm>
          <a:off x="867139" y="1260721"/>
          <a:ext cx="10434577" cy="44224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12479248"/>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9E0D3AF-7546-2942-9076-6D566FFBEBFD}"/>
              </a:ext>
            </a:extLst>
          </p:cNvPr>
          <p:cNvSpPr/>
          <p:nvPr/>
        </p:nvSpPr>
        <p:spPr>
          <a:xfrm>
            <a:off x="1719124" y="0"/>
            <a:ext cx="8753752" cy="769441"/>
          </a:xfrm>
          <a:prstGeom prst="rect">
            <a:avLst/>
          </a:prstGeom>
        </p:spPr>
        <p:txBody>
          <a:bodyPr wrap="square" lIns="91440" tIns="45720" rIns="91440" bIns="45720" anchor="t">
            <a:spAutoFit/>
          </a:bodyPr>
          <a:lstStyle/>
          <a:p>
            <a:pPr algn="ctr">
              <a:defRPr/>
            </a:pPr>
            <a:r>
              <a:rPr lang="en-US" sz="4400" b="1">
                <a:solidFill>
                  <a:srgbClr val="DE6201"/>
                </a:solidFill>
                <a:latin typeface="ITC Franklin Gothic Std Book"/>
              </a:rPr>
              <a:t>Hedonic Regression Model</a:t>
            </a:r>
            <a:endParaRPr lang="en-US" sz="4400" b="1">
              <a:solidFill>
                <a:srgbClr val="DE6201"/>
              </a:solidFill>
              <a:latin typeface="ITC Franklin Gothic Std Book" panose="020B0504030503020204" pitchFamily="34" charset="0"/>
            </a:endParaRPr>
          </a:p>
        </p:txBody>
      </p:sp>
      <p:sp>
        <p:nvSpPr>
          <p:cNvPr id="6" name="Content Placeholder 3">
            <a:extLst>
              <a:ext uri="{FF2B5EF4-FFF2-40B4-BE49-F238E27FC236}">
                <a16:creationId xmlns:a16="http://schemas.microsoft.com/office/drawing/2014/main" id="{3FE4D537-17AA-5044-8525-CD08C9AEE2CB}"/>
              </a:ext>
            </a:extLst>
          </p:cNvPr>
          <p:cNvSpPr txBox="1">
            <a:spLocks/>
          </p:cNvSpPr>
          <p:nvPr/>
        </p:nvSpPr>
        <p:spPr>
          <a:xfrm>
            <a:off x="1120289" y="2180559"/>
            <a:ext cx="9687620" cy="3614865"/>
          </a:xfrm>
        </p:spPr>
        <p:txBody>
          <a:bodyPr lIns="91440" tIns="45720" rIns="91440" bIns="45720" anchor="t">
            <a:no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marL="342900" indent="-342900" algn="l">
              <a:buChar char="•"/>
            </a:pPr>
            <a:r>
              <a:rPr lang="en-US">
                <a:solidFill>
                  <a:srgbClr val="002060"/>
                </a:solidFill>
                <a:latin typeface="ITC Franklin Gothic Std Bk Cd"/>
                <a:ea typeface="+mn-lt"/>
                <a:cs typeface="+mn-lt"/>
              </a:rPr>
              <a:t>Analyze the effects of improved broadband access with assessed property value as the variable of interest</a:t>
            </a:r>
            <a:endParaRPr lang="en-US">
              <a:cs typeface="Calibri"/>
            </a:endParaRPr>
          </a:p>
          <a:p>
            <a:pPr marL="285750" indent="-285750" algn="l">
              <a:buFont typeface="Arial" panose="020B0604020202020204" pitchFamily="34" charset="0"/>
              <a:buChar char="•"/>
            </a:pPr>
            <a:r>
              <a:rPr lang="en-US">
                <a:solidFill>
                  <a:srgbClr val="002060"/>
                </a:solidFill>
                <a:latin typeface="ITC Franklin Gothic Std Bk Cd"/>
                <a:ea typeface="+mn-lt"/>
                <a:cs typeface="+mn-lt"/>
              </a:rPr>
              <a:t>Compare to results found when using sale prices</a:t>
            </a:r>
            <a:endParaRPr lang="en-US">
              <a:solidFill>
                <a:srgbClr val="002060"/>
              </a:solidFill>
              <a:latin typeface="ITC Franklin Gothic Std Bk Cd"/>
              <a:cs typeface="Calibri"/>
            </a:endParaRPr>
          </a:p>
          <a:p>
            <a:pPr marL="342900" indent="-342900" algn="l">
              <a:lnSpc>
                <a:spcPct val="100000"/>
              </a:lnSpc>
              <a:buFont typeface="Arial,Sans-Serif"/>
              <a:buChar char="•"/>
            </a:pPr>
            <a:r>
              <a:rPr lang="en-US">
                <a:solidFill>
                  <a:srgbClr val="002060"/>
                </a:solidFill>
                <a:latin typeface="ITC Franklin Gothic Std Bk Cd"/>
                <a:ea typeface="+mn-lt"/>
                <a:cs typeface="+mn-lt"/>
              </a:rPr>
              <a:t>Modeling the house prices using an approximate hierarchical Bayesian spatial model (Datta et. al. 2016, Rue et. al. 2009)</a:t>
            </a:r>
          </a:p>
          <a:p>
            <a:pPr marL="1270000" lvl="1" indent="-406400" algn="l">
              <a:lnSpc>
                <a:spcPct val="100000"/>
              </a:lnSpc>
              <a:buFont typeface="System Font Regular,Sans-Serif"/>
              <a:buChar char="–"/>
            </a:pPr>
            <a:r>
              <a:rPr lang="en-US">
                <a:solidFill>
                  <a:srgbClr val="002060"/>
                </a:solidFill>
                <a:latin typeface="ITC Franklin Gothic Std Bk Cd"/>
                <a:ea typeface="+mn-lt"/>
                <a:cs typeface="+mn-lt"/>
              </a:rPr>
              <a:t>Featuring an off-the-shelf inference for difference-in-difference estimators</a:t>
            </a:r>
          </a:p>
          <a:p>
            <a:pPr marL="342900" indent="-342900" algn="l">
              <a:lnSpc>
                <a:spcPct val="100000"/>
              </a:lnSpc>
              <a:buFont typeface="Arial,Sans-Serif"/>
              <a:buChar char="•"/>
            </a:pPr>
            <a:r>
              <a:rPr lang="en-US">
                <a:solidFill>
                  <a:srgbClr val="002060"/>
                </a:solidFill>
                <a:latin typeface="ITC Franklin Gothic Std Bk Cd"/>
                <a:ea typeface="+mn-lt"/>
                <a:cs typeface="+mn-lt"/>
              </a:rPr>
              <a:t>Posterior surface analysis is performed for studying impacts using</a:t>
            </a:r>
          </a:p>
          <a:p>
            <a:pPr marL="1257300" lvl="2" indent="-342900" algn="l">
              <a:lnSpc>
                <a:spcPct val="100000"/>
              </a:lnSpc>
              <a:buFont typeface="System Font Regular,Sans-Serif"/>
              <a:buChar char="–"/>
            </a:pPr>
            <a:r>
              <a:rPr lang="en-US">
                <a:solidFill>
                  <a:srgbClr val="002060"/>
                </a:solidFill>
                <a:latin typeface="ITC Franklin Gothic Std Bk Cd"/>
                <a:ea typeface="+mn-lt"/>
                <a:cs typeface="+mn-lt"/>
              </a:rPr>
              <a:t>Regression Discontinuity Analysis </a:t>
            </a:r>
          </a:p>
          <a:p>
            <a:pPr marL="1257300" lvl="2" indent="-342900" algn="l">
              <a:lnSpc>
                <a:spcPct val="100000"/>
              </a:lnSpc>
              <a:buFont typeface="System Font Regular,Sans-Serif"/>
              <a:buChar char="–"/>
            </a:pPr>
            <a:r>
              <a:rPr lang="en-US">
                <a:solidFill>
                  <a:srgbClr val="002060"/>
                </a:solidFill>
                <a:latin typeface="ITC Franklin Gothic Std Bk Cd"/>
                <a:ea typeface="+mn-lt"/>
                <a:cs typeface="+mn-lt"/>
              </a:rPr>
              <a:t>Gradient Assessment</a:t>
            </a:r>
            <a:endParaRPr lang="en-US">
              <a:solidFill>
                <a:srgbClr val="002060"/>
              </a:solidFill>
              <a:latin typeface="ITC Franklin Gothic Std Bk Cd"/>
              <a:cs typeface="Calibri"/>
            </a:endParaRPr>
          </a:p>
        </p:txBody>
      </p:sp>
      <p:sp>
        <p:nvSpPr>
          <p:cNvPr id="2" name="TextBox 1">
            <a:extLst>
              <a:ext uri="{FF2B5EF4-FFF2-40B4-BE49-F238E27FC236}">
                <a16:creationId xmlns:a16="http://schemas.microsoft.com/office/drawing/2014/main" id="{966B692C-66CF-0330-9D67-03EA4390B6CB}"/>
              </a:ext>
            </a:extLst>
          </p:cNvPr>
          <p:cNvSpPr txBox="1"/>
          <p:nvPr/>
        </p:nvSpPr>
        <p:spPr>
          <a:xfrm>
            <a:off x="4593021" y="1334813"/>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cs typeface="Calibri"/>
            </a:endParaRPr>
          </a:p>
        </p:txBody>
      </p:sp>
      <p:sp>
        <p:nvSpPr>
          <p:cNvPr id="3" name="TextBox 2">
            <a:extLst>
              <a:ext uri="{FF2B5EF4-FFF2-40B4-BE49-F238E27FC236}">
                <a16:creationId xmlns:a16="http://schemas.microsoft.com/office/drawing/2014/main" id="{E3E92FFA-DF6D-5D66-BCE3-9A2061B44CAF}"/>
              </a:ext>
            </a:extLst>
          </p:cNvPr>
          <p:cNvSpPr txBox="1"/>
          <p:nvPr/>
        </p:nvSpPr>
        <p:spPr>
          <a:xfrm>
            <a:off x="2569421" y="1191839"/>
            <a:ext cx="680344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cs typeface="Calibri"/>
              </a:rPr>
              <a:t>Property Value = α + β</a:t>
            </a:r>
            <a:r>
              <a:rPr lang="en-US" sz="2800" baseline="-25000">
                <a:cs typeface="Calibri"/>
              </a:rPr>
              <a:t>1</a:t>
            </a:r>
            <a:r>
              <a:rPr lang="en-US" sz="2800">
                <a:cs typeface="Calibri"/>
              </a:rPr>
              <a:t>x</a:t>
            </a:r>
            <a:r>
              <a:rPr lang="en-US" sz="2800" baseline="-25000">
                <a:cs typeface="Calibri"/>
              </a:rPr>
              <a:t>1</a:t>
            </a:r>
            <a:r>
              <a:rPr lang="en-US" sz="2800">
                <a:cs typeface="Calibri"/>
              </a:rPr>
              <a:t> + </a:t>
            </a:r>
            <a:r>
              <a:rPr lang="en-US" sz="2800">
                <a:ea typeface="+mn-lt"/>
                <a:cs typeface="+mn-lt"/>
              </a:rPr>
              <a:t>β</a:t>
            </a:r>
            <a:r>
              <a:rPr lang="en-US" sz="2800" baseline="-25000">
                <a:ea typeface="+mn-lt"/>
                <a:cs typeface="+mn-lt"/>
              </a:rPr>
              <a:t>2</a:t>
            </a:r>
            <a:r>
              <a:rPr lang="en-US" sz="2800">
                <a:ea typeface="+mn-lt"/>
                <a:cs typeface="+mn-lt"/>
              </a:rPr>
              <a:t>x</a:t>
            </a:r>
            <a:r>
              <a:rPr lang="en-US" sz="2800" baseline="-25000">
                <a:ea typeface="+mn-lt"/>
                <a:cs typeface="+mn-lt"/>
              </a:rPr>
              <a:t>2</a:t>
            </a:r>
            <a:r>
              <a:rPr lang="en-US" sz="2800">
                <a:ea typeface="+mn-lt"/>
                <a:cs typeface="+mn-lt"/>
              </a:rPr>
              <a:t> + β</a:t>
            </a:r>
            <a:r>
              <a:rPr lang="en-US" sz="2800" baseline="-25000">
                <a:ea typeface="+mn-lt"/>
                <a:cs typeface="+mn-lt"/>
              </a:rPr>
              <a:t>3</a:t>
            </a:r>
            <a:r>
              <a:rPr lang="en-US" sz="2800">
                <a:ea typeface="+mn-lt"/>
                <a:cs typeface="+mn-lt"/>
              </a:rPr>
              <a:t>x</a:t>
            </a:r>
            <a:r>
              <a:rPr lang="en-US" sz="2800" baseline="-25000">
                <a:ea typeface="+mn-lt"/>
                <a:cs typeface="+mn-lt"/>
              </a:rPr>
              <a:t>3</a:t>
            </a:r>
            <a:r>
              <a:rPr lang="en-US" sz="2800">
                <a:ea typeface="+mn-lt"/>
                <a:cs typeface="+mn-lt"/>
              </a:rPr>
              <a:t> + … + ϵ</a:t>
            </a:r>
            <a:endParaRPr lang="en-US" sz="2800">
              <a:cs typeface="Calibri"/>
            </a:endParaRPr>
          </a:p>
        </p:txBody>
      </p:sp>
    </p:spTree>
    <p:extLst>
      <p:ext uri="{BB962C8B-B14F-4D97-AF65-F5344CB8AC3E}">
        <p14:creationId xmlns:p14="http://schemas.microsoft.com/office/powerpoint/2010/main" val="4150080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80F698-A3FB-FC4E-92D3-CECF39050AD5}"/>
              </a:ext>
            </a:extLst>
          </p:cNvPr>
          <p:cNvSpPr txBox="1"/>
          <p:nvPr/>
        </p:nvSpPr>
        <p:spPr>
          <a:xfrm>
            <a:off x="1638538" y="954972"/>
            <a:ext cx="9493288" cy="1369606"/>
          </a:xfrm>
          <a:prstGeom prst="rect">
            <a:avLst/>
          </a:prstGeom>
          <a:noFill/>
        </p:spPr>
        <p:txBody>
          <a:bodyPr wrap="square" lIns="91440" tIns="45720" rIns="91440" bIns="45720" rtlCol="0" anchor="t">
            <a:spAutoFit/>
          </a:bodyPr>
          <a:lstStyle/>
          <a:p>
            <a:pPr>
              <a:spcAft>
                <a:spcPts val="2000"/>
              </a:spcAft>
              <a:defRPr/>
            </a:pPr>
            <a:r>
              <a:rPr lang="en-US" sz="2400">
                <a:solidFill>
                  <a:srgbClr val="002060"/>
                </a:solidFill>
                <a:latin typeface="ITC Franklin Gothic Std Book"/>
              </a:rPr>
              <a:t>We compare the estimated spatial surface for house prices across the program boundary before and after program implementation.</a:t>
            </a:r>
          </a:p>
          <a:p>
            <a:pPr marR="0" lvl="0" algn="l" defTabSz="914400" rtl="0" eaLnBrk="1" fontAlgn="auto" latinLnBrk="0" hangingPunct="1">
              <a:lnSpc>
                <a:spcPct val="100000"/>
              </a:lnSpc>
              <a:spcBef>
                <a:spcPts val="0"/>
              </a:spcBef>
              <a:spcAft>
                <a:spcPts val="500"/>
              </a:spcAft>
              <a:buClrTx/>
              <a:buSzTx/>
              <a:tabLst/>
              <a:defRPr/>
            </a:pPr>
            <a:r>
              <a:rPr lang="en-US" sz="2400">
                <a:solidFill>
                  <a:srgbClr val="002060"/>
                </a:solidFill>
                <a:latin typeface="ITC Franklin Gothic Std Book"/>
              </a:rPr>
              <a:t>A steep gradient or sharp discontinuity in the surface is evidence of rapid change at the RUS boundary.</a:t>
            </a:r>
          </a:p>
        </p:txBody>
      </p:sp>
      <p:pic>
        <p:nvPicPr>
          <p:cNvPr id="6" name="Picture 5" descr="Calendar&#10;&#10;Description automatically generated">
            <a:extLst>
              <a:ext uri="{FF2B5EF4-FFF2-40B4-BE49-F238E27FC236}">
                <a16:creationId xmlns:a16="http://schemas.microsoft.com/office/drawing/2014/main" id="{55CAC3AE-FB30-9C44-94E7-77404E25F6F4}"/>
              </a:ext>
            </a:extLst>
          </p:cNvPr>
          <p:cNvPicPr>
            <a:picLocks noChangeAspect="1"/>
          </p:cNvPicPr>
          <p:nvPr/>
        </p:nvPicPr>
        <p:blipFill>
          <a:blip r:embed="rId3"/>
          <a:stretch>
            <a:fillRect/>
          </a:stretch>
        </p:blipFill>
        <p:spPr>
          <a:xfrm>
            <a:off x="545472" y="3110337"/>
            <a:ext cx="11405090" cy="3300108"/>
          </a:xfrm>
          <a:prstGeom prst="rect">
            <a:avLst/>
          </a:prstGeom>
        </p:spPr>
      </p:pic>
      <p:sp>
        <p:nvSpPr>
          <p:cNvPr id="7" name="Rectangle 6">
            <a:extLst>
              <a:ext uri="{FF2B5EF4-FFF2-40B4-BE49-F238E27FC236}">
                <a16:creationId xmlns:a16="http://schemas.microsoft.com/office/drawing/2014/main" id="{D6948468-97B0-B34A-B963-1C6DAC7BCCA4}"/>
              </a:ext>
            </a:extLst>
          </p:cNvPr>
          <p:cNvSpPr/>
          <p:nvPr/>
        </p:nvSpPr>
        <p:spPr>
          <a:xfrm>
            <a:off x="1719124" y="0"/>
            <a:ext cx="8753752" cy="769441"/>
          </a:xfrm>
          <a:prstGeom prst="rect">
            <a:avLst/>
          </a:prstGeom>
        </p:spPr>
        <p:txBody>
          <a:bodyPr wrap="square" lIns="91440" tIns="45720" rIns="91440" bIns="45720" anchor="t">
            <a:spAutoFit/>
          </a:bodyPr>
          <a:lstStyle/>
          <a:p>
            <a:pPr algn="ctr">
              <a:defRPr/>
            </a:pPr>
            <a:r>
              <a:rPr lang="en-US" sz="4400" b="1">
                <a:solidFill>
                  <a:srgbClr val="DE6201"/>
                </a:solidFill>
                <a:latin typeface="ITC Franklin Gothic Std Book"/>
              </a:rPr>
              <a:t>Posterior Surface Analysis</a:t>
            </a:r>
          </a:p>
        </p:txBody>
      </p:sp>
    </p:spTree>
    <p:extLst>
      <p:ext uri="{BB962C8B-B14F-4D97-AF65-F5344CB8AC3E}">
        <p14:creationId xmlns:p14="http://schemas.microsoft.com/office/powerpoint/2010/main" val="1949337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86AD8B7-B804-0D47-82D8-B28BBA127E5E}"/>
              </a:ext>
            </a:extLst>
          </p:cNvPr>
          <p:cNvSpPr/>
          <p:nvPr/>
        </p:nvSpPr>
        <p:spPr>
          <a:xfrm>
            <a:off x="1719124" y="0"/>
            <a:ext cx="8753752" cy="769441"/>
          </a:xfrm>
          <a:prstGeom prst="rect">
            <a:avLst/>
          </a:prstGeom>
        </p:spPr>
        <p:txBody>
          <a:bodyPr wrap="square" lIns="91440" tIns="45720" rIns="91440" bIns="45720" anchor="t">
            <a:spAutoFit/>
          </a:bodyPr>
          <a:lstStyle/>
          <a:p>
            <a:pPr algn="ctr">
              <a:defRPr/>
            </a:pPr>
            <a:r>
              <a:rPr lang="en-US" sz="4400" b="1">
                <a:solidFill>
                  <a:srgbClr val="DE6201"/>
                </a:solidFill>
                <a:latin typeface="ITC Franklin Gothic Std Book"/>
              </a:rPr>
              <a:t>Data Sources</a:t>
            </a:r>
          </a:p>
        </p:txBody>
      </p:sp>
      <p:sp>
        <p:nvSpPr>
          <p:cNvPr id="5" name="Content Placeholder 6">
            <a:extLst>
              <a:ext uri="{FF2B5EF4-FFF2-40B4-BE49-F238E27FC236}">
                <a16:creationId xmlns:a16="http://schemas.microsoft.com/office/drawing/2014/main" id="{00949F1F-7FA6-1E4D-A61B-9C108F16712D}"/>
              </a:ext>
            </a:extLst>
          </p:cNvPr>
          <p:cNvSpPr txBox="1">
            <a:spLocks/>
          </p:cNvSpPr>
          <p:nvPr/>
        </p:nvSpPr>
        <p:spPr>
          <a:xfrm>
            <a:off x="1240508" y="1005963"/>
            <a:ext cx="9725818" cy="5161384"/>
          </a:xfrm>
        </p:spPr>
        <p:txBody>
          <a:bodyPr lIns="91440" tIns="45720" rIns="91440" bIns="45720" anchor="t">
            <a:no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r>
              <a:rPr lang="en-US">
                <a:solidFill>
                  <a:srgbClr val="002060"/>
                </a:solidFill>
                <a:latin typeface="ITC Franklin Gothic Std Book"/>
              </a:rPr>
              <a:t>Data sources that help capture effect of broadband</a:t>
            </a:r>
          </a:p>
          <a:p>
            <a:pPr marL="1257300" lvl="2" indent="-342900" algn="l">
              <a:lnSpc>
                <a:spcPct val="150000"/>
              </a:lnSpc>
              <a:buFont typeface="Arial"/>
              <a:buChar char="•"/>
            </a:pPr>
            <a:r>
              <a:rPr lang="en-US" sz="2000">
                <a:solidFill>
                  <a:srgbClr val="002060"/>
                </a:solidFill>
                <a:latin typeface="ITC Franklin Gothic Std Book"/>
              </a:rPr>
              <a:t>CoreLogic</a:t>
            </a:r>
          </a:p>
          <a:p>
            <a:pPr marL="1714500" lvl="3" indent="-342900" algn="l">
              <a:lnSpc>
                <a:spcPct val="150000"/>
              </a:lnSpc>
              <a:buFont typeface="Arial"/>
              <a:buChar char="•"/>
            </a:pPr>
            <a:r>
              <a:rPr lang="en-US" sz="1800">
                <a:solidFill>
                  <a:srgbClr val="002060"/>
                </a:solidFill>
                <a:latin typeface="ITC Franklin Gothic Std Book"/>
              </a:rPr>
              <a:t>Assessed Property Values</a:t>
            </a:r>
          </a:p>
          <a:p>
            <a:pPr marL="1714500" lvl="3" indent="-342900" algn="l">
              <a:lnSpc>
                <a:spcPct val="150000"/>
              </a:lnSpc>
              <a:buFont typeface="Arial"/>
              <a:buChar char="•"/>
            </a:pPr>
            <a:r>
              <a:rPr lang="en-US" sz="1800">
                <a:solidFill>
                  <a:srgbClr val="002060"/>
                </a:solidFill>
                <a:latin typeface="ITC Franklin Gothic Std Book"/>
              </a:rPr>
              <a:t>Housing Characteristics</a:t>
            </a:r>
          </a:p>
          <a:p>
            <a:pPr marL="1257300" lvl="2" indent="-342900" algn="l">
              <a:lnSpc>
                <a:spcPct val="150000"/>
              </a:lnSpc>
              <a:buFont typeface="Arial"/>
              <a:buChar char="•"/>
            </a:pPr>
            <a:r>
              <a:rPr lang="en-US" sz="2000" err="1">
                <a:solidFill>
                  <a:srgbClr val="002060"/>
                </a:solidFill>
                <a:latin typeface="ITC Franklin Gothic Std Book"/>
              </a:rPr>
              <a:t>Ookla</a:t>
            </a:r>
            <a:r>
              <a:rPr lang="en-US" sz="2000">
                <a:solidFill>
                  <a:srgbClr val="002060"/>
                </a:solidFill>
                <a:latin typeface="ITC Franklin Gothic Std Book"/>
              </a:rPr>
              <a:t> Data</a:t>
            </a:r>
          </a:p>
          <a:p>
            <a:pPr marL="1714500" lvl="3" indent="-342900" algn="l">
              <a:lnSpc>
                <a:spcPct val="150000"/>
              </a:lnSpc>
              <a:buFont typeface="Arial"/>
              <a:buChar char="•"/>
            </a:pPr>
            <a:r>
              <a:rPr lang="en-US" sz="1800">
                <a:solidFill>
                  <a:srgbClr val="002060"/>
                </a:solidFill>
                <a:latin typeface="ITC Franklin Gothic Std Book"/>
              </a:rPr>
              <a:t>Internet Speeds</a:t>
            </a:r>
          </a:p>
          <a:p>
            <a:pPr marL="1257300" lvl="2" indent="-342900" algn="l">
              <a:lnSpc>
                <a:spcPct val="150000"/>
              </a:lnSpc>
              <a:buFont typeface="Arial"/>
              <a:buChar char="•"/>
            </a:pPr>
            <a:r>
              <a:rPr lang="en-US" sz="2000">
                <a:solidFill>
                  <a:srgbClr val="002060"/>
                </a:solidFill>
                <a:latin typeface="ITC Franklin Gothic Std Book"/>
              </a:rPr>
              <a:t>RUS Program boundary and associated shapefiles</a:t>
            </a:r>
            <a:endParaRPr lang="en-US">
              <a:solidFill>
                <a:srgbClr val="002060"/>
              </a:solidFill>
              <a:latin typeface="ITC Franklin Gothic Std Book"/>
            </a:endParaRPr>
          </a:p>
          <a:p>
            <a:pPr marL="1714500" lvl="3" indent="-342900" algn="l">
              <a:lnSpc>
                <a:spcPct val="150000"/>
              </a:lnSpc>
              <a:buFont typeface="Arial"/>
              <a:buChar char="•"/>
            </a:pPr>
            <a:r>
              <a:rPr lang="en-US" sz="1800">
                <a:solidFill>
                  <a:srgbClr val="002060"/>
                </a:solidFill>
                <a:latin typeface="ITC Franklin Gothic Std Book"/>
              </a:rPr>
              <a:t>Allows for comparison between nearby programs on different sides of the broadband project boundaries</a:t>
            </a:r>
          </a:p>
          <a:p>
            <a:pPr marL="342900" indent="-342900" algn="l">
              <a:lnSpc>
                <a:spcPct val="100000"/>
              </a:lnSpc>
              <a:buFont typeface="Arial" panose="020B0604020202020204" pitchFamily="34" charset="0"/>
              <a:buChar char="•"/>
            </a:pPr>
            <a:endParaRPr lang="en-US" sz="2400">
              <a:solidFill>
                <a:srgbClr val="002060"/>
              </a:solidFill>
              <a:latin typeface="ITC Franklin Gothic Std Book" panose="020B0504030503020204" pitchFamily="34" charset="0"/>
            </a:endParaRPr>
          </a:p>
          <a:p>
            <a:pPr lvl="1">
              <a:lnSpc>
                <a:spcPct val="120000"/>
              </a:lnSpc>
            </a:pPr>
            <a:endParaRPr lang="en-US">
              <a:solidFill>
                <a:srgbClr val="002060"/>
              </a:solidFill>
              <a:latin typeface="ITC Franklin Gothic Std Book" panose="020B0504030503020204" pitchFamily="34" charset="0"/>
            </a:endParaRPr>
          </a:p>
          <a:p>
            <a:pPr>
              <a:lnSpc>
                <a:spcPct val="120000"/>
              </a:lnSpc>
            </a:pPr>
            <a:endParaRPr lang="en-US">
              <a:solidFill>
                <a:srgbClr val="002060"/>
              </a:solidFill>
              <a:latin typeface="ITC Franklin Gothic Std Book" panose="020B0504030503020204" pitchFamily="34" charset="0"/>
            </a:endParaRPr>
          </a:p>
          <a:p>
            <a:pPr>
              <a:lnSpc>
                <a:spcPct val="120000"/>
              </a:lnSpc>
            </a:pPr>
            <a:endParaRPr lang="en-US">
              <a:solidFill>
                <a:srgbClr val="002060"/>
              </a:solidFill>
              <a:latin typeface="ITC Franklin Gothic Std Book" panose="020B0504030503020204" pitchFamily="34" charset="0"/>
            </a:endParaRPr>
          </a:p>
        </p:txBody>
      </p:sp>
    </p:spTree>
    <p:extLst>
      <p:ext uri="{BB962C8B-B14F-4D97-AF65-F5344CB8AC3E}">
        <p14:creationId xmlns:p14="http://schemas.microsoft.com/office/powerpoint/2010/main" val="831948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80" name="Diagram 24">
            <a:extLst>
              <a:ext uri="{FF2B5EF4-FFF2-40B4-BE49-F238E27FC236}">
                <a16:creationId xmlns:a16="http://schemas.microsoft.com/office/drawing/2014/main" id="{6AA43A66-9A06-D45C-EC0F-DBC93F003660}"/>
              </a:ext>
            </a:extLst>
          </p:cNvPr>
          <p:cNvGraphicFramePr/>
          <p:nvPr>
            <p:extLst>
              <p:ext uri="{D42A27DB-BD31-4B8C-83A1-F6EECF244321}">
                <p14:modId xmlns:p14="http://schemas.microsoft.com/office/powerpoint/2010/main" val="3823263340"/>
              </p:ext>
            </p:extLst>
          </p:nvPr>
        </p:nvGraphicFramePr>
        <p:xfrm>
          <a:off x="2163985" y="-203513"/>
          <a:ext cx="8041994" cy="37770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a:extLst>
              <a:ext uri="{FF2B5EF4-FFF2-40B4-BE49-F238E27FC236}">
                <a16:creationId xmlns:a16="http://schemas.microsoft.com/office/drawing/2014/main" id="{F9E0D3AF-7546-2942-9076-6D566FFBEBFD}"/>
              </a:ext>
            </a:extLst>
          </p:cNvPr>
          <p:cNvSpPr/>
          <p:nvPr/>
        </p:nvSpPr>
        <p:spPr>
          <a:xfrm>
            <a:off x="1360984" y="0"/>
            <a:ext cx="9470032" cy="769441"/>
          </a:xfrm>
          <a:prstGeom prst="rect">
            <a:avLst/>
          </a:prstGeom>
        </p:spPr>
        <p:txBody>
          <a:bodyPr wrap="square" lIns="91440" tIns="45720" rIns="91440" bIns="45720" anchor="t">
            <a:spAutoFit/>
          </a:bodyPr>
          <a:lstStyle/>
          <a:p>
            <a:pPr algn="ctr">
              <a:defRPr/>
            </a:pPr>
            <a:r>
              <a:rPr lang="en-US" sz="4400" b="1">
                <a:solidFill>
                  <a:srgbClr val="DE6201"/>
                </a:solidFill>
                <a:latin typeface="ITC Franklin Gothic Std Book"/>
              </a:rPr>
              <a:t>Model Process</a:t>
            </a:r>
          </a:p>
        </p:txBody>
      </p:sp>
      <p:graphicFrame>
        <p:nvGraphicFramePr>
          <p:cNvPr id="6518" name="Diagram 24">
            <a:extLst>
              <a:ext uri="{FF2B5EF4-FFF2-40B4-BE49-F238E27FC236}">
                <a16:creationId xmlns:a16="http://schemas.microsoft.com/office/drawing/2014/main" id="{8A11A06C-BB8E-5543-00E3-37458F35CAA6}"/>
              </a:ext>
            </a:extLst>
          </p:cNvPr>
          <p:cNvGraphicFramePr/>
          <p:nvPr>
            <p:extLst>
              <p:ext uri="{D42A27DB-BD31-4B8C-83A1-F6EECF244321}">
                <p14:modId xmlns:p14="http://schemas.microsoft.com/office/powerpoint/2010/main" val="717931005"/>
              </p:ext>
            </p:extLst>
          </p:nvPr>
        </p:nvGraphicFramePr>
        <p:xfrm>
          <a:off x="2165010" y="2148021"/>
          <a:ext cx="8043095" cy="413148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144833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able&#10;&#10;Description automatically generated">
            <a:extLst>
              <a:ext uri="{FF2B5EF4-FFF2-40B4-BE49-F238E27FC236}">
                <a16:creationId xmlns:a16="http://schemas.microsoft.com/office/drawing/2014/main" id="{74B4421A-95BC-A466-5886-614D0F355905}"/>
              </a:ext>
            </a:extLst>
          </p:cNvPr>
          <p:cNvPicPr>
            <a:picLocks noChangeAspect="1"/>
          </p:cNvPicPr>
          <p:nvPr/>
        </p:nvPicPr>
        <p:blipFill>
          <a:blip r:embed="rId3"/>
          <a:stretch>
            <a:fillRect/>
          </a:stretch>
        </p:blipFill>
        <p:spPr>
          <a:xfrm>
            <a:off x="2034540" y="897941"/>
            <a:ext cx="8130540" cy="5786018"/>
          </a:xfrm>
          <a:prstGeom prst="rect">
            <a:avLst/>
          </a:prstGeom>
        </p:spPr>
      </p:pic>
      <p:sp>
        <p:nvSpPr>
          <p:cNvPr id="5" name="Rectangle 4">
            <a:extLst>
              <a:ext uri="{FF2B5EF4-FFF2-40B4-BE49-F238E27FC236}">
                <a16:creationId xmlns:a16="http://schemas.microsoft.com/office/drawing/2014/main" id="{17C678CF-09D4-22F8-A7BF-F81961C7F9B2}"/>
              </a:ext>
            </a:extLst>
          </p:cNvPr>
          <p:cNvSpPr/>
          <p:nvPr/>
        </p:nvSpPr>
        <p:spPr>
          <a:xfrm>
            <a:off x="1719124" y="0"/>
            <a:ext cx="8753752" cy="769441"/>
          </a:xfrm>
          <a:prstGeom prst="rect">
            <a:avLst/>
          </a:prstGeom>
        </p:spPr>
        <p:txBody>
          <a:bodyPr wrap="square" lIns="91440" tIns="45720" rIns="91440" bIns="45720" anchor="t">
            <a:spAutoFit/>
          </a:bodyPr>
          <a:lstStyle/>
          <a:p>
            <a:pPr algn="ctr">
              <a:defRPr/>
            </a:pPr>
            <a:r>
              <a:rPr lang="en-US" sz="4400" b="1">
                <a:solidFill>
                  <a:srgbClr val="DE6201"/>
                </a:solidFill>
                <a:latin typeface="ITC Franklin Gothic Std Book"/>
              </a:rPr>
              <a:t>Housing Characteristics EDA</a:t>
            </a:r>
            <a:endParaRPr lang="en-US"/>
          </a:p>
        </p:txBody>
      </p:sp>
    </p:spTree>
    <p:extLst>
      <p:ext uri="{BB962C8B-B14F-4D97-AF65-F5344CB8AC3E}">
        <p14:creationId xmlns:p14="http://schemas.microsoft.com/office/powerpoint/2010/main" val="2527075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9E0D3AF-7546-2942-9076-6D566FFBEBFD}"/>
              </a:ext>
            </a:extLst>
          </p:cNvPr>
          <p:cNvSpPr/>
          <p:nvPr/>
        </p:nvSpPr>
        <p:spPr>
          <a:xfrm>
            <a:off x="1719124" y="0"/>
            <a:ext cx="8753752" cy="769441"/>
          </a:xfrm>
          <a:prstGeom prst="rect">
            <a:avLst/>
          </a:prstGeom>
        </p:spPr>
        <p:txBody>
          <a:bodyPr wrap="square" lIns="91440" tIns="45720" rIns="91440" bIns="45720" anchor="t">
            <a:spAutoFit/>
          </a:bodyPr>
          <a:lstStyle/>
          <a:p>
            <a:pPr algn="ctr">
              <a:defRPr/>
            </a:pPr>
            <a:r>
              <a:rPr lang="en-US" sz="4400" b="1">
                <a:solidFill>
                  <a:srgbClr val="DE6201"/>
                </a:solidFill>
                <a:latin typeface="ITC Franklin Gothic Std Book"/>
              </a:rPr>
              <a:t>Housing Characteristics EDA</a:t>
            </a:r>
            <a:endParaRPr lang="en-US"/>
          </a:p>
        </p:txBody>
      </p:sp>
      <p:pic>
        <p:nvPicPr>
          <p:cNvPr id="2" name="Picture 2" descr="Table&#10;&#10;Description automatically generated">
            <a:extLst>
              <a:ext uri="{FF2B5EF4-FFF2-40B4-BE49-F238E27FC236}">
                <a16:creationId xmlns:a16="http://schemas.microsoft.com/office/drawing/2014/main" id="{74B4421A-95BC-A466-5886-614D0F355905}"/>
              </a:ext>
            </a:extLst>
          </p:cNvPr>
          <p:cNvPicPr>
            <a:picLocks noChangeAspect="1"/>
          </p:cNvPicPr>
          <p:nvPr/>
        </p:nvPicPr>
        <p:blipFill>
          <a:blip r:embed="rId3"/>
          <a:stretch>
            <a:fillRect/>
          </a:stretch>
        </p:blipFill>
        <p:spPr>
          <a:xfrm>
            <a:off x="2034540" y="897941"/>
            <a:ext cx="8130540" cy="5786018"/>
          </a:xfrm>
          <a:prstGeom prst="rect">
            <a:avLst/>
          </a:prstGeom>
        </p:spPr>
      </p:pic>
      <p:pic>
        <p:nvPicPr>
          <p:cNvPr id="3" name="Picture 4" descr="Table, calendar&#10;&#10;Description automatically generated">
            <a:extLst>
              <a:ext uri="{FF2B5EF4-FFF2-40B4-BE49-F238E27FC236}">
                <a16:creationId xmlns:a16="http://schemas.microsoft.com/office/drawing/2014/main" id="{867F3F10-6B82-594E-7A90-BE832E7862ED}"/>
              </a:ext>
            </a:extLst>
          </p:cNvPr>
          <p:cNvPicPr>
            <a:picLocks noChangeAspect="1"/>
          </p:cNvPicPr>
          <p:nvPr/>
        </p:nvPicPr>
        <p:blipFill>
          <a:blip r:embed="rId4"/>
          <a:stretch>
            <a:fillRect/>
          </a:stretch>
        </p:blipFill>
        <p:spPr>
          <a:xfrm>
            <a:off x="2034540" y="901586"/>
            <a:ext cx="8122920" cy="5786349"/>
          </a:xfrm>
          <a:prstGeom prst="rect">
            <a:avLst/>
          </a:prstGeom>
        </p:spPr>
      </p:pic>
    </p:spTree>
    <p:extLst>
      <p:ext uri="{BB962C8B-B14F-4D97-AF65-F5344CB8AC3E}">
        <p14:creationId xmlns:p14="http://schemas.microsoft.com/office/powerpoint/2010/main" val="635092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9E0D3AF-7546-2942-9076-6D566FFBEBFD}"/>
              </a:ext>
            </a:extLst>
          </p:cNvPr>
          <p:cNvSpPr/>
          <p:nvPr/>
        </p:nvSpPr>
        <p:spPr>
          <a:xfrm>
            <a:off x="1719124" y="0"/>
            <a:ext cx="8753752" cy="769441"/>
          </a:xfrm>
          <a:prstGeom prst="rect">
            <a:avLst/>
          </a:prstGeom>
        </p:spPr>
        <p:txBody>
          <a:bodyPr wrap="square" lIns="91440" tIns="45720" rIns="91440" bIns="45720" anchor="t">
            <a:spAutoFit/>
          </a:bodyPr>
          <a:lstStyle/>
          <a:p>
            <a:pPr algn="ctr">
              <a:defRPr/>
            </a:pPr>
            <a:r>
              <a:rPr lang="en-US" sz="4400" b="1">
                <a:solidFill>
                  <a:srgbClr val="DE6201"/>
                </a:solidFill>
                <a:ea typeface="+mn-lt"/>
                <a:cs typeface="+mn-lt"/>
              </a:rPr>
              <a:t>Property Value Variable</a:t>
            </a:r>
            <a:endParaRPr lang="en-US"/>
          </a:p>
        </p:txBody>
      </p:sp>
      <p:grpSp>
        <p:nvGrpSpPr>
          <p:cNvPr id="14" name="Group 13">
            <a:extLst>
              <a:ext uri="{FF2B5EF4-FFF2-40B4-BE49-F238E27FC236}">
                <a16:creationId xmlns:a16="http://schemas.microsoft.com/office/drawing/2014/main" id="{D8CB5F04-3ECA-ADD6-D676-93A259577349}"/>
              </a:ext>
            </a:extLst>
          </p:cNvPr>
          <p:cNvGrpSpPr/>
          <p:nvPr/>
        </p:nvGrpSpPr>
        <p:grpSpPr>
          <a:xfrm>
            <a:off x="522271" y="1690091"/>
            <a:ext cx="6631545" cy="4224306"/>
            <a:chOff x="650240" y="910641"/>
            <a:chExt cx="7341193" cy="4782718"/>
          </a:xfrm>
        </p:grpSpPr>
        <p:pic>
          <p:nvPicPr>
            <p:cNvPr id="2" name="Picture 2" descr="Table&#10;&#10;Description automatically generated">
              <a:extLst>
                <a:ext uri="{FF2B5EF4-FFF2-40B4-BE49-F238E27FC236}">
                  <a16:creationId xmlns:a16="http://schemas.microsoft.com/office/drawing/2014/main" id="{74B4421A-95BC-A466-5886-614D0F355905}"/>
                </a:ext>
              </a:extLst>
            </p:cNvPr>
            <p:cNvPicPr>
              <a:picLocks noChangeAspect="1"/>
            </p:cNvPicPr>
            <p:nvPr/>
          </p:nvPicPr>
          <p:blipFill>
            <a:blip r:embed="rId3"/>
            <a:stretch>
              <a:fillRect/>
            </a:stretch>
          </p:blipFill>
          <p:spPr>
            <a:xfrm>
              <a:off x="650240" y="910641"/>
              <a:ext cx="6720840" cy="4782718"/>
            </a:xfrm>
            <a:prstGeom prst="rect">
              <a:avLst/>
            </a:prstGeom>
          </p:spPr>
        </p:pic>
        <p:sp>
          <p:nvSpPr>
            <p:cNvPr id="3" name="Rectangle 2">
              <a:extLst>
                <a:ext uri="{FF2B5EF4-FFF2-40B4-BE49-F238E27FC236}">
                  <a16:creationId xmlns:a16="http://schemas.microsoft.com/office/drawing/2014/main" id="{F0A6872D-6E15-FC28-26D3-61C426992A26}"/>
                </a:ext>
              </a:extLst>
            </p:cNvPr>
            <p:cNvSpPr/>
            <p:nvPr/>
          </p:nvSpPr>
          <p:spPr>
            <a:xfrm flipV="1">
              <a:off x="720821" y="5316873"/>
              <a:ext cx="6355195" cy="1298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9A17230-834D-B772-56ED-67ACDFDFF2B4}"/>
                </a:ext>
              </a:extLst>
            </p:cNvPr>
            <p:cNvSpPr/>
            <p:nvPr/>
          </p:nvSpPr>
          <p:spPr>
            <a:xfrm flipV="1">
              <a:off x="650971" y="2214416"/>
              <a:ext cx="6405995" cy="1235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Brace 7">
              <a:extLst>
                <a:ext uri="{FF2B5EF4-FFF2-40B4-BE49-F238E27FC236}">
                  <a16:creationId xmlns:a16="http://schemas.microsoft.com/office/drawing/2014/main" id="{530933D0-3234-5FEF-F695-30BE3E0CC5C9}"/>
                </a:ext>
              </a:extLst>
            </p:cNvPr>
            <p:cNvSpPr/>
            <p:nvPr/>
          </p:nvSpPr>
          <p:spPr>
            <a:xfrm>
              <a:off x="7415617" y="2279675"/>
              <a:ext cx="575816" cy="3112896"/>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9" name="TextBox 8">
            <a:extLst>
              <a:ext uri="{FF2B5EF4-FFF2-40B4-BE49-F238E27FC236}">
                <a16:creationId xmlns:a16="http://schemas.microsoft.com/office/drawing/2014/main" id="{74333723-2D31-6EFC-6259-B014FB15DA4F}"/>
              </a:ext>
            </a:extLst>
          </p:cNvPr>
          <p:cNvSpPr txBox="1"/>
          <p:nvPr/>
        </p:nvSpPr>
        <p:spPr>
          <a:xfrm>
            <a:off x="7904781" y="274795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latin typeface="ITC Franklin Gothic Std Bk Cd"/>
            </a:endParaRPr>
          </a:p>
        </p:txBody>
      </p:sp>
      <p:pic>
        <p:nvPicPr>
          <p:cNvPr id="10" name="Picture 2" descr="Table&#10;&#10;Description automatically generated">
            <a:extLst>
              <a:ext uri="{FF2B5EF4-FFF2-40B4-BE49-F238E27FC236}">
                <a16:creationId xmlns:a16="http://schemas.microsoft.com/office/drawing/2014/main" id="{A6422651-5ABF-8143-25C5-ABDA27A13AA9}"/>
              </a:ext>
            </a:extLst>
          </p:cNvPr>
          <p:cNvPicPr>
            <a:picLocks noChangeAspect="1"/>
          </p:cNvPicPr>
          <p:nvPr/>
        </p:nvPicPr>
        <p:blipFill rotWithShape="1">
          <a:blip r:embed="rId3"/>
          <a:srcRect l="86805" t="92661" r="4522" b="5550"/>
          <a:stretch/>
        </p:blipFill>
        <p:spPr>
          <a:xfrm>
            <a:off x="9663119" y="4396597"/>
            <a:ext cx="1681915" cy="259000"/>
          </a:xfrm>
          <a:prstGeom prst="rect">
            <a:avLst/>
          </a:prstGeom>
        </p:spPr>
      </p:pic>
      <p:pic>
        <p:nvPicPr>
          <p:cNvPr id="5" name="Picture 2" descr="Table&#10;&#10;Description automatically generated">
            <a:extLst>
              <a:ext uri="{FF2B5EF4-FFF2-40B4-BE49-F238E27FC236}">
                <a16:creationId xmlns:a16="http://schemas.microsoft.com/office/drawing/2014/main" id="{C0AD8E8D-E652-81F4-3292-013E273ACEFA}"/>
              </a:ext>
            </a:extLst>
          </p:cNvPr>
          <p:cNvPicPr>
            <a:picLocks noChangeAspect="1"/>
          </p:cNvPicPr>
          <p:nvPr/>
        </p:nvPicPr>
        <p:blipFill rotWithShape="1">
          <a:blip r:embed="rId3"/>
          <a:srcRect l="4452" t="92306" r="78272" b="5313"/>
          <a:stretch/>
        </p:blipFill>
        <p:spPr>
          <a:xfrm>
            <a:off x="7316043" y="4347154"/>
            <a:ext cx="2641409" cy="260642"/>
          </a:xfrm>
          <a:prstGeom prst="rect">
            <a:avLst/>
          </a:prstGeom>
        </p:spPr>
      </p:pic>
      <p:pic>
        <p:nvPicPr>
          <p:cNvPr id="7" name="Picture 2" descr="Table&#10;&#10;Description automatically generated">
            <a:extLst>
              <a:ext uri="{FF2B5EF4-FFF2-40B4-BE49-F238E27FC236}">
                <a16:creationId xmlns:a16="http://schemas.microsoft.com/office/drawing/2014/main" id="{B61F2447-9693-3C2E-5871-B34D63A40D65}"/>
              </a:ext>
            </a:extLst>
          </p:cNvPr>
          <p:cNvPicPr>
            <a:picLocks noChangeAspect="1"/>
          </p:cNvPicPr>
          <p:nvPr/>
        </p:nvPicPr>
        <p:blipFill rotWithShape="1">
          <a:blip r:embed="rId3"/>
          <a:srcRect l="86998" t="27561" r="4476" b="70312"/>
          <a:stretch/>
        </p:blipFill>
        <p:spPr>
          <a:xfrm>
            <a:off x="9555509" y="3800710"/>
            <a:ext cx="1785965" cy="308416"/>
          </a:xfrm>
          <a:prstGeom prst="rect">
            <a:avLst/>
          </a:prstGeom>
        </p:spPr>
      </p:pic>
      <p:pic>
        <p:nvPicPr>
          <p:cNvPr id="11" name="Picture 2" descr="Table&#10;&#10;Description automatically generated">
            <a:extLst>
              <a:ext uri="{FF2B5EF4-FFF2-40B4-BE49-F238E27FC236}">
                <a16:creationId xmlns:a16="http://schemas.microsoft.com/office/drawing/2014/main" id="{C38E8C47-5AC7-91A6-9F58-273DA5E8ECA9}"/>
              </a:ext>
            </a:extLst>
          </p:cNvPr>
          <p:cNvPicPr>
            <a:picLocks noChangeAspect="1"/>
          </p:cNvPicPr>
          <p:nvPr/>
        </p:nvPicPr>
        <p:blipFill rotWithShape="1">
          <a:blip r:embed="rId3"/>
          <a:srcRect l="3486" t="27511" r="78598" b="70299"/>
          <a:stretch/>
        </p:blipFill>
        <p:spPr>
          <a:xfrm>
            <a:off x="7155173" y="3868965"/>
            <a:ext cx="2739370" cy="238473"/>
          </a:xfrm>
          <a:prstGeom prst="rect">
            <a:avLst/>
          </a:prstGeom>
        </p:spPr>
      </p:pic>
      <p:pic>
        <p:nvPicPr>
          <p:cNvPr id="13" name="Picture 2" descr="Table&#10;&#10;Description automatically generated">
            <a:extLst>
              <a:ext uri="{FF2B5EF4-FFF2-40B4-BE49-F238E27FC236}">
                <a16:creationId xmlns:a16="http://schemas.microsoft.com/office/drawing/2014/main" id="{B72AC5F1-E503-93E2-9A71-A094C126BB67}"/>
              </a:ext>
            </a:extLst>
          </p:cNvPr>
          <p:cNvPicPr>
            <a:picLocks noChangeAspect="1"/>
          </p:cNvPicPr>
          <p:nvPr/>
        </p:nvPicPr>
        <p:blipFill rotWithShape="1">
          <a:blip r:embed="rId3"/>
          <a:srcRect l="86644" t="5548" r="5822" b="91574"/>
          <a:stretch/>
        </p:blipFill>
        <p:spPr>
          <a:xfrm>
            <a:off x="10300057" y="3064792"/>
            <a:ext cx="1151982" cy="313334"/>
          </a:xfrm>
          <a:prstGeom prst="rect">
            <a:avLst/>
          </a:prstGeom>
        </p:spPr>
      </p:pic>
    </p:spTree>
    <p:extLst>
      <p:ext uri="{BB962C8B-B14F-4D97-AF65-F5344CB8AC3E}">
        <p14:creationId xmlns:p14="http://schemas.microsoft.com/office/powerpoint/2010/main" val="2843534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9E0D3AF-7546-2942-9076-6D566FFBEBFD}"/>
              </a:ext>
            </a:extLst>
          </p:cNvPr>
          <p:cNvSpPr/>
          <p:nvPr/>
        </p:nvSpPr>
        <p:spPr>
          <a:xfrm>
            <a:off x="1360984" y="0"/>
            <a:ext cx="9470032" cy="769441"/>
          </a:xfrm>
          <a:prstGeom prst="rect">
            <a:avLst/>
          </a:prstGeom>
        </p:spPr>
        <p:txBody>
          <a:bodyPr wrap="square" lIns="91440" tIns="45720" rIns="91440" bIns="45720" anchor="t">
            <a:spAutoFit/>
          </a:bodyPr>
          <a:lstStyle/>
          <a:p>
            <a:pPr algn="ctr">
              <a:defRPr/>
            </a:pPr>
            <a:endParaRPr lang="en-US" sz="4400" b="1">
              <a:solidFill>
                <a:srgbClr val="DE6201"/>
              </a:solidFill>
              <a:latin typeface="ITC Franklin Gothic Std Book"/>
            </a:endParaRPr>
          </a:p>
        </p:txBody>
      </p:sp>
      <p:graphicFrame>
        <p:nvGraphicFramePr>
          <p:cNvPr id="4080" name="Diagram 24">
            <a:extLst>
              <a:ext uri="{FF2B5EF4-FFF2-40B4-BE49-F238E27FC236}">
                <a16:creationId xmlns:a16="http://schemas.microsoft.com/office/drawing/2014/main" id="{6AA43A66-9A06-D45C-EC0F-DBC93F003660}"/>
              </a:ext>
            </a:extLst>
          </p:cNvPr>
          <p:cNvGraphicFramePr/>
          <p:nvPr/>
        </p:nvGraphicFramePr>
        <p:xfrm>
          <a:off x="2163985" y="-203513"/>
          <a:ext cx="8041994" cy="37770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4" name="Diagram 24">
            <a:extLst>
              <a:ext uri="{FF2B5EF4-FFF2-40B4-BE49-F238E27FC236}">
                <a16:creationId xmlns:a16="http://schemas.microsoft.com/office/drawing/2014/main" id="{80A8F3DB-966E-E12D-0C2C-EACCA914F483}"/>
              </a:ext>
            </a:extLst>
          </p:cNvPr>
          <p:cNvGraphicFramePr/>
          <p:nvPr>
            <p:extLst>
              <p:ext uri="{D42A27DB-BD31-4B8C-83A1-F6EECF244321}">
                <p14:modId xmlns:p14="http://schemas.microsoft.com/office/powerpoint/2010/main" val="2268202145"/>
              </p:ext>
            </p:extLst>
          </p:nvPr>
        </p:nvGraphicFramePr>
        <p:xfrm>
          <a:off x="2165010" y="2148021"/>
          <a:ext cx="8043095" cy="413148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554" name="Rectangle 5553">
            <a:extLst>
              <a:ext uri="{FF2B5EF4-FFF2-40B4-BE49-F238E27FC236}">
                <a16:creationId xmlns:a16="http://schemas.microsoft.com/office/drawing/2014/main" id="{49954460-617C-7989-669D-AFA40B9341CC}"/>
              </a:ext>
            </a:extLst>
          </p:cNvPr>
          <p:cNvSpPr/>
          <p:nvPr/>
        </p:nvSpPr>
        <p:spPr>
          <a:xfrm>
            <a:off x="1506126" y="145142"/>
            <a:ext cx="9470032" cy="769441"/>
          </a:xfrm>
          <a:prstGeom prst="rect">
            <a:avLst/>
          </a:prstGeom>
        </p:spPr>
        <p:txBody>
          <a:bodyPr wrap="square" lIns="91440" tIns="45720" rIns="91440" bIns="45720" anchor="t">
            <a:spAutoFit/>
          </a:bodyPr>
          <a:lstStyle/>
          <a:p>
            <a:pPr algn="ctr">
              <a:defRPr/>
            </a:pPr>
            <a:endParaRPr lang="en-US" sz="4400" b="1">
              <a:solidFill>
                <a:srgbClr val="DE6201"/>
              </a:solidFill>
              <a:latin typeface="ITC Franklin Gothic Std Book"/>
            </a:endParaRPr>
          </a:p>
        </p:txBody>
      </p:sp>
      <p:sp>
        <p:nvSpPr>
          <p:cNvPr id="5560" name="Rectangle 5559">
            <a:extLst>
              <a:ext uri="{FF2B5EF4-FFF2-40B4-BE49-F238E27FC236}">
                <a16:creationId xmlns:a16="http://schemas.microsoft.com/office/drawing/2014/main" id="{37B1B6AA-BEB8-9E05-5C44-2B4FD71C88F4}"/>
              </a:ext>
            </a:extLst>
          </p:cNvPr>
          <p:cNvSpPr/>
          <p:nvPr/>
        </p:nvSpPr>
        <p:spPr>
          <a:xfrm>
            <a:off x="1513384" y="152400"/>
            <a:ext cx="9470032" cy="769441"/>
          </a:xfrm>
          <a:prstGeom prst="rect">
            <a:avLst/>
          </a:prstGeom>
        </p:spPr>
        <p:txBody>
          <a:bodyPr wrap="square" lIns="91440" tIns="45720" rIns="91440" bIns="45720" anchor="t">
            <a:spAutoFit/>
          </a:bodyPr>
          <a:lstStyle/>
          <a:p>
            <a:pPr algn="ctr">
              <a:defRPr/>
            </a:pPr>
            <a:r>
              <a:rPr lang="en-US" sz="4400" b="1">
                <a:solidFill>
                  <a:srgbClr val="DE6201"/>
                </a:solidFill>
                <a:latin typeface="ITC Franklin Gothic Std Book"/>
              </a:rPr>
              <a:t>Model Moving Forward</a:t>
            </a:r>
          </a:p>
        </p:txBody>
      </p:sp>
    </p:spTree>
    <p:extLst>
      <p:ext uri="{BB962C8B-B14F-4D97-AF65-F5344CB8AC3E}">
        <p14:creationId xmlns:p14="http://schemas.microsoft.com/office/powerpoint/2010/main" val="4156541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Map&#10;&#10;Description automatically generated">
            <a:extLst>
              <a:ext uri="{FF2B5EF4-FFF2-40B4-BE49-F238E27FC236}">
                <a16:creationId xmlns:a16="http://schemas.microsoft.com/office/drawing/2014/main" id="{09432FB1-E707-0D43-9982-040CE0E9DB6E}"/>
              </a:ext>
            </a:extLst>
          </p:cNvPr>
          <p:cNvPicPr>
            <a:picLocks noChangeAspect="1"/>
          </p:cNvPicPr>
          <p:nvPr/>
        </p:nvPicPr>
        <p:blipFill>
          <a:blip r:embed="rId3"/>
          <a:stretch>
            <a:fillRect/>
          </a:stretch>
        </p:blipFill>
        <p:spPr>
          <a:xfrm>
            <a:off x="4585979" y="1261534"/>
            <a:ext cx="7476203" cy="5178778"/>
          </a:xfrm>
          <a:prstGeom prst="rect">
            <a:avLst/>
          </a:prstGeom>
        </p:spPr>
      </p:pic>
      <p:sp>
        <p:nvSpPr>
          <p:cNvPr id="6" name="Rectangle 5">
            <a:extLst>
              <a:ext uri="{FF2B5EF4-FFF2-40B4-BE49-F238E27FC236}">
                <a16:creationId xmlns:a16="http://schemas.microsoft.com/office/drawing/2014/main" id="{78773773-ADFD-5E44-A7C0-6E74D45C9BEE}"/>
              </a:ext>
            </a:extLst>
          </p:cNvPr>
          <p:cNvSpPr/>
          <p:nvPr/>
        </p:nvSpPr>
        <p:spPr>
          <a:xfrm>
            <a:off x="1719124" y="226980"/>
            <a:ext cx="8753752" cy="600164"/>
          </a:xfrm>
          <a:prstGeom prst="rect">
            <a:avLst/>
          </a:prstGeom>
        </p:spPr>
        <p:txBody>
          <a:bodyPr wrap="square">
            <a:spAutoFit/>
          </a:bodyPr>
          <a:lstStyle/>
          <a:p>
            <a:pPr algn="ctr">
              <a:defRPr/>
            </a:pPr>
            <a:r>
              <a:rPr lang="en-US" sz="4400" b="1" err="1">
                <a:solidFill>
                  <a:srgbClr val="DE6201"/>
                </a:solidFill>
                <a:latin typeface="ITC Franklin Gothic Std Book" panose="020B0504030503020204" pitchFamily="34" charset="0"/>
              </a:rPr>
              <a:t>Ookla</a:t>
            </a:r>
            <a:r>
              <a:rPr lang="en-US" sz="4400" b="1">
                <a:solidFill>
                  <a:srgbClr val="DE6201"/>
                </a:solidFill>
                <a:latin typeface="ITC Franklin Gothic Std Book" panose="020B0504030503020204" pitchFamily="34" charset="0"/>
              </a:rPr>
              <a:t> Data and the </a:t>
            </a:r>
            <a:r>
              <a:rPr lang="en-US" sz="4400" b="1" err="1">
                <a:solidFill>
                  <a:srgbClr val="DE6201"/>
                </a:solidFill>
                <a:latin typeface="ITC Franklin Gothic Std Book" panose="020B0504030503020204" pitchFamily="34" charset="0"/>
              </a:rPr>
              <a:t>ReConnect</a:t>
            </a:r>
            <a:endParaRPr lang="en-US" sz="4400" b="1">
              <a:solidFill>
                <a:srgbClr val="DE6201"/>
              </a:solidFill>
              <a:latin typeface="ITC Franklin Gothic Std Book" panose="020B0504030503020204" pitchFamily="34" charset="0"/>
            </a:endParaRPr>
          </a:p>
        </p:txBody>
      </p:sp>
      <p:sp>
        <p:nvSpPr>
          <p:cNvPr id="8" name="TextBox 7">
            <a:extLst>
              <a:ext uri="{FF2B5EF4-FFF2-40B4-BE49-F238E27FC236}">
                <a16:creationId xmlns:a16="http://schemas.microsoft.com/office/drawing/2014/main" id="{3B68FA80-9F92-7B4B-BAEB-F8BC8B7AA6FD}"/>
              </a:ext>
            </a:extLst>
          </p:cNvPr>
          <p:cNvSpPr txBox="1"/>
          <p:nvPr/>
        </p:nvSpPr>
        <p:spPr>
          <a:xfrm>
            <a:off x="633827" y="1779061"/>
            <a:ext cx="3952152" cy="1454244"/>
          </a:xfrm>
          <a:prstGeom prst="rect">
            <a:avLst/>
          </a:prstGeom>
          <a:noFill/>
        </p:spPr>
        <p:txBody>
          <a:bodyPr wrap="square" lIns="91440" tIns="45720" rIns="91440" bIns="45720" rtlCol="0" anchor="t">
            <a:spAutoFit/>
          </a:bodyPr>
          <a:lstStyle/>
          <a:p>
            <a:pPr marL="342900" indent="-342900">
              <a:buFont typeface="Arial" panose="020B0604020202020204" pitchFamily="34" charset="0"/>
              <a:buChar char="•"/>
            </a:pPr>
            <a:r>
              <a:rPr lang="en-US" sz="2400">
                <a:solidFill>
                  <a:srgbClr val="002060"/>
                </a:solidFill>
              </a:rPr>
              <a:t>Linking the </a:t>
            </a:r>
            <a:r>
              <a:rPr lang="en-US" sz="2400" err="1">
                <a:solidFill>
                  <a:srgbClr val="002060"/>
                </a:solidFill>
              </a:rPr>
              <a:t>ReConnect</a:t>
            </a:r>
            <a:r>
              <a:rPr lang="en-US" sz="2400">
                <a:solidFill>
                  <a:srgbClr val="002060"/>
                </a:solidFill>
              </a:rPr>
              <a:t> program with </a:t>
            </a:r>
            <a:r>
              <a:rPr lang="en-US" sz="2400" err="1">
                <a:solidFill>
                  <a:srgbClr val="002060"/>
                </a:solidFill>
              </a:rPr>
              <a:t>Ookla</a:t>
            </a:r>
            <a:r>
              <a:rPr lang="en-US" sz="2400">
                <a:solidFill>
                  <a:srgbClr val="002060"/>
                </a:solidFill>
              </a:rPr>
              <a:t> Download speed data</a:t>
            </a:r>
          </a:p>
          <a:p>
            <a:pPr marL="342900" indent="-342900">
              <a:buFont typeface="Arial" panose="020B0604020202020204" pitchFamily="34" charset="0"/>
              <a:buChar char="•"/>
            </a:pPr>
            <a:endParaRPr lang="en-US" sz="2400">
              <a:solidFill>
                <a:srgbClr val="002060"/>
              </a:solidFill>
            </a:endParaRPr>
          </a:p>
          <a:p>
            <a:pPr marL="342900" indent="-342900">
              <a:buFont typeface="Arial" panose="020B0604020202020204" pitchFamily="34" charset="0"/>
              <a:buChar char="•"/>
            </a:pPr>
            <a:r>
              <a:rPr lang="en-US" sz="2400">
                <a:solidFill>
                  <a:srgbClr val="002060"/>
                </a:solidFill>
              </a:rPr>
              <a:t>600 sq. </a:t>
            </a:r>
            <a:r>
              <a:rPr lang="en-US" sz="2400" err="1">
                <a:solidFill>
                  <a:srgbClr val="002060"/>
                </a:solidFill>
              </a:rPr>
              <a:t>ms</a:t>
            </a:r>
            <a:r>
              <a:rPr lang="en-US" sz="2400">
                <a:solidFill>
                  <a:srgbClr val="002060"/>
                </a:solidFill>
              </a:rPr>
              <a:t> sized grid over which data is recorded</a:t>
            </a:r>
          </a:p>
        </p:txBody>
      </p:sp>
    </p:spTree>
    <p:extLst>
      <p:ext uri="{BB962C8B-B14F-4D97-AF65-F5344CB8AC3E}">
        <p14:creationId xmlns:p14="http://schemas.microsoft.com/office/powerpoint/2010/main" val="2446375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9E0D3AF-7546-2942-9076-6D566FFBEBFD}"/>
              </a:ext>
            </a:extLst>
          </p:cNvPr>
          <p:cNvSpPr/>
          <p:nvPr/>
        </p:nvSpPr>
        <p:spPr>
          <a:xfrm>
            <a:off x="1360984" y="0"/>
            <a:ext cx="9470032" cy="769441"/>
          </a:xfrm>
          <a:prstGeom prst="rect">
            <a:avLst/>
          </a:prstGeom>
        </p:spPr>
        <p:txBody>
          <a:bodyPr wrap="square" lIns="91440" tIns="45720" rIns="91440" bIns="45720" anchor="t">
            <a:spAutoFit/>
          </a:bodyPr>
          <a:lstStyle/>
          <a:p>
            <a:pPr algn="ctr">
              <a:defRPr/>
            </a:pPr>
            <a:r>
              <a:rPr lang="en-US" sz="4400" b="1" err="1">
                <a:solidFill>
                  <a:srgbClr val="DE6201"/>
                </a:solidFill>
                <a:latin typeface="ITC Franklin Gothic Std Book"/>
              </a:rPr>
              <a:t>Ookla</a:t>
            </a:r>
            <a:r>
              <a:rPr lang="en-US" sz="4400" b="1">
                <a:solidFill>
                  <a:srgbClr val="DE6201"/>
                </a:solidFill>
                <a:latin typeface="ITC Franklin Gothic Std Book"/>
              </a:rPr>
              <a:t> for Program Validation</a:t>
            </a:r>
          </a:p>
        </p:txBody>
      </p:sp>
      <p:graphicFrame>
        <p:nvGraphicFramePr>
          <p:cNvPr id="32" name="Diagram 24">
            <a:extLst>
              <a:ext uri="{FF2B5EF4-FFF2-40B4-BE49-F238E27FC236}">
                <a16:creationId xmlns:a16="http://schemas.microsoft.com/office/drawing/2014/main" id="{EDF9759E-B517-572F-53EE-D98F16A258E7}"/>
              </a:ext>
            </a:extLst>
          </p:cNvPr>
          <p:cNvGraphicFramePr/>
          <p:nvPr>
            <p:extLst>
              <p:ext uri="{D42A27DB-BD31-4B8C-83A1-F6EECF244321}">
                <p14:modId xmlns:p14="http://schemas.microsoft.com/office/powerpoint/2010/main" val="3357737996"/>
              </p:ext>
            </p:extLst>
          </p:nvPr>
        </p:nvGraphicFramePr>
        <p:xfrm>
          <a:off x="2207528" y="522201"/>
          <a:ext cx="8041994" cy="37770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3" name="Diagram 24">
            <a:extLst>
              <a:ext uri="{FF2B5EF4-FFF2-40B4-BE49-F238E27FC236}">
                <a16:creationId xmlns:a16="http://schemas.microsoft.com/office/drawing/2014/main" id="{726F12E6-7F3F-6DD0-3624-9FCE81AEA73C}"/>
              </a:ext>
            </a:extLst>
          </p:cNvPr>
          <p:cNvGraphicFramePr/>
          <p:nvPr>
            <p:extLst>
              <p:ext uri="{D42A27DB-BD31-4B8C-83A1-F6EECF244321}">
                <p14:modId xmlns:p14="http://schemas.microsoft.com/office/powerpoint/2010/main" val="3594763527"/>
              </p:ext>
            </p:extLst>
          </p:nvPr>
        </p:nvGraphicFramePr>
        <p:xfrm>
          <a:off x="2208553" y="2409278"/>
          <a:ext cx="8043095" cy="413148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917583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9E0D3AF-7546-2942-9076-6D566FFBEBFD}"/>
              </a:ext>
            </a:extLst>
          </p:cNvPr>
          <p:cNvSpPr/>
          <p:nvPr/>
        </p:nvSpPr>
        <p:spPr>
          <a:xfrm>
            <a:off x="1719124" y="0"/>
            <a:ext cx="8753752" cy="769441"/>
          </a:xfrm>
          <a:prstGeom prst="rect">
            <a:avLst/>
          </a:prstGeom>
        </p:spPr>
        <p:txBody>
          <a:bodyPr wrap="square" lIns="91440" tIns="45720" rIns="91440" bIns="45720" anchor="t">
            <a:spAutoFit/>
          </a:bodyPr>
          <a:lstStyle/>
          <a:p>
            <a:pPr algn="ctr">
              <a:defRPr/>
            </a:pPr>
            <a:r>
              <a:rPr lang="en-US" sz="4400" b="1">
                <a:solidFill>
                  <a:srgbClr val="DE6201"/>
                </a:solidFill>
                <a:latin typeface="ITC Franklin Gothic Std Book"/>
              </a:rPr>
              <a:t>Next Steps</a:t>
            </a:r>
          </a:p>
        </p:txBody>
      </p:sp>
      <p:sp>
        <p:nvSpPr>
          <p:cNvPr id="6" name="Content Placeholder 3">
            <a:extLst>
              <a:ext uri="{FF2B5EF4-FFF2-40B4-BE49-F238E27FC236}">
                <a16:creationId xmlns:a16="http://schemas.microsoft.com/office/drawing/2014/main" id="{3FE4D537-17AA-5044-8525-CD08C9AEE2CB}"/>
              </a:ext>
            </a:extLst>
          </p:cNvPr>
          <p:cNvSpPr txBox="1">
            <a:spLocks/>
          </p:cNvSpPr>
          <p:nvPr/>
        </p:nvSpPr>
        <p:spPr>
          <a:xfrm>
            <a:off x="1286703" y="1059347"/>
            <a:ext cx="9354793" cy="5208932"/>
          </a:xfrm>
        </p:spPr>
        <p:txBody>
          <a:bodyPr lIns="91440" tIns="45720" rIns="91440" bIns="45720" anchor="t">
            <a:no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marL="228600" indent="-228600" algn="l">
              <a:lnSpc>
                <a:spcPct val="100000"/>
              </a:lnSpc>
            </a:pPr>
            <a:r>
              <a:rPr lang="en-US" b="1">
                <a:solidFill>
                  <a:srgbClr val="002060"/>
                </a:solidFill>
                <a:latin typeface="ITC Franklin Gothic Std Bk Cd"/>
                <a:ea typeface="+mn-lt"/>
                <a:cs typeface="+mn-lt"/>
              </a:rPr>
              <a:t>Housing Characteristics Data</a:t>
            </a:r>
            <a:endParaRPr lang="en-US">
              <a:solidFill>
                <a:srgbClr val="000000"/>
              </a:solidFill>
              <a:latin typeface="Calibri"/>
              <a:cs typeface="Calibri"/>
            </a:endParaRPr>
          </a:p>
          <a:p>
            <a:pPr marL="342900" indent="-342900" algn="l">
              <a:lnSpc>
                <a:spcPct val="100000"/>
              </a:lnSpc>
              <a:buChar char="•"/>
            </a:pPr>
            <a:r>
              <a:rPr lang="en-US">
                <a:solidFill>
                  <a:srgbClr val="002060"/>
                </a:solidFill>
                <a:latin typeface="ITC Franklin Gothic Std Bk Cd"/>
                <a:ea typeface="+mn-lt"/>
                <a:cs typeface="+mn-lt"/>
              </a:rPr>
              <a:t>Clean and interpret data</a:t>
            </a:r>
            <a:endParaRPr lang="en-US" b="1">
              <a:solidFill>
                <a:srgbClr val="002060"/>
              </a:solidFill>
              <a:latin typeface="ITC Franklin Gothic Std Bk Cd"/>
              <a:ea typeface="+mn-lt"/>
              <a:cs typeface="+mn-lt"/>
            </a:endParaRPr>
          </a:p>
          <a:p>
            <a:pPr algn="l">
              <a:lnSpc>
                <a:spcPct val="100000"/>
              </a:lnSpc>
            </a:pPr>
            <a:endParaRPr lang="en-US" sz="1000">
              <a:solidFill>
                <a:srgbClr val="002060"/>
              </a:solidFill>
              <a:latin typeface="ITC Franklin Gothic Std Bk Cd"/>
              <a:ea typeface="+mn-lt"/>
              <a:cs typeface="+mn-lt"/>
            </a:endParaRPr>
          </a:p>
          <a:p>
            <a:pPr algn="l">
              <a:lnSpc>
                <a:spcPct val="100000"/>
              </a:lnSpc>
            </a:pPr>
            <a:r>
              <a:rPr lang="en-US" b="1">
                <a:solidFill>
                  <a:srgbClr val="002060"/>
                </a:solidFill>
                <a:latin typeface="ITC Franklin Gothic Std Bk Cd"/>
                <a:ea typeface="+mn-lt"/>
                <a:cs typeface="+mn-lt"/>
              </a:rPr>
              <a:t>County-level</a:t>
            </a:r>
            <a:r>
              <a:rPr lang="en-US" b="1">
                <a:solidFill>
                  <a:srgbClr val="002060"/>
                </a:solidFill>
                <a:latin typeface="ITC Franklin Gothic Std Bk Cd"/>
              </a:rPr>
              <a:t> analysis </a:t>
            </a:r>
            <a:endParaRPr lang="en-US" b="1">
              <a:solidFill>
                <a:srgbClr val="002060"/>
              </a:solidFill>
              <a:latin typeface="ITC Franklin Gothic Std Bk Cd"/>
              <a:cs typeface="Calibri"/>
            </a:endParaRPr>
          </a:p>
          <a:p>
            <a:pPr marL="342900" indent="-342900" algn="l">
              <a:lnSpc>
                <a:spcPct val="100000"/>
              </a:lnSpc>
              <a:spcBef>
                <a:spcPts val="2000"/>
              </a:spcBef>
              <a:buChar char="•"/>
            </a:pPr>
            <a:r>
              <a:rPr lang="en-US">
                <a:solidFill>
                  <a:srgbClr val="002060"/>
                </a:solidFill>
                <a:latin typeface="ITC Franklin Gothic Std Bk Cd"/>
                <a:ea typeface="+mn-lt"/>
                <a:cs typeface="+mn-lt"/>
              </a:rPr>
              <a:t>Create a hedonic regression model for a specific county that can then be applied to any county</a:t>
            </a:r>
          </a:p>
          <a:p>
            <a:pPr algn="l">
              <a:lnSpc>
                <a:spcPct val="100000"/>
              </a:lnSpc>
              <a:spcBef>
                <a:spcPts val="2000"/>
              </a:spcBef>
            </a:pPr>
            <a:r>
              <a:rPr lang="en-US" b="1">
                <a:solidFill>
                  <a:srgbClr val="002060"/>
                </a:solidFill>
                <a:latin typeface="ITC Franklin Gothic Std Bk Cd"/>
                <a:ea typeface="+mn-lt"/>
                <a:cs typeface="+mn-lt"/>
              </a:rPr>
              <a:t>Implementing </a:t>
            </a:r>
            <a:r>
              <a:rPr lang="en-US" b="1" err="1">
                <a:solidFill>
                  <a:srgbClr val="002060"/>
                </a:solidFill>
                <a:latin typeface="ITC Franklin Gothic Std Bk Cd"/>
                <a:ea typeface="+mn-lt"/>
                <a:cs typeface="+mn-lt"/>
              </a:rPr>
              <a:t>Ookla</a:t>
            </a:r>
            <a:r>
              <a:rPr lang="en-US" b="1">
                <a:solidFill>
                  <a:srgbClr val="002060"/>
                </a:solidFill>
                <a:latin typeface="ITC Franklin Gothic Std Bk Cd"/>
                <a:ea typeface="+mn-lt"/>
                <a:cs typeface="+mn-lt"/>
              </a:rPr>
              <a:t> Data</a:t>
            </a:r>
          </a:p>
          <a:p>
            <a:pPr marL="342900" indent="-342900" algn="l">
              <a:lnSpc>
                <a:spcPct val="100000"/>
              </a:lnSpc>
              <a:spcBef>
                <a:spcPts val="2000"/>
              </a:spcBef>
              <a:buChar char="•"/>
            </a:pPr>
            <a:r>
              <a:rPr lang="en-US">
                <a:solidFill>
                  <a:srgbClr val="002060"/>
                </a:solidFill>
                <a:latin typeface="ITC Franklin Gothic Std Bk Cd"/>
                <a:ea typeface="+mn-lt"/>
                <a:cs typeface="+mn-lt"/>
              </a:rPr>
              <a:t>Ensure that broadband initiatives are correlated with improved broadband rates in project areas</a:t>
            </a:r>
          </a:p>
          <a:p>
            <a:pPr marL="342900" indent="-342900" algn="l">
              <a:lnSpc>
                <a:spcPct val="100000"/>
              </a:lnSpc>
              <a:spcBef>
                <a:spcPts val="2000"/>
              </a:spcBef>
              <a:buChar char="•"/>
            </a:pPr>
            <a:endParaRPr lang="en-US">
              <a:solidFill>
                <a:srgbClr val="002060"/>
              </a:solidFill>
              <a:latin typeface="ITC Franklin Gothic Std Bk Cd"/>
              <a:ea typeface="+mn-lt"/>
              <a:cs typeface="+mn-lt"/>
            </a:endParaRPr>
          </a:p>
          <a:p>
            <a:pPr marL="342900" indent="-342900" algn="l">
              <a:lnSpc>
                <a:spcPct val="100000"/>
              </a:lnSpc>
              <a:spcBef>
                <a:spcPts val="2000"/>
              </a:spcBef>
              <a:buChar char="•"/>
            </a:pPr>
            <a:endParaRPr lang="en-US">
              <a:solidFill>
                <a:srgbClr val="002060"/>
              </a:solidFill>
              <a:latin typeface="ITC Franklin Gothic Std Bk Cd"/>
              <a:ea typeface="+mn-lt"/>
              <a:cs typeface="+mn-lt"/>
            </a:endParaRPr>
          </a:p>
        </p:txBody>
      </p:sp>
    </p:spTree>
    <p:extLst>
      <p:ext uri="{BB962C8B-B14F-4D97-AF65-F5344CB8AC3E}">
        <p14:creationId xmlns:p14="http://schemas.microsoft.com/office/powerpoint/2010/main" val="4604009"/>
      </p:ext>
    </p:extLst>
  </p:cSld>
  <p:clrMapOvr>
    <a:masterClrMapping/>
  </p:clrMapOvr>
</p:sld>
</file>

<file path=ppt/theme/theme1.xml><?xml version="1.0" encoding="utf-8"?>
<a:theme xmlns:a="http://schemas.openxmlformats.org/drawingml/2006/main" name="Title Page 4">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llie Keller Keynote Datapalooza 2019 V.4" id="{B378DE51-6AD5-2B46-B3FB-C787098E7B24}" vid="{98495C8F-282C-A64F-8757-ED63A5FF11F4}"/>
    </a:ext>
  </a:extLst>
</a:theme>
</file>

<file path=ppt/theme/theme2.xml><?xml version="1.0" encoding="utf-8"?>
<a:theme xmlns:a="http://schemas.openxmlformats.org/drawingml/2006/main" name="2_Image Small Placeholde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Image Small Placeholde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llie Keller Keynote Datapalooza 2019 V.4" id="{B378DE51-6AD5-2B46-B3FB-C787098E7B24}" vid="{C8502BE9-6D23-4040-AE2D-16AC44A52F5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EDC528F9-633F-4848-AED6-D76C0EC5B4F3}"/>
</file>

<file path=customXml/itemProps2.xml><?xml version="1.0" encoding="utf-8"?>
<ds:datastoreItem xmlns:ds="http://schemas.openxmlformats.org/officeDocument/2006/customXml" ds:itemID="{848F2838-B067-4A3A-88F4-81D202F79CAD}">
  <ds:schemaRefs>
    <ds:schemaRef ds:uri="http://schemas.microsoft.com/sharepoint/v3/contenttype/forms"/>
  </ds:schemaRefs>
</ds:datastoreItem>
</file>

<file path=customXml/itemProps3.xml><?xml version="1.0" encoding="utf-8"?>
<ds:datastoreItem xmlns:ds="http://schemas.openxmlformats.org/officeDocument/2006/customXml" ds:itemID="{44018824-D454-4B17-AB57-5599A889DE5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15</Slides>
  <Notes>15</Notes>
  <HiddenSlides>0</HiddenSlides>
  <ScaleCrop>false</ScaleCrop>
  <HeadingPairs>
    <vt:vector size="4" baseType="variant">
      <vt:variant>
        <vt:lpstr>Theme</vt:lpstr>
      </vt:variant>
      <vt:variant>
        <vt:i4>3</vt:i4>
      </vt:variant>
      <vt:variant>
        <vt:lpstr>Slide Titles</vt:lpstr>
      </vt:variant>
      <vt:variant>
        <vt:i4>15</vt:i4>
      </vt:variant>
    </vt:vector>
  </HeadingPairs>
  <TitlesOfParts>
    <vt:vector size="18" baseType="lpstr">
      <vt:lpstr>Title Page 4</vt:lpstr>
      <vt:lpstr>2_Image Small Placeholder</vt:lpstr>
      <vt:lpstr>3_Image Small Placeholder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cp:revision>
  <dcterms:created xsi:type="dcterms:W3CDTF">2022-06-23T14:44:06Z</dcterms:created>
  <dcterms:modified xsi:type="dcterms:W3CDTF">2022-06-27T15:13:01Z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y fmtid="{D5CDD505-2E9C-101B-9397-08002B2CF9AE}" pid="3" name="MediaServiceImageTags">
    <vt:lpwstr/>
  </property>
</Properties>
</file>
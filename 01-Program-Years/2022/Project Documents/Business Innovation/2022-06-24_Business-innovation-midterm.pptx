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2" r:id="rId4"/>
    <p:sldMasterId id="2147483654" r:id="rId5"/>
  </p:sldMasterIdLst>
  <p:notesMasterIdLst>
    <p:notesMasterId r:id="rId17"/>
  </p:notesMasterIdLst>
  <p:sldIdLst>
    <p:sldId id="4473" r:id="rId6"/>
    <p:sldId id="1228" r:id="rId7"/>
    <p:sldId id="4480" r:id="rId8"/>
    <p:sldId id="4481" r:id="rId9"/>
    <p:sldId id="4483" r:id="rId10"/>
    <p:sldId id="4482" r:id="rId11"/>
    <p:sldId id="4485" r:id="rId12"/>
    <p:sldId id="4475" r:id="rId13"/>
    <p:sldId id="4478" r:id="rId14"/>
    <p:sldId id="4477" r:id="rId15"/>
    <p:sldId id="129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urston, Joel (jt9sz)" initials="T(" lastIdx="1" clrIdx="0">
    <p:extLst>
      <p:ext uri="{19B8F6BF-5375-455C-9EA6-DF929625EA0E}">
        <p15:presenceInfo xmlns:p15="http://schemas.microsoft.com/office/powerpoint/2012/main" userId="S::jt9sz@virginia.edu::0b817237-2e4a-4a07-ab95-9daea5bb5909" providerId="AD"/>
      </p:ext>
    </p:extLst>
  </p:cmAuthor>
  <p:cmAuthor id="2" name="Cohen, Samantha (sc2pg)" initials="C(" lastIdx="2" clrIdx="1">
    <p:extLst>
      <p:ext uri="{19B8F6BF-5375-455C-9EA6-DF929625EA0E}">
        <p15:presenceInfo xmlns:p15="http://schemas.microsoft.com/office/powerpoint/2012/main" userId="S::sc2pg@virginia.edu::00765cc7-31bd-431d-b2b3-38c8fe88a53e" providerId="AD"/>
      </p:ext>
    </p:extLst>
  </p:cmAuthor>
  <p:cmAuthor id="3" name="Kindlon, Audrey Elizabeth (aek6p)" initials="K(" lastIdx="3" clrIdx="2">
    <p:extLst>
      <p:ext uri="{19B8F6BF-5375-455C-9EA6-DF929625EA0E}">
        <p15:presenceInfo xmlns:p15="http://schemas.microsoft.com/office/powerpoint/2012/main" userId="S::aek6p@virginia.edu::f95630c5-f72e-4dd5-adaf-cb51aa87912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572A7"/>
    <a:srgbClr val="EF8B47"/>
    <a:srgbClr val="002060"/>
    <a:srgbClr val="DE6201"/>
    <a:srgbClr val="EC1B23"/>
    <a:srgbClr val="000000"/>
    <a:srgbClr val="CD5500"/>
    <a:srgbClr val="222C4B"/>
    <a:srgbClr val="8A0000"/>
    <a:srgbClr val="A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87AC25-DEC2-42F7-A0F2-98B8E0B454A4}" v="1" dt="2022-06-27T14:04:18.623"/>
    <p1510:client id="{29A84D3A-C6A3-482C-96D1-4B225B8D20D7}" v="309" dt="2022-06-27T01:13:11.985"/>
    <p1510:client id="{5D6BF709-5E8E-42CD-8539-50CF86E8D660}" v="582" dt="2022-06-26T20:14:38.189"/>
    <p1510:client id="{6501EEA7-7263-4318-A8BB-F78DE2E445E5}" v="69" dt="2022-06-27T10:37:50.421"/>
    <p1510:client id="{6B990953-C15E-4406-BBAF-D4FD4FB504E6}" v="2" dt="2022-06-27T13:57:05.972"/>
    <p1510:client id="{9E0F1916-7137-42E0-BC0F-FD3B36C0D0CA}" v="245" dt="2022-06-27T13:25:55.551"/>
    <p1510:client id="{A9C9FAB8-E4D8-4554-99F2-CF225C006DDC}" v="99" dt="2022-06-27T09:46:53.289"/>
    <p1510:client id="{DB5E85F2-4065-4EB3-A32E-781ACBE01212}" v="26" dt="2022-06-27T12:18:54.282"/>
    <p1510:client id="{F477DF55-DA16-46E0-8129-A100030D5647}" v="208" dt="2022-06-27T13:23:34.0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Alan (ahw9f)" userId="S::ahw9f@virginia.edu::4e89eb0f-2a2f-437e-8bbf-c08a3bb1e14c" providerId="AD" clId="Web-{1487AC25-DEC2-42F7-A0F2-98B8E0B454A4}"/>
    <pc:docChg chg="modSld">
      <pc:chgData name="Wang, Alan (ahw9f)" userId="S::ahw9f@virginia.edu::4e89eb0f-2a2f-437e-8bbf-c08a3bb1e14c" providerId="AD" clId="Web-{1487AC25-DEC2-42F7-A0F2-98B8E0B454A4}" dt="2022-06-27T14:04:18.623" v="0"/>
      <pc:docMkLst>
        <pc:docMk/>
      </pc:docMkLst>
      <pc:sldChg chg="delSp">
        <pc:chgData name="Wang, Alan (ahw9f)" userId="S::ahw9f@virginia.edu::4e89eb0f-2a2f-437e-8bbf-c08a3bb1e14c" providerId="AD" clId="Web-{1487AC25-DEC2-42F7-A0F2-98B8E0B454A4}" dt="2022-06-27T14:04:18.623" v="0"/>
        <pc:sldMkLst>
          <pc:docMk/>
          <pc:sldMk cId="1394194057" sldId="1290"/>
        </pc:sldMkLst>
        <pc:picChg chg="del">
          <ac:chgData name="Wang, Alan (ahw9f)" userId="S::ahw9f@virginia.edu::4e89eb0f-2a2f-437e-8bbf-c08a3bb1e14c" providerId="AD" clId="Web-{1487AC25-DEC2-42F7-A0F2-98B8E0B454A4}" dt="2022-06-27T14:04:18.623" v="0"/>
          <ac:picMkLst>
            <pc:docMk/>
            <pc:sldMk cId="1394194057" sldId="1290"/>
            <ac:picMk id="5" creationId="{12390D13-5024-5B6B-AEFB-26E992C13843}"/>
          </ac:picMkLst>
        </pc:picChg>
      </pc:sldChg>
    </pc:docChg>
  </pc:docChgLst>
  <pc:docChgLst>
    <pc:chgData name="Kattampallil, Neil Alexander (nak3t)" userId="S::nak3t@virginia.edu::01c23410-8e1b-4762-aec1-566d946128f5" providerId="AD" clId="Web-{F477DF55-DA16-46E0-8129-A100030D5647}"/>
    <pc:docChg chg="modSld">
      <pc:chgData name="Kattampallil, Neil Alexander (nak3t)" userId="S::nak3t@virginia.edu::01c23410-8e1b-4762-aec1-566d946128f5" providerId="AD" clId="Web-{F477DF55-DA16-46E0-8129-A100030D5647}" dt="2022-06-27T13:23:31.605" v="206" actId="20577"/>
      <pc:docMkLst>
        <pc:docMk/>
      </pc:docMkLst>
      <pc:sldChg chg="modSp">
        <pc:chgData name="Kattampallil, Neil Alexander (nak3t)" userId="S::nak3t@virginia.edu::01c23410-8e1b-4762-aec1-566d946128f5" providerId="AD" clId="Web-{F477DF55-DA16-46E0-8129-A100030D5647}" dt="2022-06-27T13:20:15.630" v="205" actId="20577"/>
        <pc:sldMkLst>
          <pc:docMk/>
          <pc:sldMk cId="4146045861" sldId="1228"/>
        </pc:sldMkLst>
        <pc:spChg chg="mod">
          <ac:chgData name="Kattampallil, Neil Alexander (nak3t)" userId="S::nak3t@virginia.edu::01c23410-8e1b-4762-aec1-566d946128f5" providerId="AD" clId="Web-{F477DF55-DA16-46E0-8129-A100030D5647}" dt="2022-06-27T13:20:15.630" v="205" actId="20577"/>
          <ac:spMkLst>
            <pc:docMk/>
            <pc:sldMk cId="4146045861" sldId="1228"/>
            <ac:spMk id="4" creationId="{00000000-0000-0000-0000-000000000000}"/>
          </ac:spMkLst>
        </pc:spChg>
      </pc:sldChg>
      <pc:sldChg chg="modSp">
        <pc:chgData name="Kattampallil, Neil Alexander (nak3t)" userId="S::nak3t@virginia.edu::01c23410-8e1b-4762-aec1-566d946128f5" providerId="AD" clId="Web-{F477DF55-DA16-46E0-8129-A100030D5647}" dt="2022-06-27T13:23:31.605" v="206" actId="20577"/>
        <pc:sldMkLst>
          <pc:docMk/>
          <pc:sldMk cId="3413707014" sldId="4473"/>
        </pc:sldMkLst>
        <pc:spChg chg="mod">
          <ac:chgData name="Kattampallil, Neil Alexander (nak3t)" userId="S::nak3t@virginia.edu::01c23410-8e1b-4762-aec1-566d946128f5" providerId="AD" clId="Web-{F477DF55-DA16-46E0-8129-A100030D5647}" dt="2022-06-27T13:23:31.605" v="206" actId="20577"/>
          <ac:spMkLst>
            <pc:docMk/>
            <pc:sldMk cId="3413707014" sldId="4473"/>
            <ac:spMk id="4" creationId="{D17CB445-45D0-D474-A3D1-7B34B22C871A}"/>
          </ac:spMkLst>
        </pc:spChg>
      </pc:sldChg>
    </pc:docChg>
  </pc:docChgLst>
  <pc:docChgLst>
    <pc:chgData name="Wang, Alan (ahw9f)" userId="S::ahw9f@virginia.edu::4e89eb0f-2a2f-437e-8bbf-c08a3bb1e14c" providerId="AD" clId="Web-{6B990953-C15E-4406-BBAF-D4FD4FB504E6}"/>
    <pc:docChg chg="modSld">
      <pc:chgData name="Wang, Alan (ahw9f)" userId="S::ahw9f@virginia.edu::4e89eb0f-2a2f-437e-8bbf-c08a3bb1e14c" providerId="AD" clId="Web-{6B990953-C15E-4406-BBAF-D4FD4FB504E6}" dt="2022-06-27T13:57:05.972" v="1"/>
      <pc:docMkLst>
        <pc:docMk/>
      </pc:docMkLst>
      <pc:sldChg chg="addSp delSp">
        <pc:chgData name="Wang, Alan (ahw9f)" userId="S::ahw9f@virginia.edu::4e89eb0f-2a2f-437e-8bbf-c08a3bb1e14c" providerId="AD" clId="Web-{6B990953-C15E-4406-BBAF-D4FD4FB504E6}" dt="2022-06-27T13:57:05.972" v="1"/>
        <pc:sldMkLst>
          <pc:docMk/>
          <pc:sldMk cId="1394194057" sldId="1290"/>
        </pc:sldMkLst>
        <pc:picChg chg="add del">
          <ac:chgData name="Wang, Alan (ahw9f)" userId="S::ahw9f@virginia.edu::4e89eb0f-2a2f-437e-8bbf-c08a3bb1e14c" providerId="AD" clId="Web-{6B990953-C15E-4406-BBAF-D4FD4FB504E6}" dt="2022-06-27T13:57:05.972" v="1"/>
          <ac:picMkLst>
            <pc:docMk/>
            <pc:sldMk cId="1394194057" sldId="1290"/>
            <ac:picMk id="5" creationId="{12390D13-5024-5B6B-AEFB-26E992C13843}"/>
          </ac:picMkLst>
        </pc:picChg>
      </pc:sldChg>
    </pc:docChg>
  </pc:docChgLst>
  <pc:docChgLst>
    <pc:chgData name="Steve Zhou" userId="7853b720-87d2-447e-8671-07dd752ff384" providerId="ADAL" clId="{A9C9FAB8-E4D8-4554-99F2-CF225C006DDC}"/>
    <pc:docChg chg="undo custSel delSld modSld sldOrd">
      <pc:chgData name="Steve Zhou" userId="7853b720-87d2-447e-8671-07dd752ff384" providerId="ADAL" clId="{A9C9FAB8-E4D8-4554-99F2-CF225C006DDC}" dt="2022-06-27T09:53:24.162" v="2747" actId="20577"/>
      <pc:docMkLst>
        <pc:docMk/>
      </pc:docMkLst>
      <pc:sldChg chg="addSp modSp mod">
        <pc:chgData name="Steve Zhou" userId="7853b720-87d2-447e-8671-07dd752ff384" providerId="ADAL" clId="{A9C9FAB8-E4D8-4554-99F2-CF225C006DDC}" dt="2022-06-27T09:39:20.729" v="2087" actId="1076"/>
        <pc:sldMkLst>
          <pc:docMk/>
          <pc:sldMk cId="1394194057" sldId="1290"/>
        </pc:sldMkLst>
        <pc:spChg chg="add mod">
          <ac:chgData name="Steve Zhou" userId="7853b720-87d2-447e-8671-07dd752ff384" providerId="ADAL" clId="{A9C9FAB8-E4D8-4554-99F2-CF225C006DDC}" dt="2022-06-27T09:39:20.729" v="2087" actId="1076"/>
          <ac:spMkLst>
            <pc:docMk/>
            <pc:sldMk cId="1394194057" sldId="1290"/>
            <ac:spMk id="6" creationId="{5D283BAE-3BD3-67FA-B8CA-B888DD5763D7}"/>
          </ac:spMkLst>
        </pc:spChg>
        <pc:picChg chg="add mod">
          <ac:chgData name="Steve Zhou" userId="7853b720-87d2-447e-8671-07dd752ff384" providerId="ADAL" clId="{A9C9FAB8-E4D8-4554-99F2-CF225C006DDC}" dt="2022-06-27T08:02:12.267" v="1510"/>
          <ac:picMkLst>
            <pc:docMk/>
            <pc:sldMk cId="1394194057" sldId="1290"/>
            <ac:picMk id="5" creationId="{12390D13-5024-5B6B-AEFB-26E992C13843}"/>
          </ac:picMkLst>
        </pc:picChg>
      </pc:sldChg>
      <pc:sldChg chg="modSp mod">
        <pc:chgData name="Steve Zhou" userId="7853b720-87d2-447e-8671-07dd752ff384" providerId="ADAL" clId="{A9C9FAB8-E4D8-4554-99F2-CF225C006DDC}" dt="2022-06-27T00:03:02.932" v="3" actId="20577"/>
        <pc:sldMkLst>
          <pc:docMk/>
          <pc:sldMk cId="3413707014" sldId="4473"/>
        </pc:sldMkLst>
        <pc:spChg chg="mod">
          <ac:chgData name="Steve Zhou" userId="7853b720-87d2-447e-8671-07dd752ff384" providerId="ADAL" clId="{A9C9FAB8-E4D8-4554-99F2-CF225C006DDC}" dt="2022-06-27T00:03:02.932" v="3" actId="20577"/>
          <ac:spMkLst>
            <pc:docMk/>
            <pc:sldMk cId="3413707014" sldId="4473"/>
            <ac:spMk id="5" creationId="{4C9BF0B2-B67E-89BC-BE7A-C2D39FA840A6}"/>
          </ac:spMkLst>
        </pc:spChg>
      </pc:sldChg>
      <pc:sldChg chg="addSp delSp modSp mod modNotesTx">
        <pc:chgData name="Steve Zhou" userId="7853b720-87d2-447e-8671-07dd752ff384" providerId="ADAL" clId="{A9C9FAB8-E4D8-4554-99F2-CF225C006DDC}" dt="2022-06-27T07:03:12.060" v="231" actId="20577"/>
        <pc:sldMkLst>
          <pc:docMk/>
          <pc:sldMk cId="4103992584" sldId="4475"/>
        </pc:sldMkLst>
        <pc:spChg chg="mod">
          <ac:chgData name="Steve Zhou" userId="7853b720-87d2-447e-8671-07dd752ff384" providerId="ADAL" clId="{A9C9FAB8-E4D8-4554-99F2-CF225C006DDC}" dt="2022-06-27T07:00:46.607" v="15" actId="1076"/>
          <ac:spMkLst>
            <pc:docMk/>
            <pc:sldMk cId="4103992584" sldId="4475"/>
            <ac:spMk id="5" creationId="{FE2DB7F5-4541-D44D-B361-D2A1BF652AFF}"/>
          </ac:spMkLst>
        </pc:spChg>
        <pc:picChg chg="add del mod">
          <ac:chgData name="Steve Zhou" userId="7853b720-87d2-447e-8671-07dd752ff384" providerId="ADAL" clId="{A9C9FAB8-E4D8-4554-99F2-CF225C006DDC}" dt="2022-06-27T06:58:48.670" v="12" actId="478"/>
          <ac:picMkLst>
            <pc:docMk/>
            <pc:sldMk cId="4103992584" sldId="4475"/>
            <ac:picMk id="3" creationId="{A8230AEB-7449-994E-3AC4-64BA2252771B}"/>
          </ac:picMkLst>
        </pc:picChg>
        <pc:picChg chg="add mod">
          <ac:chgData name="Steve Zhou" userId="7853b720-87d2-447e-8671-07dd752ff384" providerId="ADAL" clId="{A9C9FAB8-E4D8-4554-99F2-CF225C006DDC}" dt="2022-06-27T07:00:49.760" v="16" actId="1076"/>
          <ac:picMkLst>
            <pc:docMk/>
            <pc:sldMk cId="4103992584" sldId="4475"/>
            <ac:picMk id="6" creationId="{A91E9C6C-C2D9-3101-096B-A7296B143E0B}"/>
          </ac:picMkLst>
        </pc:picChg>
      </pc:sldChg>
      <pc:sldChg chg="addSp modSp mod ord">
        <pc:chgData name="Steve Zhou" userId="7853b720-87d2-447e-8671-07dd752ff384" providerId="ADAL" clId="{A9C9FAB8-E4D8-4554-99F2-CF225C006DDC}" dt="2022-06-27T09:53:24.162" v="2747" actId="20577"/>
        <pc:sldMkLst>
          <pc:docMk/>
          <pc:sldMk cId="405128075" sldId="4477"/>
        </pc:sldMkLst>
        <pc:spChg chg="mod">
          <ac:chgData name="Steve Zhou" userId="7853b720-87d2-447e-8671-07dd752ff384" providerId="ADAL" clId="{A9C9FAB8-E4D8-4554-99F2-CF225C006DDC}" dt="2022-06-27T07:53:10.185" v="795" actId="1076"/>
          <ac:spMkLst>
            <pc:docMk/>
            <pc:sldMk cId="405128075" sldId="4477"/>
            <ac:spMk id="5" creationId="{FE2DB7F5-4541-D44D-B361-D2A1BF652AFF}"/>
          </ac:spMkLst>
        </pc:spChg>
        <pc:spChg chg="add mod">
          <ac:chgData name="Steve Zhou" userId="7853b720-87d2-447e-8671-07dd752ff384" providerId="ADAL" clId="{A9C9FAB8-E4D8-4554-99F2-CF225C006DDC}" dt="2022-06-27T09:53:24.162" v="2747" actId="20577"/>
          <ac:spMkLst>
            <pc:docMk/>
            <pc:sldMk cId="405128075" sldId="4477"/>
            <ac:spMk id="6" creationId="{67C93A9C-145E-EF97-5936-E730A397AEE8}"/>
          </ac:spMkLst>
        </pc:spChg>
        <pc:picChg chg="add mod">
          <ac:chgData name="Steve Zhou" userId="7853b720-87d2-447e-8671-07dd752ff384" providerId="ADAL" clId="{A9C9FAB8-E4D8-4554-99F2-CF225C006DDC}" dt="2022-06-27T09:49:38.555" v="2423" actId="1076"/>
          <ac:picMkLst>
            <pc:docMk/>
            <pc:sldMk cId="405128075" sldId="4477"/>
            <ac:picMk id="3" creationId="{D7B92164-2ABC-9C17-6A1B-CC201667ACAF}"/>
          </ac:picMkLst>
        </pc:picChg>
      </pc:sldChg>
      <pc:sldChg chg="addSp modSp mod modNotesTx">
        <pc:chgData name="Steve Zhou" userId="7853b720-87d2-447e-8671-07dd752ff384" providerId="ADAL" clId="{A9C9FAB8-E4D8-4554-99F2-CF225C006DDC}" dt="2022-06-27T09:41:56.132" v="2136" actId="14100"/>
        <pc:sldMkLst>
          <pc:docMk/>
          <pc:sldMk cId="1207787457" sldId="4478"/>
        </pc:sldMkLst>
        <pc:spChg chg="add mod">
          <ac:chgData name="Steve Zhou" userId="7853b720-87d2-447e-8671-07dd752ff384" providerId="ADAL" clId="{A9C9FAB8-E4D8-4554-99F2-CF225C006DDC}" dt="2022-06-27T09:41:56.132" v="2136" actId="14100"/>
          <ac:spMkLst>
            <pc:docMk/>
            <pc:sldMk cId="1207787457" sldId="4478"/>
            <ac:spMk id="7" creationId="{5173C8AC-EAEA-FC7D-F5B6-4DD739318405}"/>
          </ac:spMkLst>
        </pc:spChg>
        <pc:graphicFrameChg chg="add mod">
          <ac:chgData name="Steve Zhou" userId="7853b720-87d2-447e-8671-07dd752ff384" providerId="ADAL" clId="{A9C9FAB8-E4D8-4554-99F2-CF225C006DDC}" dt="2022-06-27T07:54:27.953" v="799" actId="1076"/>
          <ac:graphicFrameMkLst>
            <pc:docMk/>
            <pc:sldMk cId="1207787457" sldId="4478"/>
            <ac:graphicFrameMk id="6" creationId="{E34E0E2F-B510-19D6-5034-370CD6AEB403}"/>
          </ac:graphicFrameMkLst>
        </pc:graphicFrameChg>
      </pc:sldChg>
      <pc:sldChg chg="modSp mod">
        <pc:chgData name="Steve Zhou" userId="7853b720-87d2-447e-8671-07dd752ff384" providerId="ADAL" clId="{A9C9FAB8-E4D8-4554-99F2-CF225C006DDC}" dt="2022-06-27T07:49:31.076" v="554" actId="1076"/>
        <pc:sldMkLst>
          <pc:docMk/>
          <pc:sldMk cId="1796937350" sldId="4480"/>
        </pc:sldMkLst>
        <pc:picChg chg="mod">
          <ac:chgData name="Steve Zhou" userId="7853b720-87d2-447e-8671-07dd752ff384" providerId="ADAL" clId="{A9C9FAB8-E4D8-4554-99F2-CF225C006DDC}" dt="2022-06-27T07:49:31.076" v="554" actId="1076"/>
          <ac:picMkLst>
            <pc:docMk/>
            <pc:sldMk cId="1796937350" sldId="4480"/>
            <ac:picMk id="3" creationId="{56EAD9EE-9A9A-8BB4-DDDF-27BE32F67A55}"/>
          </ac:picMkLst>
        </pc:picChg>
      </pc:sldChg>
      <pc:sldChg chg="modSp mod">
        <pc:chgData name="Steve Zhou" userId="7853b720-87d2-447e-8671-07dd752ff384" providerId="ADAL" clId="{A9C9FAB8-E4D8-4554-99F2-CF225C006DDC}" dt="2022-06-27T07:52:57.374" v="793" actId="20577"/>
        <pc:sldMkLst>
          <pc:docMk/>
          <pc:sldMk cId="44825534" sldId="4482"/>
        </pc:sldMkLst>
        <pc:spChg chg="mod">
          <ac:chgData name="Steve Zhou" userId="7853b720-87d2-447e-8671-07dd752ff384" providerId="ADAL" clId="{A9C9FAB8-E4D8-4554-99F2-CF225C006DDC}" dt="2022-06-27T07:47:21.627" v="550" actId="1076"/>
          <ac:spMkLst>
            <pc:docMk/>
            <pc:sldMk cId="44825534" sldId="4482"/>
            <ac:spMk id="2" creationId="{8072405D-7F31-E866-90D0-989C436E3F47}"/>
          </ac:spMkLst>
        </pc:spChg>
        <pc:spChg chg="mod">
          <ac:chgData name="Steve Zhou" userId="7853b720-87d2-447e-8671-07dd752ff384" providerId="ADAL" clId="{A9C9FAB8-E4D8-4554-99F2-CF225C006DDC}" dt="2022-06-27T07:52:57.374" v="793" actId="20577"/>
          <ac:spMkLst>
            <pc:docMk/>
            <pc:sldMk cId="44825534" sldId="4482"/>
            <ac:spMk id="4" creationId="{00000000-0000-0000-0000-000000000000}"/>
          </ac:spMkLst>
        </pc:spChg>
      </pc:sldChg>
      <pc:sldChg chg="addSp delSp del mod">
        <pc:chgData name="Steve Zhou" userId="7853b720-87d2-447e-8671-07dd752ff384" providerId="ADAL" clId="{A9C9FAB8-E4D8-4554-99F2-CF225C006DDC}" dt="2022-06-27T08:02:18.523" v="1512" actId="47"/>
        <pc:sldMkLst>
          <pc:docMk/>
          <pc:sldMk cId="135970974" sldId="4484"/>
        </pc:sldMkLst>
        <pc:picChg chg="add del">
          <ac:chgData name="Steve Zhou" userId="7853b720-87d2-447e-8671-07dd752ff384" providerId="ADAL" clId="{A9C9FAB8-E4D8-4554-99F2-CF225C006DDC}" dt="2022-06-27T08:02:11.392" v="1509" actId="21"/>
          <ac:picMkLst>
            <pc:docMk/>
            <pc:sldMk cId="135970974" sldId="4484"/>
            <ac:picMk id="5" creationId="{3BFE1791-3C16-CE13-7C12-4B6204D7778A}"/>
          </ac:picMkLst>
        </pc:picChg>
      </pc:sldChg>
    </pc:docChg>
  </pc:docChgLst>
  <pc:docChgLst>
    <pc:chgData name="Wang, Alan (ahw9f)" userId="S::ahw9f@virginia.edu::4e89eb0f-2a2f-437e-8bbf-c08a3bb1e14c" providerId="AD" clId="Web-{5D6BF709-5E8E-42CD-8539-50CF86E8D660}"/>
    <pc:docChg chg="addSld delSld modSld sldOrd">
      <pc:chgData name="Wang, Alan (ahw9f)" userId="S::ahw9f@virginia.edu::4e89eb0f-2a2f-437e-8bbf-c08a3bb1e14c" providerId="AD" clId="Web-{5D6BF709-5E8E-42CD-8539-50CF86E8D660}" dt="2022-06-26T20:14:38.189" v="574" actId="20577"/>
      <pc:docMkLst>
        <pc:docMk/>
      </pc:docMkLst>
      <pc:sldChg chg="delSp del">
        <pc:chgData name="Wang, Alan (ahw9f)" userId="S::ahw9f@virginia.edu::4e89eb0f-2a2f-437e-8bbf-c08a3bb1e14c" providerId="AD" clId="Web-{5D6BF709-5E8E-42CD-8539-50CF86E8D660}" dt="2022-06-26T18:33:01.644" v="477"/>
        <pc:sldMkLst>
          <pc:docMk/>
          <pc:sldMk cId="721832309" sldId="1162"/>
        </pc:sldMkLst>
        <pc:spChg chg="del">
          <ac:chgData name="Wang, Alan (ahw9f)" userId="S::ahw9f@virginia.edu::4e89eb0f-2a2f-437e-8bbf-c08a3bb1e14c" providerId="AD" clId="Web-{5D6BF709-5E8E-42CD-8539-50CF86E8D660}" dt="2022-06-26T18:09:06.063" v="26"/>
          <ac:spMkLst>
            <pc:docMk/>
            <pc:sldMk cId="721832309" sldId="1162"/>
            <ac:spMk id="9" creationId="{FB72DF7A-9579-E74A-95F4-DDDECFD61977}"/>
          </ac:spMkLst>
        </pc:spChg>
        <pc:spChg chg="del">
          <ac:chgData name="Wang, Alan (ahw9f)" userId="S::ahw9f@virginia.edu::4e89eb0f-2a2f-437e-8bbf-c08a3bb1e14c" providerId="AD" clId="Web-{5D6BF709-5E8E-42CD-8539-50CF86E8D660}" dt="2022-06-26T18:09:06.891" v="27"/>
          <ac:spMkLst>
            <pc:docMk/>
            <pc:sldMk cId="721832309" sldId="1162"/>
            <ac:spMk id="10" creationId="{148CB414-49FC-EF43-B5AE-70416DD13FC6}"/>
          </ac:spMkLst>
        </pc:spChg>
        <pc:spChg chg="del">
          <ac:chgData name="Wang, Alan (ahw9f)" userId="S::ahw9f@virginia.edu::4e89eb0f-2a2f-437e-8bbf-c08a3bb1e14c" providerId="AD" clId="Web-{5D6BF709-5E8E-42CD-8539-50CF86E8D660}" dt="2022-06-26T18:09:04.453" v="25"/>
          <ac:spMkLst>
            <pc:docMk/>
            <pc:sldMk cId="721832309" sldId="1162"/>
            <ac:spMk id="11" creationId="{36EB47F8-3EEF-0D4A-8F64-96EC58A08FC7}"/>
          </ac:spMkLst>
        </pc:spChg>
        <pc:spChg chg="del">
          <ac:chgData name="Wang, Alan (ahw9f)" userId="S::ahw9f@virginia.edu::4e89eb0f-2a2f-437e-8bbf-c08a3bb1e14c" providerId="AD" clId="Web-{5D6BF709-5E8E-42CD-8539-50CF86E8D660}" dt="2022-06-26T18:09:08.047" v="28"/>
          <ac:spMkLst>
            <pc:docMk/>
            <pc:sldMk cId="721832309" sldId="1162"/>
            <ac:spMk id="18" creationId="{5441B5BD-3AA1-334F-8DE4-581134A714FD}"/>
          </ac:spMkLst>
        </pc:spChg>
        <pc:picChg chg="del">
          <ac:chgData name="Wang, Alan (ahw9f)" userId="S::ahw9f@virginia.edu::4e89eb0f-2a2f-437e-8bbf-c08a3bb1e14c" providerId="AD" clId="Web-{5D6BF709-5E8E-42CD-8539-50CF86E8D660}" dt="2022-06-26T18:09:01.922" v="21"/>
          <ac:picMkLst>
            <pc:docMk/>
            <pc:sldMk cId="721832309" sldId="1162"/>
            <ac:picMk id="3" creationId="{E956AAAC-07AD-714E-9881-07F56A43AB6B}"/>
          </ac:picMkLst>
        </pc:picChg>
        <pc:picChg chg="del">
          <ac:chgData name="Wang, Alan (ahw9f)" userId="S::ahw9f@virginia.edu::4e89eb0f-2a2f-437e-8bbf-c08a3bb1e14c" providerId="AD" clId="Web-{5D6BF709-5E8E-42CD-8539-50CF86E8D660}" dt="2022-06-26T18:09:03.844" v="24"/>
          <ac:picMkLst>
            <pc:docMk/>
            <pc:sldMk cId="721832309" sldId="1162"/>
            <ac:picMk id="13" creationId="{85760259-6B5E-DF4E-A0A7-BB2A2CB4B802}"/>
          </ac:picMkLst>
        </pc:picChg>
        <pc:picChg chg="del">
          <ac:chgData name="Wang, Alan (ahw9f)" userId="S::ahw9f@virginia.edu::4e89eb0f-2a2f-437e-8bbf-c08a3bb1e14c" providerId="AD" clId="Web-{5D6BF709-5E8E-42CD-8539-50CF86E8D660}" dt="2022-06-26T18:09:03.312" v="23"/>
          <ac:picMkLst>
            <pc:docMk/>
            <pc:sldMk cId="721832309" sldId="1162"/>
            <ac:picMk id="15" creationId="{D90776D3-1780-1E42-9C60-D1BA99BCEDE5}"/>
          </ac:picMkLst>
        </pc:picChg>
        <pc:picChg chg="del">
          <ac:chgData name="Wang, Alan (ahw9f)" userId="S::ahw9f@virginia.edu::4e89eb0f-2a2f-437e-8bbf-c08a3bb1e14c" providerId="AD" clId="Web-{5D6BF709-5E8E-42CD-8539-50CF86E8D660}" dt="2022-06-26T18:09:02.500" v="22"/>
          <ac:picMkLst>
            <pc:docMk/>
            <pc:sldMk cId="721832309" sldId="1162"/>
            <ac:picMk id="24" creationId="{0093D931-E938-6F44-8DA5-4003B42E7FBB}"/>
          </ac:picMkLst>
        </pc:picChg>
      </pc:sldChg>
      <pc:sldChg chg="addSp delSp modSp mod modClrScheme chgLayout modNotes">
        <pc:chgData name="Wang, Alan (ahw9f)" userId="S::ahw9f@virginia.edu::4e89eb0f-2a2f-437e-8bbf-c08a3bb1e14c" providerId="AD" clId="Web-{5D6BF709-5E8E-42CD-8539-50CF86E8D660}" dt="2022-06-26T18:30:44.811" v="425" actId="20577"/>
        <pc:sldMkLst>
          <pc:docMk/>
          <pc:sldMk cId="4146045861" sldId="1228"/>
        </pc:sldMkLst>
        <pc:spChg chg="add mod ord">
          <ac:chgData name="Wang, Alan (ahw9f)" userId="S::ahw9f@virginia.edu::4e89eb0f-2a2f-437e-8bbf-c08a3bb1e14c" providerId="AD" clId="Web-{5D6BF709-5E8E-42CD-8539-50CF86E8D660}" dt="2022-06-26T18:12:23.413" v="152" actId="20577"/>
          <ac:spMkLst>
            <pc:docMk/>
            <pc:sldMk cId="4146045861" sldId="1228"/>
            <ac:spMk id="2" creationId="{8072405D-7F31-E866-90D0-989C436E3F47}"/>
          </ac:spMkLst>
        </pc:spChg>
        <pc:spChg chg="mod ord">
          <ac:chgData name="Wang, Alan (ahw9f)" userId="S::ahw9f@virginia.edu::4e89eb0f-2a2f-437e-8bbf-c08a3bb1e14c" providerId="AD" clId="Web-{5D6BF709-5E8E-42CD-8539-50CF86E8D660}" dt="2022-06-26T18:30:44.811" v="425" actId="20577"/>
          <ac:spMkLst>
            <pc:docMk/>
            <pc:sldMk cId="4146045861" sldId="1228"/>
            <ac:spMk id="4" creationId="{00000000-0000-0000-0000-000000000000}"/>
          </ac:spMkLst>
        </pc:spChg>
        <pc:spChg chg="del mod">
          <ac:chgData name="Wang, Alan (ahw9f)" userId="S::ahw9f@virginia.edu::4e89eb0f-2a2f-437e-8bbf-c08a3bb1e14c" providerId="AD" clId="Web-{5D6BF709-5E8E-42CD-8539-50CF86E8D660}" dt="2022-06-26T17:51:09.123" v="4"/>
          <ac:spMkLst>
            <pc:docMk/>
            <pc:sldMk cId="4146045861" sldId="1228"/>
            <ac:spMk id="7" creationId="{B0CE9EBC-7E33-4366-8D99-63F6B9817E28}"/>
          </ac:spMkLst>
        </pc:spChg>
        <pc:spChg chg="del">
          <ac:chgData name="Wang, Alan (ahw9f)" userId="S::ahw9f@virginia.edu::4e89eb0f-2a2f-437e-8bbf-c08a3bb1e14c" providerId="AD" clId="Web-{5D6BF709-5E8E-42CD-8539-50CF86E8D660}" dt="2022-06-26T17:51:10.857" v="5"/>
          <ac:spMkLst>
            <pc:docMk/>
            <pc:sldMk cId="4146045861" sldId="1228"/>
            <ac:spMk id="14" creationId="{5887457E-A84A-C041-9D90-448E32AA69AB}"/>
          </ac:spMkLst>
        </pc:spChg>
        <pc:spChg chg="del">
          <ac:chgData name="Wang, Alan (ahw9f)" userId="S::ahw9f@virginia.edu::4e89eb0f-2a2f-437e-8bbf-c08a3bb1e14c" providerId="AD" clId="Web-{5D6BF709-5E8E-42CD-8539-50CF86E8D660}" dt="2022-06-26T17:51:13.232" v="6"/>
          <ac:spMkLst>
            <pc:docMk/>
            <pc:sldMk cId="4146045861" sldId="1228"/>
            <ac:spMk id="15" creationId="{441A0858-74E2-794D-B0FB-36CD4C00543D}"/>
          </ac:spMkLst>
        </pc:spChg>
        <pc:spChg chg="del">
          <ac:chgData name="Wang, Alan (ahw9f)" userId="S::ahw9f@virginia.edu::4e89eb0f-2a2f-437e-8bbf-c08a3bb1e14c" providerId="AD" clId="Web-{5D6BF709-5E8E-42CD-8539-50CF86E8D660}" dt="2022-06-26T17:51:16.467" v="7"/>
          <ac:spMkLst>
            <pc:docMk/>
            <pc:sldMk cId="4146045861" sldId="1228"/>
            <ac:spMk id="24" creationId="{3FBD2020-E59F-AE4B-8E94-12F2D8A508D6}"/>
          </ac:spMkLst>
        </pc:spChg>
        <pc:spChg chg="del">
          <ac:chgData name="Wang, Alan (ahw9f)" userId="S::ahw9f@virginia.edu::4e89eb0f-2a2f-437e-8bbf-c08a3bb1e14c" providerId="AD" clId="Web-{5D6BF709-5E8E-42CD-8539-50CF86E8D660}" dt="2022-06-26T18:26:45.178" v="393"/>
          <ac:spMkLst>
            <pc:docMk/>
            <pc:sldMk cId="4146045861" sldId="1228"/>
            <ac:spMk id="31" creationId="{B79DB4BD-50F1-DA49-B206-27F568A141F5}"/>
          </ac:spMkLst>
        </pc:spChg>
        <pc:picChg chg="del">
          <ac:chgData name="Wang, Alan (ahw9f)" userId="S::ahw9f@virginia.edu::4e89eb0f-2a2f-437e-8bbf-c08a3bb1e14c" providerId="AD" clId="Web-{5D6BF709-5E8E-42CD-8539-50CF86E8D660}" dt="2022-06-26T17:51:05.576" v="0"/>
          <ac:picMkLst>
            <pc:docMk/>
            <pc:sldMk cId="4146045861" sldId="1228"/>
            <ac:picMk id="23" creationId="{A7901501-10A1-724F-AB94-946CF54EB1FA}"/>
          </ac:picMkLst>
        </pc:picChg>
        <pc:picChg chg="del">
          <ac:chgData name="Wang, Alan (ahw9f)" userId="S::ahw9f@virginia.edu::4e89eb0f-2a2f-437e-8bbf-c08a3bb1e14c" providerId="AD" clId="Web-{5D6BF709-5E8E-42CD-8539-50CF86E8D660}" dt="2022-06-26T17:51:06.560" v="2"/>
          <ac:picMkLst>
            <pc:docMk/>
            <pc:sldMk cId="4146045861" sldId="1228"/>
            <ac:picMk id="26" creationId="{606622D3-4953-BD44-AA2D-DA9100A277BE}"/>
          </ac:picMkLst>
        </pc:picChg>
        <pc:picChg chg="del">
          <ac:chgData name="Wang, Alan (ahw9f)" userId="S::ahw9f@virginia.edu::4e89eb0f-2a2f-437e-8bbf-c08a3bb1e14c" providerId="AD" clId="Web-{5D6BF709-5E8E-42CD-8539-50CF86E8D660}" dt="2022-06-26T17:51:06.123" v="1"/>
          <ac:picMkLst>
            <pc:docMk/>
            <pc:sldMk cId="4146045861" sldId="1228"/>
            <ac:picMk id="28" creationId="{CDEE3BCC-3CB7-5F41-BAD2-A7760B79CB41}"/>
          </ac:picMkLst>
        </pc:picChg>
        <pc:picChg chg="del">
          <ac:chgData name="Wang, Alan (ahw9f)" userId="S::ahw9f@virginia.edu::4e89eb0f-2a2f-437e-8bbf-c08a3bb1e14c" providerId="AD" clId="Web-{5D6BF709-5E8E-42CD-8539-50CF86E8D660}" dt="2022-06-26T18:26:43.881" v="392"/>
          <ac:picMkLst>
            <pc:docMk/>
            <pc:sldMk cId="4146045861" sldId="1228"/>
            <ac:picMk id="30" creationId="{1EC0EF95-D0D0-B248-B108-5ED605514F11}"/>
          </ac:picMkLst>
        </pc:picChg>
      </pc:sldChg>
      <pc:sldChg chg="delSp delAnim">
        <pc:chgData name="Wang, Alan (ahw9f)" userId="S::ahw9f@virginia.edu::4e89eb0f-2a2f-437e-8bbf-c08a3bb1e14c" providerId="AD" clId="Web-{5D6BF709-5E8E-42CD-8539-50CF86E8D660}" dt="2022-06-26T18:08:52.406" v="10"/>
        <pc:sldMkLst>
          <pc:docMk/>
          <pc:sldMk cId="1761906293" sldId="1271"/>
        </pc:sldMkLst>
        <pc:spChg chg="del">
          <ac:chgData name="Wang, Alan (ahw9f)" userId="S::ahw9f@virginia.edu::4e89eb0f-2a2f-437e-8bbf-c08a3bb1e14c" providerId="AD" clId="Web-{5D6BF709-5E8E-42CD-8539-50CF86E8D660}" dt="2022-06-26T18:08:50.609" v="8"/>
          <ac:spMkLst>
            <pc:docMk/>
            <pc:sldMk cId="1761906293" sldId="1271"/>
            <ac:spMk id="2" creationId="{7DB95FB6-DCBA-4E4A-BA61-D886CBAC3D8A}"/>
          </ac:spMkLst>
        </pc:spChg>
        <pc:spChg chg="del">
          <ac:chgData name="Wang, Alan (ahw9f)" userId="S::ahw9f@virginia.edu::4e89eb0f-2a2f-437e-8bbf-c08a3bb1e14c" providerId="AD" clId="Web-{5D6BF709-5E8E-42CD-8539-50CF86E8D660}" dt="2022-06-26T18:08:51.468" v="9"/>
          <ac:spMkLst>
            <pc:docMk/>
            <pc:sldMk cId="1761906293" sldId="1271"/>
            <ac:spMk id="4" creationId="{86F5D42A-847F-B442-B08F-7F38AE347FB8}"/>
          </ac:spMkLst>
        </pc:spChg>
        <pc:spChg chg="del">
          <ac:chgData name="Wang, Alan (ahw9f)" userId="S::ahw9f@virginia.edu::4e89eb0f-2a2f-437e-8bbf-c08a3bb1e14c" providerId="AD" clId="Web-{5D6BF709-5E8E-42CD-8539-50CF86E8D660}" dt="2022-06-26T18:08:52.406" v="10"/>
          <ac:spMkLst>
            <pc:docMk/>
            <pc:sldMk cId="1761906293" sldId="1271"/>
            <ac:spMk id="5" creationId="{0C965D47-546C-BD4F-BE2F-3943711FD03C}"/>
          </ac:spMkLst>
        </pc:spChg>
      </pc:sldChg>
      <pc:sldChg chg="delSp">
        <pc:chgData name="Wang, Alan (ahw9f)" userId="S::ahw9f@virginia.edu::4e89eb0f-2a2f-437e-8bbf-c08a3bb1e14c" providerId="AD" clId="Web-{5D6BF709-5E8E-42CD-8539-50CF86E8D660}" dt="2022-06-26T18:09:53.955" v="86"/>
        <pc:sldMkLst>
          <pc:docMk/>
          <pc:sldMk cId="4162579267" sldId="1278"/>
        </pc:sldMkLst>
        <pc:spChg chg="del">
          <ac:chgData name="Wang, Alan (ahw9f)" userId="S::ahw9f@virginia.edu::4e89eb0f-2a2f-437e-8bbf-c08a3bb1e14c" providerId="AD" clId="Web-{5D6BF709-5E8E-42CD-8539-50CF86E8D660}" dt="2022-06-26T18:09:53.955" v="86"/>
          <ac:spMkLst>
            <pc:docMk/>
            <pc:sldMk cId="4162579267" sldId="1278"/>
            <ac:spMk id="6" creationId="{ACAB6FBF-57FE-284B-8D09-A000EEDA99F8}"/>
          </ac:spMkLst>
        </pc:spChg>
      </pc:sldChg>
      <pc:sldChg chg="delSp modSp">
        <pc:chgData name="Wang, Alan (ahw9f)" userId="S::ahw9f@virginia.edu::4e89eb0f-2a2f-437e-8bbf-c08a3bb1e14c" providerId="AD" clId="Web-{5D6BF709-5E8E-42CD-8539-50CF86E8D660}" dt="2022-06-26T18:10:05.658" v="93"/>
        <pc:sldMkLst>
          <pc:docMk/>
          <pc:sldMk cId="1394194057" sldId="1290"/>
        </pc:sldMkLst>
        <pc:spChg chg="del">
          <ac:chgData name="Wang, Alan (ahw9f)" userId="S::ahw9f@virginia.edu::4e89eb0f-2a2f-437e-8bbf-c08a3bb1e14c" providerId="AD" clId="Web-{5D6BF709-5E8E-42CD-8539-50CF86E8D660}" dt="2022-06-26T18:10:03.033" v="91"/>
          <ac:spMkLst>
            <pc:docMk/>
            <pc:sldMk cId="1394194057" sldId="1290"/>
            <ac:spMk id="2" creationId="{FF42E64F-239C-ABAC-8F48-E32F1252482D}"/>
          </ac:spMkLst>
        </pc:spChg>
        <pc:spChg chg="del mod topLvl">
          <ac:chgData name="Wang, Alan (ahw9f)" userId="S::ahw9f@virginia.edu::4e89eb0f-2a2f-437e-8bbf-c08a3bb1e14c" providerId="AD" clId="Web-{5D6BF709-5E8E-42CD-8539-50CF86E8D660}" dt="2022-06-26T18:10:05.658" v="93"/>
          <ac:spMkLst>
            <pc:docMk/>
            <pc:sldMk cId="1394194057" sldId="1290"/>
            <ac:spMk id="8" creationId="{8888AA87-F929-774C-A000-30CA6BD4AC56}"/>
          </ac:spMkLst>
        </pc:spChg>
        <pc:spChg chg="del topLvl">
          <ac:chgData name="Wang, Alan (ahw9f)" userId="S::ahw9f@virginia.edu::4e89eb0f-2a2f-437e-8bbf-c08a3bb1e14c" providerId="AD" clId="Web-{5D6BF709-5E8E-42CD-8539-50CF86E8D660}" dt="2022-06-26T18:10:01.846" v="90"/>
          <ac:spMkLst>
            <pc:docMk/>
            <pc:sldMk cId="1394194057" sldId="1290"/>
            <ac:spMk id="12" creationId="{AF4993DC-A6EA-0549-A238-E3B81E64C77E}"/>
          </ac:spMkLst>
        </pc:spChg>
        <pc:grpChg chg="del">
          <ac:chgData name="Wang, Alan (ahw9f)" userId="S::ahw9f@virginia.edu::4e89eb0f-2a2f-437e-8bbf-c08a3bb1e14c" providerId="AD" clId="Web-{5D6BF709-5E8E-42CD-8539-50CF86E8D660}" dt="2022-06-26T18:10:01.846" v="90"/>
          <ac:grpSpMkLst>
            <pc:docMk/>
            <pc:sldMk cId="1394194057" sldId="1290"/>
            <ac:grpSpMk id="5" creationId="{7E551A95-C0DF-CC46-947D-7F35BBE48948}"/>
          </ac:grpSpMkLst>
        </pc:grpChg>
        <pc:picChg chg="del">
          <ac:chgData name="Wang, Alan (ahw9f)" userId="S::ahw9f@virginia.edu::4e89eb0f-2a2f-437e-8bbf-c08a3bb1e14c" providerId="AD" clId="Web-{5D6BF709-5E8E-42CD-8539-50CF86E8D660}" dt="2022-06-26T18:09:59.127" v="89"/>
          <ac:picMkLst>
            <pc:docMk/>
            <pc:sldMk cId="1394194057" sldId="1290"/>
            <ac:picMk id="15" creationId="{B18A1326-02EC-BF4F-9958-C60D470F03F3}"/>
          </ac:picMkLst>
        </pc:picChg>
        <pc:picChg chg="del">
          <ac:chgData name="Wang, Alan (ahw9f)" userId="S::ahw9f@virginia.edu::4e89eb0f-2a2f-437e-8bbf-c08a3bb1e14c" providerId="AD" clId="Web-{5D6BF709-5E8E-42CD-8539-50CF86E8D660}" dt="2022-06-26T18:09:58.752" v="88"/>
          <ac:picMkLst>
            <pc:docMk/>
            <pc:sldMk cId="1394194057" sldId="1290"/>
            <ac:picMk id="18" creationId="{99E301D7-8609-B84C-849B-CD440AA0559C}"/>
          </ac:picMkLst>
        </pc:picChg>
        <pc:picChg chg="del">
          <ac:chgData name="Wang, Alan (ahw9f)" userId="S::ahw9f@virginia.edu::4e89eb0f-2a2f-437e-8bbf-c08a3bb1e14c" providerId="AD" clId="Web-{5D6BF709-5E8E-42CD-8539-50CF86E8D660}" dt="2022-06-26T18:09:58.752" v="87"/>
          <ac:picMkLst>
            <pc:docMk/>
            <pc:sldMk cId="1394194057" sldId="1290"/>
            <ac:picMk id="20" creationId="{872AB74F-1142-9149-A6B3-94FF4B862870}"/>
          </ac:picMkLst>
        </pc:picChg>
      </pc:sldChg>
      <pc:sldChg chg="modSp modNotes">
        <pc:chgData name="Wang, Alan (ahw9f)" userId="S::ahw9f@virginia.edu::4e89eb0f-2a2f-437e-8bbf-c08a3bb1e14c" providerId="AD" clId="Web-{5D6BF709-5E8E-42CD-8539-50CF86E8D660}" dt="2022-06-26T20:14:38.189" v="574" actId="20577"/>
        <pc:sldMkLst>
          <pc:docMk/>
          <pc:sldMk cId="3413707014" sldId="4473"/>
        </pc:sldMkLst>
        <pc:spChg chg="mod">
          <ac:chgData name="Wang, Alan (ahw9f)" userId="S::ahw9f@virginia.edu::4e89eb0f-2a2f-437e-8bbf-c08a3bb1e14c" providerId="AD" clId="Web-{5D6BF709-5E8E-42CD-8539-50CF86E8D660}" dt="2022-06-26T20:14:38.189" v="574" actId="20577"/>
          <ac:spMkLst>
            <pc:docMk/>
            <pc:sldMk cId="3413707014" sldId="4473"/>
            <ac:spMk id="4" creationId="{D17CB445-45D0-D474-A3D1-7B34B22C871A}"/>
          </ac:spMkLst>
        </pc:spChg>
        <pc:spChg chg="mod">
          <ac:chgData name="Wang, Alan (ahw9f)" userId="S::ahw9f@virginia.edu::4e89eb0f-2a2f-437e-8bbf-c08a3bb1e14c" providerId="AD" clId="Web-{5D6BF709-5E8E-42CD-8539-50CF86E8D660}" dt="2022-06-26T20:14:29.532" v="573" actId="20577"/>
          <ac:spMkLst>
            <pc:docMk/>
            <pc:sldMk cId="3413707014" sldId="4473"/>
            <ac:spMk id="5" creationId="{4C9BF0B2-B67E-89BC-BE7A-C2D39FA840A6}"/>
          </ac:spMkLst>
        </pc:spChg>
      </pc:sldChg>
      <pc:sldChg chg="delSp">
        <pc:chgData name="Wang, Alan (ahw9f)" userId="S::ahw9f@virginia.edu::4e89eb0f-2a2f-437e-8bbf-c08a3bb1e14c" providerId="AD" clId="Web-{5D6BF709-5E8E-42CD-8539-50CF86E8D660}" dt="2022-06-26T18:09:14.969" v="40"/>
        <pc:sldMkLst>
          <pc:docMk/>
          <pc:sldMk cId="4196666819" sldId="4474"/>
        </pc:sldMkLst>
        <pc:spChg chg="del">
          <ac:chgData name="Wang, Alan (ahw9f)" userId="S::ahw9f@virginia.edu::4e89eb0f-2a2f-437e-8bbf-c08a3bb1e14c" providerId="AD" clId="Web-{5D6BF709-5E8E-42CD-8539-50CF86E8D660}" dt="2022-06-26T18:09:13.235" v="31"/>
          <ac:spMkLst>
            <pc:docMk/>
            <pc:sldMk cId="4196666819" sldId="4474"/>
            <ac:spMk id="9" creationId="{FB72DF7A-9579-E74A-95F4-DDDECFD61977}"/>
          </ac:spMkLst>
        </pc:spChg>
        <pc:spChg chg="del">
          <ac:chgData name="Wang, Alan (ahw9f)" userId="S::ahw9f@virginia.edu::4e89eb0f-2a2f-437e-8bbf-c08a3bb1e14c" providerId="AD" clId="Web-{5D6BF709-5E8E-42CD-8539-50CF86E8D660}" dt="2022-06-26T18:09:13.235" v="29"/>
          <ac:spMkLst>
            <pc:docMk/>
            <pc:sldMk cId="4196666819" sldId="4474"/>
            <ac:spMk id="10" creationId="{148CB414-49FC-EF43-B5AE-70416DD13FC6}"/>
          </ac:spMkLst>
        </pc:spChg>
        <pc:spChg chg="del">
          <ac:chgData name="Wang, Alan (ahw9f)" userId="S::ahw9f@virginia.edu::4e89eb0f-2a2f-437e-8bbf-c08a3bb1e14c" providerId="AD" clId="Web-{5D6BF709-5E8E-42CD-8539-50CF86E8D660}" dt="2022-06-26T18:09:13.235" v="35"/>
          <ac:spMkLst>
            <pc:docMk/>
            <pc:sldMk cId="4196666819" sldId="4474"/>
            <ac:spMk id="11" creationId="{36EB47F8-3EEF-0D4A-8F64-96EC58A08FC7}"/>
          </ac:spMkLst>
        </pc:spChg>
        <pc:spChg chg="del">
          <ac:chgData name="Wang, Alan (ahw9f)" userId="S::ahw9f@virginia.edu::4e89eb0f-2a2f-437e-8bbf-c08a3bb1e14c" providerId="AD" clId="Web-{5D6BF709-5E8E-42CD-8539-50CF86E8D660}" dt="2022-06-26T18:09:13.235" v="36"/>
          <ac:spMkLst>
            <pc:docMk/>
            <pc:sldMk cId="4196666819" sldId="4474"/>
            <ac:spMk id="16" creationId="{C2331111-36ED-9C47-B0DB-65D558A33002}"/>
          </ac:spMkLst>
        </pc:spChg>
        <pc:spChg chg="del">
          <ac:chgData name="Wang, Alan (ahw9f)" userId="S::ahw9f@virginia.edu::4e89eb0f-2a2f-437e-8bbf-c08a3bb1e14c" providerId="AD" clId="Web-{5D6BF709-5E8E-42CD-8539-50CF86E8D660}" dt="2022-06-26T18:09:13.235" v="34"/>
          <ac:spMkLst>
            <pc:docMk/>
            <pc:sldMk cId="4196666819" sldId="4474"/>
            <ac:spMk id="17" creationId="{4B1A70FC-F172-FB44-8E3E-847523F18083}"/>
          </ac:spMkLst>
        </pc:spChg>
        <pc:spChg chg="del">
          <ac:chgData name="Wang, Alan (ahw9f)" userId="S::ahw9f@virginia.edu::4e89eb0f-2a2f-437e-8bbf-c08a3bb1e14c" providerId="AD" clId="Web-{5D6BF709-5E8E-42CD-8539-50CF86E8D660}" dt="2022-06-26T18:09:13.235" v="33"/>
          <ac:spMkLst>
            <pc:docMk/>
            <pc:sldMk cId="4196666819" sldId="4474"/>
            <ac:spMk id="18" creationId="{5441B5BD-3AA1-334F-8DE4-581134A714FD}"/>
          </ac:spMkLst>
        </pc:spChg>
        <pc:spChg chg="del">
          <ac:chgData name="Wang, Alan (ahw9f)" userId="S::ahw9f@virginia.edu::4e89eb0f-2a2f-437e-8bbf-c08a3bb1e14c" providerId="AD" clId="Web-{5D6BF709-5E8E-42CD-8539-50CF86E8D660}" dt="2022-06-26T18:09:13.235" v="32"/>
          <ac:spMkLst>
            <pc:docMk/>
            <pc:sldMk cId="4196666819" sldId="4474"/>
            <ac:spMk id="19" creationId="{A7845F99-A1BC-AA4F-81B5-40698549A783}"/>
          </ac:spMkLst>
        </pc:spChg>
        <pc:spChg chg="del">
          <ac:chgData name="Wang, Alan (ahw9f)" userId="S::ahw9f@virginia.edu::4e89eb0f-2a2f-437e-8bbf-c08a3bb1e14c" providerId="AD" clId="Web-{5D6BF709-5E8E-42CD-8539-50CF86E8D660}" dt="2022-06-26T18:09:13.235" v="30"/>
          <ac:spMkLst>
            <pc:docMk/>
            <pc:sldMk cId="4196666819" sldId="4474"/>
            <ac:spMk id="20" creationId="{756BF2FA-AA07-F644-9E5E-2DA2D5CA8F58}"/>
          </ac:spMkLst>
        </pc:spChg>
        <pc:picChg chg="del">
          <ac:chgData name="Wang, Alan (ahw9f)" userId="S::ahw9f@virginia.edu::4e89eb0f-2a2f-437e-8bbf-c08a3bb1e14c" providerId="AD" clId="Web-{5D6BF709-5E8E-42CD-8539-50CF86E8D660}" dt="2022-06-26T18:09:14.235" v="38"/>
          <ac:picMkLst>
            <pc:docMk/>
            <pc:sldMk cId="4196666819" sldId="4474"/>
            <ac:picMk id="3" creationId="{E956AAAC-07AD-714E-9881-07F56A43AB6B}"/>
          </ac:picMkLst>
        </pc:picChg>
        <pc:picChg chg="del">
          <ac:chgData name="Wang, Alan (ahw9f)" userId="S::ahw9f@virginia.edu::4e89eb0f-2a2f-437e-8bbf-c08a3bb1e14c" providerId="AD" clId="Web-{5D6BF709-5E8E-42CD-8539-50CF86E8D660}" dt="2022-06-26T18:09:14.641" v="39"/>
          <ac:picMkLst>
            <pc:docMk/>
            <pc:sldMk cId="4196666819" sldId="4474"/>
            <ac:picMk id="13" creationId="{85760259-6B5E-DF4E-A0A7-BB2A2CB4B802}"/>
          </ac:picMkLst>
        </pc:picChg>
        <pc:picChg chg="del">
          <ac:chgData name="Wang, Alan (ahw9f)" userId="S::ahw9f@virginia.edu::4e89eb0f-2a2f-437e-8bbf-c08a3bb1e14c" providerId="AD" clId="Web-{5D6BF709-5E8E-42CD-8539-50CF86E8D660}" dt="2022-06-26T18:09:14.969" v="40"/>
          <ac:picMkLst>
            <pc:docMk/>
            <pc:sldMk cId="4196666819" sldId="4474"/>
            <ac:picMk id="15" creationId="{D90776D3-1780-1E42-9C60-D1BA99BCEDE5}"/>
          </ac:picMkLst>
        </pc:picChg>
        <pc:picChg chg="del">
          <ac:chgData name="Wang, Alan (ahw9f)" userId="S::ahw9f@virginia.edu::4e89eb0f-2a2f-437e-8bbf-c08a3bb1e14c" providerId="AD" clId="Web-{5D6BF709-5E8E-42CD-8539-50CF86E8D660}" dt="2022-06-26T18:09:13.860" v="37"/>
          <ac:picMkLst>
            <pc:docMk/>
            <pc:sldMk cId="4196666819" sldId="4474"/>
            <ac:picMk id="24" creationId="{0093D931-E938-6F44-8DA5-4003B42E7FBB}"/>
          </ac:picMkLst>
        </pc:picChg>
      </pc:sldChg>
      <pc:sldChg chg="delSp">
        <pc:chgData name="Wang, Alan (ahw9f)" userId="S::ahw9f@virginia.edu::4e89eb0f-2a2f-437e-8bbf-c08a3bb1e14c" providerId="AD" clId="Web-{5D6BF709-5E8E-42CD-8539-50CF86E8D660}" dt="2022-06-26T18:09:22.469" v="49"/>
        <pc:sldMkLst>
          <pc:docMk/>
          <pc:sldMk cId="4103992584" sldId="4475"/>
        </pc:sldMkLst>
        <pc:spChg chg="del">
          <ac:chgData name="Wang, Alan (ahw9f)" userId="S::ahw9f@virginia.edu::4e89eb0f-2a2f-437e-8bbf-c08a3bb1e14c" providerId="AD" clId="Web-{5D6BF709-5E8E-42CD-8539-50CF86E8D660}" dt="2022-06-26T18:09:17.516" v="43"/>
          <ac:spMkLst>
            <pc:docMk/>
            <pc:sldMk cId="4103992584" sldId="4475"/>
            <ac:spMk id="9" creationId="{FB72DF7A-9579-E74A-95F4-DDDECFD61977}"/>
          </ac:spMkLst>
        </pc:spChg>
        <pc:spChg chg="del">
          <ac:chgData name="Wang, Alan (ahw9f)" userId="S::ahw9f@virginia.edu::4e89eb0f-2a2f-437e-8bbf-c08a3bb1e14c" providerId="AD" clId="Web-{5D6BF709-5E8E-42CD-8539-50CF86E8D660}" dt="2022-06-26T18:09:17.516" v="41"/>
          <ac:spMkLst>
            <pc:docMk/>
            <pc:sldMk cId="4103992584" sldId="4475"/>
            <ac:spMk id="10" creationId="{148CB414-49FC-EF43-B5AE-70416DD13FC6}"/>
          </ac:spMkLst>
        </pc:spChg>
        <pc:spChg chg="del">
          <ac:chgData name="Wang, Alan (ahw9f)" userId="S::ahw9f@virginia.edu::4e89eb0f-2a2f-437e-8bbf-c08a3bb1e14c" providerId="AD" clId="Web-{5D6BF709-5E8E-42CD-8539-50CF86E8D660}" dt="2022-06-26T18:09:21.157" v="48"/>
          <ac:spMkLst>
            <pc:docMk/>
            <pc:sldMk cId="4103992584" sldId="4475"/>
            <ac:spMk id="11" creationId="{36EB47F8-3EEF-0D4A-8F64-96EC58A08FC7}"/>
          </ac:spMkLst>
        </pc:spChg>
        <pc:spChg chg="del">
          <ac:chgData name="Wang, Alan (ahw9f)" userId="S::ahw9f@virginia.edu::4e89eb0f-2a2f-437e-8bbf-c08a3bb1e14c" providerId="AD" clId="Web-{5D6BF709-5E8E-42CD-8539-50CF86E8D660}" dt="2022-06-26T18:09:22.469" v="49"/>
          <ac:spMkLst>
            <pc:docMk/>
            <pc:sldMk cId="4103992584" sldId="4475"/>
            <ac:spMk id="18" creationId="{5441B5BD-3AA1-334F-8DE4-581134A714FD}"/>
          </ac:spMkLst>
        </pc:spChg>
        <pc:spChg chg="del">
          <ac:chgData name="Wang, Alan (ahw9f)" userId="S::ahw9f@virginia.edu::4e89eb0f-2a2f-437e-8bbf-c08a3bb1e14c" providerId="AD" clId="Web-{5D6BF709-5E8E-42CD-8539-50CF86E8D660}" dt="2022-06-26T18:09:17.516" v="42"/>
          <ac:spMkLst>
            <pc:docMk/>
            <pc:sldMk cId="4103992584" sldId="4475"/>
            <ac:spMk id="20" creationId="{756BF2FA-AA07-F644-9E5E-2DA2D5CA8F58}"/>
          </ac:spMkLst>
        </pc:spChg>
        <pc:picChg chg="del">
          <ac:chgData name="Wang, Alan (ahw9f)" userId="S::ahw9f@virginia.edu::4e89eb0f-2a2f-437e-8bbf-c08a3bb1e14c" providerId="AD" clId="Web-{5D6BF709-5E8E-42CD-8539-50CF86E8D660}" dt="2022-06-26T18:09:18.329" v="44"/>
          <ac:picMkLst>
            <pc:docMk/>
            <pc:sldMk cId="4103992584" sldId="4475"/>
            <ac:picMk id="3" creationId="{E956AAAC-07AD-714E-9881-07F56A43AB6B}"/>
          </ac:picMkLst>
        </pc:picChg>
        <pc:picChg chg="del">
          <ac:chgData name="Wang, Alan (ahw9f)" userId="S::ahw9f@virginia.edu::4e89eb0f-2a2f-437e-8bbf-c08a3bb1e14c" providerId="AD" clId="Web-{5D6BF709-5E8E-42CD-8539-50CF86E8D660}" dt="2022-06-26T18:09:19.735" v="47"/>
          <ac:picMkLst>
            <pc:docMk/>
            <pc:sldMk cId="4103992584" sldId="4475"/>
            <ac:picMk id="13" creationId="{85760259-6B5E-DF4E-A0A7-BB2A2CB4B802}"/>
          </ac:picMkLst>
        </pc:picChg>
        <pc:picChg chg="del">
          <ac:chgData name="Wang, Alan (ahw9f)" userId="S::ahw9f@virginia.edu::4e89eb0f-2a2f-437e-8bbf-c08a3bb1e14c" providerId="AD" clId="Web-{5D6BF709-5E8E-42CD-8539-50CF86E8D660}" dt="2022-06-26T18:09:19.375" v="46"/>
          <ac:picMkLst>
            <pc:docMk/>
            <pc:sldMk cId="4103992584" sldId="4475"/>
            <ac:picMk id="15" creationId="{D90776D3-1780-1E42-9C60-D1BA99BCEDE5}"/>
          </ac:picMkLst>
        </pc:picChg>
        <pc:picChg chg="del">
          <ac:chgData name="Wang, Alan (ahw9f)" userId="S::ahw9f@virginia.edu::4e89eb0f-2a2f-437e-8bbf-c08a3bb1e14c" providerId="AD" clId="Web-{5D6BF709-5E8E-42CD-8539-50CF86E8D660}" dt="2022-06-26T18:09:18.750" v="45"/>
          <ac:picMkLst>
            <pc:docMk/>
            <pc:sldMk cId="4103992584" sldId="4475"/>
            <ac:picMk id="24" creationId="{0093D931-E938-6F44-8DA5-4003B42E7FBB}"/>
          </ac:picMkLst>
        </pc:picChg>
      </pc:sldChg>
      <pc:sldChg chg="delSp">
        <pc:chgData name="Wang, Alan (ahw9f)" userId="S::ahw9f@virginia.edu::4e89eb0f-2a2f-437e-8bbf-c08a3bb1e14c" providerId="AD" clId="Web-{5D6BF709-5E8E-42CD-8539-50CF86E8D660}" dt="2022-06-26T18:09:30.688" v="61"/>
        <pc:sldMkLst>
          <pc:docMk/>
          <pc:sldMk cId="912986683" sldId="4476"/>
        </pc:sldMkLst>
        <pc:spChg chg="del">
          <ac:chgData name="Wang, Alan (ahw9f)" userId="S::ahw9f@virginia.edu::4e89eb0f-2a2f-437e-8bbf-c08a3bb1e14c" providerId="AD" clId="Web-{5D6BF709-5E8E-42CD-8539-50CF86E8D660}" dt="2022-06-26T18:09:29.157" v="52"/>
          <ac:spMkLst>
            <pc:docMk/>
            <pc:sldMk cId="912986683" sldId="4476"/>
            <ac:spMk id="9" creationId="{FB72DF7A-9579-E74A-95F4-DDDECFD61977}"/>
          </ac:spMkLst>
        </pc:spChg>
        <pc:spChg chg="del">
          <ac:chgData name="Wang, Alan (ahw9f)" userId="S::ahw9f@virginia.edu::4e89eb0f-2a2f-437e-8bbf-c08a3bb1e14c" providerId="AD" clId="Web-{5D6BF709-5E8E-42CD-8539-50CF86E8D660}" dt="2022-06-26T18:09:29.157" v="50"/>
          <ac:spMkLst>
            <pc:docMk/>
            <pc:sldMk cId="912986683" sldId="4476"/>
            <ac:spMk id="10" creationId="{148CB414-49FC-EF43-B5AE-70416DD13FC6}"/>
          </ac:spMkLst>
        </pc:spChg>
        <pc:spChg chg="del">
          <ac:chgData name="Wang, Alan (ahw9f)" userId="S::ahw9f@virginia.edu::4e89eb0f-2a2f-437e-8bbf-c08a3bb1e14c" providerId="AD" clId="Web-{5D6BF709-5E8E-42CD-8539-50CF86E8D660}" dt="2022-06-26T18:09:29.157" v="56"/>
          <ac:spMkLst>
            <pc:docMk/>
            <pc:sldMk cId="912986683" sldId="4476"/>
            <ac:spMk id="11" creationId="{36EB47F8-3EEF-0D4A-8F64-96EC58A08FC7}"/>
          </ac:spMkLst>
        </pc:spChg>
        <pc:spChg chg="del">
          <ac:chgData name="Wang, Alan (ahw9f)" userId="S::ahw9f@virginia.edu::4e89eb0f-2a2f-437e-8bbf-c08a3bb1e14c" providerId="AD" clId="Web-{5D6BF709-5E8E-42CD-8539-50CF86E8D660}" dt="2022-06-26T18:09:29.157" v="57"/>
          <ac:spMkLst>
            <pc:docMk/>
            <pc:sldMk cId="912986683" sldId="4476"/>
            <ac:spMk id="16" creationId="{C2331111-36ED-9C47-B0DB-65D558A33002}"/>
          </ac:spMkLst>
        </pc:spChg>
        <pc:spChg chg="del">
          <ac:chgData name="Wang, Alan (ahw9f)" userId="S::ahw9f@virginia.edu::4e89eb0f-2a2f-437e-8bbf-c08a3bb1e14c" providerId="AD" clId="Web-{5D6BF709-5E8E-42CD-8539-50CF86E8D660}" dt="2022-06-26T18:09:29.157" v="55"/>
          <ac:spMkLst>
            <pc:docMk/>
            <pc:sldMk cId="912986683" sldId="4476"/>
            <ac:spMk id="17" creationId="{4B1A70FC-F172-FB44-8E3E-847523F18083}"/>
          </ac:spMkLst>
        </pc:spChg>
        <pc:spChg chg="del">
          <ac:chgData name="Wang, Alan (ahw9f)" userId="S::ahw9f@virginia.edu::4e89eb0f-2a2f-437e-8bbf-c08a3bb1e14c" providerId="AD" clId="Web-{5D6BF709-5E8E-42CD-8539-50CF86E8D660}" dt="2022-06-26T18:09:29.157" v="54"/>
          <ac:spMkLst>
            <pc:docMk/>
            <pc:sldMk cId="912986683" sldId="4476"/>
            <ac:spMk id="18" creationId="{5441B5BD-3AA1-334F-8DE4-581134A714FD}"/>
          </ac:spMkLst>
        </pc:spChg>
        <pc:spChg chg="del">
          <ac:chgData name="Wang, Alan (ahw9f)" userId="S::ahw9f@virginia.edu::4e89eb0f-2a2f-437e-8bbf-c08a3bb1e14c" providerId="AD" clId="Web-{5D6BF709-5E8E-42CD-8539-50CF86E8D660}" dt="2022-06-26T18:09:29.157" v="53"/>
          <ac:spMkLst>
            <pc:docMk/>
            <pc:sldMk cId="912986683" sldId="4476"/>
            <ac:spMk id="19" creationId="{A7845F99-A1BC-AA4F-81B5-40698549A783}"/>
          </ac:spMkLst>
        </pc:spChg>
        <pc:spChg chg="del">
          <ac:chgData name="Wang, Alan (ahw9f)" userId="S::ahw9f@virginia.edu::4e89eb0f-2a2f-437e-8bbf-c08a3bb1e14c" providerId="AD" clId="Web-{5D6BF709-5E8E-42CD-8539-50CF86E8D660}" dt="2022-06-26T18:09:29.157" v="51"/>
          <ac:spMkLst>
            <pc:docMk/>
            <pc:sldMk cId="912986683" sldId="4476"/>
            <ac:spMk id="20" creationId="{756BF2FA-AA07-F644-9E5E-2DA2D5CA8F58}"/>
          </ac:spMkLst>
        </pc:spChg>
        <pc:picChg chg="del">
          <ac:chgData name="Wang, Alan (ahw9f)" userId="S::ahw9f@virginia.edu::4e89eb0f-2a2f-437e-8bbf-c08a3bb1e14c" providerId="AD" clId="Web-{5D6BF709-5E8E-42CD-8539-50CF86E8D660}" dt="2022-06-26T18:09:29.579" v="58"/>
          <ac:picMkLst>
            <pc:docMk/>
            <pc:sldMk cId="912986683" sldId="4476"/>
            <ac:picMk id="3" creationId="{E956AAAC-07AD-714E-9881-07F56A43AB6B}"/>
          </ac:picMkLst>
        </pc:picChg>
        <pc:picChg chg="del">
          <ac:chgData name="Wang, Alan (ahw9f)" userId="S::ahw9f@virginia.edu::4e89eb0f-2a2f-437e-8bbf-c08a3bb1e14c" providerId="AD" clId="Web-{5D6BF709-5E8E-42CD-8539-50CF86E8D660}" dt="2022-06-26T18:09:30.688" v="61"/>
          <ac:picMkLst>
            <pc:docMk/>
            <pc:sldMk cId="912986683" sldId="4476"/>
            <ac:picMk id="13" creationId="{85760259-6B5E-DF4E-A0A7-BB2A2CB4B802}"/>
          </ac:picMkLst>
        </pc:picChg>
        <pc:picChg chg="del">
          <ac:chgData name="Wang, Alan (ahw9f)" userId="S::ahw9f@virginia.edu::4e89eb0f-2a2f-437e-8bbf-c08a3bb1e14c" providerId="AD" clId="Web-{5D6BF709-5E8E-42CD-8539-50CF86E8D660}" dt="2022-06-26T18:09:30.360" v="60"/>
          <ac:picMkLst>
            <pc:docMk/>
            <pc:sldMk cId="912986683" sldId="4476"/>
            <ac:picMk id="15" creationId="{D90776D3-1780-1E42-9C60-D1BA99BCEDE5}"/>
          </ac:picMkLst>
        </pc:picChg>
        <pc:picChg chg="del">
          <ac:chgData name="Wang, Alan (ahw9f)" userId="S::ahw9f@virginia.edu::4e89eb0f-2a2f-437e-8bbf-c08a3bb1e14c" providerId="AD" clId="Web-{5D6BF709-5E8E-42CD-8539-50CF86E8D660}" dt="2022-06-26T18:09:29.954" v="59"/>
          <ac:picMkLst>
            <pc:docMk/>
            <pc:sldMk cId="912986683" sldId="4476"/>
            <ac:picMk id="24" creationId="{0093D931-E938-6F44-8DA5-4003B42E7FBB}"/>
          </ac:picMkLst>
        </pc:picChg>
      </pc:sldChg>
      <pc:sldChg chg="delSp">
        <pc:chgData name="Wang, Alan (ahw9f)" userId="S::ahw9f@virginia.edu::4e89eb0f-2a2f-437e-8bbf-c08a3bb1e14c" providerId="AD" clId="Web-{5D6BF709-5E8E-42CD-8539-50CF86E8D660}" dt="2022-06-26T18:09:38.829" v="73"/>
        <pc:sldMkLst>
          <pc:docMk/>
          <pc:sldMk cId="405128075" sldId="4477"/>
        </pc:sldMkLst>
        <pc:spChg chg="del">
          <ac:chgData name="Wang, Alan (ahw9f)" userId="S::ahw9f@virginia.edu::4e89eb0f-2a2f-437e-8bbf-c08a3bb1e14c" providerId="AD" clId="Web-{5D6BF709-5E8E-42CD-8539-50CF86E8D660}" dt="2022-06-26T18:09:35.782" v="64"/>
          <ac:spMkLst>
            <pc:docMk/>
            <pc:sldMk cId="405128075" sldId="4477"/>
            <ac:spMk id="9" creationId="{FB72DF7A-9579-E74A-95F4-DDDECFD61977}"/>
          </ac:spMkLst>
        </pc:spChg>
        <pc:spChg chg="del">
          <ac:chgData name="Wang, Alan (ahw9f)" userId="S::ahw9f@virginia.edu::4e89eb0f-2a2f-437e-8bbf-c08a3bb1e14c" providerId="AD" clId="Web-{5D6BF709-5E8E-42CD-8539-50CF86E8D660}" dt="2022-06-26T18:09:35.767" v="62"/>
          <ac:spMkLst>
            <pc:docMk/>
            <pc:sldMk cId="405128075" sldId="4477"/>
            <ac:spMk id="10" creationId="{148CB414-49FC-EF43-B5AE-70416DD13FC6}"/>
          </ac:spMkLst>
        </pc:spChg>
        <pc:spChg chg="del">
          <ac:chgData name="Wang, Alan (ahw9f)" userId="S::ahw9f@virginia.edu::4e89eb0f-2a2f-437e-8bbf-c08a3bb1e14c" providerId="AD" clId="Web-{5D6BF709-5E8E-42CD-8539-50CF86E8D660}" dt="2022-06-26T18:09:35.782" v="67"/>
          <ac:spMkLst>
            <pc:docMk/>
            <pc:sldMk cId="405128075" sldId="4477"/>
            <ac:spMk id="11" creationId="{36EB47F8-3EEF-0D4A-8F64-96EC58A08FC7}"/>
          </ac:spMkLst>
        </pc:spChg>
        <pc:spChg chg="del">
          <ac:chgData name="Wang, Alan (ahw9f)" userId="S::ahw9f@virginia.edu::4e89eb0f-2a2f-437e-8bbf-c08a3bb1e14c" providerId="AD" clId="Web-{5D6BF709-5E8E-42CD-8539-50CF86E8D660}" dt="2022-06-26T18:09:38.829" v="73"/>
          <ac:spMkLst>
            <pc:docMk/>
            <pc:sldMk cId="405128075" sldId="4477"/>
            <ac:spMk id="16" creationId="{C2331111-36ED-9C47-B0DB-65D558A33002}"/>
          </ac:spMkLst>
        </pc:spChg>
        <pc:spChg chg="del">
          <ac:chgData name="Wang, Alan (ahw9f)" userId="S::ahw9f@virginia.edu::4e89eb0f-2a2f-437e-8bbf-c08a3bb1e14c" providerId="AD" clId="Web-{5D6BF709-5E8E-42CD-8539-50CF86E8D660}" dt="2022-06-26T18:09:37.814" v="72"/>
          <ac:spMkLst>
            <pc:docMk/>
            <pc:sldMk cId="405128075" sldId="4477"/>
            <ac:spMk id="17" creationId="{4B1A70FC-F172-FB44-8E3E-847523F18083}"/>
          </ac:spMkLst>
        </pc:spChg>
        <pc:spChg chg="del">
          <ac:chgData name="Wang, Alan (ahw9f)" userId="S::ahw9f@virginia.edu::4e89eb0f-2a2f-437e-8bbf-c08a3bb1e14c" providerId="AD" clId="Web-{5D6BF709-5E8E-42CD-8539-50CF86E8D660}" dt="2022-06-26T18:09:35.782" v="66"/>
          <ac:spMkLst>
            <pc:docMk/>
            <pc:sldMk cId="405128075" sldId="4477"/>
            <ac:spMk id="18" creationId="{5441B5BD-3AA1-334F-8DE4-581134A714FD}"/>
          </ac:spMkLst>
        </pc:spChg>
        <pc:spChg chg="del">
          <ac:chgData name="Wang, Alan (ahw9f)" userId="S::ahw9f@virginia.edu::4e89eb0f-2a2f-437e-8bbf-c08a3bb1e14c" providerId="AD" clId="Web-{5D6BF709-5E8E-42CD-8539-50CF86E8D660}" dt="2022-06-26T18:09:35.782" v="65"/>
          <ac:spMkLst>
            <pc:docMk/>
            <pc:sldMk cId="405128075" sldId="4477"/>
            <ac:spMk id="19" creationId="{A7845F99-A1BC-AA4F-81B5-40698549A783}"/>
          </ac:spMkLst>
        </pc:spChg>
        <pc:spChg chg="del">
          <ac:chgData name="Wang, Alan (ahw9f)" userId="S::ahw9f@virginia.edu::4e89eb0f-2a2f-437e-8bbf-c08a3bb1e14c" providerId="AD" clId="Web-{5D6BF709-5E8E-42CD-8539-50CF86E8D660}" dt="2022-06-26T18:09:35.782" v="63"/>
          <ac:spMkLst>
            <pc:docMk/>
            <pc:sldMk cId="405128075" sldId="4477"/>
            <ac:spMk id="20" creationId="{756BF2FA-AA07-F644-9E5E-2DA2D5CA8F58}"/>
          </ac:spMkLst>
        </pc:spChg>
        <pc:picChg chg="del">
          <ac:chgData name="Wang, Alan (ahw9f)" userId="S::ahw9f@virginia.edu::4e89eb0f-2a2f-437e-8bbf-c08a3bb1e14c" providerId="AD" clId="Web-{5D6BF709-5E8E-42CD-8539-50CF86E8D660}" dt="2022-06-26T18:09:36.579" v="69"/>
          <ac:picMkLst>
            <pc:docMk/>
            <pc:sldMk cId="405128075" sldId="4477"/>
            <ac:picMk id="3" creationId="{E956AAAC-07AD-714E-9881-07F56A43AB6B}"/>
          </ac:picMkLst>
        </pc:picChg>
        <pc:picChg chg="del">
          <ac:chgData name="Wang, Alan (ahw9f)" userId="S::ahw9f@virginia.edu::4e89eb0f-2a2f-437e-8bbf-c08a3bb1e14c" providerId="AD" clId="Web-{5D6BF709-5E8E-42CD-8539-50CF86E8D660}" dt="2022-06-26T18:09:37.079" v="70"/>
          <ac:picMkLst>
            <pc:docMk/>
            <pc:sldMk cId="405128075" sldId="4477"/>
            <ac:picMk id="13" creationId="{85760259-6B5E-DF4E-A0A7-BB2A2CB4B802}"/>
          </ac:picMkLst>
        </pc:picChg>
        <pc:picChg chg="del">
          <ac:chgData name="Wang, Alan (ahw9f)" userId="S::ahw9f@virginia.edu::4e89eb0f-2a2f-437e-8bbf-c08a3bb1e14c" providerId="AD" clId="Web-{5D6BF709-5E8E-42CD-8539-50CF86E8D660}" dt="2022-06-26T18:09:37.454" v="71"/>
          <ac:picMkLst>
            <pc:docMk/>
            <pc:sldMk cId="405128075" sldId="4477"/>
            <ac:picMk id="15" creationId="{D90776D3-1780-1E42-9C60-D1BA99BCEDE5}"/>
          </ac:picMkLst>
        </pc:picChg>
        <pc:picChg chg="del">
          <ac:chgData name="Wang, Alan (ahw9f)" userId="S::ahw9f@virginia.edu::4e89eb0f-2a2f-437e-8bbf-c08a3bb1e14c" providerId="AD" clId="Web-{5D6BF709-5E8E-42CD-8539-50CF86E8D660}" dt="2022-06-26T18:09:36.251" v="68"/>
          <ac:picMkLst>
            <pc:docMk/>
            <pc:sldMk cId="405128075" sldId="4477"/>
            <ac:picMk id="24" creationId="{0093D931-E938-6F44-8DA5-4003B42E7FBB}"/>
          </ac:picMkLst>
        </pc:picChg>
      </pc:sldChg>
      <pc:sldChg chg="delSp">
        <pc:chgData name="Wang, Alan (ahw9f)" userId="S::ahw9f@virginia.edu::4e89eb0f-2a2f-437e-8bbf-c08a3bb1e14c" providerId="AD" clId="Web-{5D6BF709-5E8E-42CD-8539-50CF86E8D660}" dt="2022-06-26T18:09:45.533" v="85"/>
        <pc:sldMkLst>
          <pc:docMk/>
          <pc:sldMk cId="1207787457" sldId="4478"/>
        </pc:sldMkLst>
        <pc:spChg chg="del">
          <ac:chgData name="Wang, Alan (ahw9f)" userId="S::ahw9f@virginia.edu::4e89eb0f-2a2f-437e-8bbf-c08a3bb1e14c" providerId="AD" clId="Web-{5D6BF709-5E8E-42CD-8539-50CF86E8D660}" dt="2022-06-26T18:09:43.751" v="76"/>
          <ac:spMkLst>
            <pc:docMk/>
            <pc:sldMk cId="1207787457" sldId="4478"/>
            <ac:spMk id="9" creationId="{FB72DF7A-9579-E74A-95F4-DDDECFD61977}"/>
          </ac:spMkLst>
        </pc:spChg>
        <pc:spChg chg="del">
          <ac:chgData name="Wang, Alan (ahw9f)" userId="S::ahw9f@virginia.edu::4e89eb0f-2a2f-437e-8bbf-c08a3bb1e14c" providerId="AD" clId="Web-{5D6BF709-5E8E-42CD-8539-50CF86E8D660}" dt="2022-06-26T18:09:43.751" v="74"/>
          <ac:spMkLst>
            <pc:docMk/>
            <pc:sldMk cId="1207787457" sldId="4478"/>
            <ac:spMk id="10" creationId="{148CB414-49FC-EF43-B5AE-70416DD13FC6}"/>
          </ac:spMkLst>
        </pc:spChg>
        <pc:spChg chg="del">
          <ac:chgData name="Wang, Alan (ahw9f)" userId="S::ahw9f@virginia.edu::4e89eb0f-2a2f-437e-8bbf-c08a3bb1e14c" providerId="AD" clId="Web-{5D6BF709-5E8E-42CD-8539-50CF86E8D660}" dt="2022-06-26T18:09:43.751" v="80"/>
          <ac:spMkLst>
            <pc:docMk/>
            <pc:sldMk cId="1207787457" sldId="4478"/>
            <ac:spMk id="11" creationId="{36EB47F8-3EEF-0D4A-8F64-96EC58A08FC7}"/>
          </ac:spMkLst>
        </pc:spChg>
        <pc:spChg chg="del">
          <ac:chgData name="Wang, Alan (ahw9f)" userId="S::ahw9f@virginia.edu::4e89eb0f-2a2f-437e-8bbf-c08a3bb1e14c" providerId="AD" clId="Web-{5D6BF709-5E8E-42CD-8539-50CF86E8D660}" dt="2022-06-26T18:09:43.751" v="81"/>
          <ac:spMkLst>
            <pc:docMk/>
            <pc:sldMk cId="1207787457" sldId="4478"/>
            <ac:spMk id="16" creationId="{C2331111-36ED-9C47-B0DB-65D558A33002}"/>
          </ac:spMkLst>
        </pc:spChg>
        <pc:spChg chg="del">
          <ac:chgData name="Wang, Alan (ahw9f)" userId="S::ahw9f@virginia.edu::4e89eb0f-2a2f-437e-8bbf-c08a3bb1e14c" providerId="AD" clId="Web-{5D6BF709-5E8E-42CD-8539-50CF86E8D660}" dt="2022-06-26T18:09:43.751" v="79"/>
          <ac:spMkLst>
            <pc:docMk/>
            <pc:sldMk cId="1207787457" sldId="4478"/>
            <ac:spMk id="17" creationId="{4B1A70FC-F172-FB44-8E3E-847523F18083}"/>
          </ac:spMkLst>
        </pc:spChg>
        <pc:spChg chg="del">
          <ac:chgData name="Wang, Alan (ahw9f)" userId="S::ahw9f@virginia.edu::4e89eb0f-2a2f-437e-8bbf-c08a3bb1e14c" providerId="AD" clId="Web-{5D6BF709-5E8E-42CD-8539-50CF86E8D660}" dt="2022-06-26T18:09:43.751" v="78"/>
          <ac:spMkLst>
            <pc:docMk/>
            <pc:sldMk cId="1207787457" sldId="4478"/>
            <ac:spMk id="18" creationId="{5441B5BD-3AA1-334F-8DE4-581134A714FD}"/>
          </ac:spMkLst>
        </pc:spChg>
        <pc:spChg chg="del">
          <ac:chgData name="Wang, Alan (ahw9f)" userId="S::ahw9f@virginia.edu::4e89eb0f-2a2f-437e-8bbf-c08a3bb1e14c" providerId="AD" clId="Web-{5D6BF709-5E8E-42CD-8539-50CF86E8D660}" dt="2022-06-26T18:09:43.751" v="77"/>
          <ac:spMkLst>
            <pc:docMk/>
            <pc:sldMk cId="1207787457" sldId="4478"/>
            <ac:spMk id="19" creationId="{A7845F99-A1BC-AA4F-81B5-40698549A783}"/>
          </ac:spMkLst>
        </pc:spChg>
        <pc:spChg chg="del">
          <ac:chgData name="Wang, Alan (ahw9f)" userId="S::ahw9f@virginia.edu::4e89eb0f-2a2f-437e-8bbf-c08a3bb1e14c" providerId="AD" clId="Web-{5D6BF709-5E8E-42CD-8539-50CF86E8D660}" dt="2022-06-26T18:09:43.751" v="75"/>
          <ac:spMkLst>
            <pc:docMk/>
            <pc:sldMk cId="1207787457" sldId="4478"/>
            <ac:spMk id="20" creationId="{756BF2FA-AA07-F644-9E5E-2DA2D5CA8F58}"/>
          </ac:spMkLst>
        </pc:spChg>
        <pc:picChg chg="del">
          <ac:chgData name="Wang, Alan (ahw9f)" userId="S::ahw9f@virginia.edu::4e89eb0f-2a2f-437e-8bbf-c08a3bb1e14c" providerId="AD" clId="Web-{5D6BF709-5E8E-42CD-8539-50CF86E8D660}" dt="2022-06-26T18:09:44.751" v="83"/>
          <ac:picMkLst>
            <pc:docMk/>
            <pc:sldMk cId="1207787457" sldId="4478"/>
            <ac:picMk id="3" creationId="{E956AAAC-07AD-714E-9881-07F56A43AB6B}"/>
          </ac:picMkLst>
        </pc:picChg>
        <pc:picChg chg="del">
          <ac:chgData name="Wang, Alan (ahw9f)" userId="S::ahw9f@virginia.edu::4e89eb0f-2a2f-437e-8bbf-c08a3bb1e14c" providerId="AD" clId="Web-{5D6BF709-5E8E-42CD-8539-50CF86E8D660}" dt="2022-06-26T18:09:45.111" v="84"/>
          <ac:picMkLst>
            <pc:docMk/>
            <pc:sldMk cId="1207787457" sldId="4478"/>
            <ac:picMk id="13" creationId="{85760259-6B5E-DF4E-A0A7-BB2A2CB4B802}"/>
          </ac:picMkLst>
        </pc:picChg>
        <pc:picChg chg="del">
          <ac:chgData name="Wang, Alan (ahw9f)" userId="S::ahw9f@virginia.edu::4e89eb0f-2a2f-437e-8bbf-c08a3bb1e14c" providerId="AD" clId="Web-{5D6BF709-5E8E-42CD-8539-50CF86E8D660}" dt="2022-06-26T18:09:45.533" v="85"/>
          <ac:picMkLst>
            <pc:docMk/>
            <pc:sldMk cId="1207787457" sldId="4478"/>
            <ac:picMk id="15" creationId="{D90776D3-1780-1E42-9C60-D1BA99BCEDE5}"/>
          </ac:picMkLst>
        </pc:picChg>
        <pc:picChg chg="del">
          <ac:chgData name="Wang, Alan (ahw9f)" userId="S::ahw9f@virginia.edu::4e89eb0f-2a2f-437e-8bbf-c08a3bb1e14c" providerId="AD" clId="Web-{5D6BF709-5E8E-42CD-8539-50CF86E8D660}" dt="2022-06-26T18:09:44.408" v="82"/>
          <ac:picMkLst>
            <pc:docMk/>
            <pc:sldMk cId="1207787457" sldId="4478"/>
            <ac:picMk id="24" creationId="{0093D931-E938-6F44-8DA5-4003B42E7FBB}"/>
          </ac:picMkLst>
        </pc:picChg>
      </pc:sldChg>
      <pc:sldChg chg="delSp modSp del">
        <pc:chgData name="Wang, Alan (ahw9f)" userId="S::ahw9f@virginia.edu::4e89eb0f-2a2f-437e-8bbf-c08a3bb1e14c" providerId="AD" clId="Web-{5D6BF709-5E8E-42CD-8539-50CF86E8D660}" dt="2022-06-26T18:28:51.979" v="420"/>
        <pc:sldMkLst>
          <pc:docMk/>
          <pc:sldMk cId="3661988984" sldId="4479"/>
        </pc:sldMkLst>
        <pc:spChg chg="del">
          <ac:chgData name="Wang, Alan (ahw9f)" userId="S::ahw9f@virginia.edu::4e89eb0f-2a2f-437e-8bbf-c08a3bb1e14c" providerId="AD" clId="Web-{5D6BF709-5E8E-42CD-8539-50CF86E8D660}" dt="2022-06-26T18:08:55.797" v="14"/>
          <ac:spMkLst>
            <pc:docMk/>
            <pc:sldMk cId="3661988984" sldId="4479"/>
            <ac:spMk id="9" creationId="{FB72DF7A-9579-E74A-95F4-DDDECFD61977}"/>
          </ac:spMkLst>
        </pc:spChg>
        <pc:spChg chg="del">
          <ac:chgData name="Wang, Alan (ahw9f)" userId="S::ahw9f@virginia.edu::4e89eb0f-2a2f-437e-8bbf-c08a3bb1e14c" providerId="AD" clId="Web-{5D6BF709-5E8E-42CD-8539-50CF86E8D660}" dt="2022-06-26T18:08:55.797" v="12"/>
          <ac:spMkLst>
            <pc:docMk/>
            <pc:sldMk cId="3661988984" sldId="4479"/>
            <ac:spMk id="10" creationId="{148CB414-49FC-EF43-B5AE-70416DD13FC6}"/>
          </ac:spMkLst>
        </pc:spChg>
        <pc:spChg chg="mod">
          <ac:chgData name="Wang, Alan (ahw9f)" userId="S::ahw9f@virginia.edu::4e89eb0f-2a2f-437e-8bbf-c08a3bb1e14c" providerId="AD" clId="Web-{5D6BF709-5E8E-42CD-8539-50CF86E8D660}" dt="2022-06-26T18:08:59.953" v="20" actId="20577"/>
          <ac:spMkLst>
            <pc:docMk/>
            <pc:sldMk cId="3661988984" sldId="4479"/>
            <ac:spMk id="11" creationId="{36EB47F8-3EEF-0D4A-8F64-96EC58A08FC7}"/>
          </ac:spMkLst>
        </pc:spChg>
        <pc:spChg chg="del">
          <ac:chgData name="Wang, Alan (ahw9f)" userId="S::ahw9f@virginia.edu::4e89eb0f-2a2f-437e-8bbf-c08a3bb1e14c" providerId="AD" clId="Web-{5D6BF709-5E8E-42CD-8539-50CF86E8D660}" dt="2022-06-26T18:08:58.203" v="19"/>
          <ac:spMkLst>
            <pc:docMk/>
            <pc:sldMk cId="3661988984" sldId="4479"/>
            <ac:spMk id="18" creationId="{5441B5BD-3AA1-334F-8DE4-581134A714FD}"/>
          </ac:spMkLst>
        </pc:spChg>
        <pc:spChg chg="del">
          <ac:chgData name="Wang, Alan (ahw9f)" userId="S::ahw9f@virginia.edu::4e89eb0f-2a2f-437e-8bbf-c08a3bb1e14c" providerId="AD" clId="Web-{5D6BF709-5E8E-42CD-8539-50CF86E8D660}" dt="2022-06-26T18:08:55.797" v="15"/>
          <ac:spMkLst>
            <pc:docMk/>
            <pc:sldMk cId="3661988984" sldId="4479"/>
            <ac:spMk id="19" creationId="{A7845F99-A1BC-AA4F-81B5-40698549A783}"/>
          </ac:spMkLst>
        </pc:spChg>
        <pc:spChg chg="del">
          <ac:chgData name="Wang, Alan (ahw9f)" userId="S::ahw9f@virginia.edu::4e89eb0f-2a2f-437e-8bbf-c08a3bb1e14c" providerId="AD" clId="Web-{5D6BF709-5E8E-42CD-8539-50CF86E8D660}" dt="2022-06-26T18:08:55.797" v="13"/>
          <ac:spMkLst>
            <pc:docMk/>
            <pc:sldMk cId="3661988984" sldId="4479"/>
            <ac:spMk id="20" creationId="{756BF2FA-AA07-F644-9E5E-2DA2D5CA8F58}"/>
          </ac:spMkLst>
        </pc:spChg>
        <pc:picChg chg="del">
          <ac:chgData name="Wang, Alan (ahw9f)" userId="S::ahw9f@virginia.edu::4e89eb0f-2a2f-437e-8bbf-c08a3bb1e14c" providerId="AD" clId="Web-{5D6BF709-5E8E-42CD-8539-50CF86E8D660}" dt="2022-06-26T18:08:56.328" v="16"/>
          <ac:picMkLst>
            <pc:docMk/>
            <pc:sldMk cId="3661988984" sldId="4479"/>
            <ac:picMk id="3" creationId="{E956AAAC-07AD-714E-9881-07F56A43AB6B}"/>
          </ac:picMkLst>
        </pc:picChg>
        <pc:picChg chg="del">
          <ac:chgData name="Wang, Alan (ahw9f)" userId="S::ahw9f@virginia.edu::4e89eb0f-2a2f-437e-8bbf-c08a3bb1e14c" providerId="AD" clId="Web-{5D6BF709-5E8E-42CD-8539-50CF86E8D660}" dt="2022-06-26T18:08:53.812" v="11"/>
          <ac:picMkLst>
            <pc:docMk/>
            <pc:sldMk cId="3661988984" sldId="4479"/>
            <ac:picMk id="13" creationId="{85760259-6B5E-DF4E-A0A7-BB2A2CB4B802}"/>
          </ac:picMkLst>
        </pc:picChg>
        <pc:picChg chg="del">
          <ac:chgData name="Wang, Alan (ahw9f)" userId="S::ahw9f@virginia.edu::4e89eb0f-2a2f-437e-8bbf-c08a3bb1e14c" providerId="AD" clId="Web-{5D6BF709-5E8E-42CD-8539-50CF86E8D660}" dt="2022-06-26T18:08:57.593" v="18"/>
          <ac:picMkLst>
            <pc:docMk/>
            <pc:sldMk cId="3661988984" sldId="4479"/>
            <ac:picMk id="15" creationId="{D90776D3-1780-1E42-9C60-D1BA99BCEDE5}"/>
          </ac:picMkLst>
        </pc:picChg>
        <pc:picChg chg="del">
          <ac:chgData name="Wang, Alan (ahw9f)" userId="S::ahw9f@virginia.edu::4e89eb0f-2a2f-437e-8bbf-c08a3bb1e14c" providerId="AD" clId="Web-{5D6BF709-5E8E-42CD-8539-50CF86E8D660}" dt="2022-06-26T18:08:56.687" v="17"/>
          <ac:picMkLst>
            <pc:docMk/>
            <pc:sldMk cId="3661988984" sldId="4479"/>
            <ac:picMk id="24" creationId="{0093D931-E938-6F44-8DA5-4003B42E7FBB}"/>
          </ac:picMkLst>
        </pc:picChg>
      </pc:sldChg>
      <pc:sldChg chg="addSp delSp modSp add mod ord replId modClrScheme chgLayout">
        <pc:chgData name="Wang, Alan (ahw9f)" userId="S::ahw9f@virginia.edu::4e89eb0f-2a2f-437e-8bbf-c08a3bb1e14c" providerId="AD" clId="Web-{5D6BF709-5E8E-42CD-8539-50CF86E8D660}" dt="2022-06-26T18:37:32.362" v="494" actId="1076"/>
        <pc:sldMkLst>
          <pc:docMk/>
          <pc:sldMk cId="1796937350" sldId="4480"/>
        </pc:sldMkLst>
        <pc:spChg chg="mod ord">
          <ac:chgData name="Wang, Alan (ahw9f)" userId="S::ahw9f@virginia.edu::4e89eb0f-2a2f-437e-8bbf-c08a3bb1e14c" providerId="AD" clId="Web-{5D6BF709-5E8E-42CD-8539-50CF86E8D660}" dt="2022-06-26T18:37:18.471" v="490"/>
          <ac:spMkLst>
            <pc:docMk/>
            <pc:sldMk cId="1796937350" sldId="4480"/>
            <ac:spMk id="2" creationId="{8072405D-7F31-E866-90D0-989C436E3F47}"/>
          </ac:spMkLst>
        </pc:spChg>
        <pc:spChg chg="mod ord">
          <ac:chgData name="Wang, Alan (ahw9f)" userId="S::ahw9f@virginia.edu::4e89eb0f-2a2f-437e-8bbf-c08a3bb1e14c" providerId="AD" clId="Web-{5D6BF709-5E8E-42CD-8539-50CF86E8D660}" dt="2022-06-26T18:37:18.471" v="490"/>
          <ac:spMkLst>
            <pc:docMk/>
            <pc:sldMk cId="1796937350" sldId="4480"/>
            <ac:spMk id="4" creationId="{00000000-0000-0000-0000-000000000000}"/>
          </ac:spMkLst>
        </pc:spChg>
        <pc:spChg chg="add del mod ord">
          <ac:chgData name="Wang, Alan (ahw9f)" userId="S::ahw9f@virginia.edu::4e89eb0f-2a2f-437e-8bbf-c08a3bb1e14c" providerId="AD" clId="Web-{5D6BF709-5E8E-42CD-8539-50CF86E8D660}" dt="2022-06-26T18:37:26.955" v="493"/>
          <ac:spMkLst>
            <pc:docMk/>
            <pc:sldMk cId="1796937350" sldId="4480"/>
            <ac:spMk id="5" creationId="{BF3096B4-83A6-AF3C-C670-37C734DFAC3B}"/>
          </ac:spMkLst>
        </pc:spChg>
        <pc:spChg chg="del">
          <ac:chgData name="Wang, Alan (ahw9f)" userId="S::ahw9f@virginia.edu::4e89eb0f-2a2f-437e-8bbf-c08a3bb1e14c" providerId="AD" clId="Web-{5D6BF709-5E8E-42CD-8539-50CF86E8D660}" dt="2022-06-26T18:26:54.881" v="395"/>
          <ac:spMkLst>
            <pc:docMk/>
            <pc:sldMk cId="1796937350" sldId="4480"/>
            <ac:spMk id="31" creationId="{B79DB4BD-50F1-DA49-B206-27F568A141F5}"/>
          </ac:spMkLst>
        </pc:spChg>
        <pc:picChg chg="add mod">
          <ac:chgData name="Wang, Alan (ahw9f)" userId="S::ahw9f@virginia.edu::4e89eb0f-2a2f-437e-8bbf-c08a3bb1e14c" providerId="AD" clId="Web-{5D6BF709-5E8E-42CD-8539-50CF86E8D660}" dt="2022-06-26T18:37:32.362" v="494" actId="1076"/>
          <ac:picMkLst>
            <pc:docMk/>
            <pc:sldMk cId="1796937350" sldId="4480"/>
            <ac:picMk id="3" creationId="{56EAD9EE-9A9A-8BB4-DDDF-27BE32F67A55}"/>
          </ac:picMkLst>
        </pc:picChg>
        <pc:picChg chg="del">
          <ac:chgData name="Wang, Alan (ahw9f)" userId="S::ahw9f@virginia.edu::4e89eb0f-2a2f-437e-8bbf-c08a3bb1e14c" providerId="AD" clId="Web-{5D6BF709-5E8E-42CD-8539-50CF86E8D660}" dt="2022-06-26T18:26:54.069" v="394"/>
          <ac:picMkLst>
            <pc:docMk/>
            <pc:sldMk cId="1796937350" sldId="4480"/>
            <ac:picMk id="30" creationId="{1EC0EF95-D0D0-B248-B108-5ED605514F11}"/>
          </ac:picMkLst>
        </pc:picChg>
      </pc:sldChg>
      <pc:sldChg chg="addSp delSp modSp add mod replId modClrScheme chgLayout modNotes">
        <pc:chgData name="Wang, Alan (ahw9f)" userId="S::ahw9f@virginia.edu::4e89eb0f-2a2f-437e-8bbf-c08a3bb1e14c" providerId="AD" clId="Web-{5D6BF709-5E8E-42CD-8539-50CF86E8D660}" dt="2022-06-26T18:45:26.753" v="519"/>
        <pc:sldMkLst>
          <pc:docMk/>
          <pc:sldMk cId="2440498536" sldId="4481"/>
        </pc:sldMkLst>
        <pc:spChg chg="mod ord">
          <ac:chgData name="Wang, Alan (ahw9f)" userId="S::ahw9f@virginia.edu::4e89eb0f-2a2f-437e-8bbf-c08a3bb1e14c" providerId="AD" clId="Web-{5D6BF709-5E8E-42CD-8539-50CF86E8D660}" dt="2022-06-26T18:38:28.817" v="495"/>
          <ac:spMkLst>
            <pc:docMk/>
            <pc:sldMk cId="2440498536" sldId="4481"/>
            <ac:spMk id="2" creationId="{8072405D-7F31-E866-90D0-989C436E3F47}"/>
          </ac:spMkLst>
        </pc:spChg>
        <pc:spChg chg="add del mod ord">
          <ac:chgData name="Wang, Alan (ahw9f)" userId="S::ahw9f@virginia.edu::4e89eb0f-2a2f-437e-8bbf-c08a3bb1e14c" providerId="AD" clId="Web-{5D6BF709-5E8E-42CD-8539-50CF86E8D660}" dt="2022-06-26T18:38:31.504" v="496"/>
          <ac:spMkLst>
            <pc:docMk/>
            <pc:sldMk cId="2440498536" sldId="4481"/>
            <ac:spMk id="3" creationId="{7567E934-41FE-CAA9-E490-B86A43DC58BB}"/>
          </ac:spMkLst>
        </pc:spChg>
        <pc:spChg chg="mod ord">
          <ac:chgData name="Wang, Alan (ahw9f)" userId="S::ahw9f@virginia.edu::4e89eb0f-2a2f-437e-8bbf-c08a3bb1e14c" providerId="AD" clId="Web-{5D6BF709-5E8E-42CD-8539-50CF86E8D660}" dt="2022-06-26T18:45:23.800" v="518" actId="20577"/>
          <ac:spMkLst>
            <pc:docMk/>
            <pc:sldMk cId="2440498536" sldId="4481"/>
            <ac:spMk id="4" creationId="{00000000-0000-0000-0000-000000000000}"/>
          </ac:spMkLst>
        </pc:spChg>
        <pc:spChg chg="del">
          <ac:chgData name="Wang, Alan (ahw9f)" userId="S::ahw9f@virginia.edu::4e89eb0f-2a2f-437e-8bbf-c08a3bb1e14c" providerId="AD" clId="Web-{5D6BF709-5E8E-42CD-8539-50CF86E8D660}" dt="2022-06-26T18:28:44.385" v="419"/>
          <ac:spMkLst>
            <pc:docMk/>
            <pc:sldMk cId="2440498536" sldId="4481"/>
            <ac:spMk id="31" creationId="{B79DB4BD-50F1-DA49-B206-27F568A141F5}"/>
          </ac:spMkLst>
        </pc:spChg>
        <pc:picChg chg="del">
          <ac:chgData name="Wang, Alan (ahw9f)" userId="S::ahw9f@virginia.edu::4e89eb0f-2a2f-437e-8bbf-c08a3bb1e14c" providerId="AD" clId="Web-{5D6BF709-5E8E-42CD-8539-50CF86E8D660}" dt="2022-06-26T18:28:42.885" v="418"/>
          <ac:picMkLst>
            <pc:docMk/>
            <pc:sldMk cId="2440498536" sldId="4481"/>
            <ac:picMk id="30" creationId="{1EC0EF95-D0D0-B248-B108-5ED605514F11}"/>
          </ac:picMkLst>
        </pc:picChg>
      </pc:sldChg>
      <pc:sldChg chg="modSp add replId">
        <pc:chgData name="Wang, Alan (ahw9f)" userId="S::ahw9f@virginia.edu::4e89eb0f-2a2f-437e-8bbf-c08a3bb1e14c" providerId="AD" clId="Web-{5D6BF709-5E8E-42CD-8539-50CF86E8D660}" dt="2022-06-26T18:46:00.895" v="571" actId="20577"/>
        <pc:sldMkLst>
          <pc:docMk/>
          <pc:sldMk cId="44825534" sldId="4482"/>
        </pc:sldMkLst>
        <pc:spChg chg="mod">
          <ac:chgData name="Wang, Alan (ahw9f)" userId="S::ahw9f@virginia.edu::4e89eb0f-2a2f-437e-8bbf-c08a3bb1e14c" providerId="AD" clId="Web-{5D6BF709-5E8E-42CD-8539-50CF86E8D660}" dt="2022-06-26T18:32:16.314" v="446" actId="20577"/>
          <ac:spMkLst>
            <pc:docMk/>
            <pc:sldMk cId="44825534" sldId="4482"/>
            <ac:spMk id="2" creationId="{8072405D-7F31-E866-90D0-989C436E3F47}"/>
          </ac:spMkLst>
        </pc:spChg>
        <pc:spChg chg="mod">
          <ac:chgData name="Wang, Alan (ahw9f)" userId="S::ahw9f@virginia.edu::4e89eb0f-2a2f-437e-8bbf-c08a3bb1e14c" providerId="AD" clId="Web-{5D6BF709-5E8E-42CD-8539-50CF86E8D660}" dt="2022-06-26T18:46:00.895" v="571" actId="20577"/>
          <ac:spMkLst>
            <pc:docMk/>
            <pc:sldMk cId="44825534" sldId="4482"/>
            <ac:spMk id="4" creationId="{00000000-0000-0000-0000-000000000000}"/>
          </ac:spMkLst>
        </pc:spChg>
      </pc:sldChg>
      <pc:sldChg chg="modSp add replId">
        <pc:chgData name="Wang, Alan (ahw9f)" userId="S::ahw9f@virginia.edu::4e89eb0f-2a2f-437e-8bbf-c08a3bb1e14c" providerId="AD" clId="Web-{5D6BF709-5E8E-42CD-8539-50CF86E8D660}" dt="2022-06-26T18:45:46.004" v="544" actId="20577"/>
        <pc:sldMkLst>
          <pc:docMk/>
          <pc:sldMk cId="1630401657" sldId="4483"/>
        </pc:sldMkLst>
        <pc:spChg chg="mod">
          <ac:chgData name="Wang, Alan (ahw9f)" userId="S::ahw9f@virginia.edu::4e89eb0f-2a2f-437e-8bbf-c08a3bb1e14c" providerId="AD" clId="Web-{5D6BF709-5E8E-42CD-8539-50CF86E8D660}" dt="2022-06-26T18:45:46.004" v="544" actId="20577"/>
          <ac:spMkLst>
            <pc:docMk/>
            <pc:sldMk cId="1630401657" sldId="4483"/>
            <ac:spMk id="4" creationId="{00000000-0000-0000-0000-000000000000}"/>
          </ac:spMkLst>
        </pc:spChg>
      </pc:sldChg>
    </pc:docChg>
  </pc:docChgLst>
  <pc:docChgLst>
    <pc:chgData name="Wang, Alan (ahw9f)" userId="S::ahw9f@virginia.edu::4e89eb0f-2a2f-437e-8bbf-c08a3bb1e14c" providerId="AD" clId="Web-{A77BCEED-D052-4975-8EC6-D37F58F2A931}"/>
    <pc:docChg chg="addSld delSld modSld sldOrd">
      <pc:chgData name="Wang, Alan (ahw9f)" userId="S::ahw9f@virginia.edu::4e89eb0f-2a2f-437e-8bbf-c08a3bb1e14c" providerId="AD" clId="Web-{A77BCEED-D052-4975-8EC6-D37F58F2A931}" dt="2022-06-24T15:20:28.543" v="230" actId="20577"/>
      <pc:docMkLst>
        <pc:docMk/>
      </pc:docMkLst>
      <pc:sldChg chg="del">
        <pc:chgData name="Wang, Alan (ahw9f)" userId="S::ahw9f@virginia.edu::4e89eb0f-2a2f-437e-8bbf-c08a3bb1e14c" providerId="AD" clId="Web-{A77BCEED-D052-4975-8EC6-D37F58F2A931}" dt="2022-06-24T15:13:45.547" v="65"/>
        <pc:sldMkLst>
          <pc:docMk/>
          <pc:sldMk cId="3862175817" sldId="307"/>
        </pc:sldMkLst>
      </pc:sldChg>
      <pc:sldChg chg="del">
        <pc:chgData name="Wang, Alan (ahw9f)" userId="S::ahw9f@virginia.edu::4e89eb0f-2a2f-437e-8bbf-c08a3bb1e14c" providerId="AD" clId="Web-{A77BCEED-D052-4975-8EC6-D37F58F2A931}" dt="2022-06-24T15:15:54.192" v="140"/>
        <pc:sldMkLst>
          <pc:docMk/>
          <pc:sldMk cId="2131691461" sldId="887"/>
        </pc:sldMkLst>
      </pc:sldChg>
      <pc:sldChg chg="delSp modSp">
        <pc:chgData name="Wang, Alan (ahw9f)" userId="S::ahw9f@virginia.edu::4e89eb0f-2a2f-437e-8bbf-c08a3bb1e14c" providerId="AD" clId="Web-{A77BCEED-D052-4975-8EC6-D37F58F2A931}" dt="2022-06-24T15:20:28.543" v="230" actId="20577"/>
        <pc:sldMkLst>
          <pc:docMk/>
          <pc:sldMk cId="1934140328" sldId="894"/>
        </pc:sldMkLst>
        <pc:spChg chg="mod">
          <ac:chgData name="Wang, Alan (ahw9f)" userId="S::ahw9f@virginia.edu::4e89eb0f-2a2f-437e-8bbf-c08a3bb1e14c" providerId="AD" clId="Web-{A77BCEED-D052-4975-8EC6-D37F58F2A931}" dt="2022-06-24T15:16:02.926" v="155" actId="20577"/>
          <ac:spMkLst>
            <pc:docMk/>
            <pc:sldMk cId="1934140328" sldId="894"/>
            <ac:spMk id="2" creationId="{D9906931-FAB1-4D41-80D4-D81B1750982F}"/>
          </ac:spMkLst>
        </pc:spChg>
        <pc:spChg chg="mod">
          <ac:chgData name="Wang, Alan (ahw9f)" userId="S::ahw9f@virginia.edu::4e89eb0f-2a2f-437e-8bbf-c08a3bb1e14c" providerId="AD" clId="Web-{A77BCEED-D052-4975-8EC6-D37F58F2A931}" dt="2022-06-24T15:20:28.543" v="230" actId="20577"/>
          <ac:spMkLst>
            <pc:docMk/>
            <pc:sldMk cId="1934140328" sldId="894"/>
            <ac:spMk id="3" creationId="{664A1CA2-A270-0F47-9716-4532E4499BB5}"/>
          </ac:spMkLst>
        </pc:spChg>
        <pc:picChg chg="del">
          <ac:chgData name="Wang, Alan (ahw9f)" userId="S::ahw9f@virginia.edu::4e89eb0f-2a2f-437e-8bbf-c08a3bb1e14c" providerId="AD" clId="Web-{A77BCEED-D052-4975-8EC6-D37F58F2A931}" dt="2022-06-24T15:16:05.567" v="156"/>
          <ac:picMkLst>
            <pc:docMk/>
            <pc:sldMk cId="1934140328" sldId="894"/>
            <ac:picMk id="5" creationId="{2C53B3EA-6206-9B47-85FF-F9DD8BDD34EA}"/>
          </ac:picMkLst>
        </pc:picChg>
      </pc:sldChg>
      <pc:sldChg chg="del">
        <pc:chgData name="Wang, Alan (ahw9f)" userId="S::ahw9f@virginia.edu::4e89eb0f-2a2f-437e-8bbf-c08a3bb1e14c" providerId="AD" clId="Web-{A77BCEED-D052-4975-8EC6-D37F58F2A931}" dt="2022-06-24T15:15:54.176" v="137"/>
        <pc:sldMkLst>
          <pc:docMk/>
          <pc:sldMk cId="957241431" sldId="911"/>
        </pc:sldMkLst>
      </pc:sldChg>
      <pc:sldChg chg="del">
        <pc:chgData name="Wang, Alan (ahw9f)" userId="S::ahw9f@virginia.edu::4e89eb0f-2a2f-437e-8bbf-c08a3bb1e14c" providerId="AD" clId="Web-{A77BCEED-D052-4975-8EC6-D37F58F2A931}" dt="2022-06-24T15:15:54.160" v="128"/>
        <pc:sldMkLst>
          <pc:docMk/>
          <pc:sldMk cId="2906867430" sldId="975"/>
        </pc:sldMkLst>
      </pc:sldChg>
      <pc:sldChg chg="del">
        <pc:chgData name="Wang, Alan (ahw9f)" userId="S::ahw9f@virginia.edu::4e89eb0f-2a2f-437e-8bbf-c08a3bb1e14c" providerId="AD" clId="Web-{A77BCEED-D052-4975-8EC6-D37F58F2A931}" dt="2022-06-24T15:15:54.160" v="127"/>
        <pc:sldMkLst>
          <pc:docMk/>
          <pc:sldMk cId="1237591793" sldId="991"/>
        </pc:sldMkLst>
      </pc:sldChg>
      <pc:sldChg chg="del">
        <pc:chgData name="Wang, Alan (ahw9f)" userId="S::ahw9f@virginia.edu::4e89eb0f-2a2f-437e-8bbf-c08a3bb1e14c" providerId="AD" clId="Web-{A77BCEED-D052-4975-8EC6-D37F58F2A931}" dt="2022-06-24T15:15:54.160" v="126"/>
        <pc:sldMkLst>
          <pc:docMk/>
          <pc:sldMk cId="646046458" sldId="996"/>
        </pc:sldMkLst>
      </pc:sldChg>
      <pc:sldChg chg="del">
        <pc:chgData name="Wang, Alan (ahw9f)" userId="S::ahw9f@virginia.edu::4e89eb0f-2a2f-437e-8bbf-c08a3bb1e14c" providerId="AD" clId="Web-{A77BCEED-D052-4975-8EC6-D37F58F2A931}" dt="2022-06-24T15:13:45.547" v="66"/>
        <pc:sldMkLst>
          <pc:docMk/>
          <pc:sldMk cId="3880979915" sldId="1116"/>
        </pc:sldMkLst>
      </pc:sldChg>
      <pc:sldChg chg="modSp">
        <pc:chgData name="Wang, Alan (ahw9f)" userId="S::ahw9f@virginia.edu::4e89eb0f-2a2f-437e-8bbf-c08a3bb1e14c" providerId="AD" clId="Web-{A77BCEED-D052-4975-8EC6-D37F58F2A931}" dt="2022-06-24T15:13:33.547" v="64" actId="20577"/>
        <pc:sldMkLst>
          <pc:docMk/>
          <pc:sldMk cId="721832309" sldId="1162"/>
        </pc:sldMkLst>
        <pc:spChg chg="mod">
          <ac:chgData name="Wang, Alan (ahw9f)" userId="S::ahw9f@virginia.edu::4e89eb0f-2a2f-437e-8bbf-c08a3bb1e14c" providerId="AD" clId="Web-{A77BCEED-D052-4975-8EC6-D37F58F2A931}" dt="2022-06-24T15:13:33.547" v="64" actId="20577"/>
          <ac:spMkLst>
            <pc:docMk/>
            <pc:sldMk cId="721832309" sldId="1162"/>
            <ac:spMk id="5" creationId="{FE2DB7F5-4541-D44D-B361-D2A1BF652AFF}"/>
          </ac:spMkLst>
        </pc:spChg>
      </pc:sldChg>
      <pc:sldChg chg="del">
        <pc:chgData name="Wang, Alan (ahw9f)" userId="S::ahw9f@virginia.edu::4e89eb0f-2a2f-437e-8bbf-c08a3bb1e14c" providerId="AD" clId="Web-{A77BCEED-D052-4975-8EC6-D37F58F2A931}" dt="2022-06-24T15:15:54.176" v="136"/>
        <pc:sldMkLst>
          <pc:docMk/>
          <pc:sldMk cId="1465441303" sldId="1208"/>
        </pc:sldMkLst>
      </pc:sldChg>
      <pc:sldChg chg="modSp">
        <pc:chgData name="Wang, Alan (ahw9f)" userId="S::ahw9f@virginia.edu::4e89eb0f-2a2f-437e-8bbf-c08a3bb1e14c" providerId="AD" clId="Web-{A77BCEED-D052-4975-8EC6-D37F58F2A931}" dt="2022-06-24T15:13:07.015" v="43" actId="20577"/>
        <pc:sldMkLst>
          <pc:docMk/>
          <pc:sldMk cId="4146045861" sldId="1228"/>
        </pc:sldMkLst>
        <pc:spChg chg="mod">
          <ac:chgData name="Wang, Alan (ahw9f)" userId="S::ahw9f@virginia.edu::4e89eb0f-2a2f-437e-8bbf-c08a3bb1e14c" providerId="AD" clId="Web-{A77BCEED-D052-4975-8EC6-D37F58F2A931}" dt="2022-06-24T15:13:07.015" v="43" actId="20577"/>
          <ac:spMkLst>
            <pc:docMk/>
            <pc:sldMk cId="4146045861" sldId="1228"/>
            <ac:spMk id="4" creationId="{00000000-0000-0000-0000-000000000000}"/>
          </ac:spMkLst>
        </pc:spChg>
      </pc:sldChg>
      <pc:sldChg chg="del">
        <pc:chgData name="Wang, Alan (ahw9f)" userId="S::ahw9f@virginia.edu::4e89eb0f-2a2f-437e-8bbf-c08a3bb1e14c" providerId="AD" clId="Web-{A77BCEED-D052-4975-8EC6-D37F58F2A931}" dt="2022-06-24T15:13:45.547" v="68"/>
        <pc:sldMkLst>
          <pc:docMk/>
          <pc:sldMk cId="575604284" sldId="1232"/>
        </pc:sldMkLst>
      </pc:sldChg>
      <pc:sldChg chg="modSp">
        <pc:chgData name="Wang, Alan (ahw9f)" userId="S::ahw9f@virginia.edu::4e89eb0f-2a2f-437e-8bbf-c08a3bb1e14c" providerId="AD" clId="Web-{A77BCEED-D052-4975-8EC6-D37F58F2A931}" dt="2022-06-24T15:13:18.140" v="53" actId="20577"/>
        <pc:sldMkLst>
          <pc:docMk/>
          <pc:sldMk cId="1761906293" sldId="1271"/>
        </pc:sldMkLst>
        <pc:spChg chg="mod">
          <ac:chgData name="Wang, Alan (ahw9f)" userId="S::ahw9f@virginia.edu::4e89eb0f-2a2f-437e-8bbf-c08a3bb1e14c" providerId="AD" clId="Web-{A77BCEED-D052-4975-8EC6-D37F58F2A931}" dt="2022-06-24T15:13:18.140" v="53" actId="20577"/>
          <ac:spMkLst>
            <pc:docMk/>
            <pc:sldMk cId="1761906293" sldId="1271"/>
            <ac:spMk id="3" creationId="{82F14BE0-4003-9F49-A1AF-0212B42D4802}"/>
          </ac:spMkLst>
        </pc:spChg>
      </pc:sldChg>
      <pc:sldChg chg="modSp del">
        <pc:chgData name="Wang, Alan (ahw9f)" userId="S::ahw9f@virginia.edu::4e89eb0f-2a2f-437e-8bbf-c08a3bb1e14c" providerId="AD" clId="Web-{A77BCEED-D052-4975-8EC6-D37F58F2A931}" dt="2022-06-24T15:15:39.129" v="97"/>
        <pc:sldMkLst>
          <pc:docMk/>
          <pc:sldMk cId="2412152653" sldId="1273"/>
        </pc:sldMkLst>
        <pc:spChg chg="mod">
          <ac:chgData name="Wang, Alan (ahw9f)" userId="S::ahw9f@virginia.edu::4e89eb0f-2a2f-437e-8bbf-c08a3bb1e14c" providerId="AD" clId="Web-{A77BCEED-D052-4975-8EC6-D37F58F2A931}" dt="2022-06-24T15:15:35.160" v="96" actId="20577"/>
          <ac:spMkLst>
            <pc:docMk/>
            <pc:sldMk cId="2412152653" sldId="1273"/>
            <ac:spMk id="5" creationId="{FA7FA593-C98E-DE46-863E-655927C3150F}"/>
          </ac:spMkLst>
        </pc:spChg>
      </pc:sldChg>
      <pc:sldChg chg="del">
        <pc:chgData name="Wang, Alan (ahw9f)" userId="S::ahw9f@virginia.edu::4e89eb0f-2a2f-437e-8bbf-c08a3bb1e14c" providerId="AD" clId="Web-{A77BCEED-D052-4975-8EC6-D37F58F2A931}" dt="2022-06-24T15:15:54.192" v="138"/>
        <pc:sldMkLst>
          <pc:docMk/>
          <pc:sldMk cId="72971341" sldId="1276"/>
        </pc:sldMkLst>
      </pc:sldChg>
      <pc:sldChg chg="del">
        <pc:chgData name="Wang, Alan (ahw9f)" userId="S::ahw9f@virginia.edu::4e89eb0f-2a2f-437e-8bbf-c08a3bb1e14c" providerId="AD" clId="Web-{A77BCEED-D052-4975-8EC6-D37F58F2A931}" dt="2022-06-24T15:15:54.192" v="141"/>
        <pc:sldMkLst>
          <pc:docMk/>
          <pc:sldMk cId="1967521662" sldId="1277"/>
        </pc:sldMkLst>
      </pc:sldChg>
      <pc:sldChg chg="modSp">
        <pc:chgData name="Wang, Alan (ahw9f)" userId="S::ahw9f@virginia.edu::4e89eb0f-2a2f-437e-8bbf-c08a3bb1e14c" providerId="AD" clId="Web-{A77BCEED-D052-4975-8EC6-D37F58F2A931}" dt="2022-06-24T15:15:41.863" v="99" actId="20577"/>
        <pc:sldMkLst>
          <pc:docMk/>
          <pc:sldMk cId="4162579267" sldId="1278"/>
        </pc:sldMkLst>
        <pc:spChg chg="mod">
          <ac:chgData name="Wang, Alan (ahw9f)" userId="S::ahw9f@virginia.edu::4e89eb0f-2a2f-437e-8bbf-c08a3bb1e14c" providerId="AD" clId="Web-{A77BCEED-D052-4975-8EC6-D37F58F2A931}" dt="2022-06-24T15:15:41.863" v="99" actId="20577"/>
          <ac:spMkLst>
            <pc:docMk/>
            <pc:sldMk cId="4162579267" sldId="1278"/>
            <ac:spMk id="5" creationId="{11E6986B-9BC5-B743-9B37-E479B202173D}"/>
          </ac:spMkLst>
        </pc:spChg>
      </pc:sldChg>
      <pc:sldChg chg="del">
        <pc:chgData name="Wang, Alan (ahw9f)" userId="S::ahw9f@virginia.edu::4e89eb0f-2a2f-437e-8bbf-c08a3bb1e14c" providerId="AD" clId="Web-{A77BCEED-D052-4975-8EC6-D37F58F2A931}" dt="2022-06-24T15:13:45.547" v="67"/>
        <pc:sldMkLst>
          <pc:docMk/>
          <pc:sldMk cId="744053790" sldId="1279"/>
        </pc:sldMkLst>
      </pc:sldChg>
      <pc:sldChg chg="modSp">
        <pc:chgData name="Wang, Alan (ahw9f)" userId="S::ahw9f@virginia.edu::4e89eb0f-2a2f-437e-8bbf-c08a3bb1e14c" providerId="AD" clId="Web-{A77BCEED-D052-4975-8EC6-D37F58F2A931}" dt="2022-06-24T15:15:45.707" v="105" actId="20577"/>
        <pc:sldMkLst>
          <pc:docMk/>
          <pc:sldMk cId="1394194057" sldId="1290"/>
        </pc:sldMkLst>
        <pc:spChg chg="mod">
          <ac:chgData name="Wang, Alan (ahw9f)" userId="S::ahw9f@virginia.edu::4e89eb0f-2a2f-437e-8bbf-c08a3bb1e14c" providerId="AD" clId="Web-{A77BCEED-D052-4975-8EC6-D37F58F2A931}" dt="2022-06-24T15:15:45.707" v="105" actId="20577"/>
          <ac:spMkLst>
            <pc:docMk/>
            <pc:sldMk cId="1394194057" sldId="1290"/>
            <ac:spMk id="11" creationId="{7AEDB993-6466-3349-BF7B-EA9DA1D9DAB8}"/>
          </ac:spMkLst>
        </pc:spChg>
      </pc:sldChg>
      <pc:sldChg chg="del">
        <pc:chgData name="Wang, Alan (ahw9f)" userId="S::ahw9f@virginia.edu::4e89eb0f-2a2f-437e-8bbf-c08a3bb1e14c" providerId="AD" clId="Web-{A77BCEED-D052-4975-8EC6-D37F58F2A931}" dt="2022-06-24T15:15:54.176" v="135"/>
        <pc:sldMkLst>
          <pc:docMk/>
          <pc:sldMk cId="2304708727" sldId="1292"/>
        </pc:sldMkLst>
      </pc:sldChg>
      <pc:sldChg chg="del">
        <pc:chgData name="Wang, Alan (ahw9f)" userId="S::ahw9f@virginia.edu::4e89eb0f-2a2f-437e-8bbf-c08a3bb1e14c" providerId="AD" clId="Web-{A77BCEED-D052-4975-8EC6-D37F58F2A931}" dt="2022-06-24T15:15:54.176" v="132"/>
        <pc:sldMkLst>
          <pc:docMk/>
          <pc:sldMk cId="3350062254" sldId="1293"/>
        </pc:sldMkLst>
      </pc:sldChg>
      <pc:sldChg chg="del">
        <pc:chgData name="Wang, Alan (ahw9f)" userId="S::ahw9f@virginia.edu::4e89eb0f-2a2f-437e-8bbf-c08a3bb1e14c" providerId="AD" clId="Web-{A77BCEED-D052-4975-8EC6-D37F58F2A931}" dt="2022-06-24T15:15:54.160" v="131"/>
        <pc:sldMkLst>
          <pc:docMk/>
          <pc:sldMk cId="496633772" sldId="1295"/>
        </pc:sldMkLst>
      </pc:sldChg>
      <pc:sldChg chg="del">
        <pc:chgData name="Wang, Alan (ahw9f)" userId="S::ahw9f@virginia.edu::4e89eb0f-2a2f-437e-8bbf-c08a3bb1e14c" providerId="AD" clId="Web-{A77BCEED-D052-4975-8EC6-D37F58F2A931}" dt="2022-06-24T15:15:54.160" v="130"/>
        <pc:sldMkLst>
          <pc:docMk/>
          <pc:sldMk cId="641836038" sldId="1296"/>
        </pc:sldMkLst>
      </pc:sldChg>
      <pc:sldChg chg="del">
        <pc:chgData name="Wang, Alan (ahw9f)" userId="S::ahw9f@virginia.edu::4e89eb0f-2a2f-437e-8bbf-c08a3bb1e14c" providerId="AD" clId="Web-{A77BCEED-D052-4975-8EC6-D37F58F2A931}" dt="2022-06-24T15:15:54.160" v="124"/>
        <pc:sldMkLst>
          <pc:docMk/>
          <pc:sldMk cId="3764508513" sldId="1297"/>
        </pc:sldMkLst>
      </pc:sldChg>
      <pc:sldChg chg="del">
        <pc:chgData name="Wang, Alan (ahw9f)" userId="S::ahw9f@virginia.edu::4e89eb0f-2a2f-437e-8bbf-c08a3bb1e14c" providerId="AD" clId="Web-{A77BCEED-D052-4975-8EC6-D37F58F2A931}" dt="2022-06-24T15:15:54.145" v="123"/>
        <pc:sldMkLst>
          <pc:docMk/>
          <pc:sldMk cId="2711965411" sldId="1298"/>
        </pc:sldMkLst>
      </pc:sldChg>
      <pc:sldChg chg="del">
        <pc:chgData name="Wang, Alan (ahw9f)" userId="S::ahw9f@virginia.edu::4e89eb0f-2a2f-437e-8bbf-c08a3bb1e14c" providerId="AD" clId="Web-{A77BCEED-D052-4975-8EC6-D37F58F2A931}" dt="2022-06-24T15:14:06.470" v="74"/>
        <pc:sldMkLst>
          <pc:docMk/>
          <pc:sldMk cId="1427100371" sldId="1304"/>
        </pc:sldMkLst>
      </pc:sldChg>
      <pc:sldChg chg="del">
        <pc:chgData name="Wang, Alan (ahw9f)" userId="S::ahw9f@virginia.edu::4e89eb0f-2a2f-437e-8bbf-c08a3bb1e14c" providerId="AD" clId="Web-{A77BCEED-D052-4975-8EC6-D37F58F2A931}" dt="2022-06-24T15:15:54.192" v="143"/>
        <pc:sldMkLst>
          <pc:docMk/>
          <pc:sldMk cId="4180169867" sldId="1306"/>
        </pc:sldMkLst>
      </pc:sldChg>
      <pc:sldChg chg="del">
        <pc:chgData name="Wang, Alan (ahw9f)" userId="S::ahw9f@virginia.edu::4e89eb0f-2a2f-437e-8bbf-c08a3bb1e14c" providerId="AD" clId="Web-{A77BCEED-D052-4975-8EC6-D37F58F2A931}" dt="2022-06-24T15:15:54.192" v="144"/>
        <pc:sldMkLst>
          <pc:docMk/>
          <pc:sldMk cId="2696057970" sldId="1308"/>
        </pc:sldMkLst>
      </pc:sldChg>
      <pc:sldChg chg="del">
        <pc:chgData name="Wang, Alan (ahw9f)" userId="S::ahw9f@virginia.edu::4e89eb0f-2a2f-437e-8bbf-c08a3bb1e14c" providerId="AD" clId="Web-{A77BCEED-D052-4975-8EC6-D37F58F2A931}" dt="2022-06-24T15:15:54.176" v="133"/>
        <pc:sldMkLst>
          <pc:docMk/>
          <pc:sldMk cId="3590674137" sldId="1331"/>
        </pc:sldMkLst>
      </pc:sldChg>
      <pc:sldChg chg="del">
        <pc:chgData name="Wang, Alan (ahw9f)" userId="S::ahw9f@virginia.edu::4e89eb0f-2a2f-437e-8bbf-c08a3bb1e14c" providerId="AD" clId="Web-{A77BCEED-D052-4975-8EC6-D37F58F2A931}" dt="2022-06-24T15:15:54.207" v="145"/>
        <pc:sldMkLst>
          <pc:docMk/>
          <pc:sldMk cId="2556149691" sldId="1335"/>
        </pc:sldMkLst>
      </pc:sldChg>
      <pc:sldChg chg="del">
        <pc:chgData name="Wang, Alan (ahw9f)" userId="S::ahw9f@virginia.edu::4e89eb0f-2a2f-437e-8bbf-c08a3bb1e14c" providerId="AD" clId="Web-{A77BCEED-D052-4975-8EC6-D37F58F2A931}" dt="2022-06-24T15:15:54.192" v="142"/>
        <pc:sldMkLst>
          <pc:docMk/>
          <pc:sldMk cId="2068216318" sldId="1336"/>
        </pc:sldMkLst>
      </pc:sldChg>
      <pc:sldChg chg="del">
        <pc:chgData name="Wang, Alan (ahw9f)" userId="S::ahw9f@virginia.edu::4e89eb0f-2a2f-437e-8bbf-c08a3bb1e14c" providerId="AD" clId="Web-{A77BCEED-D052-4975-8EC6-D37F58F2A931}" dt="2022-06-24T15:15:54.192" v="139"/>
        <pc:sldMkLst>
          <pc:docMk/>
          <pc:sldMk cId="1154727031" sldId="1337"/>
        </pc:sldMkLst>
      </pc:sldChg>
      <pc:sldChg chg="del">
        <pc:chgData name="Wang, Alan (ahw9f)" userId="S::ahw9f@virginia.edu::4e89eb0f-2a2f-437e-8bbf-c08a3bb1e14c" providerId="AD" clId="Web-{A77BCEED-D052-4975-8EC6-D37F58F2A931}" dt="2022-06-24T15:15:54.176" v="134"/>
        <pc:sldMkLst>
          <pc:docMk/>
          <pc:sldMk cId="665064602" sldId="1338"/>
        </pc:sldMkLst>
      </pc:sldChg>
      <pc:sldChg chg="del">
        <pc:chgData name="Wang, Alan (ahw9f)" userId="S::ahw9f@virginia.edu::4e89eb0f-2a2f-437e-8bbf-c08a3bb1e14c" providerId="AD" clId="Web-{A77BCEED-D052-4975-8EC6-D37F58F2A931}" dt="2022-06-24T15:15:54.160" v="129"/>
        <pc:sldMkLst>
          <pc:docMk/>
          <pc:sldMk cId="786528324" sldId="1339"/>
        </pc:sldMkLst>
      </pc:sldChg>
      <pc:sldChg chg="del">
        <pc:chgData name="Wang, Alan (ahw9f)" userId="S::ahw9f@virginia.edu::4e89eb0f-2a2f-437e-8bbf-c08a3bb1e14c" providerId="AD" clId="Web-{A77BCEED-D052-4975-8EC6-D37F58F2A931}" dt="2022-06-24T15:15:54.145" v="122"/>
        <pc:sldMkLst>
          <pc:docMk/>
          <pc:sldMk cId="1890606340" sldId="1340"/>
        </pc:sldMkLst>
      </pc:sldChg>
      <pc:sldChg chg="del">
        <pc:chgData name="Wang, Alan (ahw9f)" userId="S::ahw9f@virginia.edu::4e89eb0f-2a2f-437e-8bbf-c08a3bb1e14c" providerId="AD" clId="Web-{A77BCEED-D052-4975-8EC6-D37F58F2A931}" dt="2022-06-24T15:15:54.145" v="121"/>
        <pc:sldMkLst>
          <pc:docMk/>
          <pc:sldMk cId="1723863201" sldId="1343"/>
        </pc:sldMkLst>
      </pc:sldChg>
      <pc:sldChg chg="del">
        <pc:chgData name="Wang, Alan (ahw9f)" userId="S::ahw9f@virginia.edu::4e89eb0f-2a2f-437e-8bbf-c08a3bb1e14c" providerId="AD" clId="Web-{A77BCEED-D052-4975-8EC6-D37F58F2A931}" dt="2022-06-24T15:15:54.145" v="118"/>
        <pc:sldMkLst>
          <pc:docMk/>
          <pc:sldMk cId="2467252242" sldId="1345"/>
        </pc:sldMkLst>
      </pc:sldChg>
      <pc:sldChg chg="del">
        <pc:chgData name="Wang, Alan (ahw9f)" userId="S::ahw9f@virginia.edu::4e89eb0f-2a2f-437e-8bbf-c08a3bb1e14c" providerId="AD" clId="Web-{A77BCEED-D052-4975-8EC6-D37F58F2A931}" dt="2022-06-24T15:15:54.145" v="117"/>
        <pc:sldMkLst>
          <pc:docMk/>
          <pc:sldMk cId="1192955026" sldId="1346"/>
        </pc:sldMkLst>
      </pc:sldChg>
      <pc:sldChg chg="del">
        <pc:chgData name="Wang, Alan (ahw9f)" userId="S::ahw9f@virginia.edu::4e89eb0f-2a2f-437e-8bbf-c08a3bb1e14c" providerId="AD" clId="Web-{A77BCEED-D052-4975-8EC6-D37F58F2A931}" dt="2022-06-24T15:15:54.145" v="114"/>
        <pc:sldMkLst>
          <pc:docMk/>
          <pc:sldMk cId="2526217050" sldId="1347"/>
        </pc:sldMkLst>
      </pc:sldChg>
      <pc:sldChg chg="del">
        <pc:chgData name="Wang, Alan (ahw9f)" userId="S::ahw9f@virginia.edu::4e89eb0f-2a2f-437e-8bbf-c08a3bb1e14c" providerId="AD" clId="Web-{A77BCEED-D052-4975-8EC6-D37F58F2A931}" dt="2022-06-24T15:15:54.145" v="115"/>
        <pc:sldMkLst>
          <pc:docMk/>
          <pc:sldMk cId="500550061" sldId="1348"/>
        </pc:sldMkLst>
      </pc:sldChg>
      <pc:sldChg chg="del">
        <pc:chgData name="Wang, Alan (ahw9f)" userId="S::ahw9f@virginia.edu::4e89eb0f-2a2f-437e-8bbf-c08a3bb1e14c" providerId="AD" clId="Web-{A77BCEED-D052-4975-8EC6-D37F58F2A931}" dt="2022-06-24T15:15:54.145" v="113"/>
        <pc:sldMkLst>
          <pc:docMk/>
          <pc:sldMk cId="130014961" sldId="1350"/>
        </pc:sldMkLst>
      </pc:sldChg>
      <pc:sldChg chg="del">
        <pc:chgData name="Wang, Alan (ahw9f)" userId="S::ahw9f@virginia.edu::4e89eb0f-2a2f-437e-8bbf-c08a3bb1e14c" providerId="AD" clId="Web-{A77BCEED-D052-4975-8EC6-D37F58F2A931}" dt="2022-06-24T15:15:54.129" v="112"/>
        <pc:sldMkLst>
          <pc:docMk/>
          <pc:sldMk cId="1308720578" sldId="1351"/>
        </pc:sldMkLst>
      </pc:sldChg>
      <pc:sldChg chg="del">
        <pc:chgData name="Wang, Alan (ahw9f)" userId="S::ahw9f@virginia.edu::4e89eb0f-2a2f-437e-8bbf-c08a3bb1e14c" providerId="AD" clId="Web-{A77BCEED-D052-4975-8EC6-D37F58F2A931}" dt="2022-06-24T15:15:54.129" v="110"/>
        <pc:sldMkLst>
          <pc:docMk/>
          <pc:sldMk cId="516637292" sldId="1352"/>
        </pc:sldMkLst>
      </pc:sldChg>
      <pc:sldChg chg="del">
        <pc:chgData name="Wang, Alan (ahw9f)" userId="S::ahw9f@virginia.edu::4e89eb0f-2a2f-437e-8bbf-c08a3bb1e14c" providerId="AD" clId="Web-{A77BCEED-D052-4975-8EC6-D37F58F2A931}" dt="2022-06-24T15:15:54.129" v="109"/>
        <pc:sldMkLst>
          <pc:docMk/>
          <pc:sldMk cId="1146410641" sldId="1353"/>
        </pc:sldMkLst>
      </pc:sldChg>
      <pc:sldChg chg="del">
        <pc:chgData name="Wang, Alan (ahw9f)" userId="S::ahw9f@virginia.edu::4e89eb0f-2a2f-437e-8bbf-c08a3bb1e14c" providerId="AD" clId="Web-{A77BCEED-D052-4975-8EC6-D37F58F2A931}" dt="2022-06-24T15:15:54.129" v="106"/>
        <pc:sldMkLst>
          <pc:docMk/>
          <pc:sldMk cId="1516225976" sldId="1354"/>
        </pc:sldMkLst>
      </pc:sldChg>
      <pc:sldChg chg="del">
        <pc:chgData name="Wang, Alan (ahw9f)" userId="S::ahw9f@virginia.edu::4e89eb0f-2a2f-437e-8bbf-c08a3bb1e14c" providerId="AD" clId="Web-{A77BCEED-D052-4975-8EC6-D37F58F2A931}" dt="2022-06-24T15:15:54.145" v="119"/>
        <pc:sldMkLst>
          <pc:docMk/>
          <pc:sldMk cId="1677130641" sldId="4459"/>
        </pc:sldMkLst>
      </pc:sldChg>
      <pc:sldChg chg="del">
        <pc:chgData name="Wang, Alan (ahw9f)" userId="S::ahw9f@virginia.edu::4e89eb0f-2a2f-437e-8bbf-c08a3bb1e14c" providerId="AD" clId="Web-{A77BCEED-D052-4975-8EC6-D37F58F2A931}" dt="2022-06-24T15:15:54.145" v="116"/>
        <pc:sldMkLst>
          <pc:docMk/>
          <pc:sldMk cId="3092051308" sldId="4460"/>
        </pc:sldMkLst>
      </pc:sldChg>
      <pc:sldChg chg="del">
        <pc:chgData name="Wang, Alan (ahw9f)" userId="S::ahw9f@virginia.edu::4e89eb0f-2a2f-437e-8bbf-c08a3bb1e14c" providerId="AD" clId="Web-{A77BCEED-D052-4975-8EC6-D37F58F2A931}" dt="2022-06-24T15:15:54.129" v="111"/>
        <pc:sldMkLst>
          <pc:docMk/>
          <pc:sldMk cId="2890184445" sldId="4461"/>
        </pc:sldMkLst>
      </pc:sldChg>
      <pc:sldChg chg="del">
        <pc:chgData name="Wang, Alan (ahw9f)" userId="S::ahw9f@virginia.edu::4e89eb0f-2a2f-437e-8bbf-c08a3bb1e14c" providerId="AD" clId="Web-{A77BCEED-D052-4975-8EC6-D37F58F2A931}" dt="2022-06-24T15:15:54.129" v="108"/>
        <pc:sldMkLst>
          <pc:docMk/>
          <pc:sldMk cId="4038382040" sldId="4462"/>
        </pc:sldMkLst>
      </pc:sldChg>
      <pc:sldChg chg="del">
        <pc:chgData name="Wang, Alan (ahw9f)" userId="S::ahw9f@virginia.edu::4e89eb0f-2a2f-437e-8bbf-c08a3bb1e14c" providerId="AD" clId="Web-{A77BCEED-D052-4975-8EC6-D37F58F2A931}" dt="2022-06-24T15:15:54.129" v="107"/>
        <pc:sldMkLst>
          <pc:docMk/>
          <pc:sldMk cId="2708225785" sldId="4464"/>
        </pc:sldMkLst>
      </pc:sldChg>
      <pc:sldChg chg="del">
        <pc:chgData name="Wang, Alan (ahw9f)" userId="S::ahw9f@virginia.edu::4e89eb0f-2a2f-437e-8bbf-c08a3bb1e14c" providerId="AD" clId="Web-{A77BCEED-D052-4975-8EC6-D37F58F2A931}" dt="2022-06-24T15:15:54.145" v="120"/>
        <pc:sldMkLst>
          <pc:docMk/>
          <pc:sldMk cId="2461932722" sldId="4465"/>
        </pc:sldMkLst>
      </pc:sldChg>
      <pc:sldChg chg="del">
        <pc:chgData name="Wang, Alan (ahw9f)" userId="S::ahw9f@virginia.edu::4e89eb0f-2a2f-437e-8bbf-c08a3bb1e14c" providerId="AD" clId="Web-{A77BCEED-D052-4975-8EC6-D37F58F2A931}" dt="2022-06-24T15:15:54.160" v="125"/>
        <pc:sldMkLst>
          <pc:docMk/>
          <pc:sldMk cId="2871626075" sldId="4468"/>
        </pc:sldMkLst>
      </pc:sldChg>
      <pc:sldChg chg="modSp">
        <pc:chgData name="Wang, Alan (ahw9f)" userId="S::ahw9f@virginia.edu::4e89eb0f-2a2f-437e-8bbf-c08a3bb1e14c" providerId="AD" clId="Web-{A77BCEED-D052-4975-8EC6-D37F58F2A931}" dt="2022-06-24T15:12:47.577" v="25" actId="20577"/>
        <pc:sldMkLst>
          <pc:docMk/>
          <pc:sldMk cId="3413707014" sldId="4473"/>
        </pc:sldMkLst>
        <pc:spChg chg="mod">
          <ac:chgData name="Wang, Alan (ahw9f)" userId="S::ahw9f@virginia.edu::4e89eb0f-2a2f-437e-8bbf-c08a3bb1e14c" providerId="AD" clId="Web-{A77BCEED-D052-4975-8EC6-D37F58F2A931}" dt="2022-06-24T15:12:40.670" v="13" actId="20577"/>
          <ac:spMkLst>
            <pc:docMk/>
            <pc:sldMk cId="3413707014" sldId="4473"/>
            <ac:spMk id="4" creationId="{D17CB445-45D0-D474-A3D1-7B34B22C871A}"/>
          </ac:spMkLst>
        </pc:spChg>
        <pc:spChg chg="mod">
          <ac:chgData name="Wang, Alan (ahw9f)" userId="S::ahw9f@virginia.edu::4e89eb0f-2a2f-437e-8bbf-c08a3bb1e14c" providerId="AD" clId="Web-{A77BCEED-D052-4975-8EC6-D37F58F2A931}" dt="2022-06-24T15:12:47.577" v="25" actId="20577"/>
          <ac:spMkLst>
            <pc:docMk/>
            <pc:sldMk cId="3413707014" sldId="4473"/>
            <ac:spMk id="5" creationId="{4C9BF0B2-B67E-89BC-BE7A-C2D39FA840A6}"/>
          </ac:spMkLst>
        </pc:spChg>
      </pc:sldChg>
      <pc:sldChg chg="modSp add ord replId">
        <pc:chgData name="Wang, Alan (ahw9f)" userId="S::ahw9f@virginia.edu::4e89eb0f-2a2f-437e-8bbf-c08a3bb1e14c" providerId="AD" clId="Web-{A77BCEED-D052-4975-8EC6-D37F58F2A931}" dt="2022-06-24T15:13:58.860" v="72" actId="20577"/>
        <pc:sldMkLst>
          <pc:docMk/>
          <pc:sldMk cId="4196666819" sldId="4474"/>
        </pc:sldMkLst>
        <pc:spChg chg="mod">
          <ac:chgData name="Wang, Alan (ahw9f)" userId="S::ahw9f@virginia.edu::4e89eb0f-2a2f-437e-8bbf-c08a3bb1e14c" providerId="AD" clId="Web-{A77BCEED-D052-4975-8EC6-D37F58F2A931}" dt="2022-06-24T15:13:58.860" v="72" actId="20577"/>
          <ac:spMkLst>
            <pc:docMk/>
            <pc:sldMk cId="4196666819" sldId="4474"/>
            <ac:spMk id="5" creationId="{FE2DB7F5-4541-D44D-B361-D2A1BF652AFF}"/>
          </ac:spMkLst>
        </pc:spChg>
      </pc:sldChg>
      <pc:sldChg chg="modSp add replId">
        <pc:chgData name="Wang, Alan (ahw9f)" userId="S::ahw9f@virginia.edu::4e89eb0f-2a2f-437e-8bbf-c08a3bb1e14c" providerId="AD" clId="Web-{A77BCEED-D052-4975-8EC6-D37F58F2A931}" dt="2022-06-24T15:15:06.003" v="75" actId="20577"/>
        <pc:sldMkLst>
          <pc:docMk/>
          <pc:sldMk cId="4103992584" sldId="4475"/>
        </pc:sldMkLst>
        <pc:spChg chg="mod">
          <ac:chgData name="Wang, Alan (ahw9f)" userId="S::ahw9f@virginia.edu::4e89eb0f-2a2f-437e-8bbf-c08a3bb1e14c" providerId="AD" clId="Web-{A77BCEED-D052-4975-8EC6-D37F58F2A931}" dt="2022-06-24T15:15:06.003" v="75" actId="20577"/>
          <ac:spMkLst>
            <pc:docMk/>
            <pc:sldMk cId="4103992584" sldId="4475"/>
            <ac:spMk id="5" creationId="{FE2DB7F5-4541-D44D-B361-D2A1BF652AFF}"/>
          </ac:spMkLst>
        </pc:spChg>
      </pc:sldChg>
      <pc:sldChg chg="modSp add replId">
        <pc:chgData name="Wang, Alan (ahw9f)" userId="S::ahw9f@virginia.edu::4e89eb0f-2a2f-437e-8bbf-c08a3bb1e14c" providerId="AD" clId="Web-{A77BCEED-D052-4975-8EC6-D37F58F2A931}" dt="2022-06-24T15:17:37.429" v="168" actId="20577"/>
        <pc:sldMkLst>
          <pc:docMk/>
          <pc:sldMk cId="912986683" sldId="4476"/>
        </pc:sldMkLst>
        <pc:spChg chg="mod">
          <ac:chgData name="Wang, Alan (ahw9f)" userId="S::ahw9f@virginia.edu::4e89eb0f-2a2f-437e-8bbf-c08a3bb1e14c" providerId="AD" clId="Web-{A77BCEED-D052-4975-8EC6-D37F58F2A931}" dt="2022-06-24T15:17:37.429" v="168" actId="20577"/>
          <ac:spMkLst>
            <pc:docMk/>
            <pc:sldMk cId="912986683" sldId="4476"/>
            <ac:spMk id="5" creationId="{FE2DB7F5-4541-D44D-B361-D2A1BF652AFF}"/>
          </ac:spMkLst>
        </pc:spChg>
      </pc:sldChg>
      <pc:sldChg chg="modSp add ord replId">
        <pc:chgData name="Wang, Alan (ahw9f)" userId="S::ahw9f@virginia.edu::4e89eb0f-2a2f-437e-8bbf-c08a3bb1e14c" providerId="AD" clId="Web-{A77BCEED-D052-4975-8EC6-D37F58F2A931}" dt="2022-06-24T15:17:44.289" v="171" actId="20577"/>
        <pc:sldMkLst>
          <pc:docMk/>
          <pc:sldMk cId="405128075" sldId="4477"/>
        </pc:sldMkLst>
        <pc:spChg chg="mod">
          <ac:chgData name="Wang, Alan (ahw9f)" userId="S::ahw9f@virginia.edu::4e89eb0f-2a2f-437e-8bbf-c08a3bb1e14c" providerId="AD" clId="Web-{A77BCEED-D052-4975-8EC6-D37F58F2A931}" dt="2022-06-24T15:17:44.289" v="171" actId="20577"/>
          <ac:spMkLst>
            <pc:docMk/>
            <pc:sldMk cId="405128075" sldId="4477"/>
            <ac:spMk id="5" creationId="{FE2DB7F5-4541-D44D-B361-D2A1BF652AFF}"/>
          </ac:spMkLst>
        </pc:spChg>
      </pc:sldChg>
      <pc:sldChg chg="modSp add replId modNotes">
        <pc:chgData name="Wang, Alan (ahw9f)" userId="S::ahw9f@virginia.edu::4e89eb0f-2a2f-437e-8bbf-c08a3bb1e14c" providerId="AD" clId="Web-{A77BCEED-D052-4975-8EC6-D37F58F2A931}" dt="2022-06-24T15:18:48.603" v="201"/>
        <pc:sldMkLst>
          <pc:docMk/>
          <pc:sldMk cId="1207787457" sldId="4478"/>
        </pc:sldMkLst>
        <pc:spChg chg="mod">
          <ac:chgData name="Wang, Alan (ahw9f)" userId="S::ahw9f@virginia.edu::4e89eb0f-2a2f-437e-8bbf-c08a3bb1e14c" providerId="AD" clId="Web-{A77BCEED-D052-4975-8EC6-D37F58F2A931}" dt="2022-06-24T15:17:24.116" v="163" actId="20577"/>
          <ac:spMkLst>
            <pc:docMk/>
            <pc:sldMk cId="1207787457" sldId="4478"/>
            <ac:spMk id="5" creationId="{FE2DB7F5-4541-D44D-B361-D2A1BF652AFF}"/>
          </ac:spMkLst>
        </pc:spChg>
      </pc:sldChg>
      <pc:sldChg chg="add del replId">
        <pc:chgData name="Wang, Alan (ahw9f)" userId="S::ahw9f@virginia.edu::4e89eb0f-2a2f-437e-8bbf-c08a3bb1e14c" providerId="AD" clId="Web-{A77BCEED-D052-4975-8EC6-D37F58F2A931}" dt="2022-06-24T15:18:03.648" v="173"/>
        <pc:sldMkLst>
          <pc:docMk/>
          <pc:sldMk cId="1008490593" sldId="4479"/>
        </pc:sldMkLst>
      </pc:sldChg>
      <pc:sldChg chg="modSp add replId modNotes">
        <pc:chgData name="Wang, Alan (ahw9f)" userId="S::ahw9f@virginia.edu::4e89eb0f-2a2f-437e-8bbf-c08a3bb1e14c" providerId="AD" clId="Web-{A77BCEED-D052-4975-8EC6-D37F58F2A931}" dt="2022-06-24T15:19:19.744" v="228"/>
        <pc:sldMkLst>
          <pc:docMk/>
          <pc:sldMk cId="3661988984" sldId="4479"/>
        </pc:sldMkLst>
        <pc:spChg chg="mod">
          <ac:chgData name="Wang, Alan (ahw9f)" userId="S::ahw9f@virginia.edu::4e89eb0f-2a2f-437e-8bbf-c08a3bb1e14c" providerId="AD" clId="Web-{A77BCEED-D052-4975-8EC6-D37F58F2A931}" dt="2022-06-24T15:18:14.727" v="180" actId="20577"/>
          <ac:spMkLst>
            <pc:docMk/>
            <pc:sldMk cId="3661988984" sldId="4479"/>
            <ac:spMk id="5" creationId="{FE2DB7F5-4541-D44D-B361-D2A1BF652AFF}"/>
          </ac:spMkLst>
        </pc:spChg>
      </pc:sldChg>
    </pc:docChg>
  </pc:docChgLst>
  <pc:docChgLst>
    <pc:chgData name="Wang, Alan (ahw9f)" userId="S::ahw9f@virginia.edu::4e89eb0f-2a2f-437e-8bbf-c08a3bb1e14c" providerId="AD" clId="Web-{6501EEA7-7263-4318-A8BB-F78DE2E445E5}"/>
    <pc:docChg chg="addSld delSld modSld">
      <pc:chgData name="Wang, Alan (ahw9f)" userId="S::ahw9f@virginia.edu::4e89eb0f-2a2f-437e-8bbf-c08a3bb1e14c" providerId="AD" clId="Web-{6501EEA7-7263-4318-A8BB-F78DE2E445E5}" dt="2022-06-27T10:37:50.421" v="64"/>
      <pc:docMkLst>
        <pc:docMk/>
      </pc:docMkLst>
      <pc:sldChg chg="modSp">
        <pc:chgData name="Wang, Alan (ahw9f)" userId="S::ahw9f@virginia.edu::4e89eb0f-2a2f-437e-8bbf-c08a3bb1e14c" providerId="AD" clId="Web-{6501EEA7-7263-4318-A8BB-F78DE2E445E5}" dt="2022-06-27T10:35:56.777" v="60" actId="20577"/>
        <pc:sldMkLst>
          <pc:docMk/>
          <pc:sldMk cId="4146045861" sldId="1228"/>
        </pc:sldMkLst>
        <pc:spChg chg="mod">
          <ac:chgData name="Wang, Alan (ahw9f)" userId="S::ahw9f@virginia.edu::4e89eb0f-2a2f-437e-8bbf-c08a3bb1e14c" providerId="AD" clId="Web-{6501EEA7-7263-4318-A8BB-F78DE2E445E5}" dt="2022-06-27T10:35:56.777" v="60" actId="20577"/>
          <ac:spMkLst>
            <pc:docMk/>
            <pc:sldMk cId="4146045861" sldId="1228"/>
            <ac:spMk id="4" creationId="{00000000-0000-0000-0000-000000000000}"/>
          </ac:spMkLst>
        </pc:spChg>
      </pc:sldChg>
      <pc:sldChg chg="modSp modNotes">
        <pc:chgData name="Wang, Alan (ahw9f)" userId="S::ahw9f@virginia.edu::4e89eb0f-2a2f-437e-8bbf-c08a3bb1e14c" providerId="AD" clId="Web-{6501EEA7-7263-4318-A8BB-F78DE2E445E5}" dt="2022-06-27T10:32:17.191" v="56" actId="20577"/>
        <pc:sldMkLst>
          <pc:docMk/>
          <pc:sldMk cId="44825534" sldId="4482"/>
        </pc:sldMkLst>
        <pc:spChg chg="mod">
          <ac:chgData name="Wang, Alan (ahw9f)" userId="S::ahw9f@virginia.edu::4e89eb0f-2a2f-437e-8bbf-c08a3bb1e14c" providerId="AD" clId="Web-{6501EEA7-7263-4318-A8BB-F78DE2E445E5}" dt="2022-06-27T10:32:17.191" v="56" actId="20577"/>
          <ac:spMkLst>
            <pc:docMk/>
            <pc:sldMk cId="44825534" sldId="4482"/>
            <ac:spMk id="4" creationId="{00000000-0000-0000-0000-000000000000}"/>
          </ac:spMkLst>
        </pc:spChg>
      </pc:sldChg>
      <pc:sldChg chg="add del replId">
        <pc:chgData name="Wang, Alan (ahw9f)" userId="S::ahw9f@virginia.edu::4e89eb0f-2a2f-437e-8bbf-c08a3bb1e14c" providerId="AD" clId="Web-{6501EEA7-7263-4318-A8BB-F78DE2E445E5}" dt="2022-06-27T10:37:46.874" v="62"/>
        <pc:sldMkLst>
          <pc:docMk/>
          <pc:sldMk cId="1086020063" sldId="4486"/>
        </pc:sldMkLst>
      </pc:sldChg>
      <pc:sldChg chg="add del replId">
        <pc:chgData name="Wang, Alan (ahw9f)" userId="S::ahw9f@virginia.edu::4e89eb0f-2a2f-437e-8bbf-c08a3bb1e14c" providerId="AD" clId="Web-{6501EEA7-7263-4318-A8BB-F78DE2E445E5}" dt="2022-06-27T10:37:50.421" v="64"/>
        <pc:sldMkLst>
          <pc:docMk/>
          <pc:sldMk cId="2177685488" sldId="4486"/>
        </pc:sldMkLst>
      </pc:sldChg>
    </pc:docChg>
  </pc:docChgLst>
  <pc:docChgLst>
    <pc:chgData name="Wang, Alan (ahw9f)" userId="S::ahw9f@virginia.edu::4e89eb0f-2a2f-437e-8bbf-c08a3bb1e14c" providerId="AD" clId="Web-{29A84D3A-C6A3-482C-96D1-4B225B8D20D7}"/>
    <pc:docChg chg="addSld delSld modSld sldOrd">
      <pc:chgData name="Wang, Alan (ahw9f)" userId="S::ahw9f@virginia.edu::4e89eb0f-2a2f-437e-8bbf-c08a3bb1e14c" providerId="AD" clId="Web-{29A84D3A-C6A3-482C-96D1-4B225B8D20D7}" dt="2022-06-27T01:13:11.985" v="264"/>
      <pc:docMkLst>
        <pc:docMk/>
      </pc:docMkLst>
      <pc:sldChg chg="del">
        <pc:chgData name="Wang, Alan (ahw9f)" userId="S::ahw9f@virginia.edu::4e89eb0f-2a2f-437e-8bbf-c08a3bb1e14c" providerId="AD" clId="Web-{29A84D3A-C6A3-482C-96D1-4B225B8D20D7}" dt="2022-06-27T01:12:50.766" v="250"/>
        <pc:sldMkLst>
          <pc:docMk/>
          <pc:sldMk cId="1934140328" sldId="894"/>
        </pc:sldMkLst>
      </pc:sldChg>
      <pc:sldChg chg="del">
        <pc:chgData name="Wang, Alan (ahw9f)" userId="S::ahw9f@virginia.edu::4e89eb0f-2a2f-437e-8bbf-c08a3bb1e14c" providerId="AD" clId="Web-{29A84D3A-C6A3-482C-96D1-4B225B8D20D7}" dt="2022-06-27T00:06:59.799" v="202"/>
        <pc:sldMkLst>
          <pc:docMk/>
          <pc:sldMk cId="1761906293" sldId="1271"/>
        </pc:sldMkLst>
      </pc:sldChg>
      <pc:sldChg chg="addSp delSp modSp del mod modClrScheme chgLayout">
        <pc:chgData name="Wang, Alan (ahw9f)" userId="S::ahw9f@virginia.edu::4e89eb0f-2a2f-437e-8bbf-c08a3bb1e14c" providerId="AD" clId="Web-{29A84D3A-C6A3-482C-96D1-4B225B8D20D7}" dt="2022-06-27T00:06:40.173" v="197"/>
        <pc:sldMkLst>
          <pc:docMk/>
          <pc:sldMk cId="4162579267" sldId="1278"/>
        </pc:sldMkLst>
        <pc:spChg chg="add del mod ord">
          <ac:chgData name="Wang, Alan (ahw9f)" userId="S::ahw9f@virginia.edu::4e89eb0f-2a2f-437e-8bbf-c08a3bb1e14c" providerId="AD" clId="Web-{29A84D3A-C6A3-482C-96D1-4B225B8D20D7}" dt="2022-06-27T00:06:11.203" v="176"/>
          <ac:spMkLst>
            <pc:docMk/>
            <pc:sldMk cId="4162579267" sldId="1278"/>
            <ac:spMk id="3" creationId="{1794ECF7-8969-1C87-C001-D5685D7E8AE6}"/>
          </ac:spMkLst>
        </pc:spChg>
        <pc:spChg chg="add del mod ord">
          <ac:chgData name="Wang, Alan (ahw9f)" userId="S::ahw9f@virginia.edu::4e89eb0f-2a2f-437e-8bbf-c08a3bb1e14c" providerId="AD" clId="Web-{29A84D3A-C6A3-482C-96D1-4B225B8D20D7}" dt="2022-06-27T00:06:11.203" v="176"/>
          <ac:spMkLst>
            <pc:docMk/>
            <pc:sldMk cId="4162579267" sldId="1278"/>
            <ac:spMk id="4" creationId="{C6C21F7F-2C21-9A6A-3F22-8805A4E6A89F}"/>
          </ac:spMkLst>
        </pc:spChg>
        <pc:spChg chg="add del mod ord">
          <ac:chgData name="Wang, Alan (ahw9f)" userId="S::ahw9f@virginia.edu::4e89eb0f-2a2f-437e-8bbf-c08a3bb1e14c" providerId="AD" clId="Web-{29A84D3A-C6A3-482C-96D1-4B225B8D20D7}" dt="2022-06-27T00:06:11.203" v="176"/>
          <ac:spMkLst>
            <pc:docMk/>
            <pc:sldMk cId="4162579267" sldId="1278"/>
            <ac:spMk id="6" creationId="{A527429D-EBB2-25ED-D63E-D3982E5312B9}"/>
          </ac:spMkLst>
        </pc:spChg>
        <pc:picChg chg="add mod">
          <ac:chgData name="Wang, Alan (ahw9f)" userId="S::ahw9f@virginia.edu::4e89eb0f-2a2f-437e-8bbf-c08a3bb1e14c" providerId="AD" clId="Web-{29A84D3A-C6A3-482C-96D1-4B225B8D20D7}" dt="2022-06-26T23:29:13.321" v="24"/>
          <ac:picMkLst>
            <pc:docMk/>
            <pc:sldMk cId="4162579267" sldId="1278"/>
            <ac:picMk id="2" creationId="{2E41B91A-7D5A-C77C-ED81-FBCF6ABCCE65}"/>
          </ac:picMkLst>
        </pc:picChg>
      </pc:sldChg>
      <pc:sldChg chg="del">
        <pc:chgData name="Wang, Alan (ahw9f)" userId="S::ahw9f@virginia.edu::4e89eb0f-2a2f-437e-8bbf-c08a3bb1e14c" providerId="AD" clId="Web-{29A84D3A-C6A3-482C-96D1-4B225B8D20D7}" dt="2022-06-27T00:35:41.150" v="248"/>
        <pc:sldMkLst>
          <pc:docMk/>
          <pc:sldMk cId="4196666819" sldId="4474"/>
        </pc:sldMkLst>
      </pc:sldChg>
      <pc:sldChg chg="del">
        <pc:chgData name="Wang, Alan (ahw9f)" userId="S::ahw9f@virginia.edu::4e89eb0f-2a2f-437e-8bbf-c08a3bb1e14c" providerId="AD" clId="Web-{29A84D3A-C6A3-482C-96D1-4B225B8D20D7}" dt="2022-06-27T00:35:53.259" v="249"/>
        <pc:sldMkLst>
          <pc:docMk/>
          <pc:sldMk cId="912986683" sldId="4476"/>
        </pc:sldMkLst>
      </pc:sldChg>
      <pc:sldChg chg="addSp delSp modSp">
        <pc:chgData name="Wang, Alan (ahw9f)" userId="S::ahw9f@virginia.edu::4e89eb0f-2a2f-437e-8bbf-c08a3bb1e14c" providerId="AD" clId="Web-{29A84D3A-C6A3-482C-96D1-4B225B8D20D7}" dt="2022-06-26T23:33:23.457" v="27" actId="1076"/>
        <pc:sldMkLst>
          <pc:docMk/>
          <pc:sldMk cId="1796937350" sldId="4480"/>
        </pc:sldMkLst>
        <pc:spChg chg="mod">
          <ac:chgData name="Wang, Alan (ahw9f)" userId="S::ahw9f@virginia.edu::4e89eb0f-2a2f-437e-8bbf-c08a3bb1e14c" providerId="AD" clId="Web-{29A84D3A-C6A3-482C-96D1-4B225B8D20D7}" dt="2022-06-26T23:28:51.382" v="22" actId="20577"/>
          <ac:spMkLst>
            <pc:docMk/>
            <pc:sldMk cId="1796937350" sldId="4480"/>
            <ac:spMk id="4" creationId="{00000000-0000-0000-0000-000000000000}"/>
          </ac:spMkLst>
        </pc:spChg>
        <pc:picChg chg="mod">
          <ac:chgData name="Wang, Alan (ahw9f)" userId="S::ahw9f@virginia.edu::4e89eb0f-2a2f-437e-8bbf-c08a3bb1e14c" providerId="AD" clId="Web-{29A84D3A-C6A3-482C-96D1-4B225B8D20D7}" dt="2022-06-26T23:33:23.457" v="27" actId="1076"/>
          <ac:picMkLst>
            <pc:docMk/>
            <pc:sldMk cId="1796937350" sldId="4480"/>
            <ac:picMk id="3" creationId="{56EAD9EE-9A9A-8BB4-DDDF-27BE32F67A55}"/>
          </ac:picMkLst>
        </pc:picChg>
        <pc:picChg chg="add del mod">
          <ac:chgData name="Wang, Alan (ahw9f)" userId="S::ahw9f@virginia.edu::4e89eb0f-2a2f-437e-8bbf-c08a3bb1e14c" providerId="AD" clId="Web-{29A84D3A-C6A3-482C-96D1-4B225B8D20D7}" dt="2022-06-26T23:29:08.743" v="23"/>
          <ac:picMkLst>
            <pc:docMk/>
            <pc:sldMk cId="1796937350" sldId="4480"/>
            <ac:picMk id="5" creationId="{1394F449-0832-187B-A0FE-488F7EDCF0C9}"/>
          </ac:picMkLst>
        </pc:picChg>
      </pc:sldChg>
      <pc:sldChg chg="addSp modSp">
        <pc:chgData name="Wang, Alan (ahw9f)" userId="S::ahw9f@virginia.edu::4e89eb0f-2a2f-437e-8bbf-c08a3bb1e14c" providerId="AD" clId="Web-{29A84D3A-C6A3-482C-96D1-4B225B8D20D7}" dt="2022-06-27T00:09:12.133" v="215" actId="20577"/>
        <pc:sldMkLst>
          <pc:docMk/>
          <pc:sldMk cId="2440498536" sldId="4481"/>
        </pc:sldMkLst>
        <pc:spChg chg="mod">
          <ac:chgData name="Wang, Alan (ahw9f)" userId="S::ahw9f@virginia.edu::4e89eb0f-2a2f-437e-8bbf-c08a3bb1e14c" providerId="AD" clId="Web-{29A84D3A-C6A3-482C-96D1-4B225B8D20D7}" dt="2022-06-26T23:32:19.282" v="25" actId="20577"/>
          <ac:spMkLst>
            <pc:docMk/>
            <pc:sldMk cId="2440498536" sldId="4481"/>
            <ac:spMk id="4" creationId="{00000000-0000-0000-0000-000000000000}"/>
          </ac:spMkLst>
        </pc:spChg>
        <pc:spChg chg="add mod">
          <ac:chgData name="Wang, Alan (ahw9f)" userId="S::ahw9f@virginia.edu::4e89eb0f-2a2f-437e-8bbf-c08a3bb1e14c" providerId="AD" clId="Web-{29A84D3A-C6A3-482C-96D1-4B225B8D20D7}" dt="2022-06-27T00:09:09.586" v="214" actId="20577"/>
          <ac:spMkLst>
            <pc:docMk/>
            <pc:sldMk cId="2440498536" sldId="4481"/>
            <ac:spMk id="6" creationId="{36702E86-D664-748B-D0A8-1F6959ED4F66}"/>
          </ac:spMkLst>
        </pc:spChg>
        <pc:spChg chg="add mod">
          <ac:chgData name="Wang, Alan (ahw9f)" userId="S::ahw9f@virginia.edu::4e89eb0f-2a2f-437e-8bbf-c08a3bb1e14c" providerId="AD" clId="Web-{29A84D3A-C6A3-482C-96D1-4B225B8D20D7}" dt="2022-06-27T00:09:12.133" v="215" actId="20577"/>
          <ac:spMkLst>
            <pc:docMk/>
            <pc:sldMk cId="2440498536" sldId="4481"/>
            <ac:spMk id="7" creationId="{A70F6B9B-D548-951B-CD87-C7FD8560A565}"/>
          </ac:spMkLst>
        </pc:spChg>
        <pc:picChg chg="add mod">
          <ac:chgData name="Wang, Alan (ahw9f)" userId="S::ahw9f@virginia.edu::4e89eb0f-2a2f-437e-8bbf-c08a3bb1e14c" providerId="AD" clId="Web-{29A84D3A-C6A3-482C-96D1-4B225B8D20D7}" dt="2022-06-26T23:26:47.018" v="3" actId="1076"/>
          <ac:picMkLst>
            <pc:docMk/>
            <pc:sldMk cId="2440498536" sldId="4481"/>
            <ac:picMk id="3" creationId="{6CA253CC-7D8A-E301-6341-D86CF5B45C69}"/>
          </ac:picMkLst>
        </pc:picChg>
        <pc:picChg chg="add mod">
          <ac:chgData name="Wang, Alan (ahw9f)" userId="S::ahw9f@virginia.edu::4e89eb0f-2a2f-437e-8bbf-c08a3bb1e14c" providerId="AD" clId="Web-{29A84D3A-C6A3-482C-96D1-4B225B8D20D7}" dt="2022-06-26T23:39:31.566" v="51" actId="1076"/>
          <ac:picMkLst>
            <pc:docMk/>
            <pc:sldMk cId="2440498536" sldId="4481"/>
            <ac:picMk id="5" creationId="{AAC696A7-62FE-C8F1-CE6A-9EBF907407EE}"/>
          </ac:picMkLst>
        </pc:picChg>
      </pc:sldChg>
      <pc:sldChg chg="modSp">
        <pc:chgData name="Wang, Alan (ahw9f)" userId="S::ahw9f@virginia.edu::4e89eb0f-2a2f-437e-8bbf-c08a3bb1e14c" providerId="AD" clId="Web-{29A84D3A-C6A3-482C-96D1-4B225B8D20D7}" dt="2022-06-27T00:05:54.375" v="174" actId="20577"/>
        <pc:sldMkLst>
          <pc:docMk/>
          <pc:sldMk cId="44825534" sldId="4482"/>
        </pc:sldMkLst>
        <pc:spChg chg="mod">
          <ac:chgData name="Wang, Alan (ahw9f)" userId="S::ahw9f@virginia.edu::4e89eb0f-2a2f-437e-8bbf-c08a3bb1e14c" providerId="AD" clId="Web-{29A84D3A-C6A3-482C-96D1-4B225B8D20D7}" dt="2022-06-27T00:05:54.375" v="174" actId="20577"/>
          <ac:spMkLst>
            <pc:docMk/>
            <pc:sldMk cId="44825534" sldId="4482"/>
            <ac:spMk id="4" creationId="{00000000-0000-0000-0000-000000000000}"/>
          </ac:spMkLst>
        </pc:spChg>
      </pc:sldChg>
      <pc:sldChg chg="addSp modSp">
        <pc:chgData name="Wang, Alan (ahw9f)" userId="S::ahw9f@virginia.edu::4e89eb0f-2a2f-437e-8bbf-c08a3bb1e14c" providerId="AD" clId="Web-{29A84D3A-C6A3-482C-96D1-4B225B8D20D7}" dt="2022-06-27T00:09:29.931" v="241" actId="20577"/>
        <pc:sldMkLst>
          <pc:docMk/>
          <pc:sldMk cId="1630401657" sldId="4483"/>
        </pc:sldMkLst>
        <pc:spChg chg="mod">
          <ac:chgData name="Wang, Alan (ahw9f)" userId="S::ahw9f@virginia.edu::4e89eb0f-2a2f-437e-8bbf-c08a3bb1e14c" providerId="AD" clId="Web-{29A84D3A-C6A3-482C-96D1-4B225B8D20D7}" dt="2022-06-27T00:09:29.931" v="241" actId="20577"/>
          <ac:spMkLst>
            <pc:docMk/>
            <pc:sldMk cId="1630401657" sldId="4483"/>
            <ac:spMk id="4" creationId="{00000000-0000-0000-0000-000000000000}"/>
          </ac:spMkLst>
        </pc:spChg>
        <pc:picChg chg="add mod">
          <ac:chgData name="Wang, Alan (ahw9f)" userId="S::ahw9f@virginia.edu::4e89eb0f-2a2f-437e-8bbf-c08a3bb1e14c" providerId="AD" clId="Web-{29A84D3A-C6A3-482C-96D1-4B225B8D20D7}" dt="2022-06-27T00:04:55.216" v="163" actId="1076"/>
          <ac:picMkLst>
            <pc:docMk/>
            <pc:sldMk cId="1630401657" sldId="4483"/>
            <ac:picMk id="3" creationId="{839507FD-8ADA-6544-3856-D2BB572B7826}"/>
          </ac:picMkLst>
        </pc:picChg>
      </pc:sldChg>
      <pc:sldChg chg="addSp delSp modSp add ord replId">
        <pc:chgData name="Wang, Alan (ahw9f)" userId="S::ahw9f@virginia.edu::4e89eb0f-2a2f-437e-8bbf-c08a3bb1e14c" providerId="AD" clId="Web-{29A84D3A-C6A3-482C-96D1-4B225B8D20D7}" dt="2022-06-27T00:06:47.205" v="200" actId="1076"/>
        <pc:sldMkLst>
          <pc:docMk/>
          <pc:sldMk cId="135970974" sldId="4484"/>
        </pc:sldMkLst>
        <pc:spChg chg="mod">
          <ac:chgData name="Wang, Alan (ahw9f)" userId="S::ahw9f@virginia.edu::4e89eb0f-2a2f-437e-8bbf-c08a3bb1e14c" providerId="AD" clId="Web-{29A84D3A-C6A3-482C-96D1-4B225B8D20D7}" dt="2022-06-27T00:06:37.048" v="196" actId="20577"/>
          <ac:spMkLst>
            <pc:docMk/>
            <pc:sldMk cId="135970974" sldId="4484"/>
            <ac:spMk id="2" creationId="{8072405D-7F31-E866-90D0-989C436E3F47}"/>
          </ac:spMkLst>
        </pc:spChg>
        <pc:picChg chg="del">
          <ac:chgData name="Wang, Alan (ahw9f)" userId="S::ahw9f@virginia.edu::4e89eb0f-2a2f-437e-8bbf-c08a3bb1e14c" providerId="AD" clId="Web-{29A84D3A-C6A3-482C-96D1-4B225B8D20D7}" dt="2022-06-27T00:06:42.439" v="198"/>
          <ac:picMkLst>
            <pc:docMk/>
            <pc:sldMk cId="135970974" sldId="4484"/>
            <ac:picMk id="3" creationId="{56EAD9EE-9A9A-8BB4-DDDF-27BE32F67A55}"/>
          </ac:picMkLst>
        </pc:picChg>
        <pc:picChg chg="add mod">
          <ac:chgData name="Wang, Alan (ahw9f)" userId="S::ahw9f@virginia.edu::4e89eb0f-2a2f-437e-8bbf-c08a3bb1e14c" providerId="AD" clId="Web-{29A84D3A-C6A3-482C-96D1-4B225B8D20D7}" dt="2022-06-27T00:06:47.205" v="200" actId="1076"/>
          <ac:picMkLst>
            <pc:docMk/>
            <pc:sldMk cId="135970974" sldId="4484"/>
            <ac:picMk id="5" creationId="{3BFE1791-3C16-CE13-7C12-4B6204D7778A}"/>
          </ac:picMkLst>
        </pc:picChg>
      </pc:sldChg>
      <pc:sldChg chg="addSp delSp modSp new del">
        <pc:chgData name="Wang, Alan (ahw9f)" userId="S::ahw9f@virginia.edu::4e89eb0f-2a2f-437e-8bbf-c08a3bb1e14c" providerId="AD" clId="Web-{29A84D3A-C6A3-482C-96D1-4B225B8D20D7}" dt="2022-06-26T23:39:19.503" v="47"/>
        <pc:sldMkLst>
          <pc:docMk/>
          <pc:sldMk cId="3257832257" sldId="4484"/>
        </pc:sldMkLst>
        <pc:spChg chg="del">
          <ac:chgData name="Wang, Alan (ahw9f)" userId="S::ahw9f@virginia.edu::4e89eb0f-2a2f-437e-8bbf-c08a3bb1e14c" providerId="AD" clId="Web-{29A84D3A-C6A3-482C-96D1-4B225B8D20D7}" dt="2022-06-26T23:35:22.790" v="30"/>
          <ac:spMkLst>
            <pc:docMk/>
            <pc:sldMk cId="3257832257" sldId="4484"/>
            <ac:spMk id="2" creationId="{E8F8240E-0FE7-550F-A483-4761777AFB01}"/>
          </ac:spMkLst>
        </pc:spChg>
        <pc:spChg chg="del">
          <ac:chgData name="Wang, Alan (ahw9f)" userId="S::ahw9f@virginia.edu::4e89eb0f-2a2f-437e-8bbf-c08a3bb1e14c" providerId="AD" clId="Web-{29A84D3A-C6A3-482C-96D1-4B225B8D20D7}" dt="2022-06-26T23:35:23.868" v="31"/>
          <ac:spMkLst>
            <pc:docMk/>
            <pc:sldMk cId="3257832257" sldId="4484"/>
            <ac:spMk id="3" creationId="{E05537FC-CBA4-B7DB-669D-3C2ACE6A5321}"/>
          </ac:spMkLst>
        </pc:spChg>
        <pc:spChg chg="del">
          <ac:chgData name="Wang, Alan (ahw9f)" userId="S::ahw9f@virginia.edu::4e89eb0f-2a2f-437e-8bbf-c08a3bb1e14c" providerId="AD" clId="Web-{29A84D3A-C6A3-482C-96D1-4B225B8D20D7}" dt="2022-06-26T23:35:20.790" v="29"/>
          <ac:spMkLst>
            <pc:docMk/>
            <pc:sldMk cId="3257832257" sldId="4484"/>
            <ac:spMk id="4" creationId="{7662F937-B581-8A47-E048-CFE8D3E3AE90}"/>
          </ac:spMkLst>
        </pc:spChg>
        <pc:picChg chg="add del mod">
          <ac:chgData name="Wang, Alan (ahw9f)" userId="S::ahw9f@virginia.edu::4e89eb0f-2a2f-437e-8bbf-c08a3bb1e14c" providerId="AD" clId="Web-{29A84D3A-C6A3-482C-96D1-4B225B8D20D7}" dt="2022-06-26T23:35:27.899" v="33"/>
          <ac:picMkLst>
            <pc:docMk/>
            <pc:sldMk cId="3257832257" sldId="4484"/>
            <ac:picMk id="5" creationId="{A007196D-437E-D118-B378-BBFB0885DFEC}"/>
          </ac:picMkLst>
        </pc:picChg>
        <pc:picChg chg="add del mod">
          <ac:chgData name="Wang, Alan (ahw9f)" userId="S::ahw9f@virginia.edu::4e89eb0f-2a2f-437e-8bbf-c08a3bb1e14c" providerId="AD" clId="Web-{29A84D3A-C6A3-482C-96D1-4B225B8D20D7}" dt="2022-06-26T23:38:46.533" v="40"/>
          <ac:picMkLst>
            <pc:docMk/>
            <pc:sldMk cId="3257832257" sldId="4484"/>
            <ac:picMk id="6" creationId="{7BA6F7AD-BA7A-3D24-6C2D-4F7A782E797B}"/>
          </ac:picMkLst>
        </pc:picChg>
        <pc:picChg chg="add del mod">
          <ac:chgData name="Wang, Alan (ahw9f)" userId="S::ahw9f@virginia.edu::4e89eb0f-2a2f-437e-8bbf-c08a3bb1e14c" providerId="AD" clId="Web-{29A84D3A-C6A3-482C-96D1-4B225B8D20D7}" dt="2022-06-26T23:39:17.878" v="46"/>
          <ac:picMkLst>
            <pc:docMk/>
            <pc:sldMk cId="3257832257" sldId="4484"/>
            <ac:picMk id="7" creationId="{8EADC689-9193-DCB7-C384-3ACD6BC45F99}"/>
          </ac:picMkLst>
        </pc:picChg>
      </pc:sldChg>
      <pc:sldChg chg="addSp delSp modSp add replId">
        <pc:chgData name="Wang, Alan (ahw9f)" userId="S::ahw9f@virginia.edu::4e89eb0f-2a2f-437e-8bbf-c08a3bb1e14c" providerId="AD" clId="Web-{29A84D3A-C6A3-482C-96D1-4B225B8D20D7}" dt="2022-06-27T00:19:25.583" v="247"/>
        <pc:sldMkLst>
          <pc:docMk/>
          <pc:sldMk cId="4128265631" sldId="4485"/>
        </pc:sldMkLst>
        <pc:spChg chg="mod">
          <ac:chgData name="Wang, Alan (ahw9f)" userId="S::ahw9f@virginia.edu::4e89eb0f-2a2f-437e-8bbf-c08a3bb1e14c" providerId="AD" clId="Web-{29A84D3A-C6A3-482C-96D1-4B225B8D20D7}" dt="2022-06-27T00:07:06.643" v="213" actId="20577"/>
          <ac:spMkLst>
            <pc:docMk/>
            <pc:sldMk cId="4128265631" sldId="4485"/>
            <ac:spMk id="2" creationId="{8072405D-7F31-E866-90D0-989C436E3F47}"/>
          </ac:spMkLst>
        </pc:spChg>
        <pc:spChg chg="del">
          <ac:chgData name="Wang, Alan (ahw9f)" userId="S::ahw9f@virginia.edu::4e89eb0f-2a2f-437e-8bbf-c08a3bb1e14c" providerId="AD" clId="Web-{29A84D3A-C6A3-482C-96D1-4B225B8D20D7}" dt="2022-06-27T00:07:02.487" v="203"/>
          <ac:spMkLst>
            <pc:docMk/>
            <pc:sldMk cId="4128265631" sldId="4485"/>
            <ac:spMk id="4" creationId="{00000000-0000-0000-0000-000000000000}"/>
          </ac:spMkLst>
        </pc:spChg>
        <pc:spChg chg="add del mod">
          <ac:chgData name="Wang, Alan (ahw9f)" userId="S::ahw9f@virginia.edu::4e89eb0f-2a2f-437e-8bbf-c08a3bb1e14c" providerId="AD" clId="Web-{29A84D3A-C6A3-482C-96D1-4B225B8D20D7}" dt="2022-06-27T00:09:59.354" v="242"/>
          <ac:spMkLst>
            <pc:docMk/>
            <pc:sldMk cId="4128265631" sldId="4485"/>
            <ac:spMk id="5" creationId="{A7865E45-C2ED-632D-C94D-3F0468CA87C8}"/>
          </ac:spMkLst>
        </pc:spChg>
        <pc:picChg chg="add mod ord">
          <ac:chgData name="Wang, Alan (ahw9f)" userId="S::ahw9f@virginia.edu::4e89eb0f-2a2f-437e-8bbf-c08a3bb1e14c" providerId="AD" clId="Web-{29A84D3A-C6A3-482C-96D1-4B225B8D20D7}" dt="2022-06-27T00:19:25.583" v="247"/>
          <ac:picMkLst>
            <pc:docMk/>
            <pc:sldMk cId="4128265631" sldId="4485"/>
            <ac:picMk id="6" creationId="{BA497979-4B46-D86B-696C-8877D0320D9E}"/>
          </ac:picMkLst>
        </pc:picChg>
      </pc:sldChg>
      <pc:sldChg chg="addSp modSp new del mod modClrScheme chgLayout">
        <pc:chgData name="Wang, Alan (ahw9f)" userId="S::ahw9f@virginia.edu::4e89eb0f-2a2f-437e-8bbf-c08a3bb1e14c" providerId="AD" clId="Web-{29A84D3A-C6A3-482C-96D1-4B225B8D20D7}" dt="2022-06-27T01:13:11.985" v="264"/>
        <pc:sldMkLst>
          <pc:docMk/>
          <pc:sldMk cId="1841104905" sldId="4486"/>
        </pc:sldMkLst>
        <pc:spChg chg="add mod">
          <ac:chgData name="Wang, Alan (ahw9f)" userId="S::ahw9f@virginia.edu::4e89eb0f-2a2f-437e-8bbf-c08a3bb1e14c" providerId="AD" clId="Web-{29A84D3A-C6A3-482C-96D1-4B225B8D20D7}" dt="2022-06-27T01:13:06.219" v="263" actId="20577"/>
          <ac:spMkLst>
            <pc:docMk/>
            <pc:sldMk cId="1841104905" sldId="4486"/>
            <ac:spMk id="2" creationId="{CA747F01-0EBC-3F6B-DE5D-E6687487203B}"/>
          </ac:spMkLst>
        </pc:spChg>
      </pc:sldChg>
    </pc:docChg>
  </pc:docChgLst>
  <pc:docChgLst>
    <pc:chgData name="Wang, Alan (ahw9f)" userId="S::ahw9f@virginia.edu::4e89eb0f-2a2f-437e-8bbf-c08a3bb1e14c" providerId="AD" clId="Web-{DB5E85F2-4065-4EB3-A32E-781ACBE01212}"/>
    <pc:docChg chg="modSld">
      <pc:chgData name="Wang, Alan (ahw9f)" userId="S::ahw9f@virginia.edu::4e89eb0f-2a2f-437e-8bbf-c08a3bb1e14c" providerId="AD" clId="Web-{DB5E85F2-4065-4EB3-A32E-781ACBE01212}" dt="2022-06-27T12:18:54.282" v="25" actId="20577"/>
      <pc:docMkLst>
        <pc:docMk/>
      </pc:docMkLst>
      <pc:sldChg chg="modSp">
        <pc:chgData name="Wang, Alan (ahw9f)" userId="S::ahw9f@virginia.edu::4e89eb0f-2a2f-437e-8bbf-c08a3bb1e14c" providerId="AD" clId="Web-{DB5E85F2-4065-4EB3-A32E-781ACBE01212}" dt="2022-06-27T12:18:54.282" v="25" actId="20577"/>
        <pc:sldMkLst>
          <pc:docMk/>
          <pc:sldMk cId="3413707014" sldId="4473"/>
        </pc:sldMkLst>
        <pc:spChg chg="mod">
          <ac:chgData name="Wang, Alan (ahw9f)" userId="S::ahw9f@virginia.edu::4e89eb0f-2a2f-437e-8bbf-c08a3bb1e14c" providerId="AD" clId="Web-{DB5E85F2-4065-4EB3-A32E-781ACBE01212}" dt="2022-06-27T12:18:54.282" v="25" actId="20577"/>
          <ac:spMkLst>
            <pc:docMk/>
            <pc:sldMk cId="3413707014" sldId="4473"/>
            <ac:spMk id="5" creationId="{4C9BF0B2-B67E-89BC-BE7A-C2D39FA840A6}"/>
          </ac:spMkLst>
        </pc:spChg>
      </pc:sldChg>
    </pc:docChg>
  </pc:docChgLst>
  <pc:docChgLst>
    <pc:chgData name="Zhou, Steve (wz8ry)" userId="7853b720-87d2-447e-8671-07dd752ff384" providerId="ADAL" clId="{9E0F1916-7137-42E0-BC0F-FD3B36C0D0CA}"/>
    <pc:docChg chg="undo redo custSel modSld delMainMaster">
      <pc:chgData name="Zhou, Steve (wz8ry)" userId="7853b720-87d2-447e-8671-07dd752ff384" providerId="ADAL" clId="{9E0F1916-7137-42E0-BC0F-FD3B36C0D0CA}" dt="2022-06-27T13:25:55.551" v="269" actId="14100"/>
      <pc:docMkLst>
        <pc:docMk/>
      </pc:docMkLst>
      <pc:sldChg chg="addSp delSp modSp mod">
        <pc:chgData name="Zhou, Steve (wz8ry)" userId="7853b720-87d2-447e-8671-07dd752ff384" providerId="ADAL" clId="{9E0F1916-7137-42E0-BC0F-FD3B36C0D0CA}" dt="2022-06-27T13:25:55.551" v="269" actId="14100"/>
        <pc:sldMkLst>
          <pc:docMk/>
          <pc:sldMk cId="4103992584" sldId="4475"/>
        </pc:sldMkLst>
        <pc:spChg chg="mod">
          <ac:chgData name="Zhou, Steve (wz8ry)" userId="7853b720-87d2-447e-8671-07dd752ff384" providerId="ADAL" clId="{9E0F1916-7137-42E0-BC0F-FD3B36C0D0CA}" dt="2022-06-27T13:25:28.555" v="265" actId="1076"/>
          <ac:spMkLst>
            <pc:docMk/>
            <pc:sldMk cId="4103992584" sldId="4475"/>
            <ac:spMk id="5" creationId="{FE2DB7F5-4541-D44D-B361-D2A1BF652AFF}"/>
          </ac:spMkLst>
        </pc:spChg>
        <pc:spChg chg="add del">
          <ac:chgData name="Zhou, Steve (wz8ry)" userId="7853b720-87d2-447e-8671-07dd752ff384" providerId="ADAL" clId="{9E0F1916-7137-42E0-BC0F-FD3B36C0D0CA}" dt="2022-06-27T13:03:28.359" v="241" actId="22"/>
          <ac:spMkLst>
            <pc:docMk/>
            <pc:sldMk cId="4103992584" sldId="4475"/>
            <ac:spMk id="8" creationId="{51EB10F8-4AB1-5112-2BA7-97DF2C9B43AF}"/>
          </ac:spMkLst>
        </pc:spChg>
        <pc:picChg chg="mod">
          <ac:chgData name="Zhou, Steve (wz8ry)" userId="7853b720-87d2-447e-8671-07dd752ff384" providerId="ADAL" clId="{9E0F1916-7137-42E0-BC0F-FD3B36C0D0CA}" dt="2022-06-27T13:25:55.551" v="269" actId="14100"/>
          <ac:picMkLst>
            <pc:docMk/>
            <pc:sldMk cId="4103992584" sldId="4475"/>
            <ac:picMk id="6" creationId="{A91E9C6C-C2D9-3101-096B-A7296B143E0B}"/>
          </ac:picMkLst>
        </pc:picChg>
      </pc:sldChg>
      <pc:sldMasterChg chg="del delSldLayout">
        <pc:chgData name="Zhou, Steve (wz8ry)" userId="7853b720-87d2-447e-8671-07dd752ff384" providerId="ADAL" clId="{9E0F1916-7137-42E0-BC0F-FD3B36C0D0CA}" dt="2022-06-27T12:15:47.347" v="45" actId="2696"/>
        <pc:sldMasterMkLst>
          <pc:docMk/>
          <pc:sldMasterMk cId="908253310" sldId="2147483650"/>
        </pc:sldMasterMkLst>
        <pc:sldLayoutChg chg="del">
          <pc:chgData name="Zhou, Steve (wz8ry)" userId="7853b720-87d2-447e-8671-07dd752ff384" providerId="ADAL" clId="{9E0F1916-7137-42E0-BC0F-FD3B36C0D0CA}" dt="2022-06-27T12:15:47.331" v="44" actId="2696"/>
          <pc:sldLayoutMkLst>
            <pc:docMk/>
            <pc:sldMasterMk cId="908253310" sldId="2147483650"/>
            <pc:sldLayoutMk cId="699618294" sldId="2147483651"/>
          </pc:sldLayoutMkLst>
        </pc:sldLayoutChg>
      </pc:sldMasterChg>
      <pc:sldMasterChg chg="del delSldLayout">
        <pc:chgData name="Zhou, Steve (wz8ry)" userId="7853b720-87d2-447e-8671-07dd752ff384" providerId="ADAL" clId="{9E0F1916-7137-42E0-BC0F-FD3B36C0D0CA}" dt="2022-06-27T12:15:47.487" v="109" actId="2696"/>
        <pc:sldMasterMkLst>
          <pc:docMk/>
          <pc:sldMasterMk cId="1300046155" sldId="2147483656"/>
        </pc:sldMasterMkLst>
        <pc:sldLayoutChg chg="del">
          <pc:chgData name="Zhou, Steve (wz8ry)" userId="7853b720-87d2-447e-8671-07dd752ff384" providerId="ADAL" clId="{9E0F1916-7137-42E0-BC0F-FD3B36C0D0CA}" dt="2022-06-27T12:15:47.487" v="108" actId="2696"/>
          <pc:sldLayoutMkLst>
            <pc:docMk/>
            <pc:sldMasterMk cId="1300046155" sldId="2147483656"/>
            <pc:sldLayoutMk cId="1377102507" sldId="2147483657"/>
          </pc:sldLayoutMkLst>
        </pc:sldLayoutChg>
      </pc:sldMasterChg>
      <pc:sldMasterChg chg="del delSldLayout">
        <pc:chgData name="Zhou, Steve (wz8ry)" userId="7853b720-87d2-447e-8671-07dd752ff384" providerId="ADAL" clId="{9E0F1916-7137-42E0-BC0F-FD3B36C0D0CA}" dt="2022-06-27T12:15:47.487" v="111" actId="2696"/>
        <pc:sldMasterMkLst>
          <pc:docMk/>
          <pc:sldMasterMk cId="1326415748" sldId="2147483658"/>
        </pc:sldMasterMkLst>
        <pc:sldLayoutChg chg="del">
          <pc:chgData name="Zhou, Steve (wz8ry)" userId="7853b720-87d2-447e-8671-07dd752ff384" providerId="ADAL" clId="{9E0F1916-7137-42E0-BC0F-FD3B36C0D0CA}" dt="2022-06-27T12:15:47.487" v="110" actId="2696"/>
          <pc:sldLayoutMkLst>
            <pc:docMk/>
            <pc:sldMasterMk cId="1326415748" sldId="2147483658"/>
            <pc:sldLayoutMk cId="41737129" sldId="2147483659"/>
          </pc:sldLayoutMkLst>
        </pc:sldLayoutChg>
      </pc:sldMasterChg>
      <pc:sldMasterChg chg="del delSldLayout">
        <pc:chgData name="Zhou, Steve (wz8ry)" userId="7853b720-87d2-447e-8671-07dd752ff384" providerId="ADAL" clId="{9E0F1916-7137-42E0-BC0F-FD3B36C0D0CA}" dt="2022-06-27T12:15:47.487" v="114" actId="2696"/>
        <pc:sldMasterMkLst>
          <pc:docMk/>
          <pc:sldMasterMk cId="973206505" sldId="2147483660"/>
        </pc:sldMasterMkLst>
        <pc:sldLayoutChg chg="del">
          <pc:chgData name="Zhou, Steve (wz8ry)" userId="7853b720-87d2-447e-8671-07dd752ff384" providerId="ADAL" clId="{9E0F1916-7137-42E0-BC0F-FD3B36C0D0CA}" dt="2022-06-27T12:15:47.487" v="112" actId="2696"/>
          <pc:sldLayoutMkLst>
            <pc:docMk/>
            <pc:sldMasterMk cId="973206505" sldId="2147483660"/>
            <pc:sldLayoutMk cId="1446273983" sldId="2147483661"/>
          </pc:sldLayoutMkLst>
        </pc:sldLayoutChg>
        <pc:sldLayoutChg chg="del">
          <pc:chgData name="Zhou, Steve (wz8ry)" userId="7853b720-87d2-447e-8671-07dd752ff384" providerId="ADAL" clId="{9E0F1916-7137-42E0-BC0F-FD3B36C0D0CA}" dt="2022-06-27T12:15:47.487" v="113" actId="2696"/>
          <pc:sldLayoutMkLst>
            <pc:docMk/>
            <pc:sldMasterMk cId="973206505" sldId="2147483660"/>
            <pc:sldLayoutMk cId="4062832073" sldId="2147483852"/>
          </pc:sldLayoutMkLst>
        </pc:sldLayoutChg>
      </pc:sldMasterChg>
      <pc:sldMasterChg chg="del delSldLayout">
        <pc:chgData name="Zhou, Steve (wz8ry)" userId="7853b720-87d2-447e-8671-07dd752ff384" providerId="ADAL" clId="{9E0F1916-7137-42E0-BC0F-FD3B36C0D0CA}" dt="2022-06-27T12:15:47.503" v="116" actId="2696"/>
        <pc:sldMasterMkLst>
          <pc:docMk/>
          <pc:sldMasterMk cId="1577200052" sldId="2147483662"/>
        </pc:sldMasterMkLst>
        <pc:sldLayoutChg chg="del">
          <pc:chgData name="Zhou, Steve (wz8ry)" userId="7853b720-87d2-447e-8671-07dd752ff384" providerId="ADAL" clId="{9E0F1916-7137-42E0-BC0F-FD3B36C0D0CA}" dt="2022-06-27T12:15:47.487" v="115" actId="2696"/>
          <pc:sldLayoutMkLst>
            <pc:docMk/>
            <pc:sldMasterMk cId="1577200052" sldId="2147483662"/>
            <pc:sldLayoutMk cId="1610619043" sldId="2147483663"/>
          </pc:sldLayoutMkLst>
        </pc:sldLayoutChg>
      </pc:sldMasterChg>
      <pc:sldMasterChg chg="del delSldLayout">
        <pc:chgData name="Zhou, Steve (wz8ry)" userId="7853b720-87d2-447e-8671-07dd752ff384" providerId="ADAL" clId="{9E0F1916-7137-42E0-BC0F-FD3B36C0D0CA}" dt="2022-06-27T12:15:47.523" v="130" actId="2696"/>
        <pc:sldMasterMkLst>
          <pc:docMk/>
          <pc:sldMasterMk cId="1487191295" sldId="2147483664"/>
        </pc:sldMasterMkLst>
        <pc:sldLayoutChg chg="del">
          <pc:chgData name="Zhou, Steve (wz8ry)" userId="7853b720-87d2-447e-8671-07dd752ff384" providerId="ADAL" clId="{9E0F1916-7137-42E0-BC0F-FD3B36C0D0CA}" dt="2022-06-27T12:15:47.519" v="129" actId="2696"/>
          <pc:sldLayoutMkLst>
            <pc:docMk/>
            <pc:sldMasterMk cId="1487191295" sldId="2147483664"/>
            <pc:sldLayoutMk cId="661927632" sldId="2147483665"/>
          </pc:sldLayoutMkLst>
        </pc:sldLayoutChg>
      </pc:sldMasterChg>
      <pc:sldMasterChg chg="del delSldLayout">
        <pc:chgData name="Zhou, Steve (wz8ry)" userId="7853b720-87d2-447e-8671-07dd752ff384" providerId="ADAL" clId="{9E0F1916-7137-42E0-BC0F-FD3B36C0D0CA}" dt="2022-06-27T12:15:47.535" v="140" actId="2696"/>
        <pc:sldMasterMkLst>
          <pc:docMk/>
          <pc:sldMasterMk cId="2143710003" sldId="2147483666"/>
        </pc:sldMasterMkLst>
        <pc:sldLayoutChg chg="del">
          <pc:chgData name="Zhou, Steve (wz8ry)" userId="7853b720-87d2-447e-8671-07dd752ff384" providerId="ADAL" clId="{9E0F1916-7137-42E0-BC0F-FD3B36C0D0CA}" dt="2022-06-27T12:15:47.535" v="139" actId="2696"/>
          <pc:sldLayoutMkLst>
            <pc:docMk/>
            <pc:sldMasterMk cId="2143710003" sldId="2147483666"/>
            <pc:sldLayoutMk cId="1000874702" sldId="2147483667"/>
          </pc:sldLayoutMkLst>
        </pc:sldLayoutChg>
      </pc:sldMasterChg>
      <pc:sldMasterChg chg="del delSldLayout">
        <pc:chgData name="Zhou, Steve (wz8ry)" userId="7853b720-87d2-447e-8671-07dd752ff384" providerId="ADAL" clId="{9E0F1916-7137-42E0-BC0F-FD3B36C0D0CA}" dt="2022-06-27T12:15:47.551" v="151" actId="2696"/>
        <pc:sldMasterMkLst>
          <pc:docMk/>
          <pc:sldMasterMk cId="1687478521" sldId="2147483668"/>
        </pc:sldMasterMkLst>
        <pc:sldLayoutChg chg="del">
          <pc:chgData name="Zhou, Steve (wz8ry)" userId="7853b720-87d2-447e-8671-07dd752ff384" providerId="ADAL" clId="{9E0F1916-7137-42E0-BC0F-FD3B36C0D0CA}" dt="2022-06-27T12:15:47.551" v="150" actId="2696"/>
          <pc:sldLayoutMkLst>
            <pc:docMk/>
            <pc:sldMasterMk cId="1687478521" sldId="2147483668"/>
            <pc:sldLayoutMk cId="1782460165" sldId="2147483669"/>
          </pc:sldLayoutMkLst>
        </pc:sldLayoutChg>
      </pc:sldMasterChg>
      <pc:sldMasterChg chg="del delSldLayout">
        <pc:chgData name="Zhou, Steve (wz8ry)" userId="7853b720-87d2-447e-8671-07dd752ff384" providerId="ADAL" clId="{9E0F1916-7137-42E0-BC0F-FD3B36C0D0CA}" dt="2022-06-27T12:15:47.551" v="161" actId="2696"/>
        <pc:sldMasterMkLst>
          <pc:docMk/>
          <pc:sldMasterMk cId="1894015428" sldId="2147483670"/>
        </pc:sldMasterMkLst>
        <pc:sldLayoutChg chg="del">
          <pc:chgData name="Zhou, Steve (wz8ry)" userId="7853b720-87d2-447e-8671-07dd752ff384" providerId="ADAL" clId="{9E0F1916-7137-42E0-BC0F-FD3B36C0D0CA}" dt="2022-06-27T12:15:47.551" v="160" actId="2696"/>
          <pc:sldLayoutMkLst>
            <pc:docMk/>
            <pc:sldMasterMk cId="1894015428" sldId="2147483670"/>
            <pc:sldLayoutMk cId="567198915" sldId="2147483671"/>
          </pc:sldLayoutMkLst>
        </pc:sldLayoutChg>
      </pc:sldMasterChg>
      <pc:sldMasterChg chg="del delSldLayout">
        <pc:chgData name="Zhou, Steve (wz8ry)" userId="7853b720-87d2-447e-8671-07dd752ff384" providerId="ADAL" clId="{9E0F1916-7137-42E0-BC0F-FD3B36C0D0CA}" dt="2022-06-27T12:15:47.568" v="163" actId="2696"/>
        <pc:sldMasterMkLst>
          <pc:docMk/>
          <pc:sldMasterMk cId="969653511" sldId="2147483672"/>
        </pc:sldMasterMkLst>
        <pc:sldLayoutChg chg="del">
          <pc:chgData name="Zhou, Steve (wz8ry)" userId="7853b720-87d2-447e-8671-07dd752ff384" providerId="ADAL" clId="{9E0F1916-7137-42E0-BC0F-FD3B36C0D0CA}" dt="2022-06-27T12:15:47.566" v="162" actId="2696"/>
          <pc:sldLayoutMkLst>
            <pc:docMk/>
            <pc:sldMasterMk cId="969653511" sldId="2147483672"/>
            <pc:sldLayoutMk cId="1860645941" sldId="2147483673"/>
          </pc:sldLayoutMkLst>
        </pc:sldLayoutChg>
      </pc:sldMasterChg>
      <pc:sldMasterChg chg="del delSldLayout">
        <pc:chgData name="Zhou, Steve (wz8ry)" userId="7853b720-87d2-447e-8671-07dd752ff384" providerId="ADAL" clId="{9E0F1916-7137-42E0-BC0F-FD3B36C0D0CA}" dt="2022-06-27T12:15:47.578" v="168" actId="2696"/>
        <pc:sldMasterMkLst>
          <pc:docMk/>
          <pc:sldMasterMk cId="1716586922" sldId="2147483674"/>
        </pc:sldMasterMkLst>
        <pc:sldLayoutChg chg="del">
          <pc:chgData name="Zhou, Steve (wz8ry)" userId="7853b720-87d2-447e-8671-07dd752ff384" providerId="ADAL" clId="{9E0F1916-7137-42E0-BC0F-FD3B36C0D0CA}" dt="2022-06-27T12:15:47.574" v="166" actId="2696"/>
          <pc:sldLayoutMkLst>
            <pc:docMk/>
            <pc:sldMasterMk cId="1716586922" sldId="2147483674"/>
            <pc:sldLayoutMk cId="1381084256" sldId="2147483675"/>
          </pc:sldLayoutMkLst>
        </pc:sldLayoutChg>
        <pc:sldLayoutChg chg="del">
          <pc:chgData name="Zhou, Steve (wz8ry)" userId="7853b720-87d2-447e-8671-07dd752ff384" providerId="ADAL" clId="{9E0F1916-7137-42E0-BC0F-FD3B36C0D0CA}" dt="2022-06-27T12:15:47.576" v="167" actId="2696"/>
          <pc:sldLayoutMkLst>
            <pc:docMk/>
            <pc:sldMasterMk cId="1716586922" sldId="2147483674"/>
            <pc:sldLayoutMk cId="3233370811" sldId="2147483817"/>
          </pc:sldLayoutMkLst>
        </pc:sldLayoutChg>
      </pc:sldMasterChg>
      <pc:sldMasterChg chg="del delSldLayout">
        <pc:chgData name="Zhou, Steve (wz8ry)" userId="7853b720-87d2-447e-8671-07dd752ff384" providerId="ADAL" clId="{9E0F1916-7137-42E0-BC0F-FD3B36C0D0CA}" dt="2022-06-27T12:15:47.603" v="189" actId="2696"/>
        <pc:sldMasterMkLst>
          <pc:docMk/>
          <pc:sldMasterMk cId="1660383703" sldId="2147483676"/>
        </pc:sldMasterMkLst>
        <pc:sldLayoutChg chg="del">
          <pc:chgData name="Zhou, Steve (wz8ry)" userId="7853b720-87d2-447e-8671-07dd752ff384" providerId="ADAL" clId="{9E0F1916-7137-42E0-BC0F-FD3B36C0D0CA}" dt="2022-06-27T12:15:47.603" v="187" actId="2696"/>
          <pc:sldLayoutMkLst>
            <pc:docMk/>
            <pc:sldMasterMk cId="1660383703" sldId="2147483676"/>
            <pc:sldLayoutMk cId="1666387203" sldId="2147483677"/>
          </pc:sldLayoutMkLst>
        </pc:sldLayoutChg>
        <pc:sldLayoutChg chg="del">
          <pc:chgData name="Zhou, Steve (wz8ry)" userId="7853b720-87d2-447e-8671-07dd752ff384" providerId="ADAL" clId="{9E0F1916-7137-42E0-BC0F-FD3B36C0D0CA}" dt="2022-06-27T12:15:47.603" v="188" actId="2696"/>
          <pc:sldLayoutMkLst>
            <pc:docMk/>
            <pc:sldMasterMk cId="1660383703" sldId="2147483676"/>
            <pc:sldLayoutMk cId="3704773926" sldId="2147483819"/>
          </pc:sldLayoutMkLst>
        </pc:sldLayoutChg>
      </pc:sldMasterChg>
      <pc:sldMasterChg chg="del delSldLayout">
        <pc:chgData name="Zhou, Steve (wz8ry)" userId="7853b720-87d2-447e-8671-07dd752ff384" providerId="ADAL" clId="{9E0F1916-7137-42E0-BC0F-FD3B36C0D0CA}" dt="2022-06-27T12:15:47.649" v="218" actId="2696"/>
        <pc:sldMasterMkLst>
          <pc:docMk/>
          <pc:sldMasterMk cId="888323670" sldId="2147483678"/>
        </pc:sldMasterMkLst>
        <pc:sldLayoutChg chg="del">
          <pc:chgData name="Zhou, Steve (wz8ry)" userId="7853b720-87d2-447e-8671-07dd752ff384" providerId="ADAL" clId="{9E0F1916-7137-42E0-BC0F-FD3B36C0D0CA}" dt="2022-06-27T12:15:47.645" v="216" actId="2696"/>
          <pc:sldLayoutMkLst>
            <pc:docMk/>
            <pc:sldMasterMk cId="888323670" sldId="2147483678"/>
            <pc:sldLayoutMk cId="749607746" sldId="2147483679"/>
          </pc:sldLayoutMkLst>
        </pc:sldLayoutChg>
        <pc:sldLayoutChg chg="del">
          <pc:chgData name="Zhou, Steve (wz8ry)" userId="7853b720-87d2-447e-8671-07dd752ff384" providerId="ADAL" clId="{9E0F1916-7137-42E0-BC0F-FD3B36C0D0CA}" dt="2022-06-27T12:15:47.649" v="217" actId="2696"/>
          <pc:sldLayoutMkLst>
            <pc:docMk/>
            <pc:sldMasterMk cId="888323670" sldId="2147483678"/>
            <pc:sldLayoutMk cId="4204527340" sldId="2147483818"/>
          </pc:sldLayoutMkLst>
        </pc:sldLayoutChg>
      </pc:sldMasterChg>
      <pc:sldMasterChg chg="del delSldLayout">
        <pc:chgData name="Zhou, Steve (wz8ry)" userId="7853b720-87d2-447e-8671-07dd752ff384" providerId="ADAL" clId="{9E0F1916-7137-42E0-BC0F-FD3B36C0D0CA}" dt="2022-06-27T12:15:47.654" v="228" actId="2696"/>
        <pc:sldMasterMkLst>
          <pc:docMk/>
          <pc:sldMasterMk cId="1013419536" sldId="2147483680"/>
        </pc:sldMasterMkLst>
        <pc:sldLayoutChg chg="del">
          <pc:chgData name="Zhou, Steve (wz8ry)" userId="7853b720-87d2-447e-8671-07dd752ff384" providerId="ADAL" clId="{9E0F1916-7137-42E0-BC0F-FD3B36C0D0CA}" dt="2022-06-27T12:15:47.654" v="222" actId="2696"/>
          <pc:sldLayoutMkLst>
            <pc:docMk/>
            <pc:sldMasterMk cId="1013419536" sldId="2147483680"/>
            <pc:sldLayoutMk cId="849337195" sldId="2147483681"/>
          </pc:sldLayoutMkLst>
        </pc:sldLayoutChg>
        <pc:sldLayoutChg chg="del">
          <pc:chgData name="Zhou, Steve (wz8ry)" userId="7853b720-87d2-447e-8671-07dd752ff384" providerId="ADAL" clId="{9E0F1916-7137-42E0-BC0F-FD3B36C0D0CA}" dt="2022-06-27T12:15:47.654" v="223" actId="2696"/>
          <pc:sldLayoutMkLst>
            <pc:docMk/>
            <pc:sldMasterMk cId="1013419536" sldId="2147483680"/>
            <pc:sldLayoutMk cId="2883968123" sldId="2147483829"/>
          </pc:sldLayoutMkLst>
        </pc:sldLayoutChg>
        <pc:sldLayoutChg chg="del">
          <pc:chgData name="Zhou, Steve (wz8ry)" userId="7853b720-87d2-447e-8671-07dd752ff384" providerId="ADAL" clId="{9E0F1916-7137-42E0-BC0F-FD3B36C0D0CA}" dt="2022-06-27T12:15:47.654" v="224" actId="2696"/>
          <pc:sldLayoutMkLst>
            <pc:docMk/>
            <pc:sldMasterMk cId="1013419536" sldId="2147483680"/>
            <pc:sldLayoutMk cId="289285092" sldId="2147483830"/>
          </pc:sldLayoutMkLst>
        </pc:sldLayoutChg>
        <pc:sldLayoutChg chg="del">
          <pc:chgData name="Zhou, Steve (wz8ry)" userId="7853b720-87d2-447e-8671-07dd752ff384" providerId="ADAL" clId="{9E0F1916-7137-42E0-BC0F-FD3B36C0D0CA}" dt="2022-06-27T12:15:47.654" v="225" actId="2696"/>
          <pc:sldLayoutMkLst>
            <pc:docMk/>
            <pc:sldMasterMk cId="1013419536" sldId="2147483680"/>
            <pc:sldLayoutMk cId="3586271766" sldId="2147483831"/>
          </pc:sldLayoutMkLst>
        </pc:sldLayoutChg>
        <pc:sldLayoutChg chg="del">
          <pc:chgData name="Zhou, Steve (wz8ry)" userId="7853b720-87d2-447e-8671-07dd752ff384" providerId="ADAL" clId="{9E0F1916-7137-42E0-BC0F-FD3B36C0D0CA}" dt="2022-06-27T12:15:47.654" v="226" actId="2696"/>
          <pc:sldLayoutMkLst>
            <pc:docMk/>
            <pc:sldMasterMk cId="1013419536" sldId="2147483680"/>
            <pc:sldLayoutMk cId="2167258802" sldId="2147483832"/>
          </pc:sldLayoutMkLst>
        </pc:sldLayoutChg>
        <pc:sldLayoutChg chg="del">
          <pc:chgData name="Zhou, Steve (wz8ry)" userId="7853b720-87d2-447e-8671-07dd752ff384" providerId="ADAL" clId="{9E0F1916-7137-42E0-BC0F-FD3B36C0D0CA}" dt="2022-06-27T12:15:47.654" v="227" actId="2696"/>
          <pc:sldLayoutMkLst>
            <pc:docMk/>
            <pc:sldMasterMk cId="1013419536" sldId="2147483680"/>
            <pc:sldLayoutMk cId="580035084" sldId="2147483833"/>
          </pc:sldLayoutMkLst>
        </pc:sldLayoutChg>
      </pc:sldMasterChg>
      <pc:sldMasterChg chg="del delSldLayout">
        <pc:chgData name="Zhou, Steve (wz8ry)" userId="7853b720-87d2-447e-8671-07dd752ff384" providerId="ADAL" clId="{9E0F1916-7137-42E0-BC0F-FD3B36C0D0CA}" dt="2022-06-27T12:15:47.315" v="21" actId="2696"/>
        <pc:sldMasterMkLst>
          <pc:docMk/>
          <pc:sldMasterMk cId="1632872189" sldId="2147483686"/>
        </pc:sldMasterMkLst>
        <pc:sldLayoutChg chg="del">
          <pc:chgData name="Zhou, Steve (wz8ry)" userId="7853b720-87d2-447e-8671-07dd752ff384" providerId="ADAL" clId="{9E0F1916-7137-42E0-BC0F-FD3B36C0D0CA}" dt="2022-06-27T12:15:47.304" v="13" actId="2696"/>
          <pc:sldLayoutMkLst>
            <pc:docMk/>
            <pc:sldMasterMk cId="1632872189" sldId="2147483686"/>
            <pc:sldLayoutMk cId="2602829692" sldId="2147483687"/>
          </pc:sldLayoutMkLst>
        </pc:sldLayoutChg>
        <pc:sldLayoutChg chg="del">
          <pc:chgData name="Zhou, Steve (wz8ry)" userId="7853b720-87d2-447e-8671-07dd752ff384" providerId="ADAL" clId="{9E0F1916-7137-42E0-BC0F-FD3B36C0D0CA}" dt="2022-06-27T12:15:47.305" v="14" actId="2696"/>
          <pc:sldLayoutMkLst>
            <pc:docMk/>
            <pc:sldMasterMk cId="1632872189" sldId="2147483686"/>
            <pc:sldLayoutMk cId="2459515223" sldId="2147483689"/>
          </pc:sldLayoutMkLst>
        </pc:sldLayoutChg>
        <pc:sldLayoutChg chg="del">
          <pc:chgData name="Zhou, Steve (wz8ry)" userId="7853b720-87d2-447e-8671-07dd752ff384" providerId="ADAL" clId="{9E0F1916-7137-42E0-BC0F-FD3B36C0D0CA}" dt="2022-06-27T12:15:47.306" v="15" actId="2696"/>
          <pc:sldLayoutMkLst>
            <pc:docMk/>
            <pc:sldMasterMk cId="1632872189" sldId="2147483686"/>
            <pc:sldLayoutMk cId="783736887" sldId="2147483690"/>
          </pc:sldLayoutMkLst>
        </pc:sldLayoutChg>
        <pc:sldLayoutChg chg="del">
          <pc:chgData name="Zhou, Steve (wz8ry)" userId="7853b720-87d2-447e-8671-07dd752ff384" providerId="ADAL" clId="{9E0F1916-7137-42E0-BC0F-FD3B36C0D0CA}" dt="2022-06-27T12:15:47.308" v="16" actId="2696"/>
          <pc:sldLayoutMkLst>
            <pc:docMk/>
            <pc:sldMasterMk cId="1632872189" sldId="2147483686"/>
            <pc:sldLayoutMk cId="976702552" sldId="2147483692"/>
          </pc:sldLayoutMkLst>
        </pc:sldLayoutChg>
        <pc:sldLayoutChg chg="del">
          <pc:chgData name="Zhou, Steve (wz8ry)" userId="7853b720-87d2-447e-8671-07dd752ff384" providerId="ADAL" clId="{9E0F1916-7137-42E0-BC0F-FD3B36C0D0CA}" dt="2022-06-27T12:15:47.311" v="17" actId="2696"/>
          <pc:sldLayoutMkLst>
            <pc:docMk/>
            <pc:sldMasterMk cId="1632872189" sldId="2147483686"/>
            <pc:sldLayoutMk cId="2525248477" sldId="2147483693"/>
          </pc:sldLayoutMkLst>
        </pc:sldLayoutChg>
        <pc:sldLayoutChg chg="del">
          <pc:chgData name="Zhou, Steve (wz8ry)" userId="7853b720-87d2-447e-8671-07dd752ff384" providerId="ADAL" clId="{9E0F1916-7137-42E0-BC0F-FD3B36C0D0CA}" dt="2022-06-27T12:15:47.312" v="18" actId="2696"/>
          <pc:sldLayoutMkLst>
            <pc:docMk/>
            <pc:sldMasterMk cId="1632872189" sldId="2147483686"/>
            <pc:sldLayoutMk cId="2264337415" sldId="2147483694"/>
          </pc:sldLayoutMkLst>
        </pc:sldLayoutChg>
        <pc:sldLayoutChg chg="del">
          <pc:chgData name="Zhou, Steve (wz8ry)" userId="7853b720-87d2-447e-8671-07dd752ff384" providerId="ADAL" clId="{9E0F1916-7137-42E0-BC0F-FD3B36C0D0CA}" dt="2022-06-27T12:15:47.313" v="19" actId="2696"/>
          <pc:sldLayoutMkLst>
            <pc:docMk/>
            <pc:sldMasterMk cId="1632872189" sldId="2147483686"/>
            <pc:sldLayoutMk cId="2327024038" sldId="2147483821"/>
          </pc:sldLayoutMkLst>
        </pc:sldLayoutChg>
        <pc:sldLayoutChg chg="del">
          <pc:chgData name="Zhou, Steve (wz8ry)" userId="7853b720-87d2-447e-8671-07dd752ff384" providerId="ADAL" clId="{9E0F1916-7137-42E0-BC0F-FD3B36C0D0CA}" dt="2022-06-27T12:15:47.314" v="20" actId="2696"/>
          <pc:sldLayoutMkLst>
            <pc:docMk/>
            <pc:sldMasterMk cId="1632872189" sldId="2147483686"/>
            <pc:sldLayoutMk cId="797669626" sldId="2147483822"/>
          </pc:sldLayoutMkLst>
        </pc:sldLayoutChg>
      </pc:sldMasterChg>
      <pc:sldMasterChg chg="del delSldLayout">
        <pc:chgData name="Zhou, Steve (wz8ry)" userId="7853b720-87d2-447e-8671-07dd752ff384" providerId="ADAL" clId="{9E0F1916-7137-42E0-BC0F-FD3B36C0D0CA}" dt="2022-06-27T12:15:47.383" v="71" actId="2696"/>
        <pc:sldMasterMkLst>
          <pc:docMk/>
          <pc:sldMasterMk cId="934714408" sldId="2147483695"/>
        </pc:sldMasterMkLst>
        <pc:sldLayoutChg chg="del">
          <pc:chgData name="Zhou, Steve (wz8ry)" userId="7853b720-87d2-447e-8671-07dd752ff384" providerId="ADAL" clId="{9E0F1916-7137-42E0-BC0F-FD3B36C0D0CA}" dt="2022-06-27T12:15:47.362" v="62" actId="2696"/>
          <pc:sldLayoutMkLst>
            <pc:docMk/>
            <pc:sldMasterMk cId="934714408" sldId="2147483695"/>
            <pc:sldLayoutMk cId="2866180895" sldId="2147483696"/>
          </pc:sldLayoutMkLst>
        </pc:sldLayoutChg>
        <pc:sldLayoutChg chg="del">
          <pc:chgData name="Zhou, Steve (wz8ry)" userId="7853b720-87d2-447e-8671-07dd752ff384" providerId="ADAL" clId="{9E0F1916-7137-42E0-BC0F-FD3B36C0D0CA}" dt="2022-06-27T12:15:47.362" v="63" actId="2696"/>
          <pc:sldLayoutMkLst>
            <pc:docMk/>
            <pc:sldMasterMk cId="934714408" sldId="2147483695"/>
            <pc:sldLayoutMk cId="715917035" sldId="2147483697"/>
          </pc:sldLayoutMkLst>
        </pc:sldLayoutChg>
        <pc:sldLayoutChg chg="del">
          <pc:chgData name="Zhou, Steve (wz8ry)" userId="7853b720-87d2-447e-8671-07dd752ff384" providerId="ADAL" clId="{9E0F1916-7137-42E0-BC0F-FD3B36C0D0CA}" dt="2022-06-27T12:15:47.362" v="64" actId="2696"/>
          <pc:sldLayoutMkLst>
            <pc:docMk/>
            <pc:sldMasterMk cId="934714408" sldId="2147483695"/>
            <pc:sldLayoutMk cId="363935409" sldId="2147483698"/>
          </pc:sldLayoutMkLst>
        </pc:sldLayoutChg>
        <pc:sldLayoutChg chg="del">
          <pc:chgData name="Zhou, Steve (wz8ry)" userId="7853b720-87d2-447e-8671-07dd752ff384" providerId="ADAL" clId="{9E0F1916-7137-42E0-BC0F-FD3B36C0D0CA}" dt="2022-06-27T12:15:47.362" v="65" actId="2696"/>
          <pc:sldLayoutMkLst>
            <pc:docMk/>
            <pc:sldMasterMk cId="934714408" sldId="2147483695"/>
            <pc:sldLayoutMk cId="1031167287" sldId="2147483699"/>
          </pc:sldLayoutMkLst>
        </pc:sldLayoutChg>
        <pc:sldLayoutChg chg="del">
          <pc:chgData name="Zhou, Steve (wz8ry)" userId="7853b720-87d2-447e-8671-07dd752ff384" providerId="ADAL" clId="{9E0F1916-7137-42E0-BC0F-FD3B36C0D0CA}" dt="2022-06-27T12:15:47.362" v="66" actId="2696"/>
          <pc:sldLayoutMkLst>
            <pc:docMk/>
            <pc:sldMasterMk cId="934714408" sldId="2147483695"/>
            <pc:sldLayoutMk cId="3114020799" sldId="2147483700"/>
          </pc:sldLayoutMkLst>
        </pc:sldLayoutChg>
        <pc:sldLayoutChg chg="del">
          <pc:chgData name="Zhou, Steve (wz8ry)" userId="7853b720-87d2-447e-8671-07dd752ff384" providerId="ADAL" clId="{9E0F1916-7137-42E0-BC0F-FD3B36C0D0CA}" dt="2022-06-27T12:15:47.362" v="67" actId="2696"/>
          <pc:sldLayoutMkLst>
            <pc:docMk/>
            <pc:sldMasterMk cId="934714408" sldId="2147483695"/>
            <pc:sldLayoutMk cId="69723284" sldId="2147483701"/>
          </pc:sldLayoutMkLst>
        </pc:sldLayoutChg>
        <pc:sldLayoutChg chg="del">
          <pc:chgData name="Zhou, Steve (wz8ry)" userId="7853b720-87d2-447e-8671-07dd752ff384" providerId="ADAL" clId="{9E0F1916-7137-42E0-BC0F-FD3B36C0D0CA}" dt="2022-06-27T12:15:47.362" v="68" actId="2696"/>
          <pc:sldLayoutMkLst>
            <pc:docMk/>
            <pc:sldMasterMk cId="934714408" sldId="2147483695"/>
            <pc:sldLayoutMk cId="2551731805" sldId="2147483703"/>
          </pc:sldLayoutMkLst>
        </pc:sldLayoutChg>
        <pc:sldLayoutChg chg="del">
          <pc:chgData name="Zhou, Steve (wz8ry)" userId="7853b720-87d2-447e-8671-07dd752ff384" providerId="ADAL" clId="{9E0F1916-7137-42E0-BC0F-FD3B36C0D0CA}" dt="2022-06-27T12:15:47.379" v="69" actId="2696"/>
          <pc:sldLayoutMkLst>
            <pc:docMk/>
            <pc:sldMasterMk cId="934714408" sldId="2147483695"/>
            <pc:sldLayoutMk cId="3634289454" sldId="2147483704"/>
          </pc:sldLayoutMkLst>
        </pc:sldLayoutChg>
        <pc:sldLayoutChg chg="del">
          <pc:chgData name="Zhou, Steve (wz8ry)" userId="7853b720-87d2-447e-8671-07dd752ff384" providerId="ADAL" clId="{9E0F1916-7137-42E0-BC0F-FD3B36C0D0CA}" dt="2022-06-27T12:15:47.380" v="70" actId="2696"/>
          <pc:sldLayoutMkLst>
            <pc:docMk/>
            <pc:sldMasterMk cId="934714408" sldId="2147483695"/>
            <pc:sldLayoutMk cId="1314633449" sldId="2147483705"/>
          </pc:sldLayoutMkLst>
        </pc:sldLayoutChg>
      </pc:sldMasterChg>
      <pc:sldMasterChg chg="del delSldLayout">
        <pc:chgData name="Zhou, Steve (wz8ry)" userId="7853b720-87d2-447e-8671-07dd752ff384" providerId="ADAL" clId="{9E0F1916-7137-42E0-BC0F-FD3B36C0D0CA}" dt="2022-06-27T12:15:47.519" v="128" actId="2696"/>
        <pc:sldMasterMkLst>
          <pc:docMk/>
          <pc:sldMasterMk cId="54530123" sldId="2147483706"/>
        </pc:sldMasterMkLst>
        <pc:sldLayoutChg chg="del">
          <pc:chgData name="Zhou, Steve (wz8ry)" userId="7853b720-87d2-447e-8671-07dd752ff384" providerId="ADAL" clId="{9E0F1916-7137-42E0-BC0F-FD3B36C0D0CA}" dt="2022-06-27T12:15:47.503" v="117" actId="2696"/>
          <pc:sldLayoutMkLst>
            <pc:docMk/>
            <pc:sldMasterMk cId="54530123" sldId="2147483706"/>
            <pc:sldLayoutMk cId="2019691529" sldId="2147483707"/>
          </pc:sldLayoutMkLst>
        </pc:sldLayoutChg>
        <pc:sldLayoutChg chg="del">
          <pc:chgData name="Zhou, Steve (wz8ry)" userId="7853b720-87d2-447e-8671-07dd752ff384" providerId="ADAL" clId="{9E0F1916-7137-42E0-BC0F-FD3B36C0D0CA}" dt="2022-06-27T12:15:47.503" v="118" actId="2696"/>
          <pc:sldLayoutMkLst>
            <pc:docMk/>
            <pc:sldMasterMk cId="54530123" sldId="2147483706"/>
            <pc:sldLayoutMk cId="1144263998" sldId="2147483708"/>
          </pc:sldLayoutMkLst>
        </pc:sldLayoutChg>
        <pc:sldLayoutChg chg="del">
          <pc:chgData name="Zhou, Steve (wz8ry)" userId="7853b720-87d2-447e-8671-07dd752ff384" providerId="ADAL" clId="{9E0F1916-7137-42E0-BC0F-FD3B36C0D0CA}" dt="2022-06-27T12:15:47.503" v="119" actId="2696"/>
          <pc:sldLayoutMkLst>
            <pc:docMk/>
            <pc:sldMasterMk cId="54530123" sldId="2147483706"/>
            <pc:sldLayoutMk cId="1660839202" sldId="2147483709"/>
          </pc:sldLayoutMkLst>
        </pc:sldLayoutChg>
        <pc:sldLayoutChg chg="del">
          <pc:chgData name="Zhou, Steve (wz8ry)" userId="7853b720-87d2-447e-8671-07dd752ff384" providerId="ADAL" clId="{9E0F1916-7137-42E0-BC0F-FD3B36C0D0CA}" dt="2022-06-27T12:15:47.503" v="120" actId="2696"/>
          <pc:sldLayoutMkLst>
            <pc:docMk/>
            <pc:sldMasterMk cId="54530123" sldId="2147483706"/>
            <pc:sldLayoutMk cId="3569901635" sldId="2147483710"/>
          </pc:sldLayoutMkLst>
        </pc:sldLayoutChg>
        <pc:sldLayoutChg chg="del">
          <pc:chgData name="Zhou, Steve (wz8ry)" userId="7853b720-87d2-447e-8671-07dd752ff384" providerId="ADAL" clId="{9E0F1916-7137-42E0-BC0F-FD3B36C0D0CA}" dt="2022-06-27T12:15:47.503" v="121" actId="2696"/>
          <pc:sldLayoutMkLst>
            <pc:docMk/>
            <pc:sldMasterMk cId="54530123" sldId="2147483706"/>
            <pc:sldLayoutMk cId="3657542154" sldId="2147483711"/>
          </pc:sldLayoutMkLst>
        </pc:sldLayoutChg>
        <pc:sldLayoutChg chg="del">
          <pc:chgData name="Zhou, Steve (wz8ry)" userId="7853b720-87d2-447e-8671-07dd752ff384" providerId="ADAL" clId="{9E0F1916-7137-42E0-BC0F-FD3B36C0D0CA}" dt="2022-06-27T12:15:47.503" v="122" actId="2696"/>
          <pc:sldLayoutMkLst>
            <pc:docMk/>
            <pc:sldMasterMk cId="54530123" sldId="2147483706"/>
            <pc:sldLayoutMk cId="2295733119" sldId="2147483712"/>
          </pc:sldLayoutMkLst>
        </pc:sldLayoutChg>
        <pc:sldLayoutChg chg="del">
          <pc:chgData name="Zhou, Steve (wz8ry)" userId="7853b720-87d2-447e-8671-07dd752ff384" providerId="ADAL" clId="{9E0F1916-7137-42E0-BC0F-FD3B36C0D0CA}" dt="2022-06-27T12:15:47.503" v="123" actId="2696"/>
          <pc:sldLayoutMkLst>
            <pc:docMk/>
            <pc:sldMasterMk cId="54530123" sldId="2147483706"/>
            <pc:sldLayoutMk cId="2612002371" sldId="2147483713"/>
          </pc:sldLayoutMkLst>
        </pc:sldLayoutChg>
        <pc:sldLayoutChg chg="del">
          <pc:chgData name="Zhou, Steve (wz8ry)" userId="7853b720-87d2-447e-8671-07dd752ff384" providerId="ADAL" clId="{9E0F1916-7137-42E0-BC0F-FD3B36C0D0CA}" dt="2022-06-27T12:15:47.503" v="124" actId="2696"/>
          <pc:sldLayoutMkLst>
            <pc:docMk/>
            <pc:sldMasterMk cId="54530123" sldId="2147483706"/>
            <pc:sldLayoutMk cId="3237303304" sldId="2147483714"/>
          </pc:sldLayoutMkLst>
        </pc:sldLayoutChg>
        <pc:sldLayoutChg chg="del">
          <pc:chgData name="Zhou, Steve (wz8ry)" userId="7853b720-87d2-447e-8671-07dd752ff384" providerId="ADAL" clId="{9E0F1916-7137-42E0-BC0F-FD3B36C0D0CA}" dt="2022-06-27T12:15:47.503" v="125" actId="2696"/>
          <pc:sldLayoutMkLst>
            <pc:docMk/>
            <pc:sldMasterMk cId="54530123" sldId="2147483706"/>
            <pc:sldLayoutMk cId="4281450273" sldId="2147483715"/>
          </pc:sldLayoutMkLst>
        </pc:sldLayoutChg>
        <pc:sldLayoutChg chg="del">
          <pc:chgData name="Zhou, Steve (wz8ry)" userId="7853b720-87d2-447e-8671-07dd752ff384" providerId="ADAL" clId="{9E0F1916-7137-42E0-BC0F-FD3B36C0D0CA}" dt="2022-06-27T12:15:47.503" v="126" actId="2696"/>
          <pc:sldLayoutMkLst>
            <pc:docMk/>
            <pc:sldMasterMk cId="54530123" sldId="2147483706"/>
            <pc:sldLayoutMk cId="1976570846" sldId="2147483823"/>
          </pc:sldLayoutMkLst>
        </pc:sldLayoutChg>
        <pc:sldLayoutChg chg="del">
          <pc:chgData name="Zhou, Steve (wz8ry)" userId="7853b720-87d2-447e-8671-07dd752ff384" providerId="ADAL" clId="{9E0F1916-7137-42E0-BC0F-FD3B36C0D0CA}" dt="2022-06-27T12:15:47.503" v="127" actId="2696"/>
          <pc:sldLayoutMkLst>
            <pc:docMk/>
            <pc:sldMasterMk cId="54530123" sldId="2147483706"/>
            <pc:sldLayoutMk cId="4036894471" sldId="2147483824"/>
          </pc:sldLayoutMkLst>
        </pc:sldLayoutChg>
      </pc:sldMasterChg>
      <pc:sldMasterChg chg="del delSldLayout">
        <pc:chgData name="Zhou, Steve (wz8ry)" userId="7853b720-87d2-447e-8671-07dd752ff384" providerId="ADAL" clId="{9E0F1916-7137-42E0-BC0F-FD3B36C0D0CA}" dt="2022-06-27T12:15:47.603" v="186" actId="2696"/>
        <pc:sldMasterMkLst>
          <pc:docMk/>
          <pc:sldMasterMk cId="383793125" sldId="2147483718"/>
        </pc:sldMasterMkLst>
        <pc:sldLayoutChg chg="del">
          <pc:chgData name="Zhou, Steve (wz8ry)" userId="7853b720-87d2-447e-8671-07dd752ff384" providerId="ADAL" clId="{9E0F1916-7137-42E0-BC0F-FD3B36C0D0CA}" dt="2022-06-27T12:15:47.580" v="169" actId="2696"/>
          <pc:sldLayoutMkLst>
            <pc:docMk/>
            <pc:sldMasterMk cId="383793125" sldId="2147483718"/>
            <pc:sldLayoutMk cId="2221473284" sldId="2147483719"/>
          </pc:sldLayoutMkLst>
        </pc:sldLayoutChg>
        <pc:sldLayoutChg chg="del">
          <pc:chgData name="Zhou, Steve (wz8ry)" userId="7853b720-87d2-447e-8671-07dd752ff384" providerId="ADAL" clId="{9E0F1916-7137-42E0-BC0F-FD3B36C0D0CA}" dt="2022-06-27T12:15:47.581" v="170" actId="2696"/>
          <pc:sldLayoutMkLst>
            <pc:docMk/>
            <pc:sldMasterMk cId="383793125" sldId="2147483718"/>
            <pc:sldLayoutMk cId="524412621" sldId="2147483720"/>
          </pc:sldLayoutMkLst>
        </pc:sldLayoutChg>
        <pc:sldLayoutChg chg="del">
          <pc:chgData name="Zhou, Steve (wz8ry)" userId="7853b720-87d2-447e-8671-07dd752ff384" providerId="ADAL" clId="{9E0F1916-7137-42E0-BC0F-FD3B36C0D0CA}" dt="2022-06-27T12:15:47.581" v="171" actId="2696"/>
          <pc:sldLayoutMkLst>
            <pc:docMk/>
            <pc:sldMasterMk cId="383793125" sldId="2147483718"/>
            <pc:sldLayoutMk cId="1168222664" sldId="2147483721"/>
          </pc:sldLayoutMkLst>
        </pc:sldLayoutChg>
        <pc:sldLayoutChg chg="del">
          <pc:chgData name="Zhou, Steve (wz8ry)" userId="7853b720-87d2-447e-8671-07dd752ff384" providerId="ADAL" clId="{9E0F1916-7137-42E0-BC0F-FD3B36C0D0CA}" dt="2022-06-27T12:15:47.581" v="172" actId="2696"/>
          <pc:sldLayoutMkLst>
            <pc:docMk/>
            <pc:sldMasterMk cId="383793125" sldId="2147483718"/>
            <pc:sldLayoutMk cId="4089174877" sldId="2147483722"/>
          </pc:sldLayoutMkLst>
        </pc:sldLayoutChg>
        <pc:sldLayoutChg chg="del">
          <pc:chgData name="Zhou, Steve (wz8ry)" userId="7853b720-87d2-447e-8671-07dd752ff384" providerId="ADAL" clId="{9E0F1916-7137-42E0-BC0F-FD3B36C0D0CA}" dt="2022-06-27T12:15:47.588" v="173" actId="2696"/>
          <pc:sldLayoutMkLst>
            <pc:docMk/>
            <pc:sldMasterMk cId="383793125" sldId="2147483718"/>
            <pc:sldLayoutMk cId="4242791138" sldId="2147483723"/>
          </pc:sldLayoutMkLst>
        </pc:sldLayoutChg>
        <pc:sldLayoutChg chg="del">
          <pc:chgData name="Zhou, Steve (wz8ry)" userId="7853b720-87d2-447e-8671-07dd752ff384" providerId="ADAL" clId="{9E0F1916-7137-42E0-BC0F-FD3B36C0D0CA}" dt="2022-06-27T12:15:47.588" v="174" actId="2696"/>
          <pc:sldLayoutMkLst>
            <pc:docMk/>
            <pc:sldMasterMk cId="383793125" sldId="2147483718"/>
            <pc:sldLayoutMk cId="428597837" sldId="2147483724"/>
          </pc:sldLayoutMkLst>
        </pc:sldLayoutChg>
        <pc:sldLayoutChg chg="del">
          <pc:chgData name="Zhou, Steve (wz8ry)" userId="7853b720-87d2-447e-8671-07dd752ff384" providerId="ADAL" clId="{9E0F1916-7137-42E0-BC0F-FD3B36C0D0CA}" dt="2022-06-27T12:15:47.588" v="175" actId="2696"/>
          <pc:sldLayoutMkLst>
            <pc:docMk/>
            <pc:sldMasterMk cId="383793125" sldId="2147483718"/>
            <pc:sldLayoutMk cId="1854806816" sldId="2147483725"/>
          </pc:sldLayoutMkLst>
        </pc:sldLayoutChg>
        <pc:sldLayoutChg chg="del">
          <pc:chgData name="Zhou, Steve (wz8ry)" userId="7853b720-87d2-447e-8671-07dd752ff384" providerId="ADAL" clId="{9E0F1916-7137-42E0-BC0F-FD3B36C0D0CA}" dt="2022-06-27T12:15:47.588" v="176" actId="2696"/>
          <pc:sldLayoutMkLst>
            <pc:docMk/>
            <pc:sldMasterMk cId="383793125" sldId="2147483718"/>
            <pc:sldLayoutMk cId="3243357203" sldId="2147483726"/>
          </pc:sldLayoutMkLst>
        </pc:sldLayoutChg>
        <pc:sldLayoutChg chg="del">
          <pc:chgData name="Zhou, Steve (wz8ry)" userId="7853b720-87d2-447e-8671-07dd752ff384" providerId="ADAL" clId="{9E0F1916-7137-42E0-BC0F-FD3B36C0D0CA}" dt="2022-06-27T12:15:47.588" v="177" actId="2696"/>
          <pc:sldLayoutMkLst>
            <pc:docMk/>
            <pc:sldMasterMk cId="383793125" sldId="2147483718"/>
            <pc:sldLayoutMk cId="138216997" sldId="2147483727"/>
          </pc:sldLayoutMkLst>
        </pc:sldLayoutChg>
        <pc:sldLayoutChg chg="del">
          <pc:chgData name="Zhou, Steve (wz8ry)" userId="7853b720-87d2-447e-8671-07dd752ff384" providerId="ADAL" clId="{9E0F1916-7137-42E0-BC0F-FD3B36C0D0CA}" dt="2022-06-27T12:15:47.588" v="178" actId="2696"/>
          <pc:sldLayoutMkLst>
            <pc:docMk/>
            <pc:sldMasterMk cId="383793125" sldId="2147483718"/>
            <pc:sldLayoutMk cId="4233924844" sldId="2147483728"/>
          </pc:sldLayoutMkLst>
        </pc:sldLayoutChg>
        <pc:sldLayoutChg chg="del">
          <pc:chgData name="Zhou, Steve (wz8ry)" userId="7853b720-87d2-447e-8671-07dd752ff384" providerId="ADAL" clId="{9E0F1916-7137-42E0-BC0F-FD3B36C0D0CA}" dt="2022-06-27T12:15:47.588" v="179" actId="2696"/>
          <pc:sldLayoutMkLst>
            <pc:docMk/>
            <pc:sldMasterMk cId="383793125" sldId="2147483718"/>
            <pc:sldLayoutMk cId="4114967658" sldId="2147483729"/>
          </pc:sldLayoutMkLst>
        </pc:sldLayoutChg>
        <pc:sldLayoutChg chg="del">
          <pc:chgData name="Zhou, Steve (wz8ry)" userId="7853b720-87d2-447e-8671-07dd752ff384" providerId="ADAL" clId="{9E0F1916-7137-42E0-BC0F-FD3B36C0D0CA}" dt="2022-06-27T12:15:47.588" v="180" actId="2696"/>
          <pc:sldLayoutMkLst>
            <pc:docMk/>
            <pc:sldMasterMk cId="383793125" sldId="2147483718"/>
            <pc:sldLayoutMk cId="3026168845" sldId="2147483730"/>
          </pc:sldLayoutMkLst>
        </pc:sldLayoutChg>
        <pc:sldLayoutChg chg="del">
          <pc:chgData name="Zhou, Steve (wz8ry)" userId="7853b720-87d2-447e-8671-07dd752ff384" providerId="ADAL" clId="{9E0F1916-7137-42E0-BC0F-FD3B36C0D0CA}" dt="2022-06-27T12:15:47.588" v="181" actId="2696"/>
          <pc:sldLayoutMkLst>
            <pc:docMk/>
            <pc:sldMasterMk cId="383793125" sldId="2147483718"/>
            <pc:sldLayoutMk cId="2889914357" sldId="2147483731"/>
          </pc:sldLayoutMkLst>
        </pc:sldLayoutChg>
        <pc:sldLayoutChg chg="del">
          <pc:chgData name="Zhou, Steve (wz8ry)" userId="7853b720-87d2-447e-8671-07dd752ff384" providerId="ADAL" clId="{9E0F1916-7137-42E0-BC0F-FD3B36C0D0CA}" dt="2022-06-27T12:15:47.588" v="182" actId="2696"/>
          <pc:sldLayoutMkLst>
            <pc:docMk/>
            <pc:sldMasterMk cId="383793125" sldId="2147483718"/>
            <pc:sldLayoutMk cId="4043018769" sldId="2147483732"/>
          </pc:sldLayoutMkLst>
        </pc:sldLayoutChg>
        <pc:sldLayoutChg chg="del">
          <pc:chgData name="Zhou, Steve (wz8ry)" userId="7853b720-87d2-447e-8671-07dd752ff384" providerId="ADAL" clId="{9E0F1916-7137-42E0-BC0F-FD3B36C0D0CA}" dt="2022-06-27T12:15:47.588" v="183" actId="2696"/>
          <pc:sldLayoutMkLst>
            <pc:docMk/>
            <pc:sldMasterMk cId="383793125" sldId="2147483718"/>
            <pc:sldLayoutMk cId="2491747716" sldId="2147483826"/>
          </pc:sldLayoutMkLst>
        </pc:sldLayoutChg>
        <pc:sldLayoutChg chg="del">
          <pc:chgData name="Zhou, Steve (wz8ry)" userId="7853b720-87d2-447e-8671-07dd752ff384" providerId="ADAL" clId="{9E0F1916-7137-42E0-BC0F-FD3B36C0D0CA}" dt="2022-06-27T12:15:47.588" v="184" actId="2696"/>
          <pc:sldLayoutMkLst>
            <pc:docMk/>
            <pc:sldMasterMk cId="383793125" sldId="2147483718"/>
            <pc:sldLayoutMk cId="1055202035" sldId="2147483827"/>
          </pc:sldLayoutMkLst>
        </pc:sldLayoutChg>
        <pc:sldLayoutChg chg="del">
          <pc:chgData name="Zhou, Steve (wz8ry)" userId="7853b720-87d2-447e-8671-07dd752ff384" providerId="ADAL" clId="{9E0F1916-7137-42E0-BC0F-FD3B36C0D0CA}" dt="2022-06-27T12:15:47.603" v="185" actId="2696"/>
          <pc:sldLayoutMkLst>
            <pc:docMk/>
            <pc:sldMasterMk cId="383793125" sldId="2147483718"/>
            <pc:sldLayoutMk cId="4032860437" sldId="2147483828"/>
          </pc:sldLayoutMkLst>
        </pc:sldLayoutChg>
      </pc:sldMasterChg>
      <pc:sldMasterChg chg="del delSldLayout">
        <pc:chgData name="Zhou, Steve (wz8ry)" userId="7853b720-87d2-447e-8671-07dd752ff384" providerId="ADAL" clId="{9E0F1916-7137-42E0-BC0F-FD3B36C0D0CA}" dt="2022-06-27T12:15:47.331" v="43" actId="2696"/>
        <pc:sldMasterMkLst>
          <pc:docMk/>
          <pc:sldMasterMk cId="436105719" sldId="2147483734"/>
        </pc:sldMasterMkLst>
        <pc:sldLayoutChg chg="del">
          <pc:chgData name="Zhou, Steve (wz8ry)" userId="7853b720-87d2-447e-8671-07dd752ff384" providerId="ADAL" clId="{9E0F1916-7137-42E0-BC0F-FD3B36C0D0CA}" dt="2022-06-27T12:15:47.331" v="37" actId="2696"/>
          <pc:sldLayoutMkLst>
            <pc:docMk/>
            <pc:sldMasterMk cId="436105719" sldId="2147483734"/>
            <pc:sldLayoutMk cId="2601080103" sldId="2147483735"/>
          </pc:sldLayoutMkLst>
        </pc:sldLayoutChg>
        <pc:sldLayoutChg chg="del">
          <pc:chgData name="Zhou, Steve (wz8ry)" userId="7853b720-87d2-447e-8671-07dd752ff384" providerId="ADAL" clId="{9E0F1916-7137-42E0-BC0F-FD3B36C0D0CA}" dt="2022-06-27T12:15:47.331" v="38" actId="2696"/>
          <pc:sldLayoutMkLst>
            <pc:docMk/>
            <pc:sldMasterMk cId="436105719" sldId="2147483734"/>
            <pc:sldLayoutMk cId="442534180" sldId="2147483736"/>
          </pc:sldLayoutMkLst>
        </pc:sldLayoutChg>
        <pc:sldLayoutChg chg="del">
          <pc:chgData name="Zhou, Steve (wz8ry)" userId="7853b720-87d2-447e-8671-07dd752ff384" providerId="ADAL" clId="{9E0F1916-7137-42E0-BC0F-FD3B36C0D0CA}" dt="2022-06-27T12:15:47.331" v="39" actId="2696"/>
          <pc:sldLayoutMkLst>
            <pc:docMk/>
            <pc:sldMasterMk cId="436105719" sldId="2147483734"/>
            <pc:sldLayoutMk cId="634779956" sldId="2147483737"/>
          </pc:sldLayoutMkLst>
        </pc:sldLayoutChg>
        <pc:sldLayoutChg chg="del">
          <pc:chgData name="Zhou, Steve (wz8ry)" userId="7853b720-87d2-447e-8671-07dd752ff384" providerId="ADAL" clId="{9E0F1916-7137-42E0-BC0F-FD3B36C0D0CA}" dt="2022-06-27T12:15:47.331" v="40" actId="2696"/>
          <pc:sldLayoutMkLst>
            <pc:docMk/>
            <pc:sldMasterMk cId="436105719" sldId="2147483734"/>
            <pc:sldLayoutMk cId="3329787827" sldId="2147483738"/>
          </pc:sldLayoutMkLst>
        </pc:sldLayoutChg>
        <pc:sldLayoutChg chg="del">
          <pc:chgData name="Zhou, Steve (wz8ry)" userId="7853b720-87d2-447e-8671-07dd752ff384" providerId="ADAL" clId="{9E0F1916-7137-42E0-BC0F-FD3B36C0D0CA}" dt="2022-06-27T12:15:47.331" v="41" actId="2696"/>
          <pc:sldLayoutMkLst>
            <pc:docMk/>
            <pc:sldMasterMk cId="436105719" sldId="2147483734"/>
            <pc:sldLayoutMk cId="710355908" sldId="2147483739"/>
          </pc:sldLayoutMkLst>
        </pc:sldLayoutChg>
        <pc:sldLayoutChg chg="del">
          <pc:chgData name="Zhou, Steve (wz8ry)" userId="7853b720-87d2-447e-8671-07dd752ff384" providerId="ADAL" clId="{9E0F1916-7137-42E0-BC0F-FD3B36C0D0CA}" dt="2022-06-27T12:15:47.331" v="42" actId="2696"/>
          <pc:sldLayoutMkLst>
            <pc:docMk/>
            <pc:sldMasterMk cId="436105719" sldId="2147483734"/>
            <pc:sldLayoutMk cId="4165991818" sldId="2147483740"/>
          </pc:sldLayoutMkLst>
        </pc:sldLayoutChg>
      </pc:sldMasterChg>
      <pc:sldMasterChg chg="del delSldLayout">
        <pc:chgData name="Zhou, Steve (wz8ry)" userId="7853b720-87d2-447e-8671-07dd752ff384" providerId="ADAL" clId="{9E0F1916-7137-42E0-BC0F-FD3B36C0D0CA}" dt="2022-06-27T12:15:47.443" v="99" actId="2696"/>
        <pc:sldMasterMkLst>
          <pc:docMk/>
          <pc:sldMasterMk cId="2397459697" sldId="2147483742"/>
        </pc:sldMasterMkLst>
        <pc:sldLayoutChg chg="del">
          <pc:chgData name="Zhou, Steve (wz8ry)" userId="7853b720-87d2-447e-8671-07dd752ff384" providerId="ADAL" clId="{9E0F1916-7137-42E0-BC0F-FD3B36C0D0CA}" dt="2022-06-27T12:15:47.427" v="84" actId="2696"/>
          <pc:sldLayoutMkLst>
            <pc:docMk/>
            <pc:sldMasterMk cId="2397459697" sldId="2147483742"/>
            <pc:sldLayoutMk cId="640147916" sldId="2147483743"/>
          </pc:sldLayoutMkLst>
        </pc:sldLayoutChg>
        <pc:sldLayoutChg chg="del">
          <pc:chgData name="Zhou, Steve (wz8ry)" userId="7853b720-87d2-447e-8671-07dd752ff384" providerId="ADAL" clId="{9E0F1916-7137-42E0-BC0F-FD3B36C0D0CA}" dt="2022-06-27T12:15:47.427" v="85" actId="2696"/>
          <pc:sldLayoutMkLst>
            <pc:docMk/>
            <pc:sldMasterMk cId="2397459697" sldId="2147483742"/>
            <pc:sldLayoutMk cId="1622515757" sldId="2147483744"/>
          </pc:sldLayoutMkLst>
        </pc:sldLayoutChg>
        <pc:sldLayoutChg chg="del">
          <pc:chgData name="Zhou, Steve (wz8ry)" userId="7853b720-87d2-447e-8671-07dd752ff384" providerId="ADAL" clId="{9E0F1916-7137-42E0-BC0F-FD3B36C0D0CA}" dt="2022-06-27T12:15:47.427" v="86" actId="2696"/>
          <pc:sldLayoutMkLst>
            <pc:docMk/>
            <pc:sldMasterMk cId="2397459697" sldId="2147483742"/>
            <pc:sldLayoutMk cId="3426722147" sldId="2147483745"/>
          </pc:sldLayoutMkLst>
        </pc:sldLayoutChg>
        <pc:sldLayoutChg chg="del">
          <pc:chgData name="Zhou, Steve (wz8ry)" userId="7853b720-87d2-447e-8671-07dd752ff384" providerId="ADAL" clId="{9E0F1916-7137-42E0-BC0F-FD3B36C0D0CA}" dt="2022-06-27T12:15:47.427" v="87" actId="2696"/>
          <pc:sldLayoutMkLst>
            <pc:docMk/>
            <pc:sldMasterMk cId="2397459697" sldId="2147483742"/>
            <pc:sldLayoutMk cId="2643778185" sldId="2147483746"/>
          </pc:sldLayoutMkLst>
        </pc:sldLayoutChg>
        <pc:sldLayoutChg chg="del">
          <pc:chgData name="Zhou, Steve (wz8ry)" userId="7853b720-87d2-447e-8671-07dd752ff384" providerId="ADAL" clId="{9E0F1916-7137-42E0-BC0F-FD3B36C0D0CA}" dt="2022-06-27T12:15:47.427" v="88" actId="2696"/>
          <pc:sldLayoutMkLst>
            <pc:docMk/>
            <pc:sldMasterMk cId="2397459697" sldId="2147483742"/>
            <pc:sldLayoutMk cId="3075044717" sldId="2147483747"/>
          </pc:sldLayoutMkLst>
        </pc:sldLayoutChg>
        <pc:sldLayoutChg chg="del">
          <pc:chgData name="Zhou, Steve (wz8ry)" userId="7853b720-87d2-447e-8671-07dd752ff384" providerId="ADAL" clId="{9E0F1916-7137-42E0-BC0F-FD3B36C0D0CA}" dt="2022-06-27T12:15:47.427" v="89" actId="2696"/>
          <pc:sldLayoutMkLst>
            <pc:docMk/>
            <pc:sldMasterMk cId="2397459697" sldId="2147483742"/>
            <pc:sldLayoutMk cId="3550479605" sldId="2147483748"/>
          </pc:sldLayoutMkLst>
        </pc:sldLayoutChg>
        <pc:sldLayoutChg chg="del">
          <pc:chgData name="Zhou, Steve (wz8ry)" userId="7853b720-87d2-447e-8671-07dd752ff384" providerId="ADAL" clId="{9E0F1916-7137-42E0-BC0F-FD3B36C0D0CA}" dt="2022-06-27T12:15:47.427" v="90" actId="2696"/>
          <pc:sldLayoutMkLst>
            <pc:docMk/>
            <pc:sldMasterMk cId="2397459697" sldId="2147483742"/>
            <pc:sldLayoutMk cId="858493151" sldId="2147483749"/>
          </pc:sldLayoutMkLst>
        </pc:sldLayoutChg>
        <pc:sldLayoutChg chg="del">
          <pc:chgData name="Zhou, Steve (wz8ry)" userId="7853b720-87d2-447e-8671-07dd752ff384" providerId="ADAL" clId="{9E0F1916-7137-42E0-BC0F-FD3B36C0D0CA}" dt="2022-06-27T12:15:47.427" v="91" actId="2696"/>
          <pc:sldLayoutMkLst>
            <pc:docMk/>
            <pc:sldMasterMk cId="2397459697" sldId="2147483742"/>
            <pc:sldLayoutMk cId="5085202" sldId="2147483750"/>
          </pc:sldLayoutMkLst>
        </pc:sldLayoutChg>
        <pc:sldLayoutChg chg="del">
          <pc:chgData name="Zhou, Steve (wz8ry)" userId="7853b720-87d2-447e-8671-07dd752ff384" providerId="ADAL" clId="{9E0F1916-7137-42E0-BC0F-FD3B36C0D0CA}" dt="2022-06-27T12:15:47.427" v="92" actId="2696"/>
          <pc:sldLayoutMkLst>
            <pc:docMk/>
            <pc:sldMasterMk cId="2397459697" sldId="2147483742"/>
            <pc:sldLayoutMk cId="3949068371" sldId="2147483751"/>
          </pc:sldLayoutMkLst>
        </pc:sldLayoutChg>
        <pc:sldLayoutChg chg="del">
          <pc:chgData name="Zhou, Steve (wz8ry)" userId="7853b720-87d2-447e-8671-07dd752ff384" providerId="ADAL" clId="{9E0F1916-7137-42E0-BC0F-FD3B36C0D0CA}" dt="2022-06-27T12:15:47.427" v="93" actId="2696"/>
          <pc:sldLayoutMkLst>
            <pc:docMk/>
            <pc:sldMasterMk cId="2397459697" sldId="2147483742"/>
            <pc:sldLayoutMk cId="1615959439" sldId="2147483752"/>
          </pc:sldLayoutMkLst>
        </pc:sldLayoutChg>
        <pc:sldLayoutChg chg="del">
          <pc:chgData name="Zhou, Steve (wz8ry)" userId="7853b720-87d2-447e-8671-07dd752ff384" providerId="ADAL" clId="{9E0F1916-7137-42E0-BC0F-FD3B36C0D0CA}" dt="2022-06-27T12:15:47.427" v="94" actId="2696"/>
          <pc:sldLayoutMkLst>
            <pc:docMk/>
            <pc:sldMasterMk cId="2397459697" sldId="2147483742"/>
            <pc:sldLayoutMk cId="2579220523" sldId="2147483753"/>
          </pc:sldLayoutMkLst>
        </pc:sldLayoutChg>
        <pc:sldLayoutChg chg="del">
          <pc:chgData name="Zhou, Steve (wz8ry)" userId="7853b720-87d2-447e-8671-07dd752ff384" providerId="ADAL" clId="{9E0F1916-7137-42E0-BC0F-FD3B36C0D0CA}" dt="2022-06-27T12:15:47.427" v="95" actId="2696"/>
          <pc:sldLayoutMkLst>
            <pc:docMk/>
            <pc:sldMasterMk cId="2397459697" sldId="2147483742"/>
            <pc:sldLayoutMk cId="1431561556" sldId="2147483754"/>
          </pc:sldLayoutMkLst>
        </pc:sldLayoutChg>
        <pc:sldLayoutChg chg="del">
          <pc:chgData name="Zhou, Steve (wz8ry)" userId="7853b720-87d2-447e-8671-07dd752ff384" providerId="ADAL" clId="{9E0F1916-7137-42E0-BC0F-FD3B36C0D0CA}" dt="2022-06-27T12:15:47.443" v="96" actId="2696"/>
          <pc:sldLayoutMkLst>
            <pc:docMk/>
            <pc:sldMasterMk cId="2397459697" sldId="2147483742"/>
            <pc:sldLayoutMk cId="2039213483" sldId="2147483755"/>
          </pc:sldLayoutMkLst>
        </pc:sldLayoutChg>
        <pc:sldLayoutChg chg="del">
          <pc:chgData name="Zhou, Steve (wz8ry)" userId="7853b720-87d2-447e-8671-07dd752ff384" providerId="ADAL" clId="{9E0F1916-7137-42E0-BC0F-FD3B36C0D0CA}" dt="2022-06-27T12:15:47.443" v="97" actId="2696"/>
          <pc:sldLayoutMkLst>
            <pc:docMk/>
            <pc:sldMasterMk cId="2397459697" sldId="2147483742"/>
            <pc:sldLayoutMk cId="1197793105" sldId="2147483756"/>
          </pc:sldLayoutMkLst>
        </pc:sldLayoutChg>
        <pc:sldLayoutChg chg="del">
          <pc:chgData name="Zhou, Steve (wz8ry)" userId="7853b720-87d2-447e-8671-07dd752ff384" providerId="ADAL" clId="{9E0F1916-7137-42E0-BC0F-FD3B36C0D0CA}" dt="2022-06-27T12:15:47.443" v="98" actId="2696"/>
          <pc:sldLayoutMkLst>
            <pc:docMk/>
            <pc:sldMasterMk cId="2397459697" sldId="2147483742"/>
            <pc:sldLayoutMk cId="411918378" sldId="2147483757"/>
          </pc:sldLayoutMkLst>
        </pc:sldLayoutChg>
      </pc:sldMasterChg>
      <pc:sldMasterChg chg="del delSldLayout">
        <pc:chgData name="Zhou, Steve (wz8ry)" userId="7853b720-87d2-447e-8671-07dd752ff384" providerId="ADAL" clId="{9E0F1916-7137-42E0-BC0F-FD3B36C0D0CA}" dt="2022-06-27T12:15:47.572" v="165" actId="2696"/>
        <pc:sldMasterMkLst>
          <pc:docMk/>
          <pc:sldMasterMk cId="2714928103" sldId="2147483759"/>
        </pc:sldMasterMkLst>
        <pc:sldLayoutChg chg="del">
          <pc:chgData name="Zhou, Steve (wz8ry)" userId="7853b720-87d2-447e-8671-07dd752ff384" providerId="ADAL" clId="{9E0F1916-7137-42E0-BC0F-FD3B36C0D0CA}" dt="2022-06-27T12:15:47.570" v="164" actId="2696"/>
          <pc:sldLayoutMkLst>
            <pc:docMk/>
            <pc:sldMasterMk cId="2714928103" sldId="2147483759"/>
            <pc:sldLayoutMk cId="1597955306" sldId="2147483760"/>
          </pc:sldLayoutMkLst>
        </pc:sldLayoutChg>
      </pc:sldMasterChg>
      <pc:sldMasterChg chg="del delSldLayout">
        <pc:chgData name="Zhou, Steve (wz8ry)" userId="7853b720-87d2-447e-8671-07dd752ff384" providerId="ADAL" clId="{9E0F1916-7137-42E0-BC0F-FD3B36C0D0CA}" dt="2022-06-27T12:15:47.637" v="212" actId="2696"/>
        <pc:sldMasterMkLst>
          <pc:docMk/>
          <pc:sldMasterMk cId="990024723" sldId="2147483763"/>
        </pc:sldMasterMkLst>
        <pc:sldLayoutChg chg="del">
          <pc:chgData name="Zhou, Steve (wz8ry)" userId="7853b720-87d2-447e-8671-07dd752ff384" providerId="ADAL" clId="{9E0F1916-7137-42E0-BC0F-FD3B36C0D0CA}" dt="2022-06-27T12:15:47.619" v="195" actId="2696"/>
          <pc:sldLayoutMkLst>
            <pc:docMk/>
            <pc:sldMasterMk cId="990024723" sldId="2147483763"/>
            <pc:sldLayoutMk cId="2345308084" sldId="2147483764"/>
          </pc:sldLayoutMkLst>
        </pc:sldLayoutChg>
        <pc:sldLayoutChg chg="del">
          <pc:chgData name="Zhou, Steve (wz8ry)" userId="7853b720-87d2-447e-8671-07dd752ff384" providerId="ADAL" clId="{9E0F1916-7137-42E0-BC0F-FD3B36C0D0CA}" dt="2022-06-27T12:15:47.619" v="196" actId="2696"/>
          <pc:sldLayoutMkLst>
            <pc:docMk/>
            <pc:sldMasterMk cId="990024723" sldId="2147483763"/>
            <pc:sldLayoutMk cId="3458547032" sldId="2147483765"/>
          </pc:sldLayoutMkLst>
        </pc:sldLayoutChg>
        <pc:sldLayoutChg chg="del">
          <pc:chgData name="Zhou, Steve (wz8ry)" userId="7853b720-87d2-447e-8671-07dd752ff384" providerId="ADAL" clId="{9E0F1916-7137-42E0-BC0F-FD3B36C0D0CA}" dt="2022-06-27T12:15:47.619" v="197" actId="2696"/>
          <pc:sldLayoutMkLst>
            <pc:docMk/>
            <pc:sldMasterMk cId="990024723" sldId="2147483763"/>
            <pc:sldLayoutMk cId="1856480611" sldId="2147483766"/>
          </pc:sldLayoutMkLst>
        </pc:sldLayoutChg>
        <pc:sldLayoutChg chg="del">
          <pc:chgData name="Zhou, Steve (wz8ry)" userId="7853b720-87d2-447e-8671-07dd752ff384" providerId="ADAL" clId="{9E0F1916-7137-42E0-BC0F-FD3B36C0D0CA}" dt="2022-06-27T12:15:47.619" v="198" actId="2696"/>
          <pc:sldLayoutMkLst>
            <pc:docMk/>
            <pc:sldMasterMk cId="990024723" sldId="2147483763"/>
            <pc:sldLayoutMk cId="618672882" sldId="2147483767"/>
          </pc:sldLayoutMkLst>
        </pc:sldLayoutChg>
        <pc:sldLayoutChg chg="del">
          <pc:chgData name="Zhou, Steve (wz8ry)" userId="7853b720-87d2-447e-8671-07dd752ff384" providerId="ADAL" clId="{9E0F1916-7137-42E0-BC0F-FD3B36C0D0CA}" dt="2022-06-27T12:15:47.619" v="199" actId="2696"/>
          <pc:sldLayoutMkLst>
            <pc:docMk/>
            <pc:sldMasterMk cId="990024723" sldId="2147483763"/>
            <pc:sldLayoutMk cId="3566167160" sldId="2147483768"/>
          </pc:sldLayoutMkLst>
        </pc:sldLayoutChg>
        <pc:sldLayoutChg chg="del">
          <pc:chgData name="Zhou, Steve (wz8ry)" userId="7853b720-87d2-447e-8671-07dd752ff384" providerId="ADAL" clId="{9E0F1916-7137-42E0-BC0F-FD3B36C0D0CA}" dt="2022-06-27T12:15:47.619" v="200" actId="2696"/>
          <pc:sldLayoutMkLst>
            <pc:docMk/>
            <pc:sldMasterMk cId="990024723" sldId="2147483763"/>
            <pc:sldLayoutMk cId="3413857161" sldId="2147483769"/>
          </pc:sldLayoutMkLst>
        </pc:sldLayoutChg>
        <pc:sldLayoutChg chg="del">
          <pc:chgData name="Zhou, Steve (wz8ry)" userId="7853b720-87d2-447e-8671-07dd752ff384" providerId="ADAL" clId="{9E0F1916-7137-42E0-BC0F-FD3B36C0D0CA}" dt="2022-06-27T12:15:47.619" v="201" actId="2696"/>
          <pc:sldLayoutMkLst>
            <pc:docMk/>
            <pc:sldMasterMk cId="990024723" sldId="2147483763"/>
            <pc:sldLayoutMk cId="82638499" sldId="2147483770"/>
          </pc:sldLayoutMkLst>
        </pc:sldLayoutChg>
        <pc:sldLayoutChg chg="del">
          <pc:chgData name="Zhou, Steve (wz8ry)" userId="7853b720-87d2-447e-8671-07dd752ff384" providerId="ADAL" clId="{9E0F1916-7137-42E0-BC0F-FD3B36C0D0CA}" dt="2022-06-27T12:15:47.619" v="202" actId="2696"/>
          <pc:sldLayoutMkLst>
            <pc:docMk/>
            <pc:sldMasterMk cId="990024723" sldId="2147483763"/>
            <pc:sldLayoutMk cId="4163596531" sldId="2147483771"/>
          </pc:sldLayoutMkLst>
        </pc:sldLayoutChg>
        <pc:sldLayoutChg chg="del">
          <pc:chgData name="Zhou, Steve (wz8ry)" userId="7853b720-87d2-447e-8671-07dd752ff384" providerId="ADAL" clId="{9E0F1916-7137-42E0-BC0F-FD3B36C0D0CA}" dt="2022-06-27T12:15:47.619" v="203" actId="2696"/>
          <pc:sldLayoutMkLst>
            <pc:docMk/>
            <pc:sldMasterMk cId="990024723" sldId="2147483763"/>
            <pc:sldLayoutMk cId="3724140192" sldId="2147483772"/>
          </pc:sldLayoutMkLst>
        </pc:sldLayoutChg>
        <pc:sldLayoutChg chg="del">
          <pc:chgData name="Zhou, Steve (wz8ry)" userId="7853b720-87d2-447e-8671-07dd752ff384" providerId="ADAL" clId="{9E0F1916-7137-42E0-BC0F-FD3B36C0D0CA}" dt="2022-06-27T12:15:47.619" v="204" actId="2696"/>
          <pc:sldLayoutMkLst>
            <pc:docMk/>
            <pc:sldMasterMk cId="990024723" sldId="2147483763"/>
            <pc:sldLayoutMk cId="340832398" sldId="2147483773"/>
          </pc:sldLayoutMkLst>
        </pc:sldLayoutChg>
        <pc:sldLayoutChg chg="del">
          <pc:chgData name="Zhou, Steve (wz8ry)" userId="7853b720-87d2-447e-8671-07dd752ff384" providerId="ADAL" clId="{9E0F1916-7137-42E0-BC0F-FD3B36C0D0CA}" dt="2022-06-27T12:15:47.619" v="205" actId="2696"/>
          <pc:sldLayoutMkLst>
            <pc:docMk/>
            <pc:sldMasterMk cId="990024723" sldId="2147483763"/>
            <pc:sldLayoutMk cId="2882231507" sldId="2147483774"/>
          </pc:sldLayoutMkLst>
        </pc:sldLayoutChg>
        <pc:sldLayoutChg chg="del">
          <pc:chgData name="Zhou, Steve (wz8ry)" userId="7853b720-87d2-447e-8671-07dd752ff384" providerId="ADAL" clId="{9E0F1916-7137-42E0-BC0F-FD3B36C0D0CA}" dt="2022-06-27T12:15:47.619" v="206" actId="2696"/>
          <pc:sldLayoutMkLst>
            <pc:docMk/>
            <pc:sldMasterMk cId="990024723" sldId="2147483763"/>
            <pc:sldLayoutMk cId="3800429187" sldId="2147483775"/>
          </pc:sldLayoutMkLst>
        </pc:sldLayoutChg>
        <pc:sldLayoutChg chg="del">
          <pc:chgData name="Zhou, Steve (wz8ry)" userId="7853b720-87d2-447e-8671-07dd752ff384" providerId="ADAL" clId="{9E0F1916-7137-42E0-BC0F-FD3B36C0D0CA}" dt="2022-06-27T12:15:47.619" v="207" actId="2696"/>
          <pc:sldLayoutMkLst>
            <pc:docMk/>
            <pc:sldMasterMk cId="990024723" sldId="2147483763"/>
            <pc:sldLayoutMk cId="908126148" sldId="2147483776"/>
          </pc:sldLayoutMkLst>
        </pc:sldLayoutChg>
        <pc:sldLayoutChg chg="del">
          <pc:chgData name="Zhou, Steve (wz8ry)" userId="7853b720-87d2-447e-8671-07dd752ff384" providerId="ADAL" clId="{9E0F1916-7137-42E0-BC0F-FD3B36C0D0CA}" dt="2022-06-27T12:15:47.619" v="208" actId="2696"/>
          <pc:sldLayoutMkLst>
            <pc:docMk/>
            <pc:sldMasterMk cId="990024723" sldId="2147483763"/>
            <pc:sldLayoutMk cId="3184766325" sldId="2147483777"/>
          </pc:sldLayoutMkLst>
        </pc:sldLayoutChg>
        <pc:sldLayoutChg chg="del">
          <pc:chgData name="Zhou, Steve (wz8ry)" userId="7853b720-87d2-447e-8671-07dd752ff384" providerId="ADAL" clId="{9E0F1916-7137-42E0-BC0F-FD3B36C0D0CA}" dt="2022-06-27T12:15:47.635" v="209" actId="2696"/>
          <pc:sldLayoutMkLst>
            <pc:docMk/>
            <pc:sldMasterMk cId="990024723" sldId="2147483763"/>
            <pc:sldLayoutMk cId="3900338769" sldId="2147483778"/>
          </pc:sldLayoutMkLst>
        </pc:sldLayoutChg>
        <pc:sldLayoutChg chg="del">
          <pc:chgData name="Zhou, Steve (wz8ry)" userId="7853b720-87d2-447e-8671-07dd752ff384" providerId="ADAL" clId="{9E0F1916-7137-42E0-BC0F-FD3B36C0D0CA}" dt="2022-06-27T12:15:47.635" v="210" actId="2696"/>
          <pc:sldLayoutMkLst>
            <pc:docMk/>
            <pc:sldMasterMk cId="990024723" sldId="2147483763"/>
            <pc:sldLayoutMk cId="698879096" sldId="2147483779"/>
          </pc:sldLayoutMkLst>
        </pc:sldLayoutChg>
        <pc:sldLayoutChg chg="del">
          <pc:chgData name="Zhou, Steve (wz8ry)" userId="7853b720-87d2-447e-8671-07dd752ff384" providerId="ADAL" clId="{9E0F1916-7137-42E0-BC0F-FD3B36C0D0CA}" dt="2022-06-27T12:15:47.635" v="211" actId="2696"/>
          <pc:sldLayoutMkLst>
            <pc:docMk/>
            <pc:sldMasterMk cId="990024723" sldId="2147483763"/>
            <pc:sldLayoutMk cId="367882202" sldId="2147483780"/>
          </pc:sldLayoutMkLst>
        </pc:sldLayoutChg>
      </pc:sldMasterChg>
      <pc:sldMasterChg chg="del delSldLayout">
        <pc:chgData name="Zhou, Steve (wz8ry)" userId="7853b720-87d2-447e-8671-07dd752ff384" providerId="ADAL" clId="{9E0F1916-7137-42E0-BC0F-FD3B36C0D0CA}" dt="2022-06-27T12:15:47.362" v="61" actId="2696"/>
        <pc:sldMasterMkLst>
          <pc:docMk/>
          <pc:sldMasterMk cId="2982854832" sldId="2147483781"/>
        </pc:sldMasterMkLst>
        <pc:sldLayoutChg chg="del">
          <pc:chgData name="Zhou, Steve (wz8ry)" userId="7853b720-87d2-447e-8671-07dd752ff384" providerId="ADAL" clId="{9E0F1916-7137-42E0-BC0F-FD3B36C0D0CA}" dt="2022-06-27T12:15:47.347" v="46" actId="2696"/>
          <pc:sldLayoutMkLst>
            <pc:docMk/>
            <pc:sldMasterMk cId="2982854832" sldId="2147483781"/>
            <pc:sldLayoutMk cId="3804769282" sldId="2147483782"/>
          </pc:sldLayoutMkLst>
        </pc:sldLayoutChg>
        <pc:sldLayoutChg chg="del">
          <pc:chgData name="Zhou, Steve (wz8ry)" userId="7853b720-87d2-447e-8671-07dd752ff384" providerId="ADAL" clId="{9E0F1916-7137-42E0-BC0F-FD3B36C0D0CA}" dt="2022-06-27T12:15:47.347" v="47" actId="2696"/>
          <pc:sldLayoutMkLst>
            <pc:docMk/>
            <pc:sldMasterMk cId="2982854832" sldId="2147483781"/>
            <pc:sldLayoutMk cId="828251418" sldId="2147483783"/>
          </pc:sldLayoutMkLst>
        </pc:sldLayoutChg>
        <pc:sldLayoutChg chg="del">
          <pc:chgData name="Zhou, Steve (wz8ry)" userId="7853b720-87d2-447e-8671-07dd752ff384" providerId="ADAL" clId="{9E0F1916-7137-42E0-BC0F-FD3B36C0D0CA}" dt="2022-06-27T12:15:47.347" v="48" actId="2696"/>
          <pc:sldLayoutMkLst>
            <pc:docMk/>
            <pc:sldMasterMk cId="2982854832" sldId="2147483781"/>
            <pc:sldLayoutMk cId="1879819047" sldId="2147483784"/>
          </pc:sldLayoutMkLst>
        </pc:sldLayoutChg>
        <pc:sldLayoutChg chg="del">
          <pc:chgData name="Zhou, Steve (wz8ry)" userId="7853b720-87d2-447e-8671-07dd752ff384" providerId="ADAL" clId="{9E0F1916-7137-42E0-BC0F-FD3B36C0D0CA}" dt="2022-06-27T12:15:47.347" v="49" actId="2696"/>
          <pc:sldLayoutMkLst>
            <pc:docMk/>
            <pc:sldMasterMk cId="2982854832" sldId="2147483781"/>
            <pc:sldLayoutMk cId="3546043707" sldId="2147483785"/>
          </pc:sldLayoutMkLst>
        </pc:sldLayoutChg>
        <pc:sldLayoutChg chg="del">
          <pc:chgData name="Zhou, Steve (wz8ry)" userId="7853b720-87d2-447e-8671-07dd752ff384" providerId="ADAL" clId="{9E0F1916-7137-42E0-BC0F-FD3B36C0D0CA}" dt="2022-06-27T12:15:47.347" v="50" actId="2696"/>
          <pc:sldLayoutMkLst>
            <pc:docMk/>
            <pc:sldMasterMk cId="2982854832" sldId="2147483781"/>
            <pc:sldLayoutMk cId="2741727074" sldId="2147483786"/>
          </pc:sldLayoutMkLst>
        </pc:sldLayoutChg>
        <pc:sldLayoutChg chg="del">
          <pc:chgData name="Zhou, Steve (wz8ry)" userId="7853b720-87d2-447e-8671-07dd752ff384" providerId="ADAL" clId="{9E0F1916-7137-42E0-BC0F-FD3B36C0D0CA}" dt="2022-06-27T12:15:47.347" v="51" actId="2696"/>
          <pc:sldLayoutMkLst>
            <pc:docMk/>
            <pc:sldMasterMk cId="2982854832" sldId="2147483781"/>
            <pc:sldLayoutMk cId="2551198233" sldId="2147483787"/>
          </pc:sldLayoutMkLst>
        </pc:sldLayoutChg>
        <pc:sldLayoutChg chg="del">
          <pc:chgData name="Zhou, Steve (wz8ry)" userId="7853b720-87d2-447e-8671-07dd752ff384" providerId="ADAL" clId="{9E0F1916-7137-42E0-BC0F-FD3B36C0D0CA}" dt="2022-06-27T12:15:47.347" v="52" actId="2696"/>
          <pc:sldLayoutMkLst>
            <pc:docMk/>
            <pc:sldMasterMk cId="2982854832" sldId="2147483781"/>
            <pc:sldLayoutMk cId="1367851320" sldId="2147483788"/>
          </pc:sldLayoutMkLst>
        </pc:sldLayoutChg>
        <pc:sldLayoutChg chg="del">
          <pc:chgData name="Zhou, Steve (wz8ry)" userId="7853b720-87d2-447e-8671-07dd752ff384" providerId="ADAL" clId="{9E0F1916-7137-42E0-BC0F-FD3B36C0D0CA}" dt="2022-06-27T12:15:47.347" v="53" actId="2696"/>
          <pc:sldLayoutMkLst>
            <pc:docMk/>
            <pc:sldMasterMk cId="2982854832" sldId="2147483781"/>
            <pc:sldLayoutMk cId="3280487408" sldId="2147483789"/>
          </pc:sldLayoutMkLst>
        </pc:sldLayoutChg>
        <pc:sldLayoutChg chg="del">
          <pc:chgData name="Zhou, Steve (wz8ry)" userId="7853b720-87d2-447e-8671-07dd752ff384" providerId="ADAL" clId="{9E0F1916-7137-42E0-BC0F-FD3B36C0D0CA}" dt="2022-06-27T12:15:47.347" v="54" actId="2696"/>
          <pc:sldLayoutMkLst>
            <pc:docMk/>
            <pc:sldMasterMk cId="2982854832" sldId="2147483781"/>
            <pc:sldLayoutMk cId="2356031261" sldId="2147483790"/>
          </pc:sldLayoutMkLst>
        </pc:sldLayoutChg>
        <pc:sldLayoutChg chg="del">
          <pc:chgData name="Zhou, Steve (wz8ry)" userId="7853b720-87d2-447e-8671-07dd752ff384" providerId="ADAL" clId="{9E0F1916-7137-42E0-BC0F-FD3B36C0D0CA}" dt="2022-06-27T12:15:47.347" v="55" actId="2696"/>
          <pc:sldLayoutMkLst>
            <pc:docMk/>
            <pc:sldMasterMk cId="2982854832" sldId="2147483781"/>
            <pc:sldLayoutMk cId="2302877524" sldId="2147483791"/>
          </pc:sldLayoutMkLst>
        </pc:sldLayoutChg>
        <pc:sldLayoutChg chg="del">
          <pc:chgData name="Zhou, Steve (wz8ry)" userId="7853b720-87d2-447e-8671-07dd752ff384" providerId="ADAL" clId="{9E0F1916-7137-42E0-BC0F-FD3B36C0D0CA}" dt="2022-06-27T12:15:47.347" v="56" actId="2696"/>
          <pc:sldLayoutMkLst>
            <pc:docMk/>
            <pc:sldMasterMk cId="2982854832" sldId="2147483781"/>
            <pc:sldLayoutMk cId="1502889578" sldId="2147483792"/>
          </pc:sldLayoutMkLst>
        </pc:sldLayoutChg>
        <pc:sldLayoutChg chg="del">
          <pc:chgData name="Zhou, Steve (wz8ry)" userId="7853b720-87d2-447e-8671-07dd752ff384" providerId="ADAL" clId="{9E0F1916-7137-42E0-BC0F-FD3B36C0D0CA}" dt="2022-06-27T12:15:47.347" v="57" actId="2696"/>
          <pc:sldLayoutMkLst>
            <pc:docMk/>
            <pc:sldMasterMk cId="2982854832" sldId="2147483781"/>
            <pc:sldLayoutMk cId="3895663937" sldId="2147483793"/>
          </pc:sldLayoutMkLst>
        </pc:sldLayoutChg>
        <pc:sldLayoutChg chg="del">
          <pc:chgData name="Zhou, Steve (wz8ry)" userId="7853b720-87d2-447e-8671-07dd752ff384" providerId="ADAL" clId="{9E0F1916-7137-42E0-BC0F-FD3B36C0D0CA}" dt="2022-06-27T12:15:47.362" v="58" actId="2696"/>
          <pc:sldLayoutMkLst>
            <pc:docMk/>
            <pc:sldMasterMk cId="2982854832" sldId="2147483781"/>
            <pc:sldLayoutMk cId="1606322905" sldId="2147483794"/>
          </pc:sldLayoutMkLst>
        </pc:sldLayoutChg>
        <pc:sldLayoutChg chg="del">
          <pc:chgData name="Zhou, Steve (wz8ry)" userId="7853b720-87d2-447e-8671-07dd752ff384" providerId="ADAL" clId="{9E0F1916-7137-42E0-BC0F-FD3B36C0D0CA}" dt="2022-06-27T12:15:47.362" v="59" actId="2696"/>
          <pc:sldLayoutMkLst>
            <pc:docMk/>
            <pc:sldMasterMk cId="2982854832" sldId="2147483781"/>
            <pc:sldLayoutMk cId="1016901264" sldId="2147483795"/>
          </pc:sldLayoutMkLst>
        </pc:sldLayoutChg>
        <pc:sldLayoutChg chg="del">
          <pc:chgData name="Zhou, Steve (wz8ry)" userId="7853b720-87d2-447e-8671-07dd752ff384" providerId="ADAL" clId="{9E0F1916-7137-42E0-BC0F-FD3B36C0D0CA}" dt="2022-06-27T12:15:47.362" v="60" actId="2696"/>
          <pc:sldLayoutMkLst>
            <pc:docMk/>
            <pc:sldMasterMk cId="2982854832" sldId="2147483781"/>
            <pc:sldLayoutMk cId="1593291210" sldId="2147483796"/>
          </pc:sldLayoutMkLst>
        </pc:sldLayoutChg>
      </pc:sldMasterChg>
      <pc:sldMasterChg chg="del delSldLayout">
        <pc:chgData name="Zhou, Steve (wz8ry)" userId="7853b720-87d2-447e-8671-07dd752ff384" providerId="ADAL" clId="{9E0F1916-7137-42E0-BC0F-FD3B36C0D0CA}" dt="2022-06-27T12:15:47.551" v="159" actId="2696"/>
        <pc:sldMasterMkLst>
          <pc:docMk/>
          <pc:sldMasterMk cId="3643662074" sldId="2147483797"/>
        </pc:sldMasterMkLst>
        <pc:sldLayoutChg chg="del">
          <pc:chgData name="Zhou, Steve (wz8ry)" userId="7853b720-87d2-447e-8671-07dd752ff384" providerId="ADAL" clId="{9E0F1916-7137-42E0-BC0F-FD3B36C0D0CA}" dt="2022-06-27T12:15:47.551" v="152" actId="2696"/>
          <pc:sldLayoutMkLst>
            <pc:docMk/>
            <pc:sldMasterMk cId="3643662074" sldId="2147483797"/>
            <pc:sldLayoutMk cId="1232373069" sldId="2147483798"/>
          </pc:sldLayoutMkLst>
        </pc:sldLayoutChg>
        <pc:sldLayoutChg chg="del">
          <pc:chgData name="Zhou, Steve (wz8ry)" userId="7853b720-87d2-447e-8671-07dd752ff384" providerId="ADAL" clId="{9E0F1916-7137-42E0-BC0F-FD3B36C0D0CA}" dt="2022-06-27T12:15:47.551" v="153" actId="2696"/>
          <pc:sldLayoutMkLst>
            <pc:docMk/>
            <pc:sldMasterMk cId="3643662074" sldId="2147483797"/>
            <pc:sldLayoutMk cId="3774155721" sldId="2147483800"/>
          </pc:sldLayoutMkLst>
        </pc:sldLayoutChg>
        <pc:sldLayoutChg chg="del">
          <pc:chgData name="Zhou, Steve (wz8ry)" userId="7853b720-87d2-447e-8671-07dd752ff384" providerId="ADAL" clId="{9E0F1916-7137-42E0-BC0F-FD3B36C0D0CA}" dt="2022-06-27T12:15:47.551" v="154" actId="2696"/>
          <pc:sldLayoutMkLst>
            <pc:docMk/>
            <pc:sldMasterMk cId="3643662074" sldId="2147483797"/>
            <pc:sldLayoutMk cId="2699005298" sldId="2147483801"/>
          </pc:sldLayoutMkLst>
        </pc:sldLayoutChg>
        <pc:sldLayoutChg chg="del">
          <pc:chgData name="Zhou, Steve (wz8ry)" userId="7853b720-87d2-447e-8671-07dd752ff384" providerId="ADAL" clId="{9E0F1916-7137-42E0-BC0F-FD3B36C0D0CA}" dt="2022-06-27T12:15:47.551" v="155" actId="2696"/>
          <pc:sldLayoutMkLst>
            <pc:docMk/>
            <pc:sldMasterMk cId="3643662074" sldId="2147483797"/>
            <pc:sldLayoutMk cId="4055650002" sldId="2147483802"/>
          </pc:sldLayoutMkLst>
        </pc:sldLayoutChg>
        <pc:sldLayoutChg chg="del">
          <pc:chgData name="Zhou, Steve (wz8ry)" userId="7853b720-87d2-447e-8671-07dd752ff384" providerId="ADAL" clId="{9E0F1916-7137-42E0-BC0F-FD3B36C0D0CA}" dt="2022-06-27T12:15:47.551" v="156" actId="2696"/>
          <pc:sldLayoutMkLst>
            <pc:docMk/>
            <pc:sldMasterMk cId="3643662074" sldId="2147483797"/>
            <pc:sldLayoutMk cId="2009438475" sldId="2147483803"/>
          </pc:sldLayoutMkLst>
        </pc:sldLayoutChg>
        <pc:sldLayoutChg chg="del">
          <pc:chgData name="Zhou, Steve (wz8ry)" userId="7853b720-87d2-447e-8671-07dd752ff384" providerId="ADAL" clId="{9E0F1916-7137-42E0-BC0F-FD3B36C0D0CA}" dt="2022-06-27T12:15:47.551" v="157" actId="2696"/>
          <pc:sldLayoutMkLst>
            <pc:docMk/>
            <pc:sldMasterMk cId="3643662074" sldId="2147483797"/>
            <pc:sldLayoutMk cId="3515033287" sldId="2147483804"/>
          </pc:sldLayoutMkLst>
        </pc:sldLayoutChg>
        <pc:sldLayoutChg chg="del">
          <pc:chgData name="Zhou, Steve (wz8ry)" userId="7853b720-87d2-447e-8671-07dd752ff384" providerId="ADAL" clId="{9E0F1916-7137-42E0-BC0F-FD3B36C0D0CA}" dt="2022-06-27T12:15:47.551" v="158" actId="2696"/>
          <pc:sldLayoutMkLst>
            <pc:docMk/>
            <pc:sldMasterMk cId="3643662074" sldId="2147483797"/>
            <pc:sldLayoutMk cId="1201794986" sldId="2147483805"/>
          </pc:sldLayoutMkLst>
        </pc:sldLayoutChg>
      </pc:sldMasterChg>
      <pc:sldMasterChg chg="del delSldLayout">
        <pc:chgData name="Zhou, Steve (wz8ry)" userId="7853b720-87d2-447e-8671-07dd752ff384" providerId="ADAL" clId="{9E0F1916-7137-42E0-BC0F-FD3B36C0D0CA}" dt="2022-06-27T12:15:47.654" v="221" actId="2696"/>
        <pc:sldMasterMkLst>
          <pc:docMk/>
          <pc:sldMasterMk cId="2417933553" sldId="2147483808"/>
        </pc:sldMasterMkLst>
        <pc:sldLayoutChg chg="del">
          <pc:chgData name="Zhou, Steve (wz8ry)" userId="7853b720-87d2-447e-8671-07dd752ff384" providerId="ADAL" clId="{9E0F1916-7137-42E0-BC0F-FD3B36C0D0CA}" dt="2022-06-27T12:15:47.654" v="219" actId="2696"/>
          <pc:sldLayoutMkLst>
            <pc:docMk/>
            <pc:sldMasterMk cId="2417933553" sldId="2147483808"/>
            <pc:sldLayoutMk cId="649853525" sldId="2147483809"/>
          </pc:sldLayoutMkLst>
        </pc:sldLayoutChg>
        <pc:sldLayoutChg chg="del">
          <pc:chgData name="Zhou, Steve (wz8ry)" userId="7853b720-87d2-447e-8671-07dd752ff384" providerId="ADAL" clId="{9E0F1916-7137-42E0-BC0F-FD3B36C0D0CA}" dt="2022-06-27T12:15:47.654" v="220" actId="2696"/>
          <pc:sldLayoutMkLst>
            <pc:docMk/>
            <pc:sldMasterMk cId="2417933553" sldId="2147483808"/>
            <pc:sldLayoutMk cId="1317858303" sldId="2147483810"/>
          </pc:sldLayoutMkLst>
        </pc:sldLayoutChg>
      </pc:sldMasterChg>
      <pc:sldMasterChg chg="del delSldLayout">
        <pc:chgData name="Zhou, Steve (wz8ry)" userId="7853b720-87d2-447e-8671-07dd752ff384" providerId="ADAL" clId="{9E0F1916-7137-42E0-BC0F-FD3B36C0D0CA}" dt="2022-06-27T12:15:47.278" v="2" actId="2696"/>
        <pc:sldMasterMkLst>
          <pc:docMk/>
          <pc:sldMasterMk cId="1978346601" sldId="2147483813"/>
        </pc:sldMasterMkLst>
        <pc:sldLayoutChg chg="del">
          <pc:chgData name="Zhou, Steve (wz8ry)" userId="7853b720-87d2-447e-8671-07dd752ff384" providerId="ADAL" clId="{9E0F1916-7137-42E0-BC0F-FD3B36C0D0CA}" dt="2022-06-27T12:15:47.278" v="0" actId="2696"/>
          <pc:sldLayoutMkLst>
            <pc:docMk/>
            <pc:sldMasterMk cId="1978346601" sldId="2147483813"/>
            <pc:sldLayoutMk cId="1008355981" sldId="2147483814"/>
          </pc:sldLayoutMkLst>
        </pc:sldLayoutChg>
        <pc:sldLayoutChg chg="del">
          <pc:chgData name="Zhou, Steve (wz8ry)" userId="7853b720-87d2-447e-8671-07dd752ff384" providerId="ADAL" clId="{9E0F1916-7137-42E0-BC0F-FD3B36C0D0CA}" dt="2022-06-27T12:15:47.278" v="1" actId="2696"/>
          <pc:sldLayoutMkLst>
            <pc:docMk/>
            <pc:sldMasterMk cId="1978346601" sldId="2147483813"/>
            <pc:sldLayoutMk cId="1145796337" sldId="2147483815"/>
          </pc:sldLayoutMkLst>
        </pc:sldLayoutChg>
      </pc:sldMasterChg>
      <pc:sldMasterChg chg="del delSldLayout">
        <pc:chgData name="Zhou, Steve (wz8ry)" userId="7853b720-87d2-447e-8671-07dd752ff384" providerId="ADAL" clId="{9E0F1916-7137-42E0-BC0F-FD3B36C0D0CA}" dt="2022-06-27T12:15:47.669" v="239" actId="2696"/>
        <pc:sldMasterMkLst>
          <pc:docMk/>
          <pc:sldMasterMk cId="2012558930" sldId="2147483854"/>
        </pc:sldMasterMkLst>
        <pc:sldLayoutChg chg="del">
          <pc:chgData name="Zhou, Steve (wz8ry)" userId="7853b720-87d2-447e-8671-07dd752ff384" providerId="ADAL" clId="{9E0F1916-7137-42E0-BC0F-FD3B36C0D0CA}" dt="2022-06-27T12:15:47.669" v="236" actId="2696"/>
          <pc:sldLayoutMkLst>
            <pc:docMk/>
            <pc:sldMasterMk cId="2012558930" sldId="2147483854"/>
            <pc:sldLayoutMk cId="1794623532" sldId="2147483855"/>
          </pc:sldLayoutMkLst>
        </pc:sldLayoutChg>
        <pc:sldLayoutChg chg="del">
          <pc:chgData name="Zhou, Steve (wz8ry)" userId="7853b720-87d2-447e-8671-07dd752ff384" providerId="ADAL" clId="{9E0F1916-7137-42E0-BC0F-FD3B36C0D0CA}" dt="2022-06-27T12:15:47.669" v="237" actId="2696"/>
          <pc:sldLayoutMkLst>
            <pc:docMk/>
            <pc:sldMasterMk cId="2012558930" sldId="2147483854"/>
            <pc:sldLayoutMk cId="4062614831" sldId="2147483856"/>
          </pc:sldLayoutMkLst>
        </pc:sldLayoutChg>
        <pc:sldLayoutChg chg="del">
          <pc:chgData name="Zhou, Steve (wz8ry)" userId="7853b720-87d2-447e-8671-07dd752ff384" providerId="ADAL" clId="{9E0F1916-7137-42E0-BC0F-FD3B36C0D0CA}" dt="2022-06-27T12:15:47.669" v="238" actId="2696"/>
          <pc:sldLayoutMkLst>
            <pc:docMk/>
            <pc:sldMasterMk cId="2012558930" sldId="2147483854"/>
            <pc:sldLayoutMk cId="123423352" sldId="2147483857"/>
          </pc:sldLayoutMkLst>
        </pc:sldLayoutChg>
      </pc:sldMasterChg>
      <pc:sldMasterChg chg="del delSldLayout">
        <pc:chgData name="Zhou, Steve (wz8ry)" userId="7853b720-87d2-447e-8671-07dd752ff384" providerId="ADAL" clId="{9E0F1916-7137-42E0-BC0F-FD3B36C0D0CA}" dt="2022-06-27T12:15:47.315" v="33" actId="2696"/>
        <pc:sldMasterMkLst>
          <pc:docMk/>
          <pc:sldMasterMk cId="3735314273" sldId="2147483858"/>
        </pc:sldMasterMkLst>
        <pc:sldLayoutChg chg="del">
          <pc:chgData name="Zhou, Steve (wz8ry)" userId="7853b720-87d2-447e-8671-07dd752ff384" providerId="ADAL" clId="{9E0F1916-7137-42E0-BC0F-FD3B36C0D0CA}" dt="2022-06-27T12:15:47.315" v="22" actId="2696"/>
          <pc:sldLayoutMkLst>
            <pc:docMk/>
            <pc:sldMasterMk cId="3735314273" sldId="2147483858"/>
            <pc:sldLayoutMk cId="2374289824" sldId="2147483859"/>
          </pc:sldLayoutMkLst>
        </pc:sldLayoutChg>
        <pc:sldLayoutChg chg="del">
          <pc:chgData name="Zhou, Steve (wz8ry)" userId="7853b720-87d2-447e-8671-07dd752ff384" providerId="ADAL" clId="{9E0F1916-7137-42E0-BC0F-FD3B36C0D0CA}" dt="2022-06-27T12:15:47.315" v="23" actId="2696"/>
          <pc:sldLayoutMkLst>
            <pc:docMk/>
            <pc:sldMasterMk cId="3735314273" sldId="2147483858"/>
            <pc:sldLayoutMk cId="2739159869" sldId="2147483860"/>
          </pc:sldLayoutMkLst>
        </pc:sldLayoutChg>
        <pc:sldLayoutChg chg="del">
          <pc:chgData name="Zhou, Steve (wz8ry)" userId="7853b720-87d2-447e-8671-07dd752ff384" providerId="ADAL" clId="{9E0F1916-7137-42E0-BC0F-FD3B36C0D0CA}" dt="2022-06-27T12:15:47.315" v="24" actId="2696"/>
          <pc:sldLayoutMkLst>
            <pc:docMk/>
            <pc:sldMasterMk cId="3735314273" sldId="2147483858"/>
            <pc:sldLayoutMk cId="1046910371" sldId="2147483861"/>
          </pc:sldLayoutMkLst>
        </pc:sldLayoutChg>
        <pc:sldLayoutChg chg="del">
          <pc:chgData name="Zhou, Steve (wz8ry)" userId="7853b720-87d2-447e-8671-07dd752ff384" providerId="ADAL" clId="{9E0F1916-7137-42E0-BC0F-FD3B36C0D0CA}" dt="2022-06-27T12:15:47.315" v="25" actId="2696"/>
          <pc:sldLayoutMkLst>
            <pc:docMk/>
            <pc:sldMasterMk cId="3735314273" sldId="2147483858"/>
            <pc:sldLayoutMk cId="3728119029" sldId="2147483862"/>
          </pc:sldLayoutMkLst>
        </pc:sldLayoutChg>
        <pc:sldLayoutChg chg="del">
          <pc:chgData name="Zhou, Steve (wz8ry)" userId="7853b720-87d2-447e-8671-07dd752ff384" providerId="ADAL" clId="{9E0F1916-7137-42E0-BC0F-FD3B36C0D0CA}" dt="2022-06-27T12:15:47.315" v="26" actId="2696"/>
          <pc:sldLayoutMkLst>
            <pc:docMk/>
            <pc:sldMasterMk cId="3735314273" sldId="2147483858"/>
            <pc:sldLayoutMk cId="3811812768" sldId="2147483863"/>
          </pc:sldLayoutMkLst>
        </pc:sldLayoutChg>
        <pc:sldLayoutChg chg="del">
          <pc:chgData name="Zhou, Steve (wz8ry)" userId="7853b720-87d2-447e-8671-07dd752ff384" providerId="ADAL" clId="{9E0F1916-7137-42E0-BC0F-FD3B36C0D0CA}" dt="2022-06-27T12:15:47.315" v="27" actId="2696"/>
          <pc:sldLayoutMkLst>
            <pc:docMk/>
            <pc:sldMasterMk cId="3735314273" sldId="2147483858"/>
            <pc:sldLayoutMk cId="1914800127" sldId="2147483864"/>
          </pc:sldLayoutMkLst>
        </pc:sldLayoutChg>
        <pc:sldLayoutChg chg="del">
          <pc:chgData name="Zhou, Steve (wz8ry)" userId="7853b720-87d2-447e-8671-07dd752ff384" providerId="ADAL" clId="{9E0F1916-7137-42E0-BC0F-FD3B36C0D0CA}" dt="2022-06-27T12:15:47.315" v="28" actId="2696"/>
          <pc:sldLayoutMkLst>
            <pc:docMk/>
            <pc:sldMasterMk cId="3735314273" sldId="2147483858"/>
            <pc:sldLayoutMk cId="2898997025" sldId="2147483865"/>
          </pc:sldLayoutMkLst>
        </pc:sldLayoutChg>
        <pc:sldLayoutChg chg="del">
          <pc:chgData name="Zhou, Steve (wz8ry)" userId="7853b720-87d2-447e-8671-07dd752ff384" providerId="ADAL" clId="{9E0F1916-7137-42E0-BC0F-FD3B36C0D0CA}" dt="2022-06-27T12:15:47.315" v="29" actId="2696"/>
          <pc:sldLayoutMkLst>
            <pc:docMk/>
            <pc:sldMasterMk cId="3735314273" sldId="2147483858"/>
            <pc:sldLayoutMk cId="156823514" sldId="2147483866"/>
          </pc:sldLayoutMkLst>
        </pc:sldLayoutChg>
        <pc:sldLayoutChg chg="del">
          <pc:chgData name="Zhou, Steve (wz8ry)" userId="7853b720-87d2-447e-8671-07dd752ff384" providerId="ADAL" clId="{9E0F1916-7137-42E0-BC0F-FD3B36C0D0CA}" dt="2022-06-27T12:15:47.315" v="30" actId="2696"/>
          <pc:sldLayoutMkLst>
            <pc:docMk/>
            <pc:sldMasterMk cId="3735314273" sldId="2147483858"/>
            <pc:sldLayoutMk cId="3693208922" sldId="2147483867"/>
          </pc:sldLayoutMkLst>
        </pc:sldLayoutChg>
        <pc:sldLayoutChg chg="del">
          <pc:chgData name="Zhou, Steve (wz8ry)" userId="7853b720-87d2-447e-8671-07dd752ff384" providerId="ADAL" clId="{9E0F1916-7137-42E0-BC0F-FD3B36C0D0CA}" dt="2022-06-27T12:15:47.315" v="31" actId="2696"/>
          <pc:sldLayoutMkLst>
            <pc:docMk/>
            <pc:sldMasterMk cId="3735314273" sldId="2147483858"/>
            <pc:sldLayoutMk cId="2808947320" sldId="2147483868"/>
          </pc:sldLayoutMkLst>
        </pc:sldLayoutChg>
        <pc:sldLayoutChg chg="del">
          <pc:chgData name="Zhou, Steve (wz8ry)" userId="7853b720-87d2-447e-8671-07dd752ff384" providerId="ADAL" clId="{9E0F1916-7137-42E0-BC0F-FD3B36C0D0CA}" dt="2022-06-27T12:15:47.315" v="32" actId="2696"/>
          <pc:sldLayoutMkLst>
            <pc:docMk/>
            <pc:sldMasterMk cId="3735314273" sldId="2147483858"/>
            <pc:sldLayoutMk cId="985491201" sldId="2147483869"/>
          </pc:sldLayoutMkLst>
        </pc:sldLayoutChg>
      </pc:sldMasterChg>
      <pc:sldMasterChg chg="del delSldLayout">
        <pc:chgData name="Zhou, Steve (wz8ry)" userId="7853b720-87d2-447e-8671-07dd752ff384" providerId="ADAL" clId="{9E0F1916-7137-42E0-BC0F-FD3B36C0D0CA}" dt="2022-06-27T12:15:47.487" v="107" actId="2696"/>
        <pc:sldMasterMkLst>
          <pc:docMk/>
          <pc:sldMasterMk cId="2249065655" sldId="2147483871"/>
        </pc:sldMasterMkLst>
        <pc:sldLayoutChg chg="del">
          <pc:chgData name="Zhou, Steve (wz8ry)" userId="7853b720-87d2-447e-8671-07dd752ff384" providerId="ADAL" clId="{9E0F1916-7137-42E0-BC0F-FD3B36C0D0CA}" dt="2022-06-27T12:15:47.443" v="100" actId="2696"/>
          <pc:sldLayoutMkLst>
            <pc:docMk/>
            <pc:sldMasterMk cId="2249065655" sldId="2147483871"/>
            <pc:sldLayoutMk cId="2911641751" sldId="2147483872"/>
          </pc:sldLayoutMkLst>
        </pc:sldLayoutChg>
        <pc:sldLayoutChg chg="del">
          <pc:chgData name="Zhou, Steve (wz8ry)" userId="7853b720-87d2-447e-8671-07dd752ff384" providerId="ADAL" clId="{9E0F1916-7137-42E0-BC0F-FD3B36C0D0CA}" dt="2022-06-27T12:15:47.443" v="101" actId="2696"/>
          <pc:sldLayoutMkLst>
            <pc:docMk/>
            <pc:sldMasterMk cId="2249065655" sldId="2147483871"/>
            <pc:sldLayoutMk cId="2931569180" sldId="2147483873"/>
          </pc:sldLayoutMkLst>
        </pc:sldLayoutChg>
        <pc:sldLayoutChg chg="del">
          <pc:chgData name="Zhou, Steve (wz8ry)" userId="7853b720-87d2-447e-8671-07dd752ff384" providerId="ADAL" clId="{9E0F1916-7137-42E0-BC0F-FD3B36C0D0CA}" dt="2022-06-27T12:15:47.443" v="102" actId="2696"/>
          <pc:sldLayoutMkLst>
            <pc:docMk/>
            <pc:sldMasterMk cId="2249065655" sldId="2147483871"/>
            <pc:sldLayoutMk cId="1520920908" sldId="2147483874"/>
          </pc:sldLayoutMkLst>
        </pc:sldLayoutChg>
        <pc:sldLayoutChg chg="del">
          <pc:chgData name="Zhou, Steve (wz8ry)" userId="7853b720-87d2-447e-8671-07dd752ff384" providerId="ADAL" clId="{9E0F1916-7137-42E0-BC0F-FD3B36C0D0CA}" dt="2022-06-27T12:15:47.443" v="103" actId="2696"/>
          <pc:sldLayoutMkLst>
            <pc:docMk/>
            <pc:sldMasterMk cId="2249065655" sldId="2147483871"/>
            <pc:sldLayoutMk cId="3593591636" sldId="2147483875"/>
          </pc:sldLayoutMkLst>
        </pc:sldLayoutChg>
        <pc:sldLayoutChg chg="del">
          <pc:chgData name="Zhou, Steve (wz8ry)" userId="7853b720-87d2-447e-8671-07dd752ff384" providerId="ADAL" clId="{9E0F1916-7137-42E0-BC0F-FD3B36C0D0CA}" dt="2022-06-27T12:15:47.443" v="104" actId="2696"/>
          <pc:sldLayoutMkLst>
            <pc:docMk/>
            <pc:sldMasterMk cId="2249065655" sldId="2147483871"/>
            <pc:sldLayoutMk cId="237216665" sldId="2147483876"/>
          </pc:sldLayoutMkLst>
        </pc:sldLayoutChg>
        <pc:sldLayoutChg chg="del">
          <pc:chgData name="Zhou, Steve (wz8ry)" userId="7853b720-87d2-447e-8671-07dd752ff384" providerId="ADAL" clId="{9E0F1916-7137-42E0-BC0F-FD3B36C0D0CA}" dt="2022-06-27T12:15:47.458" v="105" actId="2696"/>
          <pc:sldLayoutMkLst>
            <pc:docMk/>
            <pc:sldMasterMk cId="2249065655" sldId="2147483871"/>
            <pc:sldLayoutMk cId="111932295" sldId="2147483877"/>
          </pc:sldLayoutMkLst>
        </pc:sldLayoutChg>
        <pc:sldLayoutChg chg="del">
          <pc:chgData name="Zhou, Steve (wz8ry)" userId="7853b720-87d2-447e-8671-07dd752ff384" providerId="ADAL" clId="{9E0F1916-7137-42E0-BC0F-FD3B36C0D0CA}" dt="2022-06-27T12:15:47.458" v="106" actId="2696"/>
          <pc:sldLayoutMkLst>
            <pc:docMk/>
            <pc:sldMasterMk cId="2249065655" sldId="2147483871"/>
            <pc:sldLayoutMk cId="1755914886" sldId="2147483878"/>
          </pc:sldLayoutMkLst>
        </pc:sldLayoutChg>
      </pc:sldMasterChg>
      <pc:sldMasterChg chg="del delSldLayout">
        <pc:chgData name="Zhou, Steve (wz8ry)" userId="7853b720-87d2-447e-8671-07dd752ff384" providerId="ADAL" clId="{9E0F1916-7137-42E0-BC0F-FD3B36C0D0CA}" dt="2022-06-27T12:15:47.645" v="215" actId="2696"/>
        <pc:sldMasterMkLst>
          <pc:docMk/>
          <pc:sldMasterMk cId="2176883343" sldId="2147483892"/>
        </pc:sldMasterMkLst>
        <pc:sldLayoutChg chg="del">
          <pc:chgData name="Zhou, Steve (wz8ry)" userId="7853b720-87d2-447e-8671-07dd752ff384" providerId="ADAL" clId="{9E0F1916-7137-42E0-BC0F-FD3B36C0D0CA}" dt="2022-06-27T12:15:47.641" v="213" actId="2696"/>
          <pc:sldLayoutMkLst>
            <pc:docMk/>
            <pc:sldMasterMk cId="2176883343" sldId="2147483892"/>
            <pc:sldLayoutMk cId="403246884" sldId="2147483893"/>
          </pc:sldLayoutMkLst>
        </pc:sldLayoutChg>
        <pc:sldLayoutChg chg="del">
          <pc:chgData name="Zhou, Steve (wz8ry)" userId="7853b720-87d2-447e-8671-07dd752ff384" providerId="ADAL" clId="{9E0F1916-7137-42E0-BC0F-FD3B36C0D0CA}" dt="2022-06-27T12:15:47.641" v="214" actId="2696"/>
          <pc:sldLayoutMkLst>
            <pc:docMk/>
            <pc:sldMasterMk cId="2176883343" sldId="2147483892"/>
            <pc:sldLayoutMk cId="516867790" sldId="2147483894"/>
          </pc:sldLayoutMkLst>
        </pc:sldLayoutChg>
      </pc:sldMasterChg>
      <pc:sldMasterChg chg="del delSldLayout">
        <pc:chgData name="Zhou, Steve (wz8ry)" userId="7853b720-87d2-447e-8671-07dd752ff384" providerId="ADAL" clId="{9E0F1916-7137-42E0-BC0F-FD3B36C0D0CA}" dt="2022-06-27T12:15:47.669" v="235" actId="2696"/>
        <pc:sldMasterMkLst>
          <pc:docMk/>
          <pc:sldMasterMk cId="1617948471" sldId="2147483895"/>
        </pc:sldMasterMkLst>
        <pc:sldLayoutChg chg="del">
          <pc:chgData name="Zhou, Steve (wz8ry)" userId="7853b720-87d2-447e-8671-07dd752ff384" providerId="ADAL" clId="{9E0F1916-7137-42E0-BC0F-FD3B36C0D0CA}" dt="2022-06-27T12:15:47.669" v="229" actId="2696"/>
          <pc:sldLayoutMkLst>
            <pc:docMk/>
            <pc:sldMasterMk cId="1617948471" sldId="2147483895"/>
            <pc:sldLayoutMk cId="4213100209" sldId="2147483896"/>
          </pc:sldLayoutMkLst>
        </pc:sldLayoutChg>
        <pc:sldLayoutChg chg="del">
          <pc:chgData name="Zhou, Steve (wz8ry)" userId="7853b720-87d2-447e-8671-07dd752ff384" providerId="ADAL" clId="{9E0F1916-7137-42E0-BC0F-FD3B36C0D0CA}" dt="2022-06-27T12:15:47.669" v="230" actId="2696"/>
          <pc:sldLayoutMkLst>
            <pc:docMk/>
            <pc:sldMasterMk cId="1617948471" sldId="2147483895"/>
            <pc:sldLayoutMk cId="945227699" sldId="2147483899"/>
          </pc:sldLayoutMkLst>
        </pc:sldLayoutChg>
        <pc:sldLayoutChg chg="del">
          <pc:chgData name="Zhou, Steve (wz8ry)" userId="7853b720-87d2-447e-8671-07dd752ff384" providerId="ADAL" clId="{9E0F1916-7137-42E0-BC0F-FD3B36C0D0CA}" dt="2022-06-27T12:15:47.669" v="231" actId="2696"/>
          <pc:sldLayoutMkLst>
            <pc:docMk/>
            <pc:sldMasterMk cId="1617948471" sldId="2147483895"/>
            <pc:sldLayoutMk cId="1705079704" sldId="2147483900"/>
          </pc:sldLayoutMkLst>
        </pc:sldLayoutChg>
        <pc:sldLayoutChg chg="del">
          <pc:chgData name="Zhou, Steve (wz8ry)" userId="7853b720-87d2-447e-8671-07dd752ff384" providerId="ADAL" clId="{9E0F1916-7137-42E0-BC0F-FD3B36C0D0CA}" dt="2022-06-27T12:15:47.669" v="232" actId="2696"/>
          <pc:sldLayoutMkLst>
            <pc:docMk/>
            <pc:sldMasterMk cId="1617948471" sldId="2147483895"/>
            <pc:sldLayoutMk cId="2602620057" sldId="2147483901"/>
          </pc:sldLayoutMkLst>
        </pc:sldLayoutChg>
        <pc:sldLayoutChg chg="del">
          <pc:chgData name="Zhou, Steve (wz8ry)" userId="7853b720-87d2-447e-8671-07dd752ff384" providerId="ADAL" clId="{9E0F1916-7137-42E0-BC0F-FD3B36C0D0CA}" dt="2022-06-27T12:15:47.669" v="233" actId="2696"/>
          <pc:sldLayoutMkLst>
            <pc:docMk/>
            <pc:sldMasterMk cId="1617948471" sldId="2147483895"/>
            <pc:sldLayoutMk cId="2478627686" sldId="2147483902"/>
          </pc:sldLayoutMkLst>
        </pc:sldLayoutChg>
        <pc:sldLayoutChg chg="del">
          <pc:chgData name="Zhou, Steve (wz8ry)" userId="7853b720-87d2-447e-8671-07dd752ff384" providerId="ADAL" clId="{9E0F1916-7137-42E0-BC0F-FD3B36C0D0CA}" dt="2022-06-27T12:15:47.669" v="234" actId="2696"/>
          <pc:sldLayoutMkLst>
            <pc:docMk/>
            <pc:sldMasterMk cId="1617948471" sldId="2147483895"/>
            <pc:sldLayoutMk cId="3567029814" sldId="2147483903"/>
          </pc:sldLayoutMkLst>
        </pc:sldLayoutChg>
      </pc:sldMasterChg>
      <pc:sldMasterChg chg="del delSldLayout">
        <pc:chgData name="Zhou, Steve (wz8ry)" userId="7853b720-87d2-447e-8671-07dd752ff384" providerId="ADAL" clId="{9E0F1916-7137-42E0-BC0F-FD3B36C0D0CA}" dt="2022-06-27T12:15:47.331" v="36" actId="2696"/>
        <pc:sldMasterMkLst>
          <pc:docMk/>
          <pc:sldMasterMk cId="4026867906" sldId="2147483904"/>
        </pc:sldMasterMkLst>
        <pc:sldLayoutChg chg="del">
          <pc:chgData name="Zhou, Steve (wz8ry)" userId="7853b720-87d2-447e-8671-07dd752ff384" providerId="ADAL" clId="{9E0F1916-7137-42E0-BC0F-FD3B36C0D0CA}" dt="2022-06-27T12:15:47.331" v="34" actId="2696"/>
          <pc:sldLayoutMkLst>
            <pc:docMk/>
            <pc:sldMasterMk cId="4026867906" sldId="2147483904"/>
            <pc:sldLayoutMk cId="2596833007" sldId="2147483905"/>
          </pc:sldLayoutMkLst>
        </pc:sldLayoutChg>
        <pc:sldLayoutChg chg="del">
          <pc:chgData name="Zhou, Steve (wz8ry)" userId="7853b720-87d2-447e-8671-07dd752ff384" providerId="ADAL" clId="{9E0F1916-7137-42E0-BC0F-FD3B36C0D0CA}" dt="2022-06-27T12:15:47.331" v="35" actId="2696"/>
          <pc:sldLayoutMkLst>
            <pc:docMk/>
            <pc:sldMasterMk cId="4026867906" sldId="2147483904"/>
            <pc:sldLayoutMk cId="1569243635" sldId="2147483908"/>
          </pc:sldLayoutMkLst>
        </pc:sldLayoutChg>
      </pc:sldMasterChg>
      <pc:sldMasterChg chg="del delSldLayout">
        <pc:chgData name="Zhou, Steve (wz8ry)" userId="7853b720-87d2-447e-8671-07dd752ff384" providerId="ADAL" clId="{9E0F1916-7137-42E0-BC0F-FD3B36C0D0CA}" dt="2022-06-27T12:15:47.535" v="138" actId="2696"/>
        <pc:sldMasterMkLst>
          <pc:docMk/>
          <pc:sldMasterMk cId="2544040070" sldId="2147483923"/>
        </pc:sldMasterMkLst>
        <pc:sldLayoutChg chg="del">
          <pc:chgData name="Zhou, Steve (wz8ry)" userId="7853b720-87d2-447e-8671-07dd752ff384" providerId="ADAL" clId="{9E0F1916-7137-42E0-BC0F-FD3B36C0D0CA}" dt="2022-06-27T12:15:47.527" v="131" actId="2696"/>
          <pc:sldLayoutMkLst>
            <pc:docMk/>
            <pc:sldMasterMk cId="2544040070" sldId="2147483923"/>
            <pc:sldLayoutMk cId="876087875" sldId="2147483924"/>
          </pc:sldLayoutMkLst>
        </pc:sldLayoutChg>
        <pc:sldLayoutChg chg="del">
          <pc:chgData name="Zhou, Steve (wz8ry)" userId="7853b720-87d2-447e-8671-07dd752ff384" providerId="ADAL" clId="{9E0F1916-7137-42E0-BC0F-FD3B36C0D0CA}" dt="2022-06-27T12:15:47.527" v="132" actId="2696"/>
          <pc:sldLayoutMkLst>
            <pc:docMk/>
            <pc:sldMasterMk cId="2544040070" sldId="2147483923"/>
            <pc:sldLayoutMk cId="1502152841" sldId="2147483925"/>
          </pc:sldLayoutMkLst>
        </pc:sldLayoutChg>
        <pc:sldLayoutChg chg="del">
          <pc:chgData name="Zhou, Steve (wz8ry)" userId="7853b720-87d2-447e-8671-07dd752ff384" providerId="ADAL" clId="{9E0F1916-7137-42E0-BC0F-FD3B36C0D0CA}" dt="2022-06-27T12:15:47.527" v="133" actId="2696"/>
          <pc:sldLayoutMkLst>
            <pc:docMk/>
            <pc:sldMasterMk cId="2544040070" sldId="2147483923"/>
            <pc:sldLayoutMk cId="2897526526" sldId="2147483926"/>
          </pc:sldLayoutMkLst>
        </pc:sldLayoutChg>
        <pc:sldLayoutChg chg="del">
          <pc:chgData name="Zhou, Steve (wz8ry)" userId="7853b720-87d2-447e-8671-07dd752ff384" providerId="ADAL" clId="{9E0F1916-7137-42E0-BC0F-FD3B36C0D0CA}" dt="2022-06-27T12:15:47.527" v="134" actId="2696"/>
          <pc:sldLayoutMkLst>
            <pc:docMk/>
            <pc:sldMasterMk cId="2544040070" sldId="2147483923"/>
            <pc:sldLayoutMk cId="458421963" sldId="2147483927"/>
          </pc:sldLayoutMkLst>
        </pc:sldLayoutChg>
        <pc:sldLayoutChg chg="del">
          <pc:chgData name="Zhou, Steve (wz8ry)" userId="7853b720-87d2-447e-8671-07dd752ff384" providerId="ADAL" clId="{9E0F1916-7137-42E0-BC0F-FD3B36C0D0CA}" dt="2022-06-27T12:15:47.531" v="135" actId="2696"/>
          <pc:sldLayoutMkLst>
            <pc:docMk/>
            <pc:sldMasterMk cId="2544040070" sldId="2147483923"/>
            <pc:sldLayoutMk cId="2196459133" sldId="2147483928"/>
          </pc:sldLayoutMkLst>
        </pc:sldLayoutChg>
        <pc:sldLayoutChg chg="del">
          <pc:chgData name="Zhou, Steve (wz8ry)" userId="7853b720-87d2-447e-8671-07dd752ff384" providerId="ADAL" clId="{9E0F1916-7137-42E0-BC0F-FD3B36C0D0CA}" dt="2022-06-27T12:15:47.531" v="136" actId="2696"/>
          <pc:sldLayoutMkLst>
            <pc:docMk/>
            <pc:sldMasterMk cId="2544040070" sldId="2147483923"/>
            <pc:sldLayoutMk cId="561242093" sldId="2147483929"/>
          </pc:sldLayoutMkLst>
        </pc:sldLayoutChg>
        <pc:sldLayoutChg chg="del">
          <pc:chgData name="Zhou, Steve (wz8ry)" userId="7853b720-87d2-447e-8671-07dd752ff384" providerId="ADAL" clId="{9E0F1916-7137-42E0-BC0F-FD3B36C0D0CA}" dt="2022-06-27T12:15:47.531" v="137" actId="2696"/>
          <pc:sldLayoutMkLst>
            <pc:docMk/>
            <pc:sldMasterMk cId="2544040070" sldId="2147483923"/>
            <pc:sldLayoutMk cId="3822971261" sldId="2147483930"/>
          </pc:sldLayoutMkLst>
        </pc:sldLayoutChg>
      </pc:sldMasterChg>
      <pc:sldMasterChg chg="del delSldLayout">
        <pc:chgData name="Zhou, Steve (wz8ry)" userId="7853b720-87d2-447e-8671-07dd752ff384" providerId="ADAL" clId="{9E0F1916-7137-42E0-BC0F-FD3B36C0D0CA}" dt="2022-06-27T12:15:47.303" v="12" actId="2696"/>
        <pc:sldMasterMkLst>
          <pc:docMk/>
          <pc:sldMasterMk cId="1828103025" sldId="2147483943"/>
        </pc:sldMasterMkLst>
        <pc:sldLayoutChg chg="del">
          <pc:chgData name="Zhou, Steve (wz8ry)" userId="7853b720-87d2-447e-8671-07dd752ff384" providerId="ADAL" clId="{9E0F1916-7137-42E0-BC0F-FD3B36C0D0CA}" dt="2022-06-27T12:15:47.278" v="3" actId="2696"/>
          <pc:sldLayoutMkLst>
            <pc:docMk/>
            <pc:sldMasterMk cId="1828103025" sldId="2147483943"/>
            <pc:sldLayoutMk cId="712477755" sldId="2147483944"/>
          </pc:sldLayoutMkLst>
        </pc:sldLayoutChg>
        <pc:sldLayoutChg chg="del">
          <pc:chgData name="Zhou, Steve (wz8ry)" userId="7853b720-87d2-447e-8671-07dd752ff384" providerId="ADAL" clId="{9E0F1916-7137-42E0-BC0F-FD3B36C0D0CA}" dt="2022-06-27T12:15:47.278" v="4" actId="2696"/>
          <pc:sldLayoutMkLst>
            <pc:docMk/>
            <pc:sldMasterMk cId="1828103025" sldId="2147483943"/>
            <pc:sldLayoutMk cId="3422423855" sldId="2147483945"/>
          </pc:sldLayoutMkLst>
        </pc:sldLayoutChg>
        <pc:sldLayoutChg chg="del">
          <pc:chgData name="Zhou, Steve (wz8ry)" userId="7853b720-87d2-447e-8671-07dd752ff384" providerId="ADAL" clId="{9E0F1916-7137-42E0-BC0F-FD3B36C0D0CA}" dt="2022-06-27T12:15:47.287" v="5" actId="2696"/>
          <pc:sldLayoutMkLst>
            <pc:docMk/>
            <pc:sldMasterMk cId="1828103025" sldId="2147483943"/>
            <pc:sldLayoutMk cId="1873018593" sldId="2147483946"/>
          </pc:sldLayoutMkLst>
        </pc:sldLayoutChg>
        <pc:sldLayoutChg chg="del">
          <pc:chgData name="Zhou, Steve (wz8ry)" userId="7853b720-87d2-447e-8671-07dd752ff384" providerId="ADAL" clId="{9E0F1916-7137-42E0-BC0F-FD3B36C0D0CA}" dt="2022-06-27T12:15:47.290" v="6" actId="2696"/>
          <pc:sldLayoutMkLst>
            <pc:docMk/>
            <pc:sldMasterMk cId="1828103025" sldId="2147483943"/>
            <pc:sldLayoutMk cId="2228090147" sldId="2147483947"/>
          </pc:sldLayoutMkLst>
        </pc:sldLayoutChg>
        <pc:sldLayoutChg chg="del">
          <pc:chgData name="Zhou, Steve (wz8ry)" userId="7853b720-87d2-447e-8671-07dd752ff384" providerId="ADAL" clId="{9E0F1916-7137-42E0-BC0F-FD3B36C0D0CA}" dt="2022-06-27T12:15:47.290" v="7" actId="2696"/>
          <pc:sldLayoutMkLst>
            <pc:docMk/>
            <pc:sldMasterMk cId="1828103025" sldId="2147483943"/>
            <pc:sldLayoutMk cId="777945950" sldId="2147483948"/>
          </pc:sldLayoutMkLst>
        </pc:sldLayoutChg>
        <pc:sldLayoutChg chg="del">
          <pc:chgData name="Zhou, Steve (wz8ry)" userId="7853b720-87d2-447e-8671-07dd752ff384" providerId="ADAL" clId="{9E0F1916-7137-42E0-BC0F-FD3B36C0D0CA}" dt="2022-06-27T12:15:47.290" v="8" actId="2696"/>
          <pc:sldLayoutMkLst>
            <pc:docMk/>
            <pc:sldMasterMk cId="1828103025" sldId="2147483943"/>
            <pc:sldLayoutMk cId="713185326" sldId="2147483949"/>
          </pc:sldLayoutMkLst>
        </pc:sldLayoutChg>
        <pc:sldLayoutChg chg="del">
          <pc:chgData name="Zhou, Steve (wz8ry)" userId="7853b720-87d2-447e-8671-07dd752ff384" providerId="ADAL" clId="{9E0F1916-7137-42E0-BC0F-FD3B36C0D0CA}" dt="2022-06-27T12:15:47.294" v="9" actId="2696"/>
          <pc:sldLayoutMkLst>
            <pc:docMk/>
            <pc:sldMasterMk cId="1828103025" sldId="2147483943"/>
            <pc:sldLayoutMk cId="1456742448" sldId="2147483950"/>
          </pc:sldLayoutMkLst>
        </pc:sldLayoutChg>
        <pc:sldLayoutChg chg="del">
          <pc:chgData name="Zhou, Steve (wz8ry)" userId="7853b720-87d2-447e-8671-07dd752ff384" providerId="ADAL" clId="{9E0F1916-7137-42E0-BC0F-FD3B36C0D0CA}" dt="2022-06-27T12:15:47.294" v="10" actId="2696"/>
          <pc:sldLayoutMkLst>
            <pc:docMk/>
            <pc:sldMasterMk cId="1828103025" sldId="2147483943"/>
            <pc:sldLayoutMk cId="324014131" sldId="2147483951"/>
          </pc:sldLayoutMkLst>
        </pc:sldLayoutChg>
        <pc:sldLayoutChg chg="del">
          <pc:chgData name="Zhou, Steve (wz8ry)" userId="7853b720-87d2-447e-8671-07dd752ff384" providerId="ADAL" clId="{9E0F1916-7137-42E0-BC0F-FD3B36C0D0CA}" dt="2022-06-27T12:15:47.294" v="11" actId="2696"/>
          <pc:sldLayoutMkLst>
            <pc:docMk/>
            <pc:sldMasterMk cId="1828103025" sldId="2147483943"/>
            <pc:sldLayoutMk cId="22159482" sldId="2147483952"/>
          </pc:sldLayoutMkLst>
        </pc:sldLayoutChg>
      </pc:sldMasterChg>
      <pc:sldMasterChg chg="del delSldLayout">
        <pc:chgData name="Zhou, Steve (wz8ry)" userId="7853b720-87d2-447e-8671-07dd752ff384" providerId="ADAL" clId="{9E0F1916-7137-42E0-BC0F-FD3B36C0D0CA}" dt="2022-06-27T12:15:47.426" v="83" actId="2696"/>
        <pc:sldMasterMkLst>
          <pc:docMk/>
          <pc:sldMasterMk cId="1251004032" sldId="2147483954"/>
        </pc:sldMasterMkLst>
        <pc:sldLayoutChg chg="del">
          <pc:chgData name="Zhou, Steve (wz8ry)" userId="7853b720-87d2-447e-8671-07dd752ff384" providerId="ADAL" clId="{9E0F1916-7137-42E0-BC0F-FD3B36C0D0CA}" dt="2022-06-27T12:15:47.385" v="72" actId="2696"/>
          <pc:sldLayoutMkLst>
            <pc:docMk/>
            <pc:sldMasterMk cId="1251004032" sldId="2147483954"/>
            <pc:sldLayoutMk cId="2767264562" sldId="2147483955"/>
          </pc:sldLayoutMkLst>
        </pc:sldLayoutChg>
        <pc:sldLayoutChg chg="del">
          <pc:chgData name="Zhou, Steve (wz8ry)" userId="7853b720-87d2-447e-8671-07dd752ff384" providerId="ADAL" clId="{9E0F1916-7137-42E0-BC0F-FD3B36C0D0CA}" dt="2022-06-27T12:15:47.386" v="73" actId="2696"/>
          <pc:sldLayoutMkLst>
            <pc:docMk/>
            <pc:sldMasterMk cId="1251004032" sldId="2147483954"/>
            <pc:sldLayoutMk cId="549658809" sldId="2147483956"/>
          </pc:sldLayoutMkLst>
        </pc:sldLayoutChg>
        <pc:sldLayoutChg chg="del">
          <pc:chgData name="Zhou, Steve (wz8ry)" userId="7853b720-87d2-447e-8671-07dd752ff384" providerId="ADAL" clId="{9E0F1916-7137-42E0-BC0F-FD3B36C0D0CA}" dt="2022-06-27T12:15:47.391" v="74" actId="2696"/>
          <pc:sldLayoutMkLst>
            <pc:docMk/>
            <pc:sldMasterMk cId="1251004032" sldId="2147483954"/>
            <pc:sldLayoutMk cId="3842126647" sldId="2147483957"/>
          </pc:sldLayoutMkLst>
        </pc:sldLayoutChg>
        <pc:sldLayoutChg chg="del">
          <pc:chgData name="Zhou, Steve (wz8ry)" userId="7853b720-87d2-447e-8671-07dd752ff384" providerId="ADAL" clId="{9E0F1916-7137-42E0-BC0F-FD3B36C0D0CA}" dt="2022-06-27T12:15:47.397" v="75" actId="2696"/>
          <pc:sldLayoutMkLst>
            <pc:docMk/>
            <pc:sldMasterMk cId="1251004032" sldId="2147483954"/>
            <pc:sldLayoutMk cId="935265033" sldId="2147483958"/>
          </pc:sldLayoutMkLst>
        </pc:sldLayoutChg>
        <pc:sldLayoutChg chg="del">
          <pc:chgData name="Zhou, Steve (wz8ry)" userId="7853b720-87d2-447e-8671-07dd752ff384" providerId="ADAL" clId="{9E0F1916-7137-42E0-BC0F-FD3B36C0D0CA}" dt="2022-06-27T12:15:47.402" v="76" actId="2696"/>
          <pc:sldLayoutMkLst>
            <pc:docMk/>
            <pc:sldMasterMk cId="1251004032" sldId="2147483954"/>
            <pc:sldLayoutMk cId="3208596310" sldId="2147483959"/>
          </pc:sldLayoutMkLst>
        </pc:sldLayoutChg>
        <pc:sldLayoutChg chg="del">
          <pc:chgData name="Zhou, Steve (wz8ry)" userId="7853b720-87d2-447e-8671-07dd752ff384" providerId="ADAL" clId="{9E0F1916-7137-42E0-BC0F-FD3B36C0D0CA}" dt="2022-06-27T12:15:47.404" v="77" actId="2696"/>
          <pc:sldLayoutMkLst>
            <pc:docMk/>
            <pc:sldMasterMk cId="1251004032" sldId="2147483954"/>
            <pc:sldLayoutMk cId="987006326" sldId="2147483960"/>
          </pc:sldLayoutMkLst>
        </pc:sldLayoutChg>
        <pc:sldLayoutChg chg="del">
          <pc:chgData name="Zhou, Steve (wz8ry)" userId="7853b720-87d2-447e-8671-07dd752ff384" providerId="ADAL" clId="{9E0F1916-7137-42E0-BC0F-FD3B36C0D0CA}" dt="2022-06-27T12:15:47.406" v="78" actId="2696"/>
          <pc:sldLayoutMkLst>
            <pc:docMk/>
            <pc:sldMasterMk cId="1251004032" sldId="2147483954"/>
            <pc:sldLayoutMk cId="1604343422" sldId="2147483962"/>
          </pc:sldLayoutMkLst>
        </pc:sldLayoutChg>
        <pc:sldLayoutChg chg="del">
          <pc:chgData name="Zhou, Steve (wz8ry)" userId="7853b720-87d2-447e-8671-07dd752ff384" providerId="ADAL" clId="{9E0F1916-7137-42E0-BC0F-FD3B36C0D0CA}" dt="2022-06-27T12:15:47.414" v="79" actId="2696"/>
          <pc:sldLayoutMkLst>
            <pc:docMk/>
            <pc:sldMasterMk cId="1251004032" sldId="2147483954"/>
            <pc:sldLayoutMk cId="1170546022" sldId="2147483963"/>
          </pc:sldLayoutMkLst>
        </pc:sldLayoutChg>
        <pc:sldLayoutChg chg="del">
          <pc:chgData name="Zhou, Steve (wz8ry)" userId="7853b720-87d2-447e-8671-07dd752ff384" providerId="ADAL" clId="{9E0F1916-7137-42E0-BC0F-FD3B36C0D0CA}" dt="2022-06-27T12:15:47.417" v="80" actId="2696"/>
          <pc:sldLayoutMkLst>
            <pc:docMk/>
            <pc:sldMasterMk cId="1251004032" sldId="2147483954"/>
            <pc:sldLayoutMk cId="2705260950" sldId="2147483964"/>
          </pc:sldLayoutMkLst>
        </pc:sldLayoutChg>
        <pc:sldLayoutChg chg="del">
          <pc:chgData name="Zhou, Steve (wz8ry)" userId="7853b720-87d2-447e-8671-07dd752ff384" providerId="ADAL" clId="{9E0F1916-7137-42E0-BC0F-FD3B36C0D0CA}" dt="2022-06-27T12:15:47.419" v="81" actId="2696"/>
          <pc:sldLayoutMkLst>
            <pc:docMk/>
            <pc:sldMasterMk cId="1251004032" sldId="2147483954"/>
            <pc:sldLayoutMk cId="3817558011" sldId="2147483965"/>
          </pc:sldLayoutMkLst>
        </pc:sldLayoutChg>
        <pc:sldLayoutChg chg="del">
          <pc:chgData name="Zhou, Steve (wz8ry)" userId="7853b720-87d2-447e-8671-07dd752ff384" providerId="ADAL" clId="{9E0F1916-7137-42E0-BC0F-FD3B36C0D0CA}" dt="2022-06-27T12:15:47.420" v="82" actId="2696"/>
          <pc:sldLayoutMkLst>
            <pc:docMk/>
            <pc:sldMasterMk cId="1251004032" sldId="2147483954"/>
            <pc:sldLayoutMk cId="3138452769" sldId="2147483966"/>
          </pc:sldLayoutMkLst>
        </pc:sldLayoutChg>
      </pc:sldMasterChg>
      <pc:sldMasterChg chg="del delSldLayout">
        <pc:chgData name="Zhou, Steve (wz8ry)" userId="7853b720-87d2-447e-8671-07dd752ff384" providerId="ADAL" clId="{9E0F1916-7137-42E0-BC0F-FD3B36C0D0CA}" dt="2022-06-27T12:15:47.535" v="149" actId="2696"/>
        <pc:sldMasterMkLst>
          <pc:docMk/>
          <pc:sldMasterMk cId="3667368749" sldId="2147483967"/>
        </pc:sldMasterMkLst>
        <pc:sldLayoutChg chg="del">
          <pc:chgData name="Zhou, Steve (wz8ry)" userId="7853b720-87d2-447e-8671-07dd752ff384" providerId="ADAL" clId="{9E0F1916-7137-42E0-BC0F-FD3B36C0D0CA}" dt="2022-06-27T12:15:47.535" v="141" actId="2696"/>
          <pc:sldLayoutMkLst>
            <pc:docMk/>
            <pc:sldMasterMk cId="3667368749" sldId="2147483967"/>
            <pc:sldLayoutMk cId="3194373384" sldId="2147483968"/>
          </pc:sldLayoutMkLst>
        </pc:sldLayoutChg>
        <pc:sldLayoutChg chg="del">
          <pc:chgData name="Zhou, Steve (wz8ry)" userId="7853b720-87d2-447e-8671-07dd752ff384" providerId="ADAL" clId="{9E0F1916-7137-42E0-BC0F-FD3B36C0D0CA}" dt="2022-06-27T12:15:47.535" v="142" actId="2696"/>
          <pc:sldLayoutMkLst>
            <pc:docMk/>
            <pc:sldMasterMk cId="3667368749" sldId="2147483967"/>
            <pc:sldLayoutMk cId="3789860828" sldId="2147483969"/>
          </pc:sldLayoutMkLst>
        </pc:sldLayoutChg>
        <pc:sldLayoutChg chg="del">
          <pc:chgData name="Zhou, Steve (wz8ry)" userId="7853b720-87d2-447e-8671-07dd752ff384" providerId="ADAL" clId="{9E0F1916-7137-42E0-BC0F-FD3B36C0D0CA}" dt="2022-06-27T12:15:47.535" v="143" actId="2696"/>
          <pc:sldLayoutMkLst>
            <pc:docMk/>
            <pc:sldMasterMk cId="3667368749" sldId="2147483967"/>
            <pc:sldLayoutMk cId="1103334838" sldId="2147483970"/>
          </pc:sldLayoutMkLst>
        </pc:sldLayoutChg>
        <pc:sldLayoutChg chg="del">
          <pc:chgData name="Zhou, Steve (wz8ry)" userId="7853b720-87d2-447e-8671-07dd752ff384" providerId="ADAL" clId="{9E0F1916-7137-42E0-BC0F-FD3B36C0D0CA}" dt="2022-06-27T12:15:47.535" v="144" actId="2696"/>
          <pc:sldLayoutMkLst>
            <pc:docMk/>
            <pc:sldMasterMk cId="3667368749" sldId="2147483967"/>
            <pc:sldLayoutMk cId="4044616179" sldId="2147483971"/>
          </pc:sldLayoutMkLst>
        </pc:sldLayoutChg>
        <pc:sldLayoutChg chg="del">
          <pc:chgData name="Zhou, Steve (wz8ry)" userId="7853b720-87d2-447e-8671-07dd752ff384" providerId="ADAL" clId="{9E0F1916-7137-42E0-BC0F-FD3B36C0D0CA}" dt="2022-06-27T12:15:47.535" v="145" actId="2696"/>
          <pc:sldLayoutMkLst>
            <pc:docMk/>
            <pc:sldMasterMk cId="3667368749" sldId="2147483967"/>
            <pc:sldLayoutMk cId="3093794680" sldId="2147483972"/>
          </pc:sldLayoutMkLst>
        </pc:sldLayoutChg>
        <pc:sldLayoutChg chg="del">
          <pc:chgData name="Zhou, Steve (wz8ry)" userId="7853b720-87d2-447e-8671-07dd752ff384" providerId="ADAL" clId="{9E0F1916-7137-42E0-BC0F-FD3B36C0D0CA}" dt="2022-06-27T12:15:47.535" v="146" actId="2696"/>
          <pc:sldLayoutMkLst>
            <pc:docMk/>
            <pc:sldMasterMk cId="3667368749" sldId="2147483967"/>
            <pc:sldLayoutMk cId="3098580001" sldId="2147483973"/>
          </pc:sldLayoutMkLst>
        </pc:sldLayoutChg>
        <pc:sldLayoutChg chg="del">
          <pc:chgData name="Zhou, Steve (wz8ry)" userId="7853b720-87d2-447e-8671-07dd752ff384" providerId="ADAL" clId="{9E0F1916-7137-42E0-BC0F-FD3B36C0D0CA}" dt="2022-06-27T12:15:47.535" v="147" actId="2696"/>
          <pc:sldLayoutMkLst>
            <pc:docMk/>
            <pc:sldMasterMk cId="3667368749" sldId="2147483967"/>
            <pc:sldLayoutMk cId="2852088794" sldId="2147483974"/>
          </pc:sldLayoutMkLst>
        </pc:sldLayoutChg>
        <pc:sldLayoutChg chg="del">
          <pc:chgData name="Zhou, Steve (wz8ry)" userId="7853b720-87d2-447e-8671-07dd752ff384" providerId="ADAL" clId="{9E0F1916-7137-42E0-BC0F-FD3B36C0D0CA}" dt="2022-06-27T12:15:47.535" v="148" actId="2696"/>
          <pc:sldLayoutMkLst>
            <pc:docMk/>
            <pc:sldMasterMk cId="3667368749" sldId="2147483967"/>
            <pc:sldLayoutMk cId="3549861866" sldId="2147483975"/>
          </pc:sldLayoutMkLst>
        </pc:sldLayoutChg>
      </pc:sldMasterChg>
      <pc:sldMasterChg chg="del delSldLayout">
        <pc:chgData name="Zhou, Steve (wz8ry)" userId="7853b720-87d2-447e-8671-07dd752ff384" providerId="ADAL" clId="{9E0F1916-7137-42E0-BC0F-FD3B36C0D0CA}" dt="2022-06-27T12:15:47.619" v="194" actId="2696"/>
        <pc:sldMasterMkLst>
          <pc:docMk/>
          <pc:sldMasterMk cId="154719558" sldId="2147483977"/>
        </pc:sldMasterMkLst>
        <pc:sldLayoutChg chg="del">
          <pc:chgData name="Zhou, Steve (wz8ry)" userId="7853b720-87d2-447e-8671-07dd752ff384" providerId="ADAL" clId="{9E0F1916-7137-42E0-BC0F-FD3B36C0D0CA}" dt="2022-06-27T12:15:47.603" v="190" actId="2696"/>
          <pc:sldLayoutMkLst>
            <pc:docMk/>
            <pc:sldMasterMk cId="154719558" sldId="2147483977"/>
            <pc:sldLayoutMk cId="1558443043" sldId="2147483978"/>
          </pc:sldLayoutMkLst>
        </pc:sldLayoutChg>
        <pc:sldLayoutChg chg="del">
          <pc:chgData name="Zhou, Steve (wz8ry)" userId="7853b720-87d2-447e-8671-07dd752ff384" providerId="ADAL" clId="{9E0F1916-7137-42E0-BC0F-FD3B36C0D0CA}" dt="2022-06-27T12:15:47.603" v="191" actId="2696"/>
          <pc:sldLayoutMkLst>
            <pc:docMk/>
            <pc:sldMasterMk cId="154719558" sldId="2147483977"/>
            <pc:sldLayoutMk cId="1051589813" sldId="2147483979"/>
          </pc:sldLayoutMkLst>
        </pc:sldLayoutChg>
        <pc:sldLayoutChg chg="del">
          <pc:chgData name="Zhou, Steve (wz8ry)" userId="7853b720-87d2-447e-8671-07dd752ff384" providerId="ADAL" clId="{9E0F1916-7137-42E0-BC0F-FD3B36C0D0CA}" dt="2022-06-27T12:15:47.603" v="192" actId="2696"/>
          <pc:sldLayoutMkLst>
            <pc:docMk/>
            <pc:sldMasterMk cId="154719558" sldId="2147483977"/>
            <pc:sldLayoutMk cId="4105413776" sldId="2147483980"/>
          </pc:sldLayoutMkLst>
        </pc:sldLayoutChg>
        <pc:sldLayoutChg chg="del">
          <pc:chgData name="Zhou, Steve (wz8ry)" userId="7853b720-87d2-447e-8671-07dd752ff384" providerId="ADAL" clId="{9E0F1916-7137-42E0-BC0F-FD3B36C0D0CA}" dt="2022-06-27T12:15:47.603" v="193" actId="2696"/>
          <pc:sldLayoutMkLst>
            <pc:docMk/>
            <pc:sldMasterMk cId="154719558" sldId="2147483977"/>
            <pc:sldLayoutMk cId="119423074" sldId="2147483981"/>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17E_47FD5FC1.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19050" cap="rnd">
              <a:noFill/>
              <a:round/>
            </a:ln>
            <a:effectLst/>
          </c:spPr>
          <c:marker>
            <c:symbol val="circle"/>
            <c:size val="5"/>
            <c:spPr>
              <a:solidFill>
                <a:schemeClr val="tx1"/>
              </a:solidFill>
              <a:ln w="38100">
                <a:solidFill>
                  <a:schemeClr val="tx1"/>
                </a:solidFill>
              </a:ln>
              <a:effectLst/>
            </c:spPr>
          </c:marker>
          <c:dLbls>
            <c:dLbl>
              <c:idx val="0"/>
              <c:layout>
                <c:manualLayout>
                  <c:x val="-6.4062500000000064E-2"/>
                  <c:y val="6.5624995963029287E-2"/>
                </c:manualLayout>
              </c:layout>
              <c:tx>
                <c:rich>
                  <a:bodyPr/>
                  <a:lstStyle/>
                  <a:p>
                    <a:fld id="{4FD65993-08AA-4238-916D-DFAECEE55171}" type="CELLRANGE">
                      <a:rPr lang="en-US" baseline="0"/>
                      <a:pPr/>
                      <a:t>[CELLRANGE]</a:t>
                    </a:fld>
                    <a:r>
                      <a:rPr lang="en-US" baseline="0"/>
                      <a:t>, </a:t>
                    </a:r>
                    <a:fld id="{7C1C3B1C-0320-4A21-9702-621B4CBDA73B}" type="YVALUE">
                      <a:rPr lang="en-US" baseline="0"/>
                      <a:pPr/>
                      <a:t>[Y VALUE]</a:t>
                    </a:fld>
                    <a:endParaRPr lang="en-US" baseline="0"/>
                  </a:p>
                </c:rich>
              </c:tx>
              <c:showLegendKey val="0"/>
              <c:showVal val="1"/>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1-F7E3-41E3-AF19-DB161B90668B}"/>
                </c:ext>
              </c:extLst>
            </c:dLbl>
            <c:dLbl>
              <c:idx val="1"/>
              <c:layout>
                <c:manualLayout>
                  <c:x val="-2.6562499999999999E-2"/>
                  <c:y val="6.5624995963029287E-2"/>
                </c:manualLayout>
              </c:layout>
              <c:tx>
                <c:rich>
                  <a:bodyPr/>
                  <a:lstStyle/>
                  <a:p>
                    <a:fld id="{BE94C6EF-FB6D-49B1-9FCD-FE55F5777260}" type="CELLRANGE">
                      <a:rPr lang="en-US" baseline="0"/>
                      <a:pPr/>
                      <a:t>[CELLRANGE]</a:t>
                    </a:fld>
                    <a:r>
                      <a:rPr lang="en-US" baseline="0"/>
                      <a:t>, </a:t>
                    </a:r>
                    <a:fld id="{7223CDE8-5746-4AA7-80FC-98D4B1350ECB}" type="YVALUE">
                      <a:rPr lang="en-US" baseline="0"/>
                      <a:pPr/>
                      <a:t>[Y VALUE]</a:t>
                    </a:fld>
                    <a:endParaRPr lang="en-US" baseline="0"/>
                  </a:p>
                </c:rich>
              </c:tx>
              <c:showLegendKey val="0"/>
              <c:showVal val="1"/>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3-F7E3-41E3-AF19-DB161B90668B}"/>
                </c:ext>
              </c:extLst>
            </c:dLbl>
            <c:dLbl>
              <c:idx val="2"/>
              <c:tx>
                <c:rich>
                  <a:bodyPr/>
                  <a:lstStyle/>
                  <a:p>
                    <a:endParaRPr lang="en-US"/>
                  </a:p>
                </c:rich>
              </c:tx>
              <c:showLegendKey val="0"/>
              <c:showVal val="1"/>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0-7554-41E4-AAEA-229421C9A7B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solidFill>
                      <a:round/>
                    </a:ln>
                    <a:effectLst/>
                  </c:spPr>
                </c15:leaderLines>
              </c:ext>
            </c:extLst>
          </c:dLbls>
          <c:xVal>
            <c:numRef>
              <c:f>Sheet1!$A$2:$A$4</c:f>
              <c:numCache>
                <c:formatCode>General</c:formatCode>
                <c:ptCount val="3"/>
                <c:pt idx="0">
                  <c:v>182</c:v>
                </c:pt>
                <c:pt idx="1">
                  <c:v>442</c:v>
                </c:pt>
              </c:numCache>
            </c:numRef>
          </c:xVal>
          <c:yVal>
            <c:numRef>
              <c:f>Sheet1!$B$2:$B$4</c:f>
              <c:numCache>
                <c:formatCode>0.00%</c:formatCode>
                <c:ptCount val="3"/>
                <c:pt idx="0">
                  <c:v>0.88200000000000001</c:v>
                </c:pt>
                <c:pt idx="1">
                  <c:v>0.92400000000000004</c:v>
                </c:pt>
              </c:numCache>
            </c:numRef>
          </c:yVal>
          <c:smooth val="0"/>
          <c:extLst>
            <c:ext xmlns:c15="http://schemas.microsoft.com/office/drawing/2012/chart" uri="{02D57815-91ED-43cb-92C2-25804820EDAC}">
              <c15:datalabelsRange>
                <c15:f>Sheet1!$C$2:$C$3</c15:f>
                <c15:dlblRangeCache>
                  <c:ptCount val="2"/>
                  <c:pt idx="0">
                    <c:v>severity level 1</c:v>
                  </c:pt>
                  <c:pt idx="1">
                    <c:v>severity level 2</c:v>
                  </c:pt>
                </c15:dlblRangeCache>
              </c15:datalabelsRange>
            </c:ext>
            <c:ext xmlns:c16="http://schemas.microsoft.com/office/drawing/2014/chart" uri="{C3380CC4-5D6E-409C-BE32-E72D297353CC}">
              <c16:uniqueId val="{00000000-F7E3-41E3-AF19-DB161B90668B}"/>
            </c:ext>
          </c:extLst>
        </c:ser>
        <c:dLbls>
          <c:showLegendKey val="0"/>
          <c:showVal val="0"/>
          <c:showCatName val="0"/>
          <c:showSerName val="0"/>
          <c:showPercent val="0"/>
          <c:showBubbleSize val="0"/>
        </c:dLbls>
        <c:axId val="604797296"/>
        <c:axId val="604802288"/>
      </c:scatterChart>
      <c:valAx>
        <c:axId val="60479729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Running time / second</a:t>
                </a:r>
              </a:p>
            </c:rich>
          </c:tx>
          <c:layout>
            <c:manualLayout>
              <c:xMode val="edge"/>
              <c:yMode val="edge"/>
              <c:x val="0.50016498523622044"/>
              <c:y val="0.93148038069141359"/>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4802288"/>
        <c:crosses val="autoZero"/>
        <c:crossBetween val="midCat"/>
      </c:valAx>
      <c:valAx>
        <c:axId val="60480228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Successful</a:t>
                </a:r>
                <a:r>
                  <a:rPr lang="en-US" baseline="0"/>
                  <a:t> Rate</a:t>
                </a:r>
                <a:endParaRPr lang="en-US"/>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4797296"/>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38E670-59E9-7040-86C6-47E90554D0F7}" type="datetimeFigureOut">
              <a:rPr lang="en-US" smtClean="0"/>
              <a:t>6/27/2022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884223-1D8D-DB4E-80E4-3985798CD799}" type="slidenum">
              <a:rPr lang="en-US" smtClean="0"/>
              <a:t>‹#›</a:t>
            </a:fld>
            <a:endParaRPr lang="en-US"/>
          </a:p>
        </p:txBody>
      </p:sp>
    </p:spTree>
    <p:extLst>
      <p:ext uri="{BB962C8B-B14F-4D97-AF65-F5344CB8AC3E}">
        <p14:creationId xmlns:p14="http://schemas.microsoft.com/office/powerpoint/2010/main" val="291729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National Center for Science and Engineering Statistics</a:t>
            </a:r>
            <a:endParaRPr lang="en-US"/>
          </a:p>
        </p:txBody>
      </p:sp>
      <p:sp>
        <p:nvSpPr>
          <p:cNvPr id="4" name="Slide Number Placeholder 3"/>
          <p:cNvSpPr>
            <a:spLocks noGrp="1"/>
          </p:cNvSpPr>
          <p:nvPr>
            <p:ph type="sldNum" sz="quarter" idx="5"/>
          </p:nvPr>
        </p:nvSpPr>
        <p:spPr/>
        <p:txBody>
          <a:bodyPr/>
          <a:lstStyle/>
          <a:p>
            <a:fld id="{5E884223-1D8D-DB4E-80E4-3985798CD799}" type="slidenum">
              <a:rPr lang="en-US" smtClean="0"/>
              <a:t>1</a:t>
            </a:fld>
            <a:endParaRPr lang="en-US"/>
          </a:p>
        </p:txBody>
      </p:sp>
    </p:spTree>
    <p:extLst>
      <p:ext uri="{BB962C8B-B14F-4D97-AF65-F5344CB8AC3E}">
        <p14:creationId xmlns:p14="http://schemas.microsoft.com/office/powerpoint/2010/main" val="2050241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171450">
              <a:lnSpc>
                <a:spcPct val="90000"/>
              </a:lnSpc>
              <a:spcBef>
                <a:spcPts val="500"/>
              </a:spcBef>
              <a:buFont typeface="Arial"/>
              <a:buChar char="•"/>
            </a:pPr>
            <a:r>
              <a:rPr lang="en-US"/>
              <a:t>"Opportunity Data. Opportunity data is defined as data generated on an ongoing basis as society moves through its daily paces. Opportunity data is derived from a variety of sources such as GPS systems and embedded sensors, social media exchanges, mobile and wearable devices, and Internet entries. Captured through a variety of methods including direct flows, Internet searches, web crawling and scraping, these data may exist in a variety of electronic and physical modalities. Though technological advances allow users to collect volumes of data opportunistically, these collections are likely to be the least understood and studied."</a:t>
            </a:r>
          </a:p>
          <a:p>
            <a:pPr indent="-171450">
              <a:lnSpc>
                <a:spcPct val="90000"/>
              </a:lnSpc>
              <a:spcBef>
                <a:spcPts val="500"/>
              </a:spcBef>
              <a:buFont typeface="Arial"/>
              <a:buChar char="•"/>
            </a:pPr>
            <a:r>
              <a:rPr lang="en-US"/>
              <a:t>"Administrative Data. Administrative data, also called “business practice” data, provides an opportunity for gathering information that exists due to normal economic activity and can be repurposed to supplement surveys in measuring innovation (National Research Council 2014). Administrative data can include a firm’s accounting records, patent and trademark databases, and 2 reports on innovation, and are available from the firm directly, publicly on the web, or from third parties (National Research Council 2014)."</a:t>
            </a:r>
            <a:endParaRPr lang="en-US">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884223-1D8D-DB4E-80E4-3985798CD7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8928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BII - From molecules to policy! </a:t>
            </a:r>
          </a:p>
          <a:p>
            <a:endParaRPr lang="en-US"/>
          </a:p>
          <a:p>
            <a:r>
              <a:rPr lang="en-US"/>
              <a:t>SDAD is an intentional collection of statistical sciences and social and behavioral sciences with a common interest in studying the social condition at scale.</a:t>
            </a:r>
          </a:p>
          <a:p>
            <a:endParaRPr lang="en-US"/>
          </a:p>
          <a:p>
            <a:r>
              <a:rPr lang="en-US"/>
              <a:t>Welcome to the Biocomplexity Institute and the Social and Decision Analytics Division. </a:t>
            </a:r>
          </a:p>
          <a:p>
            <a:endParaRPr lang="en-US"/>
          </a:p>
          <a:p>
            <a:r>
              <a:rPr lang="en-US"/>
              <a:t>how to frame it, how to teach it, how to make it integral to your work – how can data inform your decisions?</a:t>
            </a:r>
          </a:p>
          <a:p>
            <a:endParaRPr lang="en-US"/>
          </a:p>
          <a:p>
            <a:r>
              <a:rPr lang="en-US"/>
              <a:t>Unique Institute in the University of Virginia.</a:t>
            </a:r>
          </a:p>
          <a:p>
            <a:r>
              <a:rPr lang="en-US"/>
              <a:t>We have the same stature as other  UVA schools with reporting lines directly to the Provost. </a:t>
            </a:r>
          </a:p>
          <a:p>
            <a:r>
              <a:rPr lang="en-US"/>
              <a:t>The range of our research is very exciting </a:t>
            </a:r>
          </a:p>
          <a:p>
            <a:r>
              <a:rPr lang="en-US"/>
              <a:t>The range is from mathematical biocomplexity around theoretical mathematics focusing on genomics and sequencing.</a:t>
            </a:r>
          </a:p>
          <a:p>
            <a:r>
              <a:rPr lang="en-US"/>
              <a:t>We then move from the molecular level and scale to other behavior scales and massive simulations around people, and movements of people throughout time and place – this is the work done by the NSSAC division. They created the COVID modeling that supported the governors of Virginia and New York and many others who used the data to make predictions about their workplace, industry, or customers. </a:t>
            </a:r>
          </a:p>
          <a:p>
            <a:r>
              <a:rPr lang="en-US"/>
              <a:t>As we scale to evidenced based policy, you start to engage with the research of our division. Because of this rich strong policy focus, we are located in Northern Virginia to be in the policy capital of the world and we are keeping our eyes wide open on how to bring our work to bear on important public policy.  That is us!</a:t>
            </a:r>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884223-1D8D-DB4E-80E4-3985798CD7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053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884223-1D8D-DB4E-80E4-3985798CD7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5981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884223-1D8D-DB4E-80E4-3985798CD7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9082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Optional: apply pre-trained LSA summarizer to condense info</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884223-1D8D-DB4E-80E4-3985798CD7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8158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BII - From molecules to policy! </a:t>
            </a:r>
          </a:p>
          <a:p>
            <a:endParaRPr lang="en-US"/>
          </a:p>
          <a:p>
            <a:r>
              <a:rPr lang="en-US"/>
              <a:t>SDAD is an intentional collection of statistical sciences and social and behavioral sciences with a common interest in studying the social condition at scale.</a:t>
            </a:r>
          </a:p>
          <a:p>
            <a:endParaRPr lang="en-US"/>
          </a:p>
          <a:p>
            <a:r>
              <a:rPr lang="en-US"/>
              <a:t>Welcome to the Biocomplexity Institute and the Social and Decision Analytics Division. </a:t>
            </a:r>
          </a:p>
          <a:p>
            <a:endParaRPr lang="en-US"/>
          </a:p>
          <a:p>
            <a:r>
              <a:rPr lang="en-US"/>
              <a:t>how to frame it, how to teach it, how to make it integral to your work – how can data inform your decisions?</a:t>
            </a:r>
          </a:p>
          <a:p>
            <a:endParaRPr lang="en-US"/>
          </a:p>
          <a:p>
            <a:r>
              <a:rPr lang="en-US"/>
              <a:t>Unique Institute in the University of Virginia.</a:t>
            </a:r>
          </a:p>
          <a:p>
            <a:r>
              <a:rPr lang="en-US"/>
              <a:t>We have the same stature as other  UVA schools with reporting lines directly to the Provost. </a:t>
            </a:r>
          </a:p>
          <a:p>
            <a:r>
              <a:rPr lang="en-US"/>
              <a:t>The range of our research is very exciting </a:t>
            </a:r>
          </a:p>
          <a:p>
            <a:r>
              <a:rPr lang="en-US"/>
              <a:t>The range is from mathematical biocomplexity around theoretical mathematics focusing on genomics and sequencing.</a:t>
            </a:r>
          </a:p>
          <a:p>
            <a:r>
              <a:rPr lang="en-US"/>
              <a:t>We then move from the molecular level and scale to other behavior scales and massive simulations around people, and movements of people throughout time and place – this is the work done by the NSSAC division. They created the COVID modeling that supported the governors of Virginia and New York and many others who used the data to make predictions about their workplace, industry, or customers. </a:t>
            </a:r>
          </a:p>
          <a:p>
            <a:r>
              <a:rPr lang="en-US"/>
              <a:t>As we scale to evidenced based policy, you start to engage with the research of our division. Because of this rich strong policy focus, we are located in Northern Virginia to be in the policy capital of the world and we are keeping our eyes wide open on how to bring our work to bear on important public policy.  That is us!</a:t>
            </a:r>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884223-1D8D-DB4E-80E4-3985798CD7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775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news-get.py works</a:t>
            </a:r>
          </a:p>
          <a:p>
            <a:endParaRPr lang="en-US"/>
          </a:p>
          <a:p>
            <a:r>
              <a:rPr lang="en-US"/>
              <a:t>Note: Threads, 3 attempted packages, TIME.SLEEP, organize data by id number</a:t>
            </a:r>
          </a:p>
        </p:txBody>
      </p:sp>
      <p:sp>
        <p:nvSpPr>
          <p:cNvPr id="4" name="Slide Number Placeholder 3"/>
          <p:cNvSpPr>
            <a:spLocks noGrp="1"/>
          </p:cNvSpPr>
          <p:nvPr>
            <p:ph type="sldNum" sz="quarter" idx="5"/>
          </p:nvPr>
        </p:nvSpPr>
        <p:spPr/>
        <p:txBody>
          <a:bodyPr/>
          <a:lstStyle/>
          <a:p>
            <a:fld id="{5E884223-1D8D-DB4E-80E4-3985798CD799}" type="slidenum">
              <a:rPr lang="en-US" smtClean="0"/>
              <a:t>8</a:t>
            </a:fld>
            <a:endParaRPr lang="en-US"/>
          </a:p>
        </p:txBody>
      </p:sp>
    </p:spTree>
    <p:extLst>
      <p:ext uri="{BB962C8B-B14F-4D97-AF65-F5344CB8AC3E}">
        <p14:creationId xmlns:p14="http://schemas.microsoft.com/office/powerpoint/2010/main" val="3695704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CPU usage, running time, evaluation with success rate</a:t>
            </a:r>
          </a:p>
          <a:p>
            <a:endParaRPr lang="en-US">
              <a:cs typeface="Calibri"/>
            </a:endParaRPr>
          </a:p>
          <a:p>
            <a:r>
              <a:rPr lang="en-US">
                <a:cs typeface="Calibri"/>
              </a:rPr>
              <a:t>Severity 1: 88.20%, 3 min 2 sec</a:t>
            </a:r>
          </a:p>
          <a:p>
            <a:r>
              <a:rPr lang="en-US">
                <a:cs typeface="Calibri"/>
              </a:rPr>
              <a:t>Severity 2: 92.40%, 7 min 22 sec</a:t>
            </a:r>
            <a:endParaRPr lang="en-US"/>
          </a:p>
        </p:txBody>
      </p:sp>
      <p:sp>
        <p:nvSpPr>
          <p:cNvPr id="4" name="Slide Number Placeholder 3"/>
          <p:cNvSpPr>
            <a:spLocks noGrp="1"/>
          </p:cNvSpPr>
          <p:nvPr>
            <p:ph type="sldNum" sz="quarter" idx="5"/>
          </p:nvPr>
        </p:nvSpPr>
        <p:spPr/>
        <p:txBody>
          <a:bodyPr/>
          <a:lstStyle/>
          <a:p>
            <a:fld id="{5E884223-1D8D-DB4E-80E4-3985798CD799}" type="slidenum">
              <a:rPr lang="en-US" smtClean="0"/>
              <a:t>9</a:t>
            </a:fld>
            <a:endParaRPr lang="en-US"/>
          </a:p>
        </p:txBody>
      </p:sp>
    </p:spTree>
    <p:extLst>
      <p:ext uri="{BB962C8B-B14F-4D97-AF65-F5344CB8AC3E}">
        <p14:creationId xmlns:p14="http://schemas.microsoft.com/office/powerpoint/2010/main" val="25223730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Creating the Science of Data by working very applied problems across all sectors.  Industry, DOD, especially the US Army, Federal Statistical Agencies and local govts. </a:t>
            </a:r>
          </a:p>
          <a:p>
            <a:endParaRPr lang="en-US"/>
          </a:p>
          <a:p>
            <a:endParaRPr lang="en-US"/>
          </a:p>
          <a:p>
            <a:r>
              <a:rPr lang="en-US"/>
              <a:t>NOTE – Industry include P&amp;G, MITRE, GT </a:t>
            </a:r>
          </a:p>
        </p:txBody>
      </p:sp>
      <p:sp>
        <p:nvSpPr>
          <p:cNvPr id="4" name="Slide Number Placeholder 3"/>
          <p:cNvSpPr>
            <a:spLocks noGrp="1"/>
          </p:cNvSpPr>
          <p:nvPr>
            <p:ph type="sldNum" sz="quarter" idx="5"/>
          </p:nvPr>
        </p:nvSpPr>
        <p:spPr/>
        <p:txBody>
          <a:bodyPr/>
          <a:lstStyle/>
          <a:p>
            <a:fld id="{5E884223-1D8D-DB4E-80E4-3985798CD799}" type="slidenum">
              <a:rPr lang="en-US" smtClean="0"/>
              <a:t>10</a:t>
            </a:fld>
            <a:endParaRPr lang="en-US"/>
          </a:p>
        </p:txBody>
      </p:sp>
    </p:spTree>
    <p:extLst>
      <p:ext uri="{BB962C8B-B14F-4D97-AF65-F5344CB8AC3E}">
        <p14:creationId xmlns:p14="http://schemas.microsoft.com/office/powerpoint/2010/main" val="30039381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Set this us as an example to use to highlight the next slides.</a:t>
            </a:r>
          </a:p>
          <a:p>
            <a:endParaRPr lang="en-US">
              <a:cs typeface="Calibri"/>
            </a:endParaRPr>
          </a:p>
          <a:p>
            <a:r>
              <a:rPr lang="en-US">
                <a:cs typeface="Calibri"/>
              </a:rPr>
              <a:t>Say a couple of words on </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FD1D09-7A79-3849-804D-6BF52895CEFD}" type="slidenum">
              <a:rPr kumimoji="0" lang="en-US" sz="1200" b="0" i="0" u="none" strike="noStrike" kern="1200" cap="none" spc="0" normalizeH="0" baseline="0" noProof="0" smtClean="0">
                <a:ln>
                  <a:noFill/>
                </a:ln>
                <a:solidFill>
                  <a:prstClr val="black"/>
                </a:solidFill>
                <a:effectLst/>
                <a:uLnTx/>
                <a:uFillTx/>
                <a:latin typeface="Calibri"/>
                <a:ea typeface="ＭＳ Ｐゴシック"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a:ea typeface="ＭＳ Ｐゴシック" charset="0"/>
              <a:cs typeface="+mn-cs"/>
            </a:endParaRPr>
          </a:p>
        </p:txBody>
      </p:sp>
    </p:spTree>
    <p:extLst>
      <p:ext uri="{BB962C8B-B14F-4D97-AF65-F5344CB8AC3E}">
        <p14:creationId xmlns:p14="http://schemas.microsoft.com/office/powerpoint/2010/main" val="741613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ext Placeholder 5"/>
          <p:cNvSpPr>
            <a:spLocks noGrp="1"/>
          </p:cNvSpPr>
          <p:nvPr>
            <p:ph type="body" sz="quarter" idx="10" hasCustomPrompt="1"/>
          </p:nvPr>
        </p:nvSpPr>
        <p:spPr>
          <a:xfrm>
            <a:off x="377952" y="2743518"/>
            <a:ext cx="11814048" cy="571500"/>
          </a:xfrm>
          <a:prstGeom prst="rect">
            <a:avLst/>
          </a:prstGeom>
        </p:spPr>
        <p:txBody>
          <a:bodyPr/>
          <a:lstStyle>
            <a:lvl1pPr marL="0" indent="0" algn="ctr">
              <a:buNone/>
              <a:defRPr sz="3600" b="1" i="0" u="heavy" cap="all" baseline="0">
                <a:solidFill>
                  <a:schemeClr val="bg1"/>
                </a:solidFill>
                <a:uFill>
                  <a:solidFill>
                    <a:srgbClr val="E47100"/>
                  </a:solidFill>
                </a:uFill>
                <a:latin typeface="ITC Franklin Gothic Std Med" charset="0"/>
                <a:ea typeface="ITC Franklin Gothic Std Med" charset="0"/>
                <a:cs typeface="ITC Franklin Gothic Std Med" charset="0"/>
              </a:defRPr>
            </a:lvl1pPr>
            <a:lvl2pPr marL="457200" indent="0">
              <a:buNone/>
              <a:defRPr b="1" i="0">
                <a:solidFill>
                  <a:schemeClr val="bg1"/>
                </a:solidFill>
                <a:latin typeface="ITC Franklin Gothic Std Med" charset="0"/>
                <a:ea typeface="ITC Franklin Gothic Std Med" charset="0"/>
                <a:cs typeface="ITC Franklin Gothic Std Med" charset="0"/>
              </a:defRPr>
            </a:lvl2pPr>
            <a:lvl3pPr marL="914400" indent="0">
              <a:buNone/>
              <a:defRPr b="1" i="0">
                <a:solidFill>
                  <a:schemeClr val="bg1"/>
                </a:solidFill>
                <a:latin typeface="ITC Franklin Gothic Std Med" charset="0"/>
                <a:ea typeface="ITC Franklin Gothic Std Med" charset="0"/>
                <a:cs typeface="ITC Franklin Gothic Std Med" charset="0"/>
              </a:defRPr>
            </a:lvl3pPr>
            <a:lvl4pPr marL="1371600" indent="0">
              <a:buNone/>
              <a:defRPr b="1" i="0">
                <a:solidFill>
                  <a:schemeClr val="bg1"/>
                </a:solidFill>
                <a:latin typeface="ITC Franklin Gothic Std Med" charset="0"/>
                <a:ea typeface="ITC Franklin Gothic Std Med" charset="0"/>
                <a:cs typeface="ITC Franklin Gothic Std Med" charset="0"/>
              </a:defRPr>
            </a:lvl4pPr>
            <a:lvl5pPr marL="1828800" indent="0">
              <a:buNone/>
              <a:defRPr b="1" i="0">
                <a:solidFill>
                  <a:schemeClr val="bg1"/>
                </a:solidFill>
                <a:latin typeface="ITC Franklin Gothic Std Med" charset="0"/>
                <a:ea typeface="ITC Franklin Gothic Std Med" charset="0"/>
                <a:cs typeface="ITC Franklin Gothic Std Med" charset="0"/>
              </a:defRPr>
            </a:lvl5pPr>
          </a:lstStyle>
          <a:p>
            <a:pPr lvl="0"/>
            <a:r>
              <a:rPr lang="en-US"/>
              <a:t>OPTIONAL PRESENTATION TITLE</a:t>
            </a:r>
          </a:p>
        </p:txBody>
      </p:sp>
      <p:sp>
        <p:nvSpPr>
          <p:cNvPr id="10" name="Text Placeholder 11"/>
          <p:cNvSpPr>
            <a:spLocks noGrp="1"/>
          </p:cNvSpPr>
          <p:nvPr>
            <p:ph type="body" sz="quarter" idx="11" hasCustomPrompt="1"/>
          </p:nvPr>
        </p:nvSpPr>
        <p:spPr>
          <a:xfrm>
            <a:off x="377825" y="3503864"/>
            <a:ext cx="11814175" cy="454033"/>
          </a:xfrm>
          <a:prstGeom prst="rect">
            <a:avLst/>
          </a:prstGeom>
        </p:spPr>
        <p:txBody>
          <a:bodyPr/>
          <a:lstStyle>
            <a:lvl1pPr marL="0" indent="0" algn="ctr">
              <a:buNone/>
              <a:defRPr sz="1400" b="1" i="0" cap="all" baseline="0">
                <a:solidFill>
                  <a:schemeClr val="bg1"/>
                </a:solidFill>
                <a:latin typeface="ITC Franklin Gothic Std Med" charset="0"/>
                <a:ea typeface="ITC Franklin Gothic Std Med" charset="0"/>
                <a:cs typeface="ITC Franklin Gothic Std Med" charset="0"/>
              </a:defRPr>
            </a:lvl1pPr>
          </a:lstStyle>
          <a:p>
            <a:r>
              <a:rPr lang="en-US" b="1" i="0" cap="all">
                <a:uFill>
                  <a:solidFill>
                    <a:srgbClr val="E47100"/>
                  </a:solidFill>
                </a:uFill>
                <a:latin typeface="ITC Franklin Gothic Std Med" charset="0"/>
                <a:ea typeface="ITC Franklin Gothic Std Med" charset="0"/>
                <a:cs typeface="ITC Franklin Gothic Std Med" charset="0"/>
              </a:rPr>
              <a:t> OPTIONAL AUTHOR NAME</a:t>
            </a:r>
          </a:p>
        </p:txBody>
      </p:sp>
    </p:spTree>
    <p:extLst>
      <p:ext uri="{BB962C8B-B14F-4D97-AF65-F5344CB8AC3E}">
        <p14:creationId xmlns:p14="http://schemas.microsoft.com/office/powerpoint/2010/main" val="52987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ext Placeholder 9"/>
          <p:cNvSpPr>
            <a:spLocks noGrp="1"/>
          </p:cNvSpPr>
          <p:nvPr>
            <p:ph type="body" sz="quarter" idx="10" hasCustomPrompt="1"/>
          </p:nvPr>
        </p:nvSpPr>
        <p:spPr>
          <a:xfrm>
            <a:off x="365760" y="3130917"/>
            <a:ext cx="11814175" cy="731838"/>
          </a:xfrm>
          <a:prstGeom prst="rect">
            <a:avLst/>
          </a:prstGeom>
        </p:spPr>
        <p:txBody>
          <a:bodyPr/>
          <a:lstStyle>
            <a:lvl1pPr marL="0" indent="0" algn="ctr">
              <a:buNone/>
              <a:defRPr sz="3600" b="1" i="0" u="heavy" baseline="0">
                <a:solidFill>
                  <a:srgbClr val="222C4B"/>
                </a:solidFill>
                <a:uFill>
                  <a:solidFill>
                    <a:srgbClr val="E47100"/>
                  </a:solidFill>
                </a:uFill>
                <a:latin typeface="ITC Franklin Gothic Std Med" charset="0"/>
                <a:ea typeface="ITC Franklin Gothic Std Med" charset="0"/>
                <a:cs typeface="ITC Franklin Gothic Std Med" charset="0"/>
              </a:defRPr>
            </a:lvl1pPr>
            <a:lvl2pPr marL="457200" indent="0" algn="ctr">
              <a:buNone/>
              <a:defRPr b="1" i="0">
                <a:solidFill>
                  <a:srgbClr val="222C4B"/>
                </a:solidFill>
                <a:latin typeface="ITC Franklin Gothic Std Med" charset="0"/>
                <a:ea typeface="ITC Franklin Gothic Std Med" charset="0"/>
                <a:cs typeface="ITC Franklin Gothic Std Med" charset="0"/>
              </a:defRPr>
            </a:lvl2pPr>
            <a:lvl3pPr marL="914400" indent="0" algn="ctr">
              <a:buNone/>
              <a:defRPr b="1" i="0">
                <a:solidFill>
                  <a:srgbClr val="222C4B"/>
                </a:solidFill>
                <a:latin typeface="ITC Franklin Gothic Std Med" charset="0"/>
                <a:ea typeface="ITC Franklin Gothic Std Med" charset="0"/>
                <a:cs typeface="ITC Franklin Gothic Std Med" charset="0"/>
              </a:defRPr>
            </a:lvl3pPr>
            <a:lvl4pPr marL="1371600" indent="0" algn="ctr">
              <a:buNone/>
              <a:defRPr b="1" i="0">
                <a:solidFill>
                  <a:srgbClr val="222C4B"/>
                </a:solidFill>
                <a:latin typeface="ITC Franklin Gothic Std Med" charset="0"/>
                <a:ea typeface="ITC Franklin Gothic Std Med" charset="0"/>
                <a:cs typeface="ITC Franklin Gothic Std Med" charset="0"/>
              </a:defRPr>
            </a:lvl4pPr>
            <a:lvl5pPr marL="1828800" indent="0" algn="ctr">
              <a:buNone/>
              <a:defRPr b="1" i="0">
                <a:solidFill>
                  <a:srgbClr val="222C4B"/>
                </a:solidFill>
                <a:latin typeface="ITC Franklin Gothic Std Med" charset="0"/>
                <a:ea typeface="ITC Franklin Gothic Std Med" charset="0"/>
                <a:cs typeface="ITC Franklin Gothic Std Med" charset="0"/>
              </a:defRPr>
            </a:lvl5pPr>
          </a:lstStyle>
          <a:p>
            <a:pPr lvl="0"/>
            <a:r>
              <a:rPr lang="en-US"/>
              <a:t>TITLE HERE</a:t>
            </a:r>
          </a:p>
        </p:txBody>
      </p:sp>
    </p:spTree>
    <p:extLst>
      <p:ext uri="{BB962C8B-B14F-4D97-AF65-F5344CB8AC3E}">
        <p14:creationId xmlns:p14="http://schemas.microsoft.com/office/powerpoint/2010/main" val="1003932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394085" y="6460257"/>
            <a:ext cx="2844800" cy="365125"/>
          </a:xfrm>
          <a:prstGeom prst="rect">
            <a:avLst/>
          </a:prstGeom>
        </p:spPr>
        <p:txBody>
          <a:bodyPr/>
          <a:lstStyle/>
          <a:p>
            <a:fld id="{6B0A811D-F3F9-4A1F-B241-B660D2918E75}" type="slidenum">
              <a:rPr lang="en-US" smtClean="0"/>
              <a:t>‹#›</a:t>
            </a:fld>
            <a:endParaRPr lang="en-US"/>
          </a:p>
        </p:txBody>
      </p:sp>
    </p:spTree>
    <p:extLst>
      <p:ext uri="{BB962C8B-B14F-4D97-AF65-F5344CB8AC3E}">
        <p14:creationId xmlns:p14="http://schemas.microsoft.com/office/powerpoint/2010/main" val="269490615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026" y="252389"/>
            <a:ext cx="10972800" cy="1143000"/>
          </a:xfrm>
        </p:spPr>
        <p:txBody>
          <a:bodyPr/>
          <a:lstStyle>
            <a:lvl1pPr algn="ctr">
              <a:defRPr sz="4400" b="1">
                <a:solidFill>
                  <a:srgbClr val="E46C0A"/>
                </a:solidFill>
                <a:latin typeface="ITC Franklin Gothic Std Book" panose="020B0504030503020204" pitchFamily="34" charset="0"/>
                <a:cs typeface="ITC Franklin Gothic Std Book" panose="020B0504030503020204" pitchFamily="34" charset="0"/>
              </a:defRPr>
            </a:lvl1pPr>
          </a:lstStyle>
          <a:p>
            <a:r>
              <a:rPr lang="en-US"/>
              <a:t>Click to edit Master title style</a:t>
            </a:r>
          </a:p>
        </p:txBody>
      </p:sp>
      <p:sp>
        <p:nvSpPr>
          <p:cNvPr id="7" name="Content Placeholder 2">
            <a:extLst>
              <a:ext uri="{FF2B5EF4-FFF2-40B4-BE49-F238E27FC236}">
                <a16:creationId xmlns:a16="http://schemas.microsoft.com/office/drawing/2014/main" id="{C853FCE9-8599-DA41-AEED-15B5184A0D52}"/>
              </a:ext>
            </a:extLst>
          </p:cNvPr>
          <p:cNvSpPr>
            <a:spLocks noGrp="1"/>
          </p:cNvSpPr>
          <p:nvPr>
            <p:ph idx="1"/>
          </p:nvPr>
        </p:nvSpPr>
        <p:spPr>
          <a:xfrm>
            <a:off x="867139" y="1260721"/>
            <a:ext cx="10434577" cy="4422449"/>
          </a:xfrm>
          <a:prstGeom prst="rect">
            <a:avLst/>
          </a:prstGeom>
        </p:spPr>
        <p:txBody>
          <a:bodyPr/>
          <a:lstStyle>
            <a:lvl1pPr>
              <a:defRPr sz="3200">
                <a:latin typeface="ITC Franklin Gothic Std Book" panose="020B0504030503020204" pitchFamily="34" charset="0"/>
              </a:defRPr>
            </a:lvl1pPr>
            <a:lvl2pPr>
              <a:defRPr sz="2800">
                <a:latin typeface="ITC Franklin Gothic Std Book" panose="020B0504030503020204" pitchFamily="34" charset="0"/>
              </a:defRPr>
            </a:lvl2pPr>
            <a:lvl3pPr>
              <a:defRPr sz="2400">
                <a:latin typeface="ITC Franklin Gothic Std Book" panose="020B0504030503020204" pitchFamily="34" charset="0"/>
              </a:defRPr>
            </a:lvl3pPr>
            <a:lvl4pPr>
              <a:defRPr sz="2000">
                <a:latin typeface="ITC Franklin Gothic Std Book" panose="020B0504030503020204" pitchFamily="34" charset="0"/>
              </a:defRPr>
            </a:lvl4pPr>
            <a:lvl5pPr>
              <a:defRPr sz="2000">
                <a:latin typeface="ITC Franklin Gothic Std Book" panose="020B05040305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687724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43037"/>
            <a:ext cx="5384800" cy="4525963"/>
          </a:xfrm>
        </p:spPr>
        <p:txBody>
          <a:bodyPr/>
          <a:lstStyle>
            <a:lvl1pPr>
              <a:defRPr sz="3200">
                <a:latin typeface="ITC Franklin Gothic Std Book" panose="020B0504030503020204" pitchFamily="34" charset="0"/>
                <a:cs typeface="ITC Franklin Gothic Std Book" panose="020B0504030503020204" pitchFamily="34" charset="0"/>
              </a:defRPr>
            </a:lvl1pPr>
            <a:lvl2pPr>
              <a:defRPr sz="2800">
                <a:latin typeface="ITC Franklin Gothic Std Book" panose="020B0504030503020204" pitchFamily="34" charset="0"/>
                <a:cs typeface="ITC Franklin Gothic Std Book" panose="020B0504030503020204" pitchFamily="34" charset="0"/>
              </a:defRPr>
            </a:lvl2pPr>
            <a:lvl3pPr>
              <a:defRPr sz="2400">
                <a:latin typeface="ITC Franklin Gothic Std Book" panose="020B0504030503020204" pitchFamily="34" charset="0"/>
                <a:cs typeface="ITC Franklin Gothic Std Book" panose="020B0504030503020204" pitchFamily="34" charset="0"/>
              </a:defRPr>
            </a:lvl3pPr>
            <a:lvl4pPr>
              <a:defRPr sz="2000">
                <a:latin typeface="ITC Franklin Gothic Std Book" panose="020B0504030503020204" pitchFamily="34" charset="0"/>
                <a:cs typeface="ITC Franklin Gothic Std Book" panose="020B0504030503020204" pitchFamily="34" charset="0"/>
              </a:defRPr>
            </a:lvl4pPr>
            <a:lvl5pPr>
              <a:defRPr sz="2000">
                <a:latin typeface="ITC Franklin Gothic Std Book" panose="020B0504030503020204" pitchFamily="34" charset="0"/>
                <a:cs typeface="ITC Franklin Gothic Std Book" panose="020B0504030503020204"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43037"/>
            <a:ext cx="5384800" cy="4525963"/>
          </a:xfrm>
        </p:spPr>
        <p:txBody>
          <a:bodyPr/>
          <a:lstStyle>
            <a:lvl1pPr>
              <a:defRPr sz="3200">
                <a:latin typeface="ITC Franklin Gothic Std Book" panose="020B0504030503020204" pitchFamily="34" charset="0"/>
                <a:cs typeface="ITC Franklin Gothic Std Book" panose="020B0504030503020204" pitchFamily="34" charset="0"/>
              </a:defRPr>
            </a:lvl1pPr>
            <a:lvl2pPr>
              <a:defRPr sz="2800">
                <a:latin typeface="ITC Franklin Gothic Std Book" panose="020B0504030503020204" pitchFamily="34" charset="0"/>
                <a:cs typeface="ITC Franklin Gothic Std Book" panose="020B0504030503020204" pitchFamily="34" charset="0"/>
              </a:defRPr>
            </a:lvl2pPr>
            <a:lvl3pPr>
              <a:defRPr sz="2400">
                <a:latin typeface="ITC Franklin Gothic Std Book" panose="020B0504030503020204" pitchFamily="34" charset="0"/>
                <a:cs typeface="ITC Franklin Gothic Std Book" panose="020B0504030503020204" pitchFamily="34" charset="0"/>
              </a:defRPr>
            </a:lvl3pPr>
            <a:lvl4pPr>
              <a:defRPr sz="2000">
                <a:latin typeface="ITC Franklin Gothic Std Book" panose="020B0504030503020204" pitchFamily="34" charset="0"/>
                <a:cs typeface="ITC Franklin Gothic Std Book" panose="020B0504030503020204" pitchFamily="34" charset="0"/>
              </a:defRPr>
            </a:lvl4pPr>
            <a:lvl5pPr>
              <a:defRPr sz="2000">
                <a:latin typeface="ITC Franklin Gothic Std Book" panose="020B0504030503020204" pitchFamily="34" charset="0"/>
                <a:cs typeface="ITC Franklin Gothic Std Book" panose="020B0504030503020204"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a:extLst>
              <a:ext uri="{FF2B5EF4-FFF2-40B4-BE49-F238E27FC236}">
                <a16:creationId xmlns:a16="http://schemas.microsoft.com/office/drawing/2014/main" id="{48722480-E2DF-D84C-AFD3-6FEAD59F60B7}"/>
              </a:ext>
            </a:extLst>
          </p:cNvPr>
          <p:cNvSpPr>
            <a:spLocks noGrp="1"/>
          </p:cNvSpPr>
          <p:nvPr>
            <p:ph type="title"/>
          </p:nvPr>
        </p:nvSpPr>
        <p:spPr>
          <a:xfrm>
            <a:off x="598026" y="252389"/>
            <a:ext cx="10972800" cy="1143000"/>
          </a:xfrm>
        </p:spPr>
        <p:txBody>
          <a:bodyPr/>
          <a:lstStyle>
            <a:lvl1pPr algn="ctr">
              <a:defRPr sz="4400" b="1">
                <a:solidFill>
                  <a:srgbClr val="E46C0A"/>
                </a:solidFill>
                <a:latin typeface="ITC Franklin Gothic Std Book" panose="020B0504030503020204" pitchFamily="34" charset="0"/>
                <a:cs typeface="ITC Franklin Gothic Std Book" panose="020B0504030503020204" pitchFamily="34" charset="0"/>
              </a:defRPr>
            </a:lvl1pPr>
          </a:lstStyle>
          <a:p>
            <a:r>
              <a:rPr lang="en-US"/>
              <a:t>Click to edit Master title style</a:t>
            </a:r>
          </a:p>
        </p:txBody>
      </p:sp>
    </p:spTree>
    <p:extLst>
      <p:ext uri="{BB962C8B-B14F-4D97-AF65-F5344CB8AC3E}">
        <p14:creationId xmlns:p14="http://schemas.microsoft.com/office/powerpoint/2010/main" val="39965027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60DFBEA-7B27-3749-950B-7DE4151A4BFF}"/>
              </a:ext>
            </a:extLst>
          </p:cNvPr>
          <p:cNvSpPr>
            <a:spLocks noGrp="1"/>
          </p:cNvSpPr>
          <p:nvPr>
            <p:ph type="title"/>
          </p:nvPr>
        </p:nvSpPr>
        <p:spPr>
          <a:xfrm>
            <a:off x="598026" y="252389"/>
            <a:ext cx="10972800" cy="1143000"/>
          </a:xfrm>
        </p:spPr>
        <p:txBody>
          <a:bodyPr/>
          <a:lstStyle>
            <a:lvl1pPr algn="ctr">
              <a:lnSpc>
                <a:spcPct val="80000"/>
              </a:lnSpc>
              <a:defRPr sz="4400" b="1">
                <a:solidFill>
                  <a:srgbClr val="E46C0A"/>
                </a:solidFill>
                <a:latin typeface="ITC Franklin Gothic Std Book" panose="020B0504030503020204" pitchFamily="34" charset="0"/>
                <a:cs typeface="ITC Franklin Gothic Std Book" panose="020B0504030503020204" pitchFamily="34" charset="0"/>
              </a:defRPr>
            </a:lvl1pPr>
          </a:lstStyle>
          <a:p>
            <a:r>
              <a:rPr lang="en-US"/>
              <a:t>Click to edit Master title style</a:t>
            </a:r>
          </a:p>
        </p:txBody>
      </p:sp>
      <p:sp>
        <p:nvSpPr>
          <p:cNvPr id="3" name="TextBox 2">
            <a:extLst>
              <a:ext uri="{FF2B5EF4-FFF2-40B4-BE49-F238E27FC236}">
                <a16:creationId xmlns:a16="http://schemas.microsoft.com/office/drawing/2014/main" id="{EAD5707C-19E4-0943-A995-81D349022A74}"/>
              </a:ext>
            </a:extLst>
          </p:cNvPr>
          <p:cNvSpPr txBox="1"/>
          <p:nvPr userDrawn="1"/>
        </p:nvSpPr>
        <p:spPr>
          <a:xfrm>
            <a:off x="10030265" y="6175717"/>
            <a:ext cx="1871003" cy="562708"/>
          </a:xfrm>
          <a:prstGeom prst="rect">
            <a:avLst/>
          </a:prstGeom>
          <a:solidFill>
            <a:srgbClr val="0D2F68"/>
          </a:solidFill>
          <a:ln>
            <a:solidFill>
              <a:srgbClr val="0D2F68"/>
            </a:solidFill>
          </a:ln>
        </p:spPr>
        <p:txBody>
          <a:bodyPr wrap="square" rtlCol="0">
            <a:spAutoFit/>
          </a:bodyPr>
          <a:lstStyle/>
          <a:p>
            <a:endParaRPr lang="en-US"/>
          </a:p>
        </p:txBody>
      </p:sp>
    </p:spTree>
    <p:extLst>
      <p:ext uri="{BB962C8B-B14F-4D97-AF65-F5344CB8AC3E}">
        <p14:creationId xmlns:p14="http://schemas.microsoft.com/office/powerpoint/2010/main" val="314341935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1.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1" y="0"/>
            <a:ext cx="12188952" cy="6858000"/>
          </a:xfrm>
          <a:prstGeom prst="rect">
            <a:avLst/>
          </a:prstGeom>
          <a:solidFill>
            <a:srgbClr val="222C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0"/>
            <a:ext cx="380144" cy="6858000"/>
          </a:xfrm>
          <a:prstGeom prst="rect">
            <a:avLst/>
          </a:prstGeom>
          <a:solidFill>
            <a:srgbClr val="E47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 y="0"/>
            <a:ext cx="1727200" cy="2057400"/>
          </a:xfrm>
          <a:prstGeom prst="rect">
            <a:avLst/>
          </a:prstGeom>
        </p:spPr>
      </p:pic>
      <p:pic>
        <p:nvPicPr>
          <p:cNvPr id="11" name="Picture 10"/>
          <p:cNvPicPr>
            <a:picLocks noChangeAspect="1"/>
          </p:cNvPicPr>
          <p:nvPr userDrawn="1"/>
        </p:nvPicPr>
        <p:blipFill>
          <a:blip r:embed="rId4"/>
          <a:stretch>
            <a:fillRect/>
          </a:stretch>
        </p:blipFill>
        <p:spPr>
          <a:xfrm>
            <a:off x="5482669" y="5126805"/>
            <a:ext cx="1603756" cy="1005940"/>
          </a:xfrm>
          <a:prstGeom prst="rect">
            <a:avLst/>
          </a:prstGeom>
        </p:spPr>
      </p:pic>
    </p:spTree>
    <p:extLst>
      <p:ext uri="{BB962C8B-B14F-4D97-AF65-F5344CB8AC3E}">
        <p14:creationId xmlns:p14="http://schemas.microsoft.com/office/powerpoint/2010/main" val="191790679"/>
      </p:ext>
    </p:extLst>
  </p:cSld>
  <p:clrMap bg1="lt1" tx1="dk1" bg2="lt2" tx2="dk2" accent1="accent1" accent2="accent2" accent3="accent3" accent4="accent4" accent5="accent5" accent6="accent6" hlink="hlink" folHlink="folHlink"/>
  <p:sldLayoutIdLst>
    <p:sldLayoutId id="2147483653" r:id="rId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380144" cy="6858000"/>
          </a:xfrm>
          <a:prstGeom prst="rect">
            <a:avLst/>
          </a:prstGeom>
          <a:solidFill>
            <a:srgbClr val="222C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a:xfrm>
            <a:off x="-2" y="0"/>
            <a:ext cx="1727200" cy="2057400"/>
          </a:xfrm>
          <a:prstGeom prst="rect">
            <a:avLst/>
          </a:prstGeom>
        </p:spPr>
      </p:pic>
    </p:spTree>
    <p:extLst>
      <p:ext uri="{BB962C8B-B14F-4D97-AF65-F5344CB8AC3E}">
        <p14:creationId xmlns:p14="http://schemas.microsoft.com/office/powerpoint/2010/main" val="914787848"/>
      </p:ext>
    </p:extLst>
  </p:cSld>
  <p:clrMap bg1="lt1" tx1="dk1" bg2="lt2" tx2="dk2" accent1="accent1" accent2="accent2" accent3="accent3" accent4="accent4" accent5="accent5" accent6="accent6" hlink="hlink" folHlink="folHlink"/>
  <p:sldLayoutIdLst>
    <p:sldLayoutId id="2147483655" r:id="rId1"/>
    <p:sldLayoutId id="2147483812" r:id="rId2"/>
    <p:sldLayoutId id="2147483889" r:id="rId3"/>
    <p:sldLayoutId id="2147483982" r:id="rId4"/>
    <p:sldLayoutId id="2147483983" r:id="rId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17CB445-45D0-D474-A3D1-7B34B22C871A}"/>
              </a:ext>
            </a:extLst>
          </p:cNvPr>
          <p:cNvSpPr>
            <a:spLocks noGrp="1"/>
          </p:cNvSpPr>
          <p:nvPr>
            <p:ph type="body" sz="quarter" idx="10"/>
          </p:nvPr>
        </p:nvSpPr>
        <p:spPr>
          <a:xfrm>
            <a:off x="377825" y="961369"/>
            <a:ext cx="11814048" cy="1807956"/>
          </a:xfrm>
        </p:spPr>
        <p:txBody>
          <a:bodyPr lIns="91440" tIns="45720" rIns="91440" bIns="45720" anchor="t"/>
          <a:lstStyle/>
          <a:p>
            <a:r>
              <a:rPr lang="en-US" sz="5400" u="none">
                <a:solidFill>
                  <a:schemeClr val="accent5"/>
                </a:solidFill>
                <a:latin typeface="Franklin Gothic Medium" panose="020B0603020102020204"/>
              </a:rPr>
              <a:t>NCSES</a:t>
            </a:r>
            <a:r>
              <a:rPr lang="en-US" sz="5400" u="none">
                <a:solidFill>
                  <a:srgbClr val="FFFFFF"/>
                </a:solidFill>
                <a:latin typeface="Franklin Gothic Medium" panose="020B0603020102020204"/>
              </a:rPr>
              <a:t> Product Innovation</a:t>
            </a:r>
            <a:endParaRPr lang="en-US"/>
          </a:p>
        </p:txBody>
      </p:sp>
      <p:sp>
        <p:nvSpPr>
          <p:cNvPr id="5" name="Text Placeholder 4">
            <a:extLst>
              <a:ext uri="{FF2B5EF4-FFF2-40B4-BE49-F238E27FC236}">
                <a16:creationId xmlns:a16="http://schemas.microsoft.com/office/drawing/2014/main" id="{4C9BF0B2-B67E-89BC-BE7A-C2D39FA840A6}"/>
              </a:ext>
            </a:extLst>
          </p:cNvPr>
          <p:cNvSpPr>
            <a:spLocks noGrp="1"/>
          </p:cNvSpPr>
          <p:nvPr>
            <p:ph type="body" sz="quarter" idx="11"/>
          </p:nvPr>
        </p:nvSpPr>
        <p:spPr>
          <a:xfrm>
            <a:off x="377825" y="3270599"/>
            <a:ext cx="11814175" cy="454033"/>
          </a:xfrm>
        </p:spPr>
        <p:txBody>
          <a:bodyPr lIns="91440" tIns="45720" rIns="91440" bIns="45720" anchor="t"/>
          <a:lstStyle/>
          <a:p>
            <a:r>
              <a:rPr lang="en-US" sz="3600">
                <a:solidFill>
                  <a:srgbClr val="FFFFFF"/>
                </a:solidFill>
                <a:latin typeface="ITC Franklin Gothic Std Med"/>
                <a:ea typeface="Roboto Medium"/>
                <a:cs typeface="Lato Medium"/>
              </a:rPr>
              <a:t>ALAN WANG	</a:t>
            </a:r>
            <a:r>
              <a:rPr lang="en-US" sz="3600" b="0">
                <a:solidFill>
                  <a:srgbClr val="FFFFFF"/>
                </a:solidFill>
                <a:latin typeface="Franklin Gothic Demi"/>
                <a:ea typeface="Roboto Medium"/>
                <a:cs typeface="Lato Medium"/>
              </a:rPr>
              <a:t>STEVE ZHOU</a:t>
            </a:r>
            <a:endParaRPr lang="en-US" b="0">
              <a:solidFill>
                <a:srgbClr val="DAE3F3"/>
              </a:solidFill>
              <a:ea typeface="Roboto Medium"/>
              <a:cs typeface="Lato Medium"/>
            </a:endParaRPr>
          </a:p>
          <a:p>
            <a:r>
              <a:rPr lang="en-US" sz="3600" b="0">
                <a:solidFill>
                  <a:schemeClr val="accent2"/>
                </a:solidFill>
                <a:latin typeface="Franklin Gothic Demi"/>
                <a:ea typeface="Roboto Medium"/>
                <a:cs typeface="Lato Medium"/>
              </a:rPr>
              <a:t>Mentor: Neil Alex</a:t>
            </a:r>
          </a:p>
          <a:p>
            <a:r>
              <a:rPr lang="en-US" sz="3600">
                <a:solidFill>
                  <a:schemeClr val="accent5"/>
                </a:solidFill>
                <a:latin typeface="Franklin Gothic Demi"/>
                <a:ea typeface="Roboto Medium"/>
                <a:cs typeface="Lato Medium"/>
              </a:rPr>
              <a:t>UVA-BI-SDAD</a:t>
            </a:r>
            <a:endParaRPr lang="en-US">
              <a:solidFill>
                <a:schemeClr val="accent5"/>
              </a:solidFill>
            </a:endParaRPr>
          </a:p>
        </p:txBody>
      </p:sp>
    </p:spTree>
    <p:extLst>
      <p:ext uri="{BB962C8B-B14F-4D97-AF65-F5344CB8AC3E}">
        <p14:creationId xmlns:p14="http://schemas.microsoft.com/office/powerpoint/2010/main" val="3413707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2405D-7F31-E866-90D0-989C436E3F47}"/>
              </a:ext>
            </a:extLst>
          </p:cNvPr>
          <p:cNvSpPr>
            <a:spLocks noGrp="1"/>
          </p:cNvSpPr>
          <p:nvPr>
            <p:ph type="title"/>
          </p:nvPr>
        </p:nvSpPr>
        <p:spPr/>
        <p:txBody>
          <a:bodyPr lIns="91440" tIns="45720" rIns="91440" bIns="45720" anchor="t"/>
          <a:lstStyle/>
          <a:p>
            <a:r>
              <a:rPr lang="en-US" b="0">
                <a:latin typeface="ITC Franklin Gothic Std Book"/>
              </a:rPr>
              <a:t>Background and Motivation</a:t>
            </a:r>
            <a:endParaRPr lang="en-US"/>
          </a:p>
        </p:txBody>
      </p:sp>
      <p:sp>
        <p:nvSpPr>
          <p:cNvPr id="4" name="Text Placeholder 3"/>
          <p:cNvSpPr>
            <a:spLocks noGrp="1"/>
          </p:cNvSpPr>
          <p:nvPr>
            <p:ph idx="1"/>
          </p:nvPr>
        </p:nvSpPr>
        <p:spPr>
          <a:prstGeom prst="rect">
            <a:avLst/>
          </a:prstGeom>
        </p:spPr>
        <p:txBody>
          <a:bodyPr lIns="91440" tIns="45720" rIns="91440" bIns="45720" anchor="t">
            <a:noAutofit/>
          </a:bodyPr>
          <a:lstStyle/>
          <a:p>
            <a:pPr>
              <a:spcBef>
                <a:spcPts val="0"/>
              </a:spcBef>
            </a:pPr>
            <a:r>
              <a:rPr lang="en-US" sz="3000">
                <a:solidFill>
                  <a:srgbClr val="002060"/>
                </a:solidFill>
                <a:latin typeface="ITC Franklin Gothic Std Book"/>
              </a:rPr>
              <a:t>How can we aid in the tracking of US economic activity for business innovation using non-traditional data sources such as opportunity and administrative data?</a:t>
            </a:r>
            <a:endParaRPr lang="en-US"/>
          </a:p>
          <a:p>
            <a:pPr>
              <a:spcBef>
                <a:spcPts val="0"/>
              </a:spcBef>
            </a:pPr>
            <a:endParaRPr lang="en-US" sz="3000">
              <a:solidFill>
                <a:srgbClr val="002060"/>
              </a:solidFill>
            </a:endParaRPr>
          </a:p>
          <a:p>
            <a:pPr>
              <a:spcBef>
                <a:spcPts val="0"/>
              </a:spcBef>
            </a:pPr>
            <a:r>
              <a:rPr lang="en-US" sz="3000">
                <a:solidFill>
                  <a:srgbClr val="002060"/>
                </a:solidFill>
                <a:latin typeface="ITC Franklin Gothic Std Book"/>
              </a:rPr>
              <a:t>To achieve this, we need to develop a way to acquire opportunity data, in our case, news articles, ideally using a free and open-source tool.</a:t>
            </a:r>
            <a:endParaRPr lang="en-US" sz="3000">
              <a:solidFill>
                <a:srgbClr val="002060"/>
              </a:solidFill>
            </a:endParaRPr>
          </a:p>
          <a:p>
            <a:pPr lvl="1"/>
            <a:endParaRPr lang="en-US" sz="1400"/>
          </a:p>
        </p:txBody>
      </p:sp>
    </p:spTree>
    <p:extLst>
      <p:ext uri="{BB962C8B-B14F-4D97-AF65-F5344CB8AC3E}">
        <p14:creationId xmlns:p14="http://schemas.microsoft.com/office/powerpoint/2010/main" val="414604586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sz="half" idx="1"/>
          </p:nvPr>
        </p:nvSpPr>
        <p:spPr>
          <a:prstGeom prst="rect">
            <a:avLst/>
          </a:prstGeom>
        </p:spPr>
        <p:txBody>
          <a:bodyPr lIns="91440" tIns="45720" rIns="91440" bIns="45720" anchor="t">
            <a:noAutofit/>
          </a:bodyPr>
          <a:lstStyle/>
          <a:p>
            <a:pPr>
              <a:spcBef>
                <a:spcPts val="0"/>
              </a:spcBef>
            </a:pPr>
            <a:r>
              <a:rPr lang="en-US" sz="3000">
                <a:solidFill>
                  <a:srgbClr val="002060"/>
                </a:solidFill>
                <a:latin typeface="ITC Franklin Gothic Std Book"/>
              </a:rPr>
              <a:t>Not all RSS search engines equal</a:t>
            </a:r>
            <a:endParaRPr lang="en-US" sz="3000">
              <a:solidFill>
                <a:srgbClr val="002060"/>
              </a:solidFill>
            </a:endParaRPr>
          </a:p>
          <a:p>
            <a:pPr>
              <a:spcBef>
                <a:spcPts val="0"/>
              </a:spcBef>
            </a:pPr>
            <a:endParaRPr lang="en-US" sz="3000">
              <a:solidFill>
                <a:srgbClr val="002060"/>
              </a:solidFill>
            </a:endParaRPr>
          </a:p>
        </p:txBody>
      </p:sp>
      <p:sp>
        <p:nvSpPr>
          <p:cNvPr id="2" name="Title 1">
            <a:extLst>
              <a:ext uri="{FF2B5EF4-FFF2-40B4-BE49-F238E27FC236}">
                <a16:creationId xmlns:a16="http://schemas.microsoft.com/office/drawing/2014/main" id="{8072405D-7F31-E866-90D0-989C436E3F47}"/>
              </a:ext>
            </a:extLst>
          </p:cNvPr>
          <p:cNvSpPr>
            <a:spLocks noGrp="1"/>
          </p:cNvSpPr>
          <p:nvPr>
            <p:ph type="title"/>
          </p:nvPr>
        </p:nvSpPr>
        <p:spPr/>
        <p:txBody>
          <a:bodyPr lIns="91440" tIns="45720" rIns="91440" bIns="45720" anchor="t"/>
          <a:lstStyle/>
          <a:p>
            <a:r>
              <a:rPr lang="en-US" b="0">
                <a:latin typeface="ITC Franklin Gothic Std Book"/>
              </a:rPr>
              <a:t>Challenges</a:t>
            </a:r>
            <a:endParaRPr lang="en-US"/>
          </a:p>
        </p:txBody>
      </p:sp>
      <p:pic>
        <p:nvPicPr>
          <p:cNvPr id="3" name="Picture 4" descr="A picture containing graphical user interface&#10;&#10;Description automatically generated">
            <a:extLst>
              <a:ext uri="{FF2B5EF4-FFF2-40B4-BE49-F238E27FC236}">
                <a16:creationId xmlns:a16="http://schemas.microsoft.com/office/drawing/2014/main" id="{56EAD9EE-9A9A-8BB4-DDDF-27BE32F67A55}"/>
              </a:ext>
            </a:extLst>
          </p:cNvPr>
          <p:cNvPicPr>
            <a:picLocks noChangeAspect="1"/>
          </p:cNvPicPr>
          <p:nvPr/>
        </p:nvPicPr>
        <p:blipFill>
          <a:blip r:embed="rId3"/>
          <a:stretch>
            <a:fillRect/>
          </a:stretch>
        </p:blipFill>
        <p:spPr>
          <a:xfrm>
            <a:off x="6365631" y="1133720"/>
            <a:ext cx="5449276" cy="5644073"/>
          </a:xfrm>
          <a:prstGeom prst="rect">
            <a:avLst/>
          </a:prstGeom>
        </p:spPr>
      </p:pic>
    </p:spTree>
    <p:extLst>
      <p:ext uri="{BB962C8B-B14F-4D97-AF65-F5344CB8AC3E}">
        <p14:creationId xmlns:p14="http://schemas.microsoft.com/office/powerpoint/2010/main" val="179693735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sz="half" idx="1"/>
          </p:nvPr>
        </p:nvSpPr>
        <p:spPr>
          <a:prstGeom prst="rect">
            <a:avLst/>
          </a:prstGeom>
        </p:spPr>
        <p:txBody>
          <a:bodyPr lIns="91440" tIns="45720" rIns="91440" bIns="45720" anchor="t">
            <a:noAutofit/>
          </a:bodyPr>
          <a:lstStyle/>
          <a:p>
            <a:pPr marL="457200" indent="-457200">
              <a:spcBef>
                <a:spcPts val="0"/>
              </a:spcBef>
            </a:pPr>
            <a:r>
              <a:rPr lang="en-US" sz="3000">
                <a:solidFill>
                  <a:srgbClr val="002060"/>
                </a:solidFill>
                <a:latin typeface="ITC Franklin Gothic Std Book"/>
              </a:rPr>
              <a:t>Original text is hard to extract out of websites</a:t>
            </a:r>
          </a:p>
          <a:p>
            <a:pPr marL="457200" indent="-457200">
              <a:spcBef>
                <a:spcPts val="0"/>
              </a:spcBef>
            </a:pPr>
            <a:endParaRPr lang="en-US" sz="3000">
              <a:solidFill>
                <a:srgbClr val="002060"/>
              </a:solidFill>
            </a:endParaRPr>
          </a:p>
        </p:txBody>
      </p:sp>
      <p:sp>
        <p:nvSpPr>
          <p:cNvPr id="2" name="Title 1">
            <a:extLst>
              <a:ext uri="{FF2B5EF4-FFF2-40B4-BE49-F238E27FC236}">
                <a16:creationId xmlns:a16="http://schemas.microsoft.com/office/drawing/2014/main" id="{8072405D-7F31-E866-90D0-989C436E3F47}"/>
              </a:ext>
            </a:extLst>
          </p:cNvPr>
          <p:cNvSpPr>
            <a:spLocks noGrp="1"/>
          </p:cNvSpPr>
          <p:nvPr>
            <p:ph type="title"/>
          </p:nvPr>
        </p:nvSpPr>
        <p:spPr/>
        <p:txBody>
          <a:bodyPr lIns="91440" tIns="45720" rIns="91440" bIns="45720" anchor="t"/>
          <a:lstStyle/>
          <a:p>
            <a:r>
              <a:rPr lang="en-US" b="0">
                <a:latin typeface="ITC Franklin Gothic Std Book"/>
              </a:rPr>
              <a:t>Challenges</a:t>
            </a:r>
            <a:endParaRPr lang="en-US"/>
          </a:p>
        </p:txBody>
      </p:sp>
      <p:pic>
        <p:nvPicPr>
          <p:cNvPr id="3" name="Picture 4" descr="Graphical user interface, text&#10;&#10;Description automatically generated">
            <a:extLst>
              <a:ext uri="{FF2B5EF4-FFF2-40B4-BE49-F238E27FC236}">
                <a16:creationId xmlns:a16="http://schemas.microsoft.com/office/drawing/2014/main" id="{6CA253CC-7D8A-E301-6341-D86CF5B45C69}"/>
              </a:ext>
            </a:extLst>
          </p:cNvPr>
          <p:cNvPicPr>
            <a:picLocks noChangeAspect="1"/>
          </p:cNvPicPr>
          <p:nvPr/>
        </p:nvPicPr>
        <p:blipFill>
          <a:blip r:embed="rId3"/>
          <a:stretch>
            <a:fillRect/>
          </a:stretch>
        </p:blipFill>
        <p:spPr>
          <a:xfrm>
            <a:off x="6044609" y="1537291"/>
            <a:ext cx="5427920" cy="3781418"/>
          </a:xfrm>
          <a:prstGeom prst="rect">
            <a:avLst/>
          </a:prstGeom>
        </p:spPr>
      </p:pic>
      <p:pic>
        <p:nvPicPr>
          <p:cNvPr id="5" name="Picture 5" descr="Graphical user interface, website&#10;&#10;Description automatically generated">
            <a:extLst>
              <a:ext uri="{FF2B5EF4-FFF2-40B4-BE49-F238E27FC236}">
                <a16:creationId xmlns:a16="http://schemas.microsoft.com/office/drawing/2014/main" id="{AAC696A7-62FE-C8F1-CE6A-9EBF907407EE}"/>
              </a:ext>
            </a:extLst>
          </p:cNvPr>
          <p:cNvPicPr>
            <a:picLocks noChangeAspect="1"/>
          </p:cNvPicPr>
          <p:nvPr/>
        </p:nvPicPr>
        <p:blipFill>
          <a:blip r:embed="rId4"/>
          <a:stretch>
            <a:fillRect/>
          </a:stretch>
        </p:blipFill>
        <p:spPr>
          <a:xfrm>
            <a:off x="1094874" y="3278913"/>
            <a:ext cx="4417594" cy="2034725"/>
          </a:xfrm>
          <a:prstGeom prst="rect">
            <a:avLst/>
          </a:prstGeom>
        </p:spPr>
      </p:pic>
      <p:sp>
        <p:nvSpPr>
          <p:cNvPr id="6" name="TextBox 5">
            <a:extLst>
              <a:ext uri="{FF2B5EF4-FFF2-40B4-BE49-F238E27FC236}">
                <a16:creationId xmlns:a16="http://schemas.microsoft.com/office/drawing/2014/main" id="{36702E86-D664-748B-D0A8-1F6959ED4F66}"/>
              </a:ext>
            </a:extLst>
          </p:cNvPr>
          <p:cNvSpPr txBox="1"/>
          <p:nvPr/>
        </p:nvSpPr>
        <p:spPr>
          <a:xfrm>
            <a:off x="1465901" y="5596690"/>
            <a:ext cx="3677673" cy="830997"/>
          </a:xfrm>
          <a:prstGeom prst="rect">
            <a:avLst/>
          </a:prstGeom>
          <a:noFill/>
          <a:ln>
            <a:noFill/>
          </a:ln>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ctr"/>
            <a:r>
              <a:rPr lang="en-US" sz="2400">
                <a:solidFill>
                  <a:srgbClr val="3572A7"/>
                </a:solidFill>
                <a:latin typeface="ITC Franklin Gothic Std Book"/>
              </a:rPr>
              <a:t>Ads and other elements </a:t>
            </a:r>
            <a:br>
              <a:rPr lang="en-US" sz="2400">
                <a:solidFill>
                  <a:srgbClr val="3572A7"/>
                </a:solidFill>
                <a:latin typeface="ITC Franklin Gothic Std Book"/>
              </a:rPr>
            </a:br>
            <a:r>
              <a:rPr lang="en-US" sz="2400">
                <a:solidFill>
                  <a:srgbClr val="3572A7"/>
                </a:solidFill>
                <a:latin typeface="ITC Franklin Gothic Std Book"/>
              </a:rPr>
              <a:t>are embedded with the text</a:t>
            </a:r>
            <a:endParaRPr lang="en-US" sz="2400">
              <a:solidFill>
                <a:srgbClr val="3572A7"/>
              </a:solidFill>
              <a:cs typeface="Calibri" panose="020F0502020204030204"/>
            </a:endParaRPr>
          </a:p>
        </p:txBody>
      </p:sp>
      <p:sp>
        <p:nvSpPr>
          <p:cNvPr id="7" name="TextBox 6">
            <a:extLst>
              <a:ext uri="{FF2B5EF4-FFF2-40B4-BE49-F238E27FC236}">
                <a16:creationId xmlns:a16="http://schemas.microsoft.com/office/drawing/2014/main" id="{A70F6B9B-D548-951B-CD87-C7FD8560A565}"/>
              </a:ext>
            </a:extLst>
          </p:cNvPr>
          <p:cNvSpPr txBox="1"/>
          <p:nvPr/>
        </p:nvSpPr>
        <p:spPr>
          <a:xfrm>
            <a:off x="7537634" y="5599196"/>
            <a:ext cx="2435730" cy="830997"/>
          </a:xfrm>
          <a:prstGeom prst="rect">
            <a:avLst/>
          </a:prstGeom>
          <a:noFill/>
          <a:ln>
            <a:noFill/>
          </a:ln>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ctr"/>
            <a:r>
              <a:rPr lang="en-US" sz="2400">
                <a:solidFill>
                  <a:srgbClr val="3572A7"/>
                </a:solidFill>
                <a:latin typeface="ITC Franklin Gothic Std Book"/>
              </a:rPr>
              <a:t>Access are locked </a:t>
            </a:r>
            <a:br>
              <a:rPr lang="en-US" sz="2400">
                <a:solidFill>
                  <a:srgbClr val="3572A7"/>
                </a:solidFill>
                <a:latin typeface="ITC Franklin Gothic Std Book"/>
              </a:rPr>
            </a:br>
            <a:r>
              <a:rPr lang="en-US" sz="2400">
                <a:solidFill>
                  <a:srgbClr val="3572A7"/>
                </a:solidFill>
                <a:latin typeface="ITC Franklin Gothic Std Book"/>
              </a:rPr>
              <a:t>behind paywalls</a:t>
            </a:r>
            <a:endParaRPr lang="en-US" sz="2400">
              <a:solidFill>
                <a:srgbClr val="3572A7"/>
              </a:solidFill>
              <a:cs typeface="Calibri" panose="020F0502020204030204"/>
            </a:endParaRPr>
          </a:p>
        </p:txBody>
      </p:sp>
    </p:spTree>
    <p:extLst>
      <p:ext uri="{BB962C8B-B14F-4D97-AF65-F5344CB8AC3E}">
        <p14:creationId xmlns:p14="http://schemas.microsoft.com/office/powerpoint/2010/main" val="244049853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sz="half" idx="1"/>
          </p:nvPr>
        </p:nvSpPr>
        <p:spPr>
          <a:prstGeom prst="rect">
            <a:avLst/>
          </a:prstGeom>
        </p:spPr>
        <p:txBody>
          <a:bodyPr lIns="91440" tIns="45720" rIns="91440" bIns="45720" anchor="t">
            <a:noAutofit/>
          </a:bodyPr>
          <a:lstStyle/>
          <a:p>
            <a:pPr marL="457200" indent="-457200">
              <a:spcBef>
                <a:spcPts val="0"/>
              </a:spcBef>
            </a:pPr>
            <a:r>
              <a:rPr lang="en-US" sz="3000">
                <a:solidFill>
                  <a:srgbClr val="002060"/>
                </a:solidFill>
                <a:latin typeface="ITC Franklin Gothic Std Book"/>
              </a:rPr>
              <a:t>Querying the same site too much or using VPN can get you IP banned </a:t>
            </a:r>
            <a:r>
              <a:rPr lang="en-US" sz="3000" err="1">
                <a:solidFill>
                  <a:srgbClr val="002060"/>
                </a:solidFill>
                <a:latin typeface="ITC Franklin Gothic Std Book"/>
              </a:rPr>
              <a:t>CAPTCHA'ed</a:t>
            </a:r>
            <a:endParaRPr lang="en-US" sz="3000">
              <a:solidFill>
                <a:srgbClr val="002060"/>
              </a:solidFill>
            </a:endParaRPr>
          </a:p>
        </p:txBody>
      </p:sp>
      <p:sp>
        <p:nvSpPr>
          <p:cNvPr id="2" name="Title 1">
            <a:extLst>
              <a:ext uri="{FF2B5EF4-FFF2-40B4-BE49-F238E27FC236}">
                <a16:creationId xmlns:a16="http://schemas.microsoft.com/office/drawing/2014/main" id="{8072405D-7F31-E866-90D0-989C436E3F47}"/>
              </a:ext>
            </a:extLst>
          </p:cNvPr>
          <p:cNvSpPr>
            <a:spLocks noGrp="1"/>
          </p:cNvSpPr>
          <p:nvPr>
            <p:ph type="title"/>
          </p:nvPr>
        </p:nvSpPr>
        <p:spPr/>
        <p:txBody>
          <a:bodyPr lIns="91440" tIns="45720" rIns="91440" bIns="45720" anchor="t"/>
          <a:lstStyle/>
          <a:p>
            <a:r>
              <a:rPr lang="en-US" b="0">
                <a:latin typeface="ITC Franklin Gothic Std Book"/>
              </a:rPr>
              <a:t>Challenges</a:t>
            </a:r>
            <a:endParaRPr lang="en-US"/>
          </a:p>
        </p:txBody>
      </p:sp>
      <p:pic>
        <p:nvPicPr>
          <p:cNvPr id="3" name="Picture 4" descr="Graphical user interface, text, application&#10;&#10;Description automatically generated">
            <a:extLst>
              <a:ext uri="{FF2B5EF4-FFF2-40B4-BE49-F238E27FC236}">
                <a16:creationId xmlns:a16="http://schemas.microsoft.com/office/drawing/2014/main" id="{839507FD-8ADA-6544-3856-D2BB572B7826}"/>
              </a:ext>
            </a:extLst>
          </p:cNvPr>
          <p:cNvPicPr>
            <a:picLocks noChangeAspect="1"/>
          </p:cNvPicPr>
          <p:nvPr/>
        </p:nvPicPr>
        <p:blipFill>
          <a:blip r:embed="rId3"/>
          <a:stretch>
            <a:fillRect/>
          </a:stretch>
        </p:blipFill>
        <p:spPr>
          <a:xfrm>
            <a:off x="6098005" y="1983154"/>
            <a:ext cx="4959015" cy="2887732"/>
          </a:xfrm>
          <a:prstGeom prst="rect">
            <a:avLst/>
          </a:prstGeom>
        </p:spPr>
      </p:pic>
    </p:spTree>
    <p:extLst>
      <p:ext uri="{BB962C8B-B14F-4D97-AF65-F5344CB8AC3E}">
        <p14:creationId xmlns:p14="http://schemas.microsoft.com/office/powerpoint/2010/main" val="163040165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2405D-7F31-E866-90D0-989C436E3F47}"/>
              </a:ext>
            </a:extLst>
          </p:cNvPr>
          <p:cNvSpPr>
            <a:spLocks noGrp="1"/>
          </p:cNvSpPr>
          <p:nvPr>
            <p:ph type="title"/>
          </p:nvPr>
        </p:nvSpPr>
        <p:spPr>
          <a:xfrm>
            <a:off x="609600" y="603330"/>
            <a:ext cx="10972800" cy="1143000"/>
          </a:xfrm>
        </p:spPr>
        <p:txBody>
          <a:bodyPr lIns="91440" tIns="45720" rIns="91440" bIns="45720" anchor="t"/>
          <a:lstStyle/>
          <a:p>
            <a:r>
              <a:rPr lang="en-US" b="0">
                <a:latin typeface="ITC Franklin Gothic Std Book"/>
              </a:rPr>
              <a:t>Methodology</a:t>
            </a:r>
            <a:endParaRPr lang="en-US"/>
          </a:p>
        </p:txBody>
      </p:sp>
      <p:sp>
        <p:nvSpPr>
          <p:cNvPr id="4" name="Text Placeholder 3"/>
          <p:cNvSpPr>
            <a:spLocks noGrp="1"/>
          </p:cNvSpPr>
          <p:nvPr>
            <p:ph idx="1"/>
          </p:nvPr>
        </p:nvSpPr>
        <p:spPr>
          <a:xfrm>
            <a:off x="1363980" y="1746330"/>
            <a:ext cx="9930116" cy="4422449"/>
          </a:xfrm>
          <a:prstGeom prst="rect">
            <a:avLst/>
          </a:prstGeom>
        </p:spPr>
        <p:txBody>
          <a:bodyPr lIns="91440" tIns="45720" rIns="91440" bIns="45720" anchor="t">
            <a:noAutofit/>
          </a:bodyPr>
          <a:lstStyle/>
          <a:p>
            <a:pPr marL="457200" indent="-457200">
              <a:lnSpc>
                <a:spcPct val="150000"/>
              </a:lnSpc>
              <a:spcBef>
                <a:spcPts val="0"/>
              </a:spcBef>
            </a:pPr>
            <a:r>
              <a:rPr lang="en-US" sz="3000">
                <a:solidFill>
                  <a:srgbClr val="002060"/>
                </a:solidFill>
                <a:latin typeface="ITC Franklin Gothic Std Book"/>
              </a:rPr>
              <a:t>Extract </a:t>
            </a:r>
            <a:r>
              <a:rPr lang="en-US" sz="3000" err="1">
                <a:solidFill>
                  <a:srgbClr val="002060"/>
                </a:solidFill>
                <a:latin typeface="ITC Franklin Gothic Std Book"/>
              </a:rPr>
              <a:t>rss</a:t>
            </a:r>
            <a:r>
              <a:rPr lang="en-US" sz="3000">
                <a:solidFill>
                  <a:srgbClr val="002060"/>
                </a:solidFill>
                <a:latin typeface="ITC Franklin Gothic Std Book"/>
              </a:rPr>
              <a:t> feeds using Google </a:t>
            </a:r>
            <a:endParaRPr lang="en-US">
              <a:solidFill>
                <a:srgbClr val="000000"/>
              </a:solidFill>
            </a:endParaRPr>
          </a:p>
          <a:p>
            <a:pPr marL="457200" indent="-457200">
              <a:lnSpc>
                <a:spcPct val="150000"/>
              </a:lnSpc>
              <a:spcBef>
                <a:spcPts val="0"/>
              </a:spcBef>
            </a:pPr>
            <a:r>
              <a:rPr lang="en-US" sz="3000">
                <a:solidFill>
                  <a:srgbClr val="002060"/>
                </a:solidFill>
                <a:latin typeface="ITC Franklin Gothic Std Book"/>
              </a:rPr>
              <a:t>Assign different severity to the extraction of original (optional: summarized text) given the URL</a:t>
            </a:r>
            <a:endParaRPr lang="en-US"/>
          </a:p>
          <a:p>
            <a:pPr marL="457200" indent="-457200">
              <a:lnSpc>
                <a:spcPct val="150000"/>
              </a:lnSpc>
              <a:spcBef>
                <a:spcPts val="0"/>
              </a:spcBef>
            </a:pPr>
            <a:r>
              <a:rPr lang="en-US" sz="3000">
                <a:solidFill>
                  <a:srgbClr val="002060"/>
                </a:solidFill>
                <a:latin typeface="ITC Franklin Gothic Std Book"/>
              </a:rPr>
              <a:t>Leave a minimal footprint on the website's normal traffic</a:t>
            </a:r>
          </a:p>
        </p:txBody>
      </p:sp>
    </p:spTree>
    <p:extLst>
      <p:ext uri="{BB962C8B-B14F-4D97-AF65-F5344CB8AC3E}">
        <p14:creationId xmlns:p14="http://schemas.microsoft.com/office/powerpoint/2010/main" val="4482553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descr="Diagram&#10;&#10;Description automatically generated">
            <a:extLst>
              <a:ext uri="{FF2B5EF4-FFF2-40B4-BE49-F238E27FC236}">
                <a16:creationId xmlns:a16="http://schemas.microsoft.com/office/drawing/2014/main" id="{BA497979-4B46-D86B-696C-8877D0320D9E}"/>
              </a:ext>
            </a:extLst>
          </p:cNvPr>
          <p:cNvPicPr>
            <a:picLocks noChangeAspect="1"/>
          </p:cNvPicPr>
          <p:nvPr/>
        </p:nvPicPr>
        <p:blipFill>
          <a:blip r:embed="rId3"/>
          <a:stretch>
            <a:fillRect/>
          </a:stretch>
        </p:blipFill>
        <p:spPr>
          <a:xfrm>
            <a:off x="2139462" y="688731"/>
            <a:ext cx="7920892" cy="5487889"/>
          </a:xfrm>
          <a:prstGeom prst="rect">
            <a:avLst/>
          </a:prstGeom>
        </p:spPr>
      </p:pic>
      <p:sp>
        <p:nvSpPr>
          <p:cNvPr id="2" name="Title 1">
            <a:extLst>
              <a:ext uri="{FF2B5EF4-FFF2-40B4-BE49-F238E27FC236}">
                <a16:creationId xmlns:a16="http://schemas.microsoft.com/office/drawing/2014/main" id="{8072405D-7F31-E866-90D0-989C436E3F47}"/>
              </a:ext>
            </a:extLst>
          </p:cNvPr>
          <p:cNvSpPr>
            <a:spLocks noGrp="1"/>
          </p:cNvSpPr>
          <p:nvPr>
            <p:ph type="title"/>
          </p:nvPr>
        </p:nvSpPr>
        <p:spPr/>
        <p:txBody>
          <a:bodyPr lIns="91440" tIns="45720" rIns="91440" bIns="45720" anchor="t"/>
          <a:lstStyle/>
          <a:p>
            <a:r>
              <a:rPr lang="en-US" b="0">
                <a:latin typeface="ITC Franklin Gothic Std Book"/>
              </a:rPr>
              <a:t>System Overview</a:t>
            </a:r>
            <a:endParaRPr lang="en-US"/>
          </a:p>
        </p:txBody>
      </p:sp>
    </p:spTree>
    <p:extLst>
      <p:ext uri="{BB962C8B-B14F-4D97-AF65-F5344CB8AC3E}">
        <p14:creationId xmlns:p14="http://schemas.microsoft.com/office/powerpoint/2010/main" val="412826563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DB7F5-4541-D44D-B361-D2A1BF652AFF}"/>
              </a:ext>
            </a:extLst>
          </p:cNvPr>
          <p:cNvSpPr txBox="1"/>
          <p:nvPr/>
        </p:nvSpPr>
        <p:spPr>
          <a:xfrm>
            <a:off x="147484" y="-40484"/>
            <a:ext cx="11897031" cy="8504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a:lnSpc>
                <a:spcPct val="90000"/>
              </a:lnSpc>
              <a:spcBef>
                <a:spcPct val="0"/>
              </a:spcBef>
            </a:pPr>
            <a:r>
              <a:rPr lang="en-US" sz="5400" b="1">
                <a:solidFill>
                  <a:srgbClr val="002060"/>
                </a:solidFill>
                <a:latin typeface="ITC Franklin Gothic Std Book"/>
                <a:ea typeface="+mj-ea"/>
                <a:sym typeface="Helvetica Light"/>
              </a:rPr>
              <a:t>NEWS-GET</a:t>
            </a:r>
            <a:endParaRPr lang="en-US">
              <a:ea typeface="+mj-ea"/>
            </a:endParaRPr>
          </a:p>
        </p:txBody>
      </p:sp>
      <p:sp>
        <p:nvSpPr>
          <p:cNvPr id="16" name="Rectangle 15">
            <a:extLst>
              <a:ext uri="{FF2B5EF4-FFF2-40B4-BE49-F238E27FC236}">
                <a16:creationId xmlns:a16="http://schemas.microsoft.com/office/drawing/2014/main" id="{C2331111-36ED-9C47-B0DB-65D558A33002}"/>
              </a:ext>
            </a:extLst>
          </p:cNvPr>
          <p:cNvSpPr/>
          <p:nvPr/>
        </p:nvSpPr>
        <p:spPr>
          <a:xfrm>
            <a:off x="2678632" y="5790130"/>
            <a:ext cx="3054248" cy="53733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B1A70FC-F172-FB44-8E3E-847523F18083}"/>
              </a:ext>
            </a:extLst>
          </p:cNvPr>
          <p:cNvSpPr/>
          <p:nvPr/>
        </p:nvSpPr>
        <p:spPr>
          <a:xfrm>
            <a:off x="7033056" y="5790130"/>
            <a:ext cx="3054248" cy="53733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7845F99-A1BC-AA4F-81B5-40698549A783}"/>
              </a:ext>
            </a:extLst>
          </p:cNvPr>
          <p:cNvSpPr/>
          <p:nvPr/>
        </p:nvSpPr>
        <p:spPr>
          <a:xfrm>
            <a:off x="2693540" y="2761730"/>
            <a:ext cx="3210394" cy="53733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91E9C6C-C2D9-3101-096B-A7296B143E0B}"/>
              </a:ext>
            </a:extLst>
          </p:cNvPr>
          <p:cNvPicPr>
            <a:picLocks noChangeAspect="1"/>
          </p:cNvPicPr>
          <p:nvPr/>
        </p:nvPicPr>
        <p:blipFill>
          <a:blip r:embed="rId3"/>
          <a:srcRect/>
          <a:stretch/>
        </p:blipFill>
        <p:spPr>
          <a:xfrm>
            <a:off x="2630557" y="587383"/>
            <a:ext cx="6107253" cy="6270617"/>
          </a:xfrm>
          <a:prstGeom prst="rect">
            <a:avLst/>
          </a:prstGeom>
        </p:spPr>
      </p:pic>
    </p:spTree>
    <p:extLst>
      <p:ext uri="{BB962C8B-B14F-4D97-AF65-F5344CB8AC3E}">
        <p14:creationId xmlns:p14="http://schemas.microsoft.com/office/powerpoint/2010/main" val="410399258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DB7F5-4541-D44D-B361-D2A1BF652AFF}"/>
              </a:ext>
            </a:extLst>
          </p:cNvPr>
          <p:cNvSpPr txBox="1"/>
          <p:nvPr/>
        </p:nvSpPr>
        <p:spPr>
          <a:xfrm>
            <a:off x="294968" y="270150"/>
            <a:ext cx="11897031" cy="8504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a:lnSpc>
                <a:spcPct val="90000"/>
              </a:lnSpc>
              <a:spcBef>
                <a:spcPct val="0"/>
              </a:spcBef>
            </a:pPr>
            <a:r>
              <a:rPr lang="en-US" sz="5400" b="1">
                <a:solidFill>
                  <a:srgbClr val="002060"/>
                </a:solidFill>
                <a:latin typeface="ITC Franklin Gothic Std Book"/>
                <a:ea typeface="+mj-ea"/>
                <a:sym typeface="Helvetica Light"/>
              </a:rPr>
              <a:t>EVALUATION: SEVERITY</a:t>
            </a:r>
            <a:endParaRPr lang="en-US">
              <a:ea typeface="+mj-ea"/>
            </a:endParaRPr>
          </a:p>
        </p:txBody>
      </p:sp>
      <p:graphicFrame>
        <p:nvGraphicFramePr>
          <p:cNvPr id="6" name="Chart 5">
            <a:extLst>
              <a:ext uri="{FF2B5EF4-FFF2-40B4-BE49-F238E27FC236}">
                <a16:creationId xmlns:a16="http://schemas.microsoft.com/office/drawing/2014/main" id="{E34E0E2F-B510-19D6-5034-370CD6AEB403}"/>
              </a:ext>
            </a:extLst>
          </p:cNvPr>
          <p:cNvGraphicFramePr/>
          <p:nvPr>
            <p:extLst>
              <p:ext uri="{D42A27DB-BD31-4B8C-83A1-F6EECF244321}">
                <p14:modId xmlns:p14="http://schemas.microsoft.com/office/powerpoint/2010/main" val="3511418860"/>
              </p:ext>
            </p:extLst>
          </p:nvPr>
        </p:nvGraphicFramePr>
        <p:xfrm>
          <a:off x="5265420" y="1458244"/>
          <a:ext cx="6731000" cy="512960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Placeholder 3">
            <a:extLst>
              <a:ext uri="{FF2B5EF4-FFF2-40B4-BE49-F238E27FC236}">
                <a16:creationId xmlns:a16="http://schemas.microsoft.com/office/drawing/2014/main" id="{5173C8AC-EAEA-FC7D-F5B6-4DD739318405}"/>
              </a:ext>
            </a:extLst>
          </p:cNvPr>
          <p:cNvSpPr txBox="1">
            <a:spLocks/>
          </p:cNvSpPr>
          <p:nvPr/>
        </p:nvSpPr>
        <p:spPr>
          <a:xfrm>
            <a:off x="929640" y="1443037"/>
            <a:ext cx="4061460" cy="4889183"/>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0"/>
              </a:spcBef>
              <a:spcAft>
                <a:spcPts val="1200"/>
              </a:spcAft>
            </a:pPr>
            <a:r>
              <a:rPr lang="en-US">
                <a:solidFill>
                  <a:srgbClr val="002060"/>
                </a:solidFill>
                <a:latin typeface="ITC Franklin Gothic Std Book"/>
              </a:rPr>
              <a:t>Severity 1 attempts to download .html directly</a:t>
            </a:r>
          </a:p>
          <a:p>
            <a:pPr>
              <a:lnSpc>
                <a:spcPct val="100000"/>
              </a:lnSpc>
              <a:spcBef>
                <a:spcPts val="0"/>
              </a:spcBef>
              <a:spcAft>
                <a:spcPts val="1200"/>
              </a:spcAft>
            </a:pPr>
            <a:r>
              <a:rPr lang="en-US">
                <a:solidFill>
                  <a:srgbClr val="002060"/>
                </a:solidFill>
                <a:latin typeface="ITC Franklin Gothic Std Book"/>
              </a:rPr>
              <a:t>Severity 2 uses </a:t>
            </a:r>
            <a:r>
              <a:rPr lang="en-US" i="1">
                <a:solidFill>
                  <a:srgbClr val="002060"/>
                </a:solidFill>
                <a:latin typeface="ITC Franklin Gothic Std Book"/>
              </a:rPr>
              <a:t>Selenium</a:t>
            </a:r>
            <a:r>
              <a:rPr lang="en-US">
                <a:solidFill>
                  <a:srgbClr val="002060"/>
                </a:solidFill>
                <a:latin typeface="ITC Franklin Gothic Std Book"/>
              </a:rPr>
              <a:t> and </a:t>
            </a:r>
            <a:r>
              <a:rPr lang="en-US" err="1">
                <a:solidFill>
                  <a:srgbClr val="002060"/>
                </a:solidFill>
                <a:latin typeface="ITC Franklin Gothic Std Book"/>
              </a:rPr>
              <a:t>webdriver</a:t>
            </a:r>
            <a:r>
              <a:rPr lang="en-US">
                <a:solidFill>
                  <a:srgbClr val="002060"/>
                </a:solidFill>
                <a:latin typeface="ITC Franklin Gothic Std Book"/>
              </a:rPr>
              <a:t>, allowing pages to fully load</a:t>
            </a:r>
          </a:p>
          <a:p>
            <a:pPr>
              <a:lnSpc>
                <a:spcPct val="100000"/>
              </a:lnSpc>
              <a:spcBef>
                <a:spcPts val="0"/>
              </a:spcBef>
              <a:spcAft>
                <a:spcPts val="1200"/>
              </a:spcAft>
            </a:pPr>
            <a:r>
              <a:rPr lang="en-US">
                <a:solidFill>
                  <a:srgbClr val="002060"/>
                </a:solidFill>
              </a:rPr>
              <a:t>For websites requiring membership, we do not fake credentials</a:t>
            </a:r>
            <a:endParaRPr lang="en-US" sz="3000">
              <a:solidFill>
                <a:srgbClr val="002060"/>
              </a:solidFill>
            </a:endParaRPr>
          </a:p>
        </p:txBody>
      </p:sp>
    </p:spTree>
    <p:extLst>
      <p:ext uri="{BB962C8B-B14F-4D97-AF65-F5344CB8AC3E}">
        <p14:creationId xmlns:p14="http://schemas.microsoft.com/office/powerpoint/2010/main" val="12077874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DB7F5-4541-D44D-B361-D2A1BF652AFF}"/>
              </a:ext>
            </a:extLst>
          </p:cNvPr>
          <p:cNvSpPr txBox="1"/>
          <p:nvPr/>
        </p:nvSpPr>
        <p:spPr>
          <a:xfrm>
            <a:off x="294968" y="270150"/>
            <a:ext cx="11897031" cy="8504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a:lnSpc>
                <a:spcPct val="90000"/>
              </a:lnSpc>
              <a:spcBef>
                <a:spcPct val="0"/>
              </a:spcBef>
            </a:pPr>
            <a:r>
              <a:rPr lang="en-US" sz="5400" b="1">
                <a:solidFill>
                  <a:srgbClr val="002060"/>
                </a:solidFill>
                <a:latin typeface="ITC Franklin Gothic Std Book"/>
                <a:ea typeface="+mj-ea"/>
                <a:sym typeface="Helvetica Light"/>
              </a:rPr>
              <a:t>EVALUATION: NEWS</a:t>
            </a:r>
            <a:endParaRPr lang="en-US">
              <a:ea typeface="+mj-ea"/>
            </a:endParaRPr>
          </a:p>
        </p:txBody>
      </p:sp>
      <p:pic>
        <p:nvPicPr>
          <p:cNvPr id="3" name="Picture 2">
            <a:extLst>
              <a:ext uri="{FF2B5EF4-FFF2-40B4-BE49-F238E27FC236}">
                <a16:creationId xmlns:a16="http://schemas.microsoft.com/office/drawing/2014/main" id="{D7B92164-2ABC-9C17-6A1B-CC201667ACAF}"/>
              </a:ext>
            </a:extLst>
          </p:cNvPr>
          <p:cNvPicPr>
            <a:picLocks noChangeAspect="1"/>
          </p:cNvPicPr>
          <p:nvPr/>
        </p:nvPicPr>
        <p:blipFill>
          <a:blip r:embed="rId3"/>
          <a:stretch>
            <a:fillRect/>
          </a:stretch>
        </p:blipFill>
        <p:spPr>
          <a:xfrm>
            <a:off x="6629399" y="1120639"/>
            <a:ext cx="3487059" cy="5168237"/>
          </a:xfrm>
          <a:prstGeom prst="rect">
            <a:avLst/>
          </a:prstGeom>
        </p:spPr>
      </p:pic>
      <p:sp>
        <p:nvSpPr>
          <p:cNvPr id="6" name="Text Placeholder 3">
            <a:extLst>
              <a:ext uri="{FF2B5EF4-FFF2-40B4-BE49-F238E27FC236}">
                <a16:creationId xmlns:a16="http://schemas.microsoft.com/office/drawing/2014/main" id="{67C93A9C-145E-EF97-5936-E730A397AEE8}"/>
              </a:ext>
            </a:extLst>
          </p:cNvPr>
          <p:cNvSpPr txBox="1">
            <a:spLocks/>
          </p:cNvSpPr>
          <p:nvPr/>
        </p:nvSpPr>
        <p:spPr>
          <a:xfrm>
            <a:off x="1066800" y="1620673"/>
            <a:ext cx="5242560" cy="4668203"/>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0"/>
              </a:spcBef>
              <a:spcAft>
                <a:spcPts val="1200"/>
              </a:spcAft>
            </a:pPr>
            <a:r>
              <a:rPr lang="en-US" sz="3000">
                <a:solidFill>
                  <a:srgbClr val="002060"/>
                </a:solidFill>
              </a:rPr>
              <a:t>Each retrieved text is checked before storing in .csv</a:t>
            </a:r>
            <a:endParaRPr lang="en-US" sz="2600">
              <a:solidFill>
                <a:srgbClr val="002060"/>
              </a:solidFill>
            </a:endParaRPr>
          </a:p>
          <a:p>
            <a:pPr lvl="1">
              <a:lnSpc>
                <a:spcPct val="100000"/>
              </a:lnSpc>
              <a:spcBef>
                <a:spcPts val="0"/>
              </a:spcBef>
              <a:spcAft>
                <a:spcPts val="1200"/>
              </a:spcAft>
            </a:pPr>
            <a:r>
              <a:rPr lang="en-US" sz="2600">
                <a:solidFill>
                  <a:srgbClr val="002060"/>
                </a:solidFill>
              </a:rPr>
              <a:t>Must be longer than a certain threshold, must not be a CAPTCHA prompt, etc.</a:t>
            </a:r>
          </a:p>
          <a:p>
            <a:pPr>
              <a:lnSpc>
                <a:spcPct val="100000"/>
              </a:lnSpc>
              <a:spcBef>
                <a:spcPts val="0"/>
              </a:spcBef>
              <a:spcAft>
                <a:spcPts val="1200"/>
              </a:spcAft>
            </a:pPr>
            <a:r>
              <a:rPr lang="en-US" sz="3000">
                <a:solidFill>
                  <a:srgbClr val="002060"/>
                </a:solidFill>
              </a:rPr>
              <a:t>But some in-line ads cannot be automatically distinguished</a:t>
            </a:r>
          </a:p>
          <a:p>
            <a:pPr lvl="1">
              <a:lnSpc>
                <a:spcPct val="100000"/>
              </a:lnSpc>
              <a:spcBef>
                <a:spcPts val="0"/>
              </a:spcBef>
              <a:spcAft>
                <a:spcPts val="1200"/>
              </a:spcAft>
            </a:pPr>
            <a:r>
              <a:rPr lang="en-US" sz="2600">
                <a:solidFill>
                  <a:srgbClr val="002060"/>
                </a:solidFill>
              </a:rPr>
              <a:t>Distorts summarizer particularly</a:t>
            </a:r>
          </a:p>
        </p:txBody>
      </p:sp>
    </p:spTree>
    <p:extLst>
      <p:ext uri="{BB962C8B-B14F-4D97-AF65-F5344CB8AC3E}">
        <p14:creationId xmlns:p14="http://schemas.microsoft.com/office/powerpoint/2010/main" val="40512807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43EB9BB-057E-C24D-8654-01F7806F5583}"/>
              </a:ext>
            </a:extLst>
          </p:cNvPr>
          <p:cNvSpPr/>
          <p:nvPr/>
        </p:nvSpPr>
        <p:spPr>
          <a:xfrm>
            <a:off x="9365740" y="3431526"/>
            <a:ext cx="2501153" cy="16136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itle 1">
            <a:extLst>
              <a:ext uri="{FF2B5EF4-FFF2-40B4-BE49-F238E27FC236}">
                <a16:creationId xmlns:a16="http://schemas.microsoft.com/office/drawing/2014/main" id="{7AEDB993-6466-3349-BF7B-EA9DA1D9DAB8}"/>
              </a:ext>
            </a:extLst>
          </p:cNvPr>
          <p:cNvSpPr txBox="1">
            <a:spLocks/>
          </p:cNvSpPr>
          <p:nvPr/>
        </p:nvSpPr>
        <p:spPr>
          <a:xfrm>
            <a:off x="376518" y="393192"/>
            <a:ext cx="11761500" cy="1143000"/>
          </a:xfrm>
        </p:spPr>
        <p:txBody>
          <a:bodyPr lIns="91440" tIns="45720" rIns="91440" bIns="4572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b="1">
                <a:solidFill>
                  <a:srgbClr val="0D3068"/>
                </a:solidFill>
                <a:latin typeface="ITC Franklin Gothic Std Book"/>
              </a:rPr>
              <a:t>FUTURE WORK</a:t>
            </a:r>
            <a:endParaRPr lang="en-US"/>
          </a:p>
        </p:txBody>
      </p:sp>
      <p:sp>
        <p:nvSpPr>
          <p:cNvPr id="6" name="Text Placeholder 3">
            <a:extLst>
              <a:ext uri="{FF2B5EF4-FFF2-40B4-BE49-F238E27FC236}">
                <a16:creationId xmlns:a16="http://schemas.microsoft.com/office/drawing/2014/main" id="{5D283BAE-3BD3-67FA-B8CA-B888DD5763D7}"/>
              </a:ext>
            </a:extLst>
          </p:cNvPr>
          <p:cNvSpPr txBox="1">
            <a:spLocks/>
          </p:cNvSpPr>
          <p:nvPr/>
        </p:nvSpPr>
        <p:spPr>
          <a:xfrm>
            <a:off x="777240" y="1536192"/>
            <a:ext cx="6096000" cy="4525963"/>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0"/>
              </a:spcBef>
              <a:spcAft>
                <a:spcPts val="600"/>
              </a:spcAft>
            </a:pPr>
            <a:r>
              <a:rPr lang="en-US" sz="3000">
                <a:solidFill>
                  <a:srgbClr val="002060"/>
                </a:solidFill>
                <a:latin typeface="ITC Franklin Gothic Std Book"/>
              </a:rPr>
              <a:t>Build keyword list for pharmaceutics and more industries</a:t>
            </a:r>
          </a:p>
          <a:p>
            <a:pPr>
              <a:spcBef>
                <a:spcPts val="0"/>
              </a:spcBef>
              <a:spcAft>
                <a:spcPts val="600"/>
              </a:spcAft>
            </a:pPr>
            <a:r>
              <a:rPr lang="en-US" sz="3000">
                <a:solidFill>
                  <a:srgbClr val="002060"/>
                </a:solidFill>
              </a:rPr>
              <a:t>Scale up test data sets and cross validate with SDAD’s existing data</a:t>
            </a:r>
          </a:p>
          <a:p>
            <a:pPr>
              <a:spcBef>
                <a:spcPts val="0"/>
              </a:spcBef>
              <a:spcAft>
                <a:spcPts val="600"/>
              </a:spcAft>
            </a:pPr>
            <a:r>
              <a:rPr lang="en-US" sz="3000">
                <a:solidFill>
                  <a:srgbClr val="002060"/>
                </a:solidFill>
              </a:rPr>
              <a:t>Fine Tuning the scrapper and make publicly available</a:t>
            </a:r>
          </a:p>
          <a:p>
            <a:pPr>
              <a:spcBef>
                <a:spcPts val="0"/>
              </a:spcBef>
              <a:spcAft>
                <a:spcPts val="600"/>
              </a:spcAft>
            </a:pPr>
            <a:r>
              <a:rPr lang="en-US" sz="3000">
                <a:solidFill>
                  <a:srgbClr val="002060"/>
                </a:solidFill>
              </a:rPr>
              <a:t>Train NLP model to grab information of production innovation from the texts</a:t>
            </a:r>
          </a:p>
        </p:txBody>
      </p:sp>
    </p:spTree>
    <p:extLst>
      <p:ext uri="{BB962C8B-B14F-4D97-AF65-F5344CB8AC3E}">
        <p14:creationId xmlns:p14="http://schemas.microsoft.com/office/powerpoint/2010/main" val="13941940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heme/theme1.xml><?xml version="1.0" encoding="utf-8"?>
<a:theme xmlns:a="http://schemas.openxmlformats.org/drawingml/2006/main" name="Title Page 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llie Keller Keynote Datapalooza 2019 V.4" id="{B378DE51-6AD5-2B46-B3FB-C787098E7B24}" vid="{ABE16229-AED9-D140-8E6D-80BC540ABF81}"/>
    </a:ext>
  </a:extLst>
</a:theme>
</file>

<file path=ppt/theme/theme2.xml><?xml version="1.0" encoding="utf-8"?>
<a:theme xmlns:a="http://schemas.openxmlformats.org/drawingml/2006/main" name="Title Page 4">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none" rtlCol="0">
        <a:spAutoFit/>
      </a:bodyPr>
      <a:lstStyle>
        <a:defPPr marL="0" marR="0" indent="0" algn="ctr" defTabSz="914400" rtl="0" eaLnBrk="1" fontAlgn="auto" latinLnBrk="0" hangingPunct="1">
          <a:lnSpc>
            <a:spcPct val="100000"/>
          </a:lnSpc>
          <a:spcBef>
            <a:spcPts val="0"/>
          </a:spcBef>
          <a:spcAft>
            <a:spcPts val="0"/>
          </a:spcAft>
          <a:buClrTx/>
          <a:buSzTx/>
          <a:buFontTx/>
          <a:buNone/>
          <a:tabLst/>
          <a:defRPr kumimoji="0" sz="2800" i="0" u="none" strike="noStrike" kern="1200" cap="none" spc="0" normalizeH="0" baseline="0" noProof="0" dirty="0" smtClean="0">
            <a:ln>
              <a:noFill/>
            </a:ln>
            <a:effectLst/>
            <a:uLnTx/>
            <a:uFillTx/>
            <a:latin typeface="ITC Franklin Gothic Std Book" panose="020B0504030503020204" pitchFamily="34" charset="0"/>
            <a:ea typeface="+mn-ea"/>
            <a:cs typeface="+mn-cs"/>
          </a:defRPr>
        </a:defPPr>
      </a:lstStyle>
    </a:txDef>
  </a:objectDefaults>
  <a:extraClrSchemeLst/>
  <a:extLst>
    <a:ext uri="{05A4C25C-085E-4340-85A3-A5531E510DB2}">
      <thm15:themeFamily xmlns:thm15="http://schemas.microsoft.com/office/thememl/2012/main" name="Sallie Keller Keynote Datapalooza 2019 V.4" id="{B378DE51-6AD5-2B46-B3FB-C787098E7B24}" vid="{98495C8F-282C-A64F-8757-ED63A5FF11F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7" ma:contentTypeDescription="Create a new document." ma:contentTypeScope="" ma:versionID="e87a22b1668461aaba1cb243e9c1a54a">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50a2de1385131c5aef9d9d9626e0b05"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44770E2-F6D9-4607-9C05-3AC1AE2CB6EF}"/>
</file>

<file path=customXml/itemProps2.xml><?xml version="1.0" encoding="utf-8"?>
<ds:datastoreItem xmlns:ds="http://schemas.openxmlformats.org/officeDocument/2006/customXml" ds:itemID="{37E2FCFE-817B-426F-80CE-5AED7C792FED}">
  <ds:schemaRefs>
    <ds:schemaRef ds:uri="5ba80a41-9917-4a22-8f13-cb051ddce64c"/>
    <ds:schemaRef ds:uri="7a2657dd-b8a5-4c99-8d51-b0b9d254c98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FAA1649-487F-457C-817A-4E3FD018F29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Title Page 1</Template>
  <Application>Microsoft Office PowerPoint</Application>
  <PresentationFormat>Widescreen</PresentationFormat>
  <Slides>11</Slides>
  <Notes>11</Notes>
  <HiddenSlides>0</HiddenSlide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Title Page 2</vt:lpstr>
      <vt:lpstr>Title Page 4</vt:lpstr>
      <vt:lpstr>PowerPoint Presentation</vt:lpstr>
      <vt:lpstr>Background and Motivation</vt:lpstr>
      <vt:lpstr>Challenges</vt:lpstr>
      <vt:lpstr>Challenges</vt:lpstr>
      <vt:lpstr>Challenges</vt:lpstr>
      <vt:lpstr>Methodology</vt:lpstr>
      <vt:lpstr>System Overview</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Grace Dusseau</dc:creator>
  <cp:revision>1</cp:revision>
  <cp:lastPrinted>2020-01-14T15:35:07Z</cp:lastPrinted>
  <dcterms:created xsi:type="dcterms:W3CDTF">2019-10-28T18:33:48Z</dcterms:created>
  <dcterms:modified xsi:type="dcterms:W3CDTF">2022-06-27T14:04:19Z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y fmtid="{D5CDD505-2E9C-101B-9397-08002B2CF9AE}" pid="3" name="Order">
    <vt:r8>17087000</vt:r8>
  </property>
  <property fmtid="{D5CDD505-2E9C-101B-9397-08002B2CF9AE}" pid="4" name="ComplianceAssetId">
    <vt:lpwstr/>
  </property>
  <property fmtid="{D5CDD505-2E9C-101B-9397-08002B2CF9AE}" pid="5" name="_SharedFileIndex">
    <vt:lpwstr/>
  </property>
  <property fmtid="{D5CDD505-2E9C-101B-9397-08002B2CF9AE}" pid="6" name="_SourceUrl">
    <vt:lpwstr/>
  </property>
  <property fmtid="{D5CDD505-2E9C-101B-9397-08002B2CF9AE}" pid="7" name="MediaServiceImageTags">
    <vt:lpwstr/>
  </property>
</Properties>
</file>
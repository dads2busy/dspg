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comments/modernComment_105_9179E9DF.xml" ContentType="application/vnd.ms-powerpoint.comment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modernComment_136_DBFDACCA.xml" ContentType="application/vnd.ms-powerpoint.comments+xml"/>
  <Override PartName="/ppt/ink/ink1.xml" ContentType="application/inkml+xml"/>
  <Override PartName="/ppt/ink/ink2.xml" ContentType="application/inkml+xml"/>
  <Override PartName="/ppt/ink/ink3.xml" ContentType="application/inkml+xml"/>
  <Override PartName="/ppt/comments/modernComment_135_D7178E78.xml" ContentType="application/vnd.ms-powerpoint.comments+xml"/>
  <Override PartName="/ppt/comments/modernComment_134_5B288FFF.xml" ContentType="application/vnd.ms-powerpoint.comments+xml"/>
  <Override PartName="/ppt/comments/modernComment_133_73150F8E.xml" ContentType="application/vnd.ms-powerpoint.comments+xml"/>
  <Override PartName="/ppt/notesSlides/notesSlide3.xml" ContentType="application/vnd.openxmlformats-officedocument.presentationml.notesSlide+xml"/>
  <Override PartName="/ppt/comments/modernComment_12F_6923363.xml" ContentType="application/vnd.ms-powerpoint.comments+xml"/>
  <Override PartName="/ppt/comments/modernComment_130_2FA35EE8.xml" ContentType="application/vnd.ms-powerpoint.comments+xml"/>
  <Override PartName="/ppt/comments/modernComment_131_B08B3111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746" r:id="rId5"/>
    <p:sldMasterId id="2147483763" r:id="rId6"/>
  </p:sldMasterIdLst>
  <p:notesMasterIdLst>
    <p:notesMasterId r:id="rId32"/>
  </p:notesMasterIdLst>
  <p:sldIdLst>
    <p:sldId id="257" r:id="rId7"/>
    <p:sldId id="286" r:id="rId8"/>
    <p:sldId id="258" r:id="rId9"/>
    <p:sldId id="293" r:id="rId10"/>
    <p:sldId id="261" r:id="rId11"/>
    <p:sldId id="262" r:id="rId12"/>
    <p:sldId id="263" r:id="rId13"/>
    <p:sldId id="264" r:id="rId14"/>
    <p:sldId id="266" r:id="rId15"/>
    <p:sldId id="290" r:id="rId16"/>
    <p:sldId id="291" r:id="rId17"/>
    <p:sldId id="310" r:id="rId18"/>
    <p:sldId id="309" r:id="rId19"/>
    <p:sldId id="308" r:id="rId20"/>
    <p:sldId id="307" r:id="rId21"/>
    <p:sldId id="301" r:id="rId22"/>
    <p:sldId id="298" r:id="rId23"/>
    <p:sldId id="295" r:id="rId24"/>
    <p:sldId id="303" r:id="rId25"/>
    <p:sldId id="304" r:id="rId26"/>
    <p:sldId id="305" r:id="rId27"/>
    <p:sldId id="311" r:id="rId28"/>
    <p:sldId id="306" r:id="rId29"/>
    <p:sldId id="297" r:id="rId30"/>
    <p:sldId id="276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5CD191B-7194-2EF3-411F-138FA8BA6B26}" name="Goswami, Treena (gcm8gw)" initials="G(" userId="S::gcm8gw@virginia.edu::afcc7bf1-7561-4a4f-9f29-309f7a9f78d7" providerId="AD"/>
  <p188:author id="{45E56AA4-AF93-74AD-2EAB-1A942D67DCEE}" name="Marijke van der Geer" initials="MG" userId="S::mvandergeer0853_sdsu.edu#ext#@myuva.onmicrosoft.com::292b19e6-28e4-4adb-9813-3fd544a69f93" providerId="AD"/>
  <p188:author id="{CD4EF0DB-C735-C4BF-F096-77EDD07D4ED8}" name="Cai, Jianing (jc2ry)" initials="C(" userId="S::jc2ry@virginia.edu::3eb8c475-cb9e-4e33-8bb6-1bbdb68e17e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  <a:srgbClr val="1D3259"/>
    <a:srgbClr val="30CF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40BF83-F638-FC1B-C704-8EC77B48151D}" v="88" dt="2023-07-13T01:38:59.646"/>
    <p1510:client id="{37E1F15E-8ACD-0983-93EA-F0854C9C13F9}" v="63" dt="2023-07-12T19:57:44.498"/>
    <p1510:client id="{3E03C9BF-C4D0-26EA-34A3-1B208085AC65}" v="54" dt="2023-07-12T13:58:45.541"/>
    <p1510:client id="{40C3F8D1-C4D8-B34C-BE8A-080499F2CD78}" v="50" dt="2023-07-12T20:12:32.152"/>
    <p1510:client id="{5DF589F5-580F-4836-810C-180060830DCD}" v="352" dt="2023-07-12T16:09:56.381"/>
    <p1510:client id="{70A47A54-E933-4D5A-9CBD-A29CF82AAA96}" v="63" dt="2023-07-13T16:24:38.765"/>
    <p1510:client id="{72297126-B076-40ED-93E9-9DF287F4B039}" v="130" dt="2023-07-12T13:53:21.466"/>
    <p1510:client id="{90ACD369-E951-151A-CA5D-C73823687BA0}" v="402" dt="2023-07-12T18:22:20.922"/>
    <p1510:client id="{920D20A1-7962-9076-1111-B0AE67ACB4CE}" v="144" dt="2023-07-13T13:38:36.299"/>
    <p1510:client id="{9FAA482F-DD26-4E9F-AA64-2FC513F36BC1}" v="91" dt="2023-07-13T01:27:35.415"/>
    <p1510:client id="{9FC0812E-5BCB-72F9-F7DE-936CFCACBD5B}" v="39" dt="2023-07-13T17:27:23.524"/>
    <p1510:client id="{D1A151D2-293E-07C0-7B0E-499DD17E114A}" v="146" dt="2023-07-13T15:33:27.769"/>
    <p1510:client id="{D54D99FA-4C7E-BFAC-97C5-365CAE9AFBA3}" v="2" dt="2023-07-24T14:58:51.716"/>
    <p1510:client id="{D85E5DBB-5DCE-2C88-132D-68AE51B78DE8}" v="5" dt="2023-07-13T20:34:53.551"/>
    <p1510:client id="{D92FEA29-11CC-EB5B-0D0E-B13FAF074234}" v="512" dt="2023-07-12T15:54:45.300"/>
    <p1510:client id="{DAD98203-3C19-DB59-78A8-69F88F6F05AC}" v="5" dt="2023-07-12T15:06:11.1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microsoft.com/office/2018/10/relationships/authors" Target="authors.xml"/><Relationship Id="rId21" Type="http://schemas.openxmlformats.org/officeDocument/2006/relationships/slide" Target="slides/slide15.xml"/><Relationship Id="rId34" Type="http://schemas.openxmlformats.org/officeDocument/2006/relationships/viewProps" Target="view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tableStyles" Target="tableStyle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theme" Target="theme/theme1.xml"/><Relationship Id="rId8" Type="http://schemas.openxmlformats.org/officeDocument/2006/relationships/slide" Target="slides/slide2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i, Jianing (jc2ry)" userId="S::jc2ry@virginia.edu::3eb8c475-cb9e-4e33-8bb6-1bbdb68e17e3" providerId="AD" clId="Web-{D54D99FA-4C7E-BFAC-97C5-365CAE9AFBA3}"/>
    <pc:docChg chg="modSld">
      <pc:chgData name="Cai, Jianing (jc2ry)" userId="S::jc2ry@virginia.edu::3eb8c475-cb9e-4e33-8bb6-1bbdb68e17e3" providerId="AD" clId="Web-{D54D99FA-4C7E-BFAC-97C5-365CAE9AFBA3}" dt="2023-07-24T14:58:51.716" v="1" actId="1076"/>
      <pc:docMkLst>
        <pc:docMk/>
      </pc:docMkLst>
      <pc:sldChg chg="modSp">
        <pc:chgData name="Cai, Jianing (jc2ry)" userId="S::jc2ry@virginia.edu::3eb8c475-cb9e-4e33-8bb6-1bbdb68e17e3" providerId="AD" clId="Web-{D54D99FA-4C7E-BFAC-97C5-365CAE9AFBA3}" dt="2023-07-24T14:58:51.716" v="1" actId="1076"/>
        <pc:sldMkLst>
          <pc:docMk/>
          <pc:sldMk cId="2015014807" sldId="286"/>
        </pc:sldMkLst>
        <pc:spChg chg="mod">
          <ac:chgData name="Cai, Jianing (jc2ry)" userId="S::jc2ry@virginia.edu::3eb8c475-cb9e-4e33-8bb6-1bbdb68e17e3" providerId="AD" clId="Web-{D54D99FA-4C7E-BFAC-97C5-365CAE9AFBA3}" dt="2023-07-24T14:58:51.716" v="1" actId="1076"/>
          <ac:spMkLst>
            <pc:docMk/>
            <pc:sldMk cId="2015014807" sldId="286"/>
            <ac:spMk id="2" creationId="{6CCD9D79-B581-B58D-0354-9E6BFA3CC488}"/>
          </ac:spMkLst>
        </pc:spChg>
      </pc:sldChg>
    </pc:docChg>
  </pc:docChgLst>
  <pc:docChgLst>
    <pc:chgData name="Marijke van der Geer" userId="S::mvandergeer0853_sdsu.edu#ext#@myuva.onmicrosoft.com::292b19e6-28e4-4adb-9813-3fd544a69f93" providerId="AD" clId="Web-{5DF589F5-580F-4836-810C-180060830DCD}"/>
    <pc:docChg chg="addSld delSld modSld">
      <pc:chgData name="Marijke van der Geer" userId="S::mvandergeer0853_sdsu.edu#ext#@myuva.onmicrosoft.com::292b19e6-28e4-4adb-9813-3fd544a69f93" providerId="AD" clId="Web-{5DF589F5-580F-4836-810C-180060830DCD}" dt="2023-07-12T15:37:02.460" v="314" actId="20577"/>
      <pc:docMkLst>
        <pc:docMk/>
      </pc:docMkLst>
      <pc:sldChg chg="modSp">
        <pc:chgData name="Marijke van der Geer" userId="S::mvandergeer0853_sdsu.edu#ext#@myuva.onmicrosoft.com::292b19e6-28e4-4adb-9813-3fd544a69f93" providerId="AD" clId="Web-{5DF589F5-580F-4836-810C-180060830DCD}" dt="2023-07-12T15:21:03.062" v="280" actId="20577"/>
        <pc:sldMkLst>
          <pc:docMk/>
          <pc:sldMk cId="1224941005" sldId="258"/>
        </pc:sldMkLst>
        <pc:spChg chg="mod">
          <ac:chgData name="Marijke van der Geer" userId="S::mvandergeer0853_sdsu.edu#ext#@myuva.onmicrosoft.com::292b19e6-28e4-4adb-9813-3fd544a69f93" providerId="AD" clId="Web-{5DF589F5-580F-4836-810C-180060830DCD}" dt="2023-07-12T13:56:42.031" v="1" actId="20577"/>
          <ac:spMkLst>
            <pc:docMk/>
            <pc:sldMk cId="1224941005" sldId="258"/>
            <ac:spMk id="2" creationId="{6CCD9D79-B581-B58D-0354-9E6BFA3CC488}"/>
          </ac:spMkLst>
        </pc:spChg>
        <pc:spChg chg="mod">
          <ac:chgData name="Marijke van der Geer" userId="S::mvandergeer0853_sdsu.edu#ext#@myuva.onmicrosoft.com::292b19e6-28e4-4adb-9813-3fd544a69f93" providerId="AD" clId="Web-{5DF589F5-580F-4836-810C-180060830DCD}" dt="2023-07-12T15:21:03.062" v="280" actId="20577"/>
          <ac:spMkLst>
            <pc:docMk/>
            <pc:sldMk cId="1224941005" sldId="258"/>
            <ac:spMk id="20" creationId="{3080B752-8274-FF2A-7BC4-94A57846978A}"/>
          </ac:spMkLst>
        </pc:spChg>
      </pc:sldChg>
      <pc:sldChg chg="modSp">
        <pc:chgData name="Marijke van der Geer" userId="S::mvandergeer0853_sdsu.edu#ext#@myuva.onmicrosoft.com::292b19e6-28e4-4adb-9813-3fd544a69f93" providerId="AD" clId="Web-{5DF589F5-580F-4836-810C-180060830DCD}" dt="2023-07-12T15:22:41.191" v="296" actId="20577"/>
        <pc:sldMkLst>
          <pc:docMk/>
          <pc:sldMk cId="2440686047" sldId="261"/>
        </pc:sldMkLst>
        <pc:spChg chg="mod">
          <ac:chgData name="Marijke van der Geer" userId="S::mvandergeer0853_sdsu.edu#ext#@myuva.onmicrosoft.com::292b19e6-28e4-4adb-9813-3fd544a69f93" providerId="AD" clId="Web-{5DF589F5-580F-4836-810C-180060830DCD}" dt="2023-07-12T15:22:37.128" v="295" actId="14100"/>
          <ac:spMkLst>
            <pc:docMk/>
            <pc:sldMk cId="2440686047" sldId="261"/>
            <ac:spMk id="2" creationId="{6CCD9D79-B581-B58D-0354-9E6BFA3CC488}"/>
          </ac:spMkLst>
        </pc:spChg>
        <pc:spChg chg="mod">
          <ac:chgData name="Marijke van der Geer" userId="S::mvandergeer0853_sdsu.edu#ext#@myuva.onmicrosoft.com::292b19e6-28e4-4adb-9813-3fd544a69f93" providerId="AD" clId="Web-{5DF589F5-580F-4836-810C-180060830DCD}" dt="2023-07-12T15:22:41.191" v="296" actId="20577"/>
          <ac:spMkLst>
            <pc:docMk/>
            <pc:sldMk cId="2440686047" sldId="261"/>
            <ac:spMk id="20" creationId="{3080B752-8274-FF2A-7BC4-94A57846978A}"/>
          </ac:spMkLst>
        </pc:spChg>
      </pc:sldChg>
      <pc:sldChg chg="modSp">
        <pc:chgData name="Marijke van der Geer" userId="S::mvandergeer0853_sdsu.edu#ext#@myuva.onmicrosoft.com::292b19e6-28e4-4adb-9813-3fd544a69f93" providerId="AD" clId="Web-{5DF589F5-580F-4836-810C-180060830DCD}" dt="2023-07-12T13:58:21.612" v="12" actId="20577"/>
        <pc:sldMkLst>
          <pc:docMk/>
          <pc:sldMk cId="1975988359" sldId="262"/>
        </pc:sldMkLst>
        <pc:spChg chg="mod">
          <ac:chgData name="Marijke van der Geer" userId="S::mvandergeer0853_sdsu.edu#ext#@myuva.onmicrosoft.com::292b19e6-28e4-4adb-9813-3fd544a69f93" providerId="AD" clId="Web-{5DF589F5-580F-4836-810C-180060830DCD}" dt="2023-07-12T13:58:07.268" v="8" actId="20577"/>
          <ac:spMkLst>
            <pc:docMk/>
            <pc:sldMk cId="1975988359" sldId="262"/>
            <ac:spMk id="2" creationId="{6CCD9D79-B581-B58D-0354-9E6BFA3CC488}"/>
          </ac:spMkLst>
        </pc:spChg>
        <pc:spChg chg="mod">
          <ac:chgData name="Marijke van der Geer" userId="S::mvandergeer0853_sdsu.edu#ext#@myuva.onmicrosoft.com::292b19e6-28e4-4adb-9813-3fd544a69f93" providerId="AD" clId="Web-{5DF589F5-580F-4836-810C-180060830DCD}" dt="2023-07-12T13:58:21.612" v="12" actId="20577"/>
          <ac:spMkLst>
            <pc:docMk/>
            <pc:sldMk cId="1975988359" sldId="262"/>
            <ac:spMk id="20" creationId="{3080B752-8274-FF2A-7BC4-94A57846978A}"/>
          </ac:spMkLst>
        </pc:spChg>
      </pc:sldChg>
      <pc:sldChg chg="modSp">
        <pc:chgData name="Marijke van der Geer" userId="S::mvandergeer0853_sdsu.edu#ext#@myuva.onmicrosoft.com::292b19e6-28e4-4adb-9813-3fd544a69f93" providerId="AD" clId="Web-{5DF589F5-580F-4836-810C-180060830DCD}" dt="2023-07-12T15:23:20.161" v="297" actId="20577"/>
        <pc:sldMkLst>
          <pc:docMk/>
          <pc:sldMk cId="3984161121" sldId="264"/>
        </pc:sldMkLst>
        <pc:spChg chg="mod">
          <ac:chgData name="Marijke van der Geer" userId="S::mvandergeer0853_sdsu.edu#ext#@myuva.onmicrosoft.com::292b19e6-28e4-4adb-9813-3fd544a69f93" providerId="AD" clId="Web-{5DF589F5-580F-4836-810C-180060830DCD}" dt="2023-07-12T15:23:20.161" v="297" actId="20577"/>
          <ac:spMkLst>
            <pc:docMk/>
            <pc:sldMk cId="3984161121" sldId="264"/>
            <ac:spMk id="2" creationId="{6CCD9D79-B581-B58D-0354-9E6BFA3CC488}"/>
          </ac:spMkLst>
        </pc:spChg>
      </pc:sldChg>
      <pc:sldChg chg="addSp delSp modSp modNotes">
        <pc:chgData name="Marijke van der Geer" userId="S::mvandergeer0853_sdsu.edu#ext#@myuva.onmicrosoft.com::292b19e6-28e4-4adb-9813-3fd544a69f93" providerId="AD" clId="Web-{5DF589F5-580F-4836-810C-180060830DCD}" dt="2023-07-12T15:23:27.599" v="298" actId="20577"/>
        <pc:sldMkLst>
          <pc:docMk/>
          <pc:sldMk cId="2166316645" sldId="266"/>
        </pc:sldMkLst>
        <pc:spChg chg="mod">
          <ac:chgData name="Marijke van der Geer" userId="S::mvandergeer0853_sdsu.edu#ext#@myuva.onmicrosoft.com::292b19e6-28e4-4adb-9813-3fd544a69f93" providerId="AD" clId="Web-{5DF589F5-580F-4836-810C-180060830DCD}" dt="2023-07-12T15:23:27.599" v="298" actId="20577"/>
          <ac:spMkLst>
            <pc:docMk/>
            <pc:sldMk cId="2166316645" sldId="266"/>
            <ac:spMk id="2" creationId="{6CCD9D79-B581-B58D-0354-9E6BFA3CC488}"/>
          </ac:spMkLst>
        </pc:spChg>
        <pc:spChg chg="mod">
          <ac:chgData name="Marijke van der Geer" userId="S::mvandergeer0853_sdsu.edu#ext#@myuva.onmicrosoft.com::292b19e6-28e4-4adb-9813-3fd544a69f93" providerId="AD" clId="Web-{5DF589F5-580F-4836-810C-180060830DCD}" dt="2023-07-12T15:06:03.354" v="158" actId="14100"/>
          <ac:spMkLst>
            <pc:docMk/>
            <pc:sldMk cId="2166316645" sldId="266"/>
            <ac:spMk id="4" creationId="{DEF4D6CE-2411-C719-C2C7-E44B57309159}"/>
          </ac:spMkLst>
        </pc:spChg>
        <pc:picChg chg="del">
          <ac:chgData name="Marijke van der Geer" userId="S::mvandergeer0853_sdsu.edu#ext#@myuva.onmicrosoft.com::292b19e6-28e4-4adb-9813-3fd544a69f93" providerId="AD" clId="Web-{5DF589F5-580F-4836-810C-180060830DCD}" dt="2023-07-12T15:05:12.383" v="143"/>
          <ac:picMkLst>
            <pc:docMk/>
            <pc:sldMk cId="2166316645" sldId="266"/>
            <ac:picMk id="3" creationId="{27511B66-324E-53F8-4DC4-7B0EDB144024}"/>
          </ac:picMkLst>
        </pc:picChg>
        <pc:picChg chg="add mod">
          <ac:chgData name="Marijke van der Geer" userId="S::mvandergeer0853_sdsu.edu#ext#@myuva.onmicrosoft.com::292b19e6-28e4-4adb-9813-3fd544a69f93" providerId="AD" clId="Web-{5DF589F5-580F-4836-810C-180060830DCD}" dt="2023-07-12T15:06:11.823" v="160" actId="14100"/>
          <ac:picMkLst>
            <pc:docMk/>
            <pc:sldMk cId="2166316645" sldId="266"/>
            <ac:picMk id="6" creationId="{32F07A84-FDE4-9384-DE3D-2BDB5B11FC42}"/>
          </ac:picMkLst>
        </pc:picChg>
      </pc:sldChg>
      <pc:sldChg chg="del">
        <pc:chgData name="Marijke van der Geer" userId="S::mvandergeer0853_sdsu.edu#ext#@myuva.onmicrosoft.com::292b19e6-28e4-4adb-9813-3fd544a69f93" providerId="AD" clId="Web-{5DF589F5-580F-4836-810C-180060830DCD}" dt="2023-07-12T13:57:34.329" v="4"/>
        <pc:sldMkLst>
          <pc:docMk/>
          <pc:sldMk cId="637733739" sldId="267"/>
        </pc:sldMkLst>
      </pc:sldChg>
      <pc:sldChg chg="modSp">
        <pc:chgData name="Marijke van der Geer" userId="S::mvandergeer0853_sdsu.edu#ext#@myuva.onmicrosoft.com::292b19e6-28e4-4adb-9813-3fd544a69f93" providerId="AD" clId="Web-{5DF589F5-580F-4836-810C-180060830DCD}" dt="2023-07-12T15:22:09.236" v="293" actId="20577"/>
        <pc:sldMkLst>
          <pc:docMk/>
          <pc:sldMk cId="2015014807" sldId="286"/>
        </pc:sldMkLst>
        <pc:spChg chg="mod">
          <ac:chgData name="Marijke van der Geer" userId="S::mvandergeer0853_sdsu.edu#ext#@myuva.onmicrosoft.com::292b19e6-28e4-4adb-9813-3fd544a69f93" providerId="AD" clId="Web-{5DF589F5-580F-4836-810C-180060830DCD}" dt="2023-07-12T15:22:09.236" v="293" actId="20577"/>
          <ac:spMkLst>
            <pc:docMk/>
            <pc:sldMk cId="2015014807" sldId="286"/>
            <ac:spMk id="20" creationId="{3080B752-8274-FF2A-7BC4-94A57846978A}"/>
          </ac:spMkLst>
        </pc:spChg>
      </pc:sldChg>
      <pc:sldChg chg="modSp del">
        <pc:chgData name="Marijke van der Geer" userId="S::mvandergeer0853_sdsu.edu#ext#@myuva.onmicrosoft.com::292b19e6-28e4-4adb-9813-3fd544a69f93" providerId="AD" clId="Web-{5DF589F5-580F-4836-810C-180060830DCD}" dt="2023-07-12T15:07:12.997" v="165"/>
        <pc:sldMkLst>
          <pc:docMk/>
          <pc:sldMk cId="1835412385" sldId="287"/>
        </pc:sldMkLst>
        <pc:picChg chg="mod">
          <ac:chgData name="Marijke van der Geer" userId="S::mvandergeer0853_sdsu.edu#ext#@myuva.onmicrosoft.com::292b19e6-28e4-4adb-9813-3fd544a69f93" providerId="AD" clId="Web-{5DF589F5-580F-4836-810C-180060830DCD}" dt="2023-07-12T15:04:52.960" v="142" actId="14100"/>
          <ac:picMkLst>
            <pc:docMk/>
            <pc:sldMk cId="1835412385" sldId="287"/>
            <ac:picMk id="6" creationId="{7785DA2C-295C-447C-CF76-09864D7B2894}"/>
          </ac:picMkLst>
        </pc:picChg>
      </pc:sldChg>
      <pc:sldChg chg="modSp">
        <pc:chgData name="Marijke van der Geer" userId="S::mvandergeer0853_sdsu.edu#ext#@myuva.onmicrosoft.com::292b19e6-28e4-4adb-9813-3fd544a69f93" providerId="AD" clId="Web-{5DF589F5-580F-4836-810C-180060830DCD}" dt="2023-07-12T15:24:02.116" v="305" actId="20577"/>
        <pc:sldMkLst>
          <pc:docMk/>
          <pc:sldMk cId="794762532" sldId="290"/>
        </pc:sldMkLst>
        <pc:spChg chg="mod">
          <ac:chgData name="Marijke van der Geer" userId="S::mvandergeer0853_sdsu.edu#ext#@myuva.onmicrosoft.com::292b19e6-28e4-4adb-9813-3fd544a69f93" providerId="AD" clId="Web-{5DF589F5-580F-4836-810C-180060830DCD}" dt="2023-07-12T15:23:41.975" v="301" actId="14100"/>
          <ac:spMkLst>
            <pc:docMk/>
            <pc:sldMk cId="794762532" sldId="290"/>
            <ac:spMk id="2" creationId="{6CCD9D79-B581-B58D-0354-9E6BFA3CC488}"/>
          </ac:spMkLst>
        </pc:spChg>
        <pc:spChg chg="mod">
          <ac:chgData name="Marijke van der Geer" userId="S::mvandergeer0853_sdsu.edu#ext#@myuva.onmicrosoft.com::292b19e6-28e4-4adb-9813-3fd544a69f93" providerId="AD" clId="Web-{5DF589F5-580F-4836-810C-180060830DCD}" dt="2023-07-12T15:24:02.116" v="305" actId="20577"/>
          <ac:spMkLst>
            <pc:docMk/>
            <pc:sldMk cId="794762532" sldId="290"/>
            <ac:spMk id="5" creationId="{4B57E253-96CE-9DF1-EE2E-32926DB2994D}"/>
          </ac:spMkLst>
        </pc:spChg>
      </pc:sldChg>
      <pc:sldChg chg="modSp">
        <pc:chgData name="Marijke van der Geer" userId="S::mvandergeer0853_sdsu.edu#ext#@myuva.onmicrosoft.com::292b19e6-28e4-4adb-9813-3fd544a69f93" providerId="AD" clId="Web-{5DF589F5-580F-4836-810C-180060830DCD}" dt="2023-07-12T15:21:39.392" v="290" actId="20577"/>
        <pc:sldMkLst>
          <pc:docMk/>
          <pc:sldMk cId="2564838282" sldId="293"/>
        </pc:sldMkLst>
        <pc:spChg chg="mod">
          <ac:chgData name="Marijke van der Geer" userId="S::mvandergeer0853_sdsu.edu#ext#@myuva.onmicrosoft.com::292b19e6-28e4-4adb-9813-3fd544a69f93" providerId="AD" clId="Web-{5DF589F5-580F-4836-810C-180060830DCD}" dt="2023-07-12T15:21:39.392" v="290" actId="20577"/>
          <ac:spMkLst>
            <pc:docMk/>
            <pc:sldMk cId="2564838282" sldId="293"/>
            <ac:spMk id="20" creationId="{3080B752-8274-FF2A-7BC4-94A57846978A}"/>
          </ac:spMkLst>
        </pc:spChg>
      </pc:sldChg>
      <pc:sldChg chg="addSp modSp">
        <pc:chgData name="Marijke van der Geer" userId="S::mvandergeer0853_sdsu.edu#ext#@myuva.onmicrosoft.com::292b19e6-28e4-4adb-9813-3fd544a69f93" providerId="AD" clId="Web-{5DF589F5-580F-4836-810C-180060830DCD}" dt="2023-07-12T15:24:25.445" v="306" actId="20577"/>
        <pc:sldMkLst>
          <pc:docMk/>
          <pc:sldMk cId="1347246161" sldId="294"/>
        </pc:sldMkLst>
        <pc:spChg chg="mod">
          <ac:chgData name="Marijke van der Geer" userId="S::mvandergeer0853_sdsu.edu#ext#@myuva.onmicrosoft.com::292b19e6-28e4-4adb-9813-3fd544a69f93" providerId="AD" clId="Web-{5DF589F5-580F-4836-810C-180060830DCD}" dt="2023-07-12T15:24:25.445" v="306" actId="20577"/>
          <ac:spMkLst>
            <pc:docMk/>
            <pc:sldMk cId="1347246161" sldId="294"/>
            <ac:spMk id="2" creationId="{658DC28B-14C3-9113-ADB5-CBB38BE89E9C}"/>
          </ac:spMkLst>
        </pc:spChg>
        <pc:spChg chg="mod">
          <ac:chgData name="Marijke van der Geer" userId="S::mvandergeer0853_sdsu.edu#ext#@myuva.onmicrosoft.com::292b19e6-28e4-4adb-9813-3fd544a69f93" providerId="AD" clId="Web-{5DF589F5-580F-4836-810C-180060830DCD}" dt="2023-07-12T14:33:27.487" v="105" actId="1076"/>
          <ac:spMkLst>
            <pc:docMk/>
            <pc:sldMk cId="1347246161" sldId="294"/>
            <ac:spMk id="4" creationId="{FDC2852F-F829-1E1C-8E66-89A7A0459338}"/>
          </ac:spMkLst>
        </pc:spChg>
        <pc:picChg chg="add mod">
          <ac:chgData name="Marijke van der Geer" userId="S::mvandergeer0853_sdsu.edu#ext#@myuva.onmicrosoft.com::292b19e6-28e4-4adb-9813-3fd544a69f93" providerId="AD" clId="Web-{5DF589F5-580F-4836-810C-180060830DCD}" dt="2023-07-12T14:33:33.347" v="107" actId="1076"/>
          <ac:picMkLst>
            <pc:docMk/>
            <pc:sldMk cId="1347246161" sldId="294"/>
            <ac:picMk id="6" creationId="{D183A004-677A-4C4E-E141-8292E7C8FBF0}"/>
          </ac:picMkLst>
        </pc:picChg>
      </pc:sldChg>
      <pc:sldChg chg="addSp delSp modSp">
        <pc:chgData name="Marijke van der Geer" userId="S::mvandergeer0853_sdsu.edu#ext#@myuva.onmicrosoft.com::292b19e6-28e4-4adb-9813-3fd544a69f93" providerId="AD" clId="Web-{5DF589F5-580F-4836-810C-180060830DCD}" dt="2023-07-12T15:37:02.460" v="314" actId="20577"/>
        <pc:sldMkLst>
          <pc:docMk/>
          <pc:sldMk cId="2510184360" sldId="295"/>
        </pc:sldMkLst>
        <pc:spChg chg="del mod">
          <ac:chgData name="Marijke van der Geer" userId="S::mvandergeer0853_sdsu.edu#ext#@myuva.onmicrosoft.com::292b19e6-28e4-4adb-9813-3fd544a69f93" providerId="AD" clId="Web-{5DF589F5-580F-4836-810C-180060830DCD}" dt="2023-07-12T14:28:31.213" v="21"/>
          <ac:spMkLst>
            <pc:docMk/>
            <pc:sldMk cId="2510184360" sldId="295"/>
            <ac:spMk id="3" creationId="{373AF13F-BAAF-5AC4-9387-FE0DE3C87564}"/>
          </ac:spMkLst>
        </pc:spChg>
        <pc:spChg chg="mod">
          <ac:chgData name="Marijke van der Geer" userId="S::mvandergeer0853_sdsu.edu#ext#@myuva.onmicrosoft.com::292b19e6-28e4-4adb-9813-3fd544a69f93" providerId="AD" clId="Web-{5DF589F5-580F-4836-810C-180060830DCD}" dt="2023-07-12T14:32:59.393" v="99" actId="1076"/>
          <ac:spMkLst>
            <pc:docMk/>
            <pc:sldMk cId="2510184360" sldId="295"/>
            <ac:spMk id="4" creationId="{4F7CBA17-FE56-CD47-8C8F-3D392109EE1E}"/>
          </ac:spMkLst>
        </pc:spChg>
        <pc:spChg chg="add mod">
          <ac:chgData name="Marijke van der Geer" userId="S::mvandergeer0853_sdsu.edu#ext#@myuva.onmicrosoft.com::292b19e6-28e4-4adb-9813-3fd544a69f93" providerId="AD" clId="Web-{5DF589F5-580F-4836-810C-180060830DCD}" dt="2023-07-12T15:37:02.460" v="314" actId="20577"/>
          <ac:spMkLst>
            <pc:docMk/>
            <pc:sldMk cId="2510184360" sldId="295"/>
            <ac:spMk id="7" creationId="{AF1F0DED-D305-073A-76A1-2483FEC73D9C}"/>
          </ac:spMkLst>
        </pc:spChg>
        <pc:picChg chg="add del mod ord">
          <ac:chgData name="Marijke van der Geer" userId="S::mvandergeer0853_sdsu.edu#ext#@myuva.onmicrosoft.com::292b19e6-28e4-4adb-9813-3fd544a69f93" providerId="AD" clId="Web-{5DF589F5-580F-4836-810C-180060830DCD}" dt="2023-07-12T14:28:39.166" v="25"/>
          <ac:picMkLst>
            <pc:docMk/>
            <pc:sldMk cId="2510184360" sldId="295"/>
            <ac:picMk id="5" creationId="{71DEA3DF-DE37-F3BC-B5B4-A3BEB73F7991}"/>
          </ac:picMkLst>
        </pc:picChg>
        <pc:picChg chg="add mod modCrop">
          <ac:chgData name="Marijke van der Geer" userId="S::mvandergeer0853_sdsu.edu#ext#@myuva.onmicrosoft.com::292b19e6-28e4-4adb-9813-3fd544a69f93" providerId="AD" clId="Web-{5DF589F5-580F-4836-810C-180060830DCD}" dt="2023-07-12T15:07:36.685" v="167" actId="1076"/>
          <ac:picMkLst>
            <pc:docMk/>
            <pc:sldMk cId="2510184360" sldId="295"/>
            <ac:picMk id="8" creationId="{06C6F4FE-4C9A-3ACD-CDD1-A59D3333D47C}"/>
          </ac:picMkLst>
        </pc:picChg>
        <pc:picChg chg="add mod">
          <ac:chgData name="Marijke van der Geer" userId="S::mvandergeer0853_sdsu.edu#ext#@myuva.onmicrosoft.com::292b19e6-28e4-4adb-9813-3fd544a69f93" providerId="AD" clId="Web-{5DF589F5-580F-4836-810C-180060830DCD}" dt="2023-07-12T14:33:08.034" v="101" actId="1076"/>
          <ac:picMkLst>
            <pc:docMk/>
            <pc:sldMk cId="2510184360" sldId="295"/>
            <ac:picMk id="10" creationId="{33773168-4CE5-7084-B0CF-0D47A667214F}"/>
          </ac:picMkLst>
        </pc:picChg>
      </pc:sldChg>
      <pc:sldChg chg="addSp modSp">
        <pc:chgData name="Marijke van der Geer" userId="S::mvandergeer0853_sdsu.edu#ext#@myuva.onmicrosoft.com::292b19e6-28e4-4adb-9813-3fd544a69f93" providerId="AD" clId="Web-{5DF589F5-580F-4836-810C-180060830DCD}" dt="2023-07-12T15:07:58.186" v="168" actId="20577"/>
        <pc:sldMkLst>
          <pc:docMk/>
          <pc:sldMk cId="2843307357" sldId="297"/>
        </pc:sldMkLst>
        <pc:spChg chg="mod">
          <ac:chgData name="Marijke van der Geer" userId="S::mvandergeer0853_sdsu.edu#ext#@myuva.onmicrosoft.com::292b19e6-28e4-4adb-9813-3fd544a69f93" providerId="AD" clId="Web-{5DF589F5-580F-4836-810C-180060830DCD}" dt="2023-07-12T15:07:58.186" v="168" actId="20577"/>
          <ac:spMkLst>
            <pc:docMk/>
            <pc:sldMk cId="2843307357" sldId="297"/>
            <ac:spMk id="3" creationId="{C66CFB25-6E43-4717-2C25-3F727174F485}"/>
          </ac:spMkLst>
        </pc:spChg>
        <pc:spChg chg="mod">
          <ac:chgData name="Marijke van der Geer" userId="S::mvandergeer0853_sdsu.edu#ext#@myuva.onmicrosoft.com::292b19e6-28e4-4adb-9813-3fd544a69f93" providerId="AD" clId="Web-{5DF589F5-580F-4836-810C-180060830DCD}" dt="2023-07-12T14:34:14.535" v="114" actId="1076"/>
          <ac:spMkLst>
            <pc:docMk/>
            <pc:sldMk cId="2843307357" sldId="297"/>
            <ac:spMk id="4" creationId="{36E864A8-A3E0-FE2C-E672-25676F3597E8}"/>
          </ac:spMkLst>
        </pc:spChg>
        <pc:picChg chg="add mod">
          <ac:chgData name="Marijke van der Geer" userId="S::mvandergeer0853_sdsu.edu#ext#@myuva.onmicrosoft.com::292b19e6-28e4-4adb-9813-3fd544a69f93" providerId="AD" clId="Web-{5DF589F5-580F-4836-810C-180060830DCD}" dt="2023-07-12T14:34:19.239" v="116" actId="1076"/>
          <ac:picMkLst>
            <pc:docMk/>
            <pc:sldMk cId="2843307357" sldId="297"/>
            <ac:picMk id="6" creationId="{9079368F-219A-D0A0-0194-9E5CD5F0C151}"/>
          </ac:picMkLst>
        </pc:picChg>
      </pc:sldChg>
      <pc:sldChg chg="modSp">
        <pc:chgData name="Marijke van der Geer" userId="S::mvandergeer0853_sdsu.edu#ext#@myuva.onmicrosoft.com::292b19e6-28e4-4adb-9813-3fd544a69f93" providerId="AD" clId="Web-{5DF589F5-580F-4836-810C-180060830DCD}" dt="2023-07-12T13:59:14.957" v="17" actId="20577"/>
        <pc:sldMkLst>
          <pc:docMk/>
          <pc:sldMk cId="1986971451" sldId="298"/>
        </pc:sldMkLst>
        <pc:spChg chg="mod">
          <ac:chgData name="Marijke van der Geer" userId="S::mvandergeer0853_sdsu.edu#ext#@myuva.onmicrosoft.com::292b19e6-28e4-4adb-9813-3fd544a69f93" providerId="AD" clId="Web-{5DF589F5-580F-4836-810C-180060830DCD}" dt="2023-07-12T13:59:14.957" v="17" actId="20577"/>
          <ac:spMkLst>
            <pc:docMk/>
            <pc:sldMk cId="1986971451" sldId="298"/>
            <ac:spMk id="2" creationId="{6CCD9D79-B581-B58D-0354-9E6BFA3CC488}"/>
          </ac:spMkLst>
        </pc:spChg>
      </pc:sldChg>
      <pc:sldChg chg="modSp">
        <pc:chgData name="Marijke van der Geer" userId="S::mvandergeer0853_sdsu.edu#ext#@myuva.onmicrosoft.com::292b19e6-28e4-4adb-9813-3fd544a69f93" providerId="AD" clId="Web-{5DF589F5-580F-4836-810C-180060830DCD}" dt="2023-07-12T13:59:04.770" v="16" actId="20577"/>
        <pc:sldMkLst>
          <pc:docMk/>
          <pc:sldMk cId="2894885031" sldId="301"/>
        </pc:sldMkLst>
        <pc:spChg chg="mod">
          <ac:chgData name="Marijke van der Geer" userId="S::mvandergeer0853_sdsu.edu#ext#@myuva.onmicrosoft.com::292b19e6-28e4-4adb-9813-3fd544a69f93" providerId="AD" clId="Web-{5DF589F5-580F-4836-810C-180060830DCD}" dt="2023-07-12T13:58:57.222" v="13" actId="20577"/>
          <ac:spMkLst>
            <pc:docMk/>
            <pc:sldMk cId="2894885031" sldId="301"/>
            <ac:spMk id="2" creationId="{6CCD9D79-B581-B58D-0354-9E6BFA3CC488}"/>
          </ac:spMkLst>
        </pc:spChg>
        <pc:spChg chg="mod">
          <ac:chgData name="Marijke van der Geer" userId="S::mvandergeer0853_sdsu.edu#ext#@myuva.onmicrosoft.com::292b19e6-28e4-4adb-9813-3fd544a69f93" providerId="AD" clId="Web-{5DF589F5-580F-4836-810C-180060830DCD}" dt="2023-07-12T13:59:04.770" v="16" actId="20577"/>
          <ac:spMkLst>
            <pc:docMk/>
            <pc:sldMk cId="2894885031" sldId="301"/>
            <ac:spMk id="5" creationId="{4B57E253-96CE-9DF1-EE2E-32926DB2994D}"/>
          </ac:spMkLst>
        </pc:spChg>
      </pc:sldChg>
      <pc:sldChg chg="addSp delSp modSp new">
        <pc:chgData name="Marijke van der Geer" userId="S::mvandergeer0853_sdsu.edu#ext#@myuva.onmicrosoft.com::292b19e6-28e4-4adb-9813-3fd544a69f93" providerId="AD" clId="Web-{5DF589F5-580F-4836-810C-180060830DCD}" dt="2023-07-12T15:18:50.322" v="277" actId="1076"/>
        <pc:sldMkLst>
          <pc:docMk/>
          <pc:sldMk cId="110244707" sldId="303"/>
        </pc:sldMkLst>
        <pc:spChg chg="del">
          <ac:chgData name="Marijke van der Geer" userId="S::mvandergeer0853_sdsu.edu#ext#@myuva.onmicrosoft.com::292b19e6-28e4-4adb-9813-3fd544a69f93" providerId="AD" clId="Web-{5DF589F5-580F-4836-810C-180060830DCD}" dt="2023-07-12T15:12:56.620" v="212"/>
          <ac:spMkLst>
            <pc:docMk/>
            <pc:sldMk cId="110244707" sldId="303"/>
            <ac:spMk id="2" creationId="{B6D9DC2C-8DB2-4F30-7811-48862A2B1140}"/>
          </ac:spMkLst>
        </pc:spChg>
        <pc:spChg chg="del mod">
          <ac:chgData name="Marijke van der Geer" userId="S::mvandergeer0853_sdsu.edu#ext#@myuva.onmicrosoft.com::292b19e6-28e4-4adb-9813-3fd544a69f93" providerId="AD" clId="Web-{5DF589F5-580F-4836-810C-180060830DCD}" dt="2023-07-12T15:12:55.214" v="211"/>
          <ac:spMkLst>
            <pc:docMk/>
            <pc:sldMk cId="110244707" sldId="303"/>
            <ac:spMk id="3" creationId="{6DAAC72D-6444-480D-EEF2-23BBE2174EE1}"/>
          </ac:spMkLst>
        </pc:spChg>
        <pc:spChg chg="mod">
          <ac:chgData name="Marijke van der Geer" userId="S::mvandergeer0853_sdsu.edu#ext#@myuva.onmicrosoft.com::292b19e6-28e4-4adb-9813-3fd544a69f93" providerId="AD" clId="Web-{5DF589F5-580F-4836-810C-180060830DCD}" dt="2023-07-12T14:33:50.300" v="109" actId="1076"/>
          <ac:spMkLst>
            <pc:docMk/>
            <pc:sldMk cId="110244707" sldId="303"/>
            <ac:spMk id="4" creationId="{135529D3-8C0E-3D98-E803-F711EF15E8D7}"/>
          </ac:spMkLst>
        </pc:spChg>
        <pc:spChg chg="add mod">
          <ac:chgData name="Marijke van der Geer" userId="S::mvandergeer0853_sdsu.edu#ext#@myuva.onmicrosoft.com::292b19e6-28e4-4adb-9813-3fd544a69f93" providerId="AD" clId="Web-{5DF589F5-580F-4836-810C-180060830DCD}" dt="2023-07-12T15:15:48.721" v="270" actId="14100"/>
          <ac:spMkLst>
            <pc:docMk/>
            <pc:sldMk cId="110244707" sldId="303"/>
            <ac:spMk id="8" creationId="{A411BA59-D53C-E649-AC94-F025D4B7040E}"/>
          </ac:spMkLst>
        </pc:spChg>
        <pc:picChg chg="add del mod modCrop">
          <ac:chgData name="Marijke van der Geer" userId="S::mvandergeer0853_sdsu.edu#ext#@myuva.onmicrosoft.com::292b19e6-28e4-4adb-9813-3fd544a69f93" providerId="AD" clId="Web-{5DF589F5-580F-4836-810C-180060830DCD}" dt="2023-07-12T15:14:20.733" v="231"/>
          <ac:picMkLst>
            <pc:docMk/>
            <pc:sldMk cId="110244707" sldId="303"/>
            <ac:picMk id="5" creationId="{D2D15367-2A30-72A8-9717-C1940CB06CA0}"/>
          </ac:picMkLst>
        </pc:picChg>
        <pc:picChg chg="add mod">
          <ac:chgData name="Marijke van der Geer" userId="S::mvandergeer0853_sdsu.edu#ext#@myuva.onmicrosoft.com::292b19e6-28e4-4adb-9813-3fd544a69f93" providerId="AD" clId="Web-{5DF589F5-580F-4836-810C-180060830DCD}" dt="2023-07-12T14:34:00.394" v="112" actId="1076"/>
          <ac:picMkLst>
            <pc:docMk/>
            <pc:sldMk cId="110244707" sldId="303"/>
            <ac:picMk id="6" creationId="{0E2701C7-E34B-CF2B-1B51-4E3AB0067F0A}"/>
          </ac:picMkLst>
        </pc:picChg>
        <pc:picChg chg="add mod modCrop">
          <ac:chgData name="Marijke van der Geer" userId="S::mvandergeer0853_sdsu.edu#ext#@myuva.onmicrosoft.com::292b19e6-28e4-4adb-9813-3fd544a69f93" providerId="AD" clId="Web-{5DF589F5-580F-4836-810C-180060830DCD}" dt="2023-07-12T15:18:50.322" v="277" actId="1076"/>
          <ac:picMkLst>
            <pc:docMk/>
            <pc:sldMk cId="110244707" sldId="303"/>
            <ac:picMk id="7" creationId="{028B6028-BA2D-0128-3B75-A85D16A39685}"/>
          </ac:picMkLst>
        </pc:picChg>
      </pc:sldChg>
    </pc:docChg>
  </pc:docChgLst>
  <pc:docChgLst>
    <pc:chgData name="Cai, Jianing (jc2ry)" userId="S::jc2ry@virginia.edu::3eb8c475-cb9e-4e33-8bb6-1bbdb68e17e3" providerId="AD" clId="Web-{920D20A1-7962-9076-1111-B0AE67ACB4CE}"/>
    <pc:docChg chg="addSld modSld">
      <pc:chgData name="Cai, Jianing (jc2ry)" userId="S::jc2ry@virginia.edu::3eb8c475-cb9e-4e33-8bb6-1bbdb68e17e3" providerId="AD" clId="Web-{920D20A1-7962-9076-1111-B0AE67ACB4CE}" dt="2023-07-13T13:38:36.299" v="182"/>
      <pc:docMkLst>
        <pc:docMk/>
      </pc:docMkLst>
      <pc:sldChg chg="modSp modCm">
        <pc:chgData name="Cai, Jianing (jc2ry)" userId="S::jc2ry@virginia.edu::3eb8c475-cb9e-4e33-8bb6-1bbdb68e17e3" providerId="AD" clId="Web-{920D20A1-7962-9076-1111-B0AE67ACB4CE}" dt="2023-07-13T13:03:38.386" v="141" actId="20577"/>
        <pc:sldMkLst>
          <pc:docMk/>
          <pc:sldMk cId="2440686047" sldId="261"/>
        </pc:sldMkLst>
        <pc:spChg chg="mod">
          <ac:chgData name="Cai, Jianing (jc2ry)" userId="S::jc2ry@virginia.edu::3eb8c475-cb9e-4e33-8bb6-1bbdb68e17e3" providerId="AD" clId="Web-{920D20A1-7962-9076-1111-B0AE67ACB4CE}" dt="2023-07-13T13:03:38.386" v="141" actId="20577"/>
          <ac:spMkLst>
            <pc:docMk/>
            <pc:sldMk cId="2440686047" sldId="261"/>
            <ac:spMk id="20" creationId="{3080B752-8274-FF2A-7BC4-94A57846978A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Cai, Jianing (jc2ry)" userId="S::jc2ry@virginia.edu::3eb8c475-cb9e-4e33-8bb6-1bbdb68e17e3" providerId="AD" clId="Web-{920D20A1-7962-9076-1111-B0AE67ACB4CE}" dt="2023-07-13T13:03:35.605" v="140" actId="20577"/>
              <pc2:cmMkLst xmlns:pc2="http://schemas.microsoft.com/office/powerpoint/2019/9/main/command">
                <pc:docMk/>
                <pc:sldMk cId="2440686047" sldId="261"/>
                <pc2:cmMk id="{E02E6D00-C18C-4155-A46C-B825B32B5164}"/>
              </pc2:cmMkLst>
            </pc226:cmChg>
          </p:ext>
        </pc:extLst>
      </pc:sldChg>
      <pc:sldChg chg="modSp">
        <pc:chgData name="Cai, Jianing (jc2ry)" userId="S::jc2ry@virginia.edu::3eb8c475-cb9e-4e33-8bb6-1bbdb68e17e3" providerId="AD" clId="Web-{920D20A1-7962-9076-1111-B0AE67ACB4CE}" dt="2023-07-13T04:26:16.699" v="132" actId="14100"/>
        <pc:sldMkLst>
          <pc:docMk/>
          <pc:sldMk cId="2166316645" sldId="266"/>
        </pc:sldMkLst>
        <pc:spChg chg="mod">
          <ac:chgData name="Cai, Jianing (jc2ry)" userId="S::jc2ry@virginia.edu::3eb8c475-cb9e-4e33-8bb6-1bbdb68e17e3" providerId="AD" clId="Web-{920D20A1-7962-9076-1111-B0AE67ACB4CE}" dt="2023-07-12T18:29:34.441" v="6" actId="20577"/>
          <ac:spMkLst>
            <pc:docMk/>
            <pc:sldMk cId="2166316645" sldId="266"/>
            <ac:spMk id="4" creationId="{DEF4D6CE-2411-C719-C2C7-E44B57309159}"/>
          </ac:spMkLst>
        </pc:spChg>
        <pc:picChg chg="mod">
          <ac:chgData name="Cai, Jianing (jc2ry)" userId="S::jc2ry@virginia.edu::3eb8c475-cb9e-4e33-8bb6-1bbdb68e17e3" providerId="AD" clId="Web-{920D20A1-7962-9076-1111-B0AE67ACB4CE}" dt="2023-07-13T04:26:16.699" v="132" actId="14100"/>
          <ac:picMkLst>
            <pc:docMk/>
            <pc:sldMk cId="2166316645" sldId="266"/>
            <ac:picMk id="6" creationId="{32F07A84-FDE4-9384-DE3D-2BDB5B11FC42}"/>
          </ac:picMkLst>
        </pc:picChg>
      </pc:sldChg>
      <pc:sldChg chg="modSp addCm modCm">
        <pc:chgData name="Cai, Jianing (jc2ry)" userId="S::jc2ry@virginia.edu::3eb8c475-cb9e-4e33-8bb6-1bbdb68e17e3" providerId="AD" clId="Web-{920D20A1-7962-9076-1111-B0AE67ACB4CE}" dt="2023-07-13T13:38:36.299" v="182"/>
        <pc:sldMkLst>
          <pc:docMk/>
          <pc:sldMk cId="799235816" sldId="304"/>
        </pc:sldMkLst>
        <pc:spChg chg="mod">
          <ac:chgData name="Cai, Jianing (jc2ry)" userId="S::jc2ry@virginia.edu::3eb8c475-cb9e-4e33-8bb6-1bbdb68e17e3" providerId="AD" clId="Web-{920D20A1-7962-9076-1111-B0AE67ACB4CE}" dt="2023-07-13T13:38:28.143" v="181" actId="20577"/>
          <ac:spMkLst>
            <pc:docMk/>
            <pc:sldMk cId="799235816" sldId="304"/>
            <ac:spMk id="3" creationId="{6DAAC72D-6444-480D-EEF2-23BBE2174EE1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Cai, Jianing (jc2ry)" userId="S::jc2ry@virginia.edu::3eb8c475-cb9e-4e33-8bb6-1bbdb68e17e3" providerId="AD" clId="Web-{920D20A1-7962-9076-1111-B0AE67ACB4CE}" dt="2023-07-13T13:38:27.315" v="180" actId="20577"/>
              <pc2:cmMkLst xmlns:pc2="http://schemas.microsoft.com/office/powerpoint/2019/9/main/command">
                <pc:docMk/>
                <pc:sldMk cId="799235816" sldId="304"/>
                <pc2:cmMk id="{E67B6235-41FF-4B24-B948-F18FB2D19E96}"/>
              </pc2:cmMkLst>
            </pc226:cmChg>
            <pc226:cmChg xmlns:pc226="http://schemas.microsoft.com/office/powerpoint/2022/06/main/command" chg="add mod">
              <pc226:chgData name="Cai, Jianing (jc2ry)" userId="S::jc2ry@virginia.edu::3eb8c475-cb9e-4e33-8bb6-1bbdb68e17e3" providerId="AD" clId="Web-{920D20A1-7962-9076-1111-B0AE67ACB4CE}" dt="2023-07-13T13:38:36.299" v="182"/>
              <pc2:cmMkLst xmlns:pc2="http://schemas.microsoft.com/office/powerpoint/2019/9/main/command">
                <pc:docMk/>
                <pc:sldMk cId="799235816" sldId="304"/>
                <pc2:cmMk id="{05E6416D-0FC0-451E-86A7-9347FDD24099}"/>
              </pc2:cmMkLst>
            </pc226:cmChg>
          </p:ext>
        </pc:extLst>
      </pc:sldChg>
      <pc:sldChg chg="addSp delSp modSp modCm">
        <pc:chgData name="Cai, Jianing (jc2ry)" userId="S::jc2ry@virginia.edu::3eb8c475-cb9e-4e33-8bb6-1bbdb68e17e3" providerId="AD" clId="Web-{920D20A1-7962-9076-1111-B0AE67ACB4CE}" dt="2023-07-13T04:34:34.940" v="133"/>
        <pc:sldMkLst>
          <pc:docMk/>
          <pc:sldMk cId="2961912081" sldId="305"/>
        </pc:sldMkLst>
        <pc:picChg chg="add del mod">
          <ac:chgData name="Cai, Jianing (jc2ry)" userId="S::jc2ry@virginia.edu::3eb8c475-cb9e-4e33-8bb6-1bbdb68e17e3" providerId="AD" clId="Web-{920D20A1-7962-9076-1111-B0AE67ACB4CE}" dt="2023-07-13T03:02:55.434" v="62"/>
          <ac:picMkLst>
            <pc:docMk/>
            <pc:sldMk cId="2961912081" sldId="305"/>
            <ac:picMk id="5" creationId="{D2B247B8-6526-B905-33DE-DB90F7AEC25B}"/>
          </ac:picMkLst>
        </pc:picChg>
        <pc:picChg chg="add del mod">
          <ac:chgData name="Cai, Jianing (jc2ry)" userId="S::jc2ry@virginia.edu::3eb8c475-cb9e-4e33-8bb6-1bbdb68e17e3" providerId="AD" clId="Web-{920D20A1-7962-9076-1111-B0AE67ACB4CE}" dt="2023-07-12T18:58:45.236" v="30"/>
          <ac:picMkLst>
            <pc:docMk/>
            <pc:sldMk cId="2961912081" sldId="305"/>
            <ac:picMk id="7" creationId="{724AB5E4-95CE-1FFA-ECC6-F24DB171C115}"/>
          </ac:picMkLst>
        </pc:picChg>
        <pc:picChg chg="add del">
          <ac:chgData name="Cai, Jianing (jc2ry)" userId="S::jc2ry@virginia.edu::3eb8c475-cb9e-4e33-8bb6-1bbdb68e17e3" providerId="AD" clId="Web-{920D20A1-7962-9076-1111-B0AE67ACB4CE}" dt="2023-07-12T18:58:35.689" v="28"/>
          <ac:picMkLst>
            <pc:docMk/>
            <pc:sldMk cId="2961912081" sldId="305"/>
            <ac:picMk id="8" creationId="{66083341-19A7-5A42-9DD6-335166739F93}"/>
          </ac:picMkLst>
        </pc:picChg>
        <pc:inkChg chg="add del">
          <ac:chgData name="Cai, Jianing (jc2ry)" userId="S::jc2ry@virginia.edu::3eb8c475-cb9e-4e33-8bb6-1bbdb68e17e3" providerId="AD" clId="Web-{920D20A1-7962-9076-1111-B0AE67ACB4CE}" dt="2023-07-12T18:57:18.138" v="25"/>
          <ac:inkMkLst>
            <pc:docMk/>
            <pc:sldMk cId="2961912081" sldId="305"/>
            <ac:inkMk id="5" creationId="{3AF868E0-E8B9-3BED-0FD3-58E2A13E3285}"/>
          </ac:inkMkLst>
        </pc:ink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Cai, Jianing (jc2ry)" userId="S::jc2ry@virginia.edu::3eb8c475-cb9e-4e33-8bb6-1bbdb68e17e3" providerId="AD" clId="Web-{920D20A1-7962-9076-1111-B0AE67ACB4CE}" dt="2023-07-13T04:34:34.940" v="133"/>
              <pc2:cmMkLst xmlns:pc2="http://schemas.microsoft.com/office/powerpoint/2019/9/main/command">
                <pc:docMk/>
                <pc:sldMk cId="2961912081" sldId="305"/>
                <pc2:cmMk id="{67AAEEC7-065E-46D7-9894-A12A5DF6FBA5}"/>
              </pc2:cmMkLst>
              <pc226:cmRplyChg chg="add">
                <pc226:chgData name="Cai, Jianing (jc2ry)" userId="S::jc2ry@virginia.edu::3eb8c475-cb9e-4e33-8bb6-1bbdb68e17e3" providerId="AD" clId="Web-{920D20A1-7962-9076-1111-B0AE67ACB4CE}" dt="2023-07-13T04:34:34.940" v="133"/>
                <pc2:cmRplyMkLst xmlns:pc2="http://schemas.microsoft.com/office/powerpoint/2019/9/main/command">
                  <pc:docMk/>
                  <pc:sldMk cId="2961912081" sldId="305"/>
                  <pc2:cmMk id="{67AAEEC7-065E-46D7-9894-A12A5DF6FBA5}"/>
                  <pc2:cmRplyMk id="{D79AC98E-64B2-4DEA-8659-E15B2CCD2F78}"/>
                </pc2:cmRplyMkLst>
              </pc226:cmRplyChg>
            </pc226:cmChg>
          </p:ext>
        </pc:extLst>
      </pc:sldChg>
      <pc:sldChg chg="addSp delSp modSp">
        <pc:chgData name="Cai, Jianing (jc2ry)" userId="S::jc2ry@virginia.edu::3eb8c475-cb9e-4e33-8bb6-1bbdb68e17e3" providerId="AD" clId="Web-{920D20A1-7962-9076-1111-B0AE67ACB4CE}" dt="2023-07-13T03:21:38.055" v="130" actId="14100"/>
        <pc:sldMkLst>
          <pc:docMk/>
          <pc:sldMk cId="1930760078" sldId="307"/>
        </pc:sldMkLst>
        <pc:spChg chg="del">
          <ac:chgData name="Cai, Jianing (jc2ry)" userId="S::jc2ry@virginia.edu::3eb8c475-cb9e-4e33-8bb6-1bbdb68e17e3" providerId="AD" clId="Web-{920D20A1-7962-9076-1111-B0AE67ACB4CE}" dt="2023-07-13T03:06:40.736" v="106"/>
          <ac:spMkLst>
            <pc:docMk/>
            <pc:sldMk cId="1930760078" sldId="307"/>
            <ac:spMk id="2" creationId="{7C350CB7-FB85-F9B8-3E00-2E81ACBFD853}"/>
          </ac:spMkLst>
        </pc:spChg>
        <pc:spChg chg="mod topLvl">
          <ac:chgData name="Cai, Jianing (jc2ry)" userId="S::jc2ry@virginia.edu::3eb8c475-cb9e-4e33-8bb6-1bbdb68e17e3" providerId="AD" clId="Web-{920D20A1-7962-9076-1111-B0AE67ACB4CE}" dt="2023-07-13T03:20:55.538" v="122" actId="14100"/>
          <ac:spMkLst>
            <pc:docMk/>
            <pc:sldMk cId="1930760078" sldId="307"/>
            <ac:spMk id="3" creationId="{C1A4447B-97A0-777D-E915-60B818005408}"/>
          </ac:spMkLst>
        </pc:spChg>
        <pc:spChg chg="mod topLvl">
          <ac:chgData name="Cai, Jianing (jc2ry)" userId="S::jc2ry@virginia.edu::3eb8c475-cb9e-4e33-8bb6-1bbdb68e17e3" providerId="AD" clId="Web-{920D20A1-7962-9076-1111-B0AE67ACB4CE}" dt="2023-07-13T03:21:04.882" v="125" actId="14100"/>
          <ac:spMkLst>
            <pc:docMk/>
            <pc:sldMk cId="1930760078" sldId="307"/>
            <ac:spMk id="4" creationId="{8AB22669-7CD8-1BC8-6104-2B6EE3590E54}"/>
          </ac:spMkLst>
        </pc:spChg>
        <pc:spChg chg="mod topLvl">
          <ac:chgData name="Cai, Jianing (jc2ry)" userId="S::jc2ry@virginia.edu::3eb8c475-cb9e-4e33-8bb6-1bbdb68e17e3" providerId="AD" clId="Web-{920D20A1-7962-9076-1111-B0AE67ACB4CE}" dt="2023-07-13T03:20:49.132" v="120" actId="14100"/>
          <ac:spMkLst>
            <pc:docMk/>
            <pc:sldMk cId="1930760078" sldId="307"/>
            <ac:spMk id="6" creationId="{873F4CB8-327E-49AD-7140-D17A2F81A596}"/>
          </ac:spMkLst>
        </pc:spChg>
        <pc:spChg chg="add del mod">
          <ac:chgData name="Cai, Jianing (jc2ry)" userId="S::jc2ry@virginia.edu::3eb8c475-cb9e-4e33-8bb6-1bbdb68e17e3" providerId="AD" clId="Web-{920D20A1-7962-9076-1111-B0AE67ACB4CE}" dt="2023-07-13T03:20:57.788" v="123"/>
          <ac:spMkLst>
            <pc:docMk/>
            <pc:sldMk cId="1930760078" sldId="307"/>
            <ac:spMk id="10" creationId="{5AB8C750-08E3-F758-23EB-8B81915CC815}"/>
          </ac:spMkLst>
        </pc:spChg>
        <pc:spChg chg="mod topLvl">
          <ac:chgData name="Cai, Jianing (jc2ry)" userId="S::jc2ry@virginia.edu::3eb8c475-cb9e-4e33-8bb6-1bbdb68e17e3" providerId="AD" clId="Web-{920D20A1-7962-9076-1111-B0AE67ACB4CE}" dt="2023-07-13T03:21:38.055" v="130" actId="14100"/>
          <ac:spMkLst>
            <pc:docMk/>
            <pc:sldMk cId="1930760078" sldId="307"/>
            <ac:spMk id="12" creationId="{63D60C0F-5523-84B7-EAC3-016CF0CE9A85}"/>
          </ac:spMkLst>
        </pc:spChg>
        <pc:spChg chg="add mod">
          <ac:chgData name="Cai, Jianing (jc2ry)" userId="S::jc2ry@virginia.edu::3eb8c475-cb9e-4e33-8bb6-1bbdb68e17e3" providerId="AD" clId="Web-{920D20A1-7962-9076-1111-B0AE67ACB4CE}" dt="2023-07-13T03:21:34.586" v="129" actId="1076"/>
          <ac:spMkLst>
            <pc:docMk/>
            <pc:sldMk cId="1930760078" sldId="307"/>
            <ac:spMk id="15" creationId="{F7D02965-8831-D2FA-9F8D-4F2DFF6E0B30}"/>
          </ac:spMkLst>
        </pc:spChg>
        <pc:grpChg chg="del mod">
          <ac:chgData name="Cai, Jianing (jc2ry)" userId="S::jc2ry@virginia.edu::3eb8c475-cb9e-4e33-8bb6-1bbdb68e17e3" providerId="AD" clId="Web-{920D20A1-7962-9076-1111-B0AE67ACB4CE}" dt="2023-07-13T03:11:14.227" v="110"/>
          <ac:grpSpMkLst>
            <pc:docMk/>
            <pc:sldMk cId="1930760078" sldId="307"/>
            <ac:grpSpMk id="13" creationId="{F0195564-6AC3-9999-0A99-DC71E1FC4875}"/>
          </ac:grpSpMkLst>
        </pc:grpChg>
        <pc:picChg chg="del">
          <ac:chgData name="Cai, Jianing (jc2ry)" userId="S::jc2ry@virginia.edu::3eb8c475-cb9e-4e33-8bb6-1bbdb68e17e3" providerId="AD" clId="Web-{920D20A1-7962-9076-1111-B0AE67ACB4CE}" dt="2023-07-13T03:06:38.627" v="104"/>
          <ac:picMkLst>
            <pc:docMk/>
            <pc:sldMk cId="1930760078" sldId="307"/>
            <ac:picMk id="5" creationId="{F0ADF0C0-9796-3D5A-89CA-11123DFC29F2}"/>
          </ac:picMkLst>
        </pc:picChg>
        <pc:picChg chg="add ord">
          <ac:chgData name="Cai, Jianing (jc2ry)" userId="S::jc2ry@virginia.edu::3eb8c475-cb9e-4e33-8bb6-1bbdb68e17e3" providerId="AD" clId="Web-{920D20A1-7962-9076-1111-B0AE67ACB4CE}" dt="2023-07-13T03:06:46.596" v="107"/>
          <ac:picMkLst>
            <pc:docMk/>
            <pc:sldMk cId="1930760078" sldId="307"/>
            <ac:picMk id="14" creationId="{3F8501D4-C28F-59C9-6AB5-EB0EF57156A5}"/>
          </ac:picMkLst>
        </pc:picChg>
      </pc:sldChg>
      <pc:sldChg chg="addSp delSp modSp">
        <pc:chgData name="Cai, Jianing (jc2ry)" userId="S::jc2ry@virginia.edu::3eb8c475-cb9e-4e33-8bb6-1bbdb68e17e3" providerId="AD" clId="Web-{920D20A1-7962-9076-1111-B0AE67ACB4CE}" dt="2023-07-13T03:06:17.376" v="103" actId="14100"/>
        <pc:sldMkLst>
          <pc:docMk/>
          <pc:sldMk cId="1529384959" sldId="308"/>
        </pc:sldMkLst>
        <pc:spChg chg="del">
          <ac:chgData name="Cai, Jianing (jc2ry)" userId="S::jc2ry@virginia.edu::3eb8c475-cb9e-4e33-8bb6-1bbdb68e17e3" providerId="AD" clId="Web-{920D20A1-7962-9076-1111-B0AE67ACB4CE}" dt="2023-07-13T03:05:34.954" v="89"/>
          <ac:spMkLst>
            <pc:docMk/>
            <pc:sldMk cId="1529384959" sldId="308"/>
            <ac:spMk id="2" creationId="{7C350CB7-FB85-F9B8-3E00-2E81ACBFD853}"/>
          </ac:spMkLst>
        </pc:spChg>
        <pc:spChg chg="topLvl">
          <ac:chgData name="Cai, Jianing (jc2ry)" userId="S::jc2ry@virginia.edu::3eb8c475-cb9e-4e33-8bb6-1bbdb68e17e3" providerId="AD" clId="Web-{920D20A1-7962-9076-1111-B0AE67ACB4CE}" dt="2023-07-13T03:05:53.376" v="94"/>
          <ac:spMkLst>
            <pc:docMk/>
            <pc:sldMk cId="1529384959" sldId="308"/>
            <ac:spMk id="6" creationId="{873F4CB8-327E-49AD-7140-D17A2F81A596}"/>
          </ac:spMkLst>
        </pc:spChg>
        <pc:spChg chg="mod topLvl">
          <ac:chgData name="Cai, Jianing (jc2ry)" userId="S::jc2ry@virginia.edu::3eb8c475-cb9e-4e33-8bb6-1bbdb68e17e3" providerId="AD" clId="Web-{920D20A1-7962-9076-1111-B0AE67ACB4CE}" dt="2023-07-13T03:05:59.985" v="97" actId="1076"/>
          <ac:spMkLst>
            <pc:docMk/>
            <pc:sldMk cId="1529384959" sldId="308"/>
            <ac:spMk id="7" creationId="{1D3F9D3C-C854-56DF-6E2D-0A8BE4D82224}"/>
          </ac:spMkLst>
        </pc:spChg>
        <pc:spChg chg="mod topLvl">
          <ac:chgData name="Cai, Jianing (jc2ry)" userId="S::jc2ry@virginia.edu::3eb8c475-cb9e-4e33-8bb6-1bbdb68e17e3" providerId="AD" clId="Web-{920D20A1-7962-9076-1111-B0AE67ACB4CE}" dt="2023-07-13T03:06:03.079" v="98" actId="1076"/>
          <ac:spMkLst>
            <pc:docMk/>
            <pc:sldMk cId="1529384959" sldId="308"/>
            <ac:spMk id="8" creationId="{D221A287-1281-1C82-8CE2-4D254DE3D08F}"/>
          </ac:spMkLst>
        </pc:spChg>
        <pc:spChg chg="mod topLvl">
          <ac:chgData name="Cai, Jianing (jc2ry)" userId="S::jc2ry@virginia.edu::3eb8c475-cb9e-4e33-8bb6-1bbdb68e17e3" providerId="AD" clId="Web-{920D20A1-7962-9076-1111-B0AE67ACB4CE}" dt="2023-07-13T03:06:10.611" v="100" actId="1076"/>
          <ac:spMkLst>
            <pc:docMk/>
            <pc:sldMk cId="1529384959" sldId="308"/>
            <ac:spMk id="9" creationId="{327DB224-ABED-EEF3-1151-C7825DA9B439}"/>
          </ac:spMkLst>
        </pc:spChg>
        <pc:spChg chg="mod topLvl">
          <ac:chgData name="Cai, Jianing (jc2ry)" userId="S::jc2ry@virginia.edu::3eb8c475-cb9e-4e33-8bb6-1bbdb68e17e3" providerId="AD" clId="Web-{920D20A1-7962-9076-1111-B0AE67ACB4CE}" dt="2023-07-13T03:06:08.236" v="99" actId="1076"/>
          <ac:spMkLst>
            <pc:docMk/>
            <pc:sldMk cId="1529384959" sldId="308"/>
            <ac:spMk id="10" creationId="{9C047DDC-2756-DE39-A558-1F4FC421D033}"/>
          </ac:spMkLst>
        </pc:spChg>
        <pc:spChg chg="add del mod">
          <ac:chgData name="Cai, Jianing (jc2ry)" userId="S::jc2ry@virginia.edu::3eb8c475-cb9e-4e33-8bb6-1bbdb68e17e3" providerId="AD" clId="Web-{920D20A1-7962-9076-1111-B0AE67ACB4CE}" dt="2023-07-13T03:05:39.110" v="91"/>
          <ac:spMkLst>
            <pc:docMk/>
            <pc:sldMk cId="1529384959" sldId="308"/>
            <ac:spMk id="12" creationId="{33F886A0-83A1-3BC4-7E65-D7A624E0BE07}"/>
          </ac:spMkLst>
        </pc:spChg>
        <pc:spChg chg="add mod">
          <ac:chgData name="Cai, Jianing (jc2ry)" userId="S::jc2ry@virginia.edu::3eb8c475-cb9e-4e33-8bb6-1bbdb68e17e3" providerId="AD" clId="Web-{920D20A1-7962-9076-1111-B0AE67ACB4CE}" dt="2023-07-13T03:06:17.376" v="103" actId="14100"/>
          <ac:spMkLst>
            <pc:docMk/>
            <pc:sldMk cId="1529384959" sldId="308"/>
            <ac:spMk id="16" creationId="{F7B6F790-C1CE-ECCC-0693-FE330A25601C}"/>
          </ac:spMkLst>
        </pc:spChg>
        <pc:grpChg chg="del mod">
          <ac:chgData name="Cai, Jianing (jc2ry)" userId="S::jc2ry@virginia.edu::3eb8c475-cb9e-4e33-8bb6-1bbdb68e17e3" providerId="AD" clId="Web-{920D20A1-7962-9076-1111-B0AE67ACB4CE}" dt="2023-07-13T03:05:53.376" v="94"/>
          <ac:grpSpMkLst>
            <pc:docMk/>
            <pc:sldMk cId="1529384959" sldId="308"/>
            <ac:grpSpMk id="11" creationId="{DFFCD109-DB24-3FB6-8B95-44F4E7833B86}"/>
          </ac:grpSpMkLst>
        </pc:grpChg>
        <pc:picChg chg="del">
          <ac:chgData name="Cai, Jianing (jc2ry)" userId="S::jc2ry@virginia.edu::3eb8c475-cb9e-4e33-8bb6-1bbdb68e17e3" providerId="AD" clId="Web-{920D20A1-7962-9076-1111-B0AE67ACB4CE}" dt="2023-07-13T03:05:27.297" v="86"/>
          <ac:picMkLst>
            <pc:docMk/>
            <pc:sldMk cId="1529384959" sldId="308"/>
            <ac:picMk id="5" creationId="{F0ADF0C0-9796-3D5A-89CA-11123DFC29F2}"/>
          </ac:picMkLst>
        </pc:picChg>
        <pc:picChg chg="add mod ord">
          <ac:chgData name="Cai, Jianing (jc2ry)" userId="S::jc2ry@virginia.edu::3eb8c475-cb9e-4e33-8bb6-1bbdb68e17e3" providerId="AD" clId="Web-{920D20A1-7962-9076-1111-B0AE67ACB4CE}" dt="2023-07-13T03:05:56.688" v="96" actId="1076"/>
          <ac:picMkLst>
            <pc:docMk/>
            <pc:sldMk cId="1529384959" sldId="308"/>
            <ac:picMk id="15" creationId="{9F7699A4-CD91-5913-BFE7-11F61098FB9F}"/>
          </ac:picMkLst>
        </pc:picChg>
      </pc:sldChg>
      <pc:sldChg chg="addSp delSp modSp modCm">
        <pc:chgData name="Cai, Jianing (jc2ry)" userId="S::jc2ry@virginia.edu::3eb8c475-cb9e-4e33-8bb6-1bbdb68e17e3" providerId="AD" clId="Web-{920D20A1-7962-9076-1111-B0AE67ACB4CE}" dt="2023-07-13T04:35:03.550" v="134"/>
        <pc:sldMkLst>
          <pc:docMk/>
          <pc:sldMk cId="3608645240" sldId="309"/>
        </pc:sldMkLst>
        <pc:spChg chg="del">
          <ac:chgData name="Cai, Jianing (jc2ry)" userId="S::jc2ry@virginia.edu::3eb8c475-cb9e-4e33-8bb6-1bbdb68e17e3" providerId="AD" clId="Web-{920D20A1-7962-9076-1111-B0AE67ACB4CE}" dt="2023-07-13T03:03:09.278" v="64"/>
          <ac:spMkLst>
            <pc:docMk/>
            <pc:sldMk cId="3608645240" sldId="309"/>
            <ac:spMk id="2" creationId="{7C350CB7-FB85-F9B8-3E00-2E81ACBFD853}"/>
          </ac:spMkLst>
        </pc:spChg>
        <pc:spChg chg="mod ord">
          <ac:chgData name="Cai, Jianing (jc2ry)" userId="S::jc2ry@virginia.edu::3eb8c475-cb9e-4e33-8bb6-1bbdb68e17e3" providerId="AD" clId="Web-{920D20A1-7962-9076-1111-B0AE67ACB4CE}" dt="2023-07-13T03:04:44.343" v="85" actId="14100"/>
          <ac:spMkLst>
            <pc:docMk/>
            <pc:sldMk cId="3608645240" sldId="309"/>
            <ac:spMk id="3" creationId="{479047FC-095A-B40E-F2E2-1DD6F08BFC02}"/>
          </ac:spMkLst>
        </pc:spChg>
        <pc:spChg chg="add del mod">
          <ac:chgData name="Cai, Jianing (jc2ry)" userId="S::jc2ry@virginia.edu::3eb8c475-cb9e-4e33-8bb6-1bbdb68e17e3" providerId="AD" clId="Web-{920D20A1-7962-9076-1111-B0AE67ACB4CE}" dt="2023-07-13T03:03:11.184" v="65"/>
          <ac:spMkLst>
            <pc:docMk/>
            <pc:sldMk cId="3608645240" sldId="309"/>
            <ac:spMk id="7" creationId="{685C55FD-293A-31FC-C286-1BEEC97A8BCE}"/>
          </ac:spMkLst>
        </pc:spChg>
        <pc:picChg chg="del">
          <ac:chgData name="Cai, Jianing (jc2ry)" userId="S::jc2ry@virginia.edu::3eb8c475-cb9e-4e33-8bb6-1bbdb68e17e3" providerId="AD" clId="Web-{920D20A1-7962-9076-1111-B0AE67ACB4CE}" dt="2023-07-13T03:03:06.716" v="63"/>
          <ac:picMkLst>
            <pc:docMk/>
            <pc:sldMk cId="3608645240" sldId="309"/>
            <ac:picMk id="5" creationId="{F0ADF0C0-9796-3D5A-89CA-11123DFC29F2}"/>
          </ac:picMkLst>
        </pc:picChg>
        <pc:picChg chg="add del mod">
          <ac:chgData name="Cai, Jianing (jc2ry)" userId="S::jc2ry@virginia.edu::3eb8c475-cb9e-4e33-8bb6-1bbdb68e17e3" providerId="AD" clId="Web-{920D20A1-7962-9076-1111-B0AE67ACB4CE}" dt="2023-07-13T03:03:31.560" v="72"/>
          <ac:picMkLst>
            <pc:docMk/>
            <pc:sldMk cId="3608645240" sldId="309"/>
            <ac:picMk id="8" creationId="{6EA71703-3A71-50C7-A0C0-E4A2277F6B83}"/>
          </ac:picMkLst>
        </pc:picChg>
        <pc:picChg chg="add del mod">
          <ac:chgData name="Cai, Jianing (jc2ry)" userId="S::jc2ry@virginia.edu::3eb8c475-cb9e-4e33-8bb6-1bbdb68e17e3" providerId="AD" clId="Web-{920D20A1-7962-9076-1111-B0AE67ACB4CE}" dt="2023-07-13T03:03:53.123" v="75"/>
          <ac:picMkLst>
            <pc:docMk/>
            <pc:sldMk cId="3608645240" sldId="309"/>
            <ac:picMk id="9" creationId="{A9E72016-8766-5927-6CEC-B69C0C41D14C}"/>
          </ac:picMkLst>
        </pc:picChg>
        <pc:picChg chg="add mod">
          <ac:chgData name="Cai, Jianing (jc2ry)" userId="S::jc2ry@virginia.edu::3eb8c475-cb9e-4e33-8bb6-1bbdb68e17e3" providerId="AD" clId="Web-{920D20A1-7962-9076-1111-B0AE67ACB4CE}" dt="2023-07-13T03:04:36.999" v="83" actId="1076"/>
          <ac:picMkLst>
            <pc:docMk/>
            <pc:sldMk cId="3608645240" sldId="309"/>
            <ac:picMk id="10" creationId="{89AEFDE1-99BA-E6E6-857C-0682F90C1B83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Cai, Jianing (jc2ry)" userId="S::jc2ry@virginia.edu::3eb8c475-cb9e-4e33-8bb6-1bbdb68e17e3" providerId="AD" clId="Web-{920D20A1-7962-9076-1111-B0AE67ACB4CE}" dt="2023-07-13T04:35:03.550" v="134"/>
              <pc2:cmMkLst xmlns:pc2="http://schemas.microsoft.com/office/powerpoint/2019/9/main/command">
                <pc:docMk/>
                <pc:sldMk cId="3608645240" sldId="309"/>
                <pc2:cmMk id="{ABC46BAB-DE81-46E7-A1B0-513CB0AB39D6}"/>
              </pc2:cmMkLst>
              <pc226:cmRplyChg chg="add">
                <pc226:chgData name="Cai, Jianing (jc2ry)" userId="S::jc2ry@virginia.edu::3eb8c475-cb9e-4e33-8bb6-1bbdb68e17e3" providerId="AD" clId="Web-{920D20A1-7962-9076-1111-B0AE67ACB4CE}" dt="2023-07-13T04:35:03.550" v="134"/>
                <pc2:cmRplyMkLst xmlns:pc2="http://schemas.microsoft.com/office/powerpoint/2019/9/main/command">
                  <pc:docMk/>
                  <pc:sldMk cId="3608645240" sldId="309"/>
                  <pc2:cmMk id="{ABC46BAB-DE81-46E7-A1B0-513CB0AB39D6}"/>
                  <pc2:cmRplyMk id="{79B2AB50-5D35-47B1-9A0B-535A8FFA10E3}"/>
                </pc2:cmRplyMkLst>
              </pc226:cmRplyChg>
            </pc226:cmChg>
          </p:ext>
        </pc:extLst>
      </pc:sldChg>
      <pc:sldChg chg="addSp delSp modSp addCm">
        <pc:chgData name="Cai, Jianing (jc2ry)" userId="S::jc2ry@virginia.edu::3eb8c475-cb9e-4e33-8bb6-1bbdb68e17e3" providerId="AD" clId="Web-{920D20A1-7962-9076-1111-B0AE67ACB4CE}" dt="2023-07-12T18:47:04.002" v="23"/>
        <pc:sldMkLst>
          <pc:docMk/>
          <pc:sldMk cId="3690835146" sldId="310"/>
        </pc:sldMkLst>
        <pc:grpChg chg="del">
          <ac:chgData name="Cai, Jianing (jc2ry)" userId="S::jc2ry@virginia.edu::3eb8c475-cb9e-4e33-8bb6-1bbdb68e17e3" providerId="AD" clId="Web-{920D20A1-7962-9076-1111-B0AE67ACB4CE}" dt="2023-07-12T18:45:55.937" v="9"/>
          <ac:grpSpMkLst>
            <pc:docMk/>
            <pc:sldMk cId="3690835146" sldId="310"/>
            <ac:grpSpMk id="14" creationId="{86BBABF4-87A4-8532-E9FF-9FD307064DC2}"/>
          </ac:grpSpMkLst>
        </pc:grpChg>
        <pc:picChg chg="add mod">
          <ac:chgData name="Cai, Jianing (jc2ry)" userId="S::jc2ry@virginia.edu::3eb8c475-cb9e-4e33-8bb6-1bbdb68e17e3" providerId="AD" clId="Web-{920D20A1-7962-9076-1111-B0AE67ACB4CE}" dt="2023-07-12T18:46:33.485" v="16" actId="14100"/>
          <ac:picMkLst>
            <pc:docMk/>
            <pc:sldMk cId="3690835146" sldId="310"/>
            <ac:picMk id="5" creationId="{41E9F493-0CDE-B087-084A-AC9AE515E294}"/>
          </ac:picMkLst>
        </pc:picChg>
        <pc:inkChg chg="add del">
          <ac:chgData name="Cai, Jianing (jc2ry)" userId="S::jc2ry@virginia.edu::3eb8c475-cb9e-4e33-8bb6-1bbdb68e17e3" providerId="AD" clId="Web-{920D20A1-7962-9076-1111-B0AE67ACB4CE}" dt="2023-07-12T18:46:32.563" v="15"/>
          <ac:inkMkLst>
            <pc:docMk/>
            <pc:sldMk cId="3690835146" sldId="310"/>
            <ac:inkMk id="6" creationId="{BA23132B-D5AC-607B-6019-E7D8237FF63F}"/>
          </ac:inkMkLst>
        </pc:inkChg>
        <pc:inkChg chg="add del">
          <ac:chgData name="Cai, Jianing (jc2ry)" userId="S::jc2ry@virginia.edu::3eb8c475-cb9e-4e33-8bb6-1bbdb68e17e3" providerId="AD" clId="Web-{920D20A1-7962-9076-1111-B0AE67ACB4CE}" dt="2023-07-12T18:46:49.564" v="20"/>
          <ac:inkMkLst>
            <pc:docMk/>
            <pc:sldMk cId="3690835146" sldId="310"/>
            <ac:inkMk id="7" creationId="{015BE5D7-C1B7-8E55-E03F-B39A11296C45}"/>
          </ac:inkMkLst>
        </pc:inkChg>
        <pc:inkChg chg="add del">
          <ac:chgData name="Cai, Jianing (jc2ry)" userId="S::jc2ry@virginia.edu::3eb8c475-cb9e-4e33-8bb6-1bbdb68e17e3" providerId="AD" clId="Web-{920D20A1-7962-9076-1111-B0AE67ACB4CE}" dt="2023-07-12T18:46:48.611" v="19"/>
          <ac:inkMkLst>
            <pc:docMk/>
            <pc:sldMk cId="3690835146" sldId="310"/>
            <ac:inkMk id="8" creationId="{D5A7EB7E-7F50-D38C-9C68-082B66A4AA32}"/>
          </ac:inkMkLst>
        </pc:inkChg>
        <pc:inkChg chg="add">
          <ac:chgData name="Cai, Jianing (jc2ry)" userId="S::jc2ry@virginia.edu::3eb8c475-cb9e-4e33-8bb6-1bbdb68e17e3" providerId="AD" clId="Web-{920D20A1-7962-9076-1111-B0AE67ACB4CE}" dt="2023-07-12T18:46:56.689" v="21"/>
          <ac:inkMkLst>
            <pc:docMk/>
            <pc:sldMk cId="3690835146" sldId="310"/>
            <ac:inkMk id="13" creationId="{DB9CBB3C-5306-EC4D-DFC2-227120C2D14E}"/>
          </ac:inkMkLst>
        </pc:inkChg>
        <pc:inkChg chg="add">
          <ac:chgData name="Cai, Jianing (jc2ry)" userId="S::jc2ry@virginia.edu::3eb8c475-cb9e-4e33-8bb6-1bbdb68e17e3" providerId="AD" clId="Web-{920D20A1-7962-9076-1111-B0AE67ACB4CE}" dt="2023-07-12T18:47:01.236" v="22"/>
          <ac:inkMkLst>
            <pc:docMk/>
            <pc:sldMk cId="3690835146" sldId="310"/>
            <ac:inkMk id="15" creationId="{84B86D98-4439-5BA9-BFD9-DE2989BD15D7}"/>
          </ac:inkMkLst>
        </pc:inkChg>
        <pc:inkChg chg="add">
          <ac:chgData name="Cai, Jianing (jc2ry)" userId="S::jc2ry@virginia.edu::3eb8c475-cb9e-4e33-8bb6-1bbdb68e17e3" providerId="AD" clId="Web-{920D20A1-7962-9076-1111-B0AE67ACB4CE}" dt="2023-07-12T18:47:04.002" v="23"/>
          <ac:inkMkLst>
            <pc:docMk/>
            <pc:sldMk cId="3690835146" sldId="310"/>
            <ac:inkMk id="16" creationId="{A04023F1-3ABC-2931-E87D-8766B28F899E}"/>
          </ac:inkMkLst>
        </pc:ink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Cai, Jianing (jc2ry)" userId="S::jc2ry@virginia.edu::3eb8c475-cb9e-4e33-8bb6-1bbdb68e17e3" providerId="AD" clId="Web-{920D20A1-7962-9076-1111-B0AE67ACB4CE}" dt="2023-07-12T18:31:01.601" v="7"/>
              <pc2:cmMkLst xmlns:pc2="http://schemas.microsoft.com/office/powerpoint/2019/9/main/command">
                <pc:docMk/>
                <pc:sldMk cId="3690835146" sldId="310"/>
                <pc2:cmMk id="{466CA1D9-FD4E-44DE-A5F0-B4BC42A7F08D}"/>
              </pc2:cmMkLst>
            </pc226:cmChg>
          </p:ext>
        </pc:extLst>
      </pc:sldChg>
      <pc:sldChg chg="addSp delSp modSp add replId delCm modCm">
        <pc:chgData name="Cai, Jianing (jc2ry)" userId="S::jc2ry@virginia.edu::3eb8c475-cb9e-4e33-8bb6-1bbdb68e17e3" providerId="AD" clId="Web-{920D20A1-7962-9076-1111-B0AE67ACB4CE}" dt="2023-07-12T19:01:41.478" v="60" actId="14100"/>
        <pc:sldMkLst>
          <pc:docMk/>
          <pc:sldMk cId="2715225909" sldId="311"/>
        </pc:sldMkLst>
        <pc:spChg chg="mod">
          <ac:chgData name="Cai, Jianing (jc2ry)" userId="S::jc2ry@virginia.edu::3eb8c475-cb9e-4e33-8bb6-1bbdb68e17e3" providerId="AD" clId="Web-{920D20A1-7962-9076-1111-B0AE67ACB4CE}" dt="2023-07-12T18:59:51.254" v="48" actId="20577"/>
          <ac:spMkLst>
            <pc:docMk/>
            <pc:sldMk cId="2715225909" sldId="311"/>
            <ac:spMk id="3" creationId="{05F00764-C307-0DA2-A5F2-FE091483DD82}"/>
          </ac:spMkLst>
        </pc:spChg>
        <pc:picChg chg="add mod">
          <ac:chgData name="Cai, Jianing (jc2ry)" userId="S::jc2ry@virginia.edu::3eb8c475-cb9e-4e33-8bb6-1bbdb68e17e3" providerId="AD" clId="Web-{920D20A1-7962-9076-1111-B0AE67ACB4CE}" dt="2023-07-12T19:01:41.478" v="60" actId="14100"/>
          <ac:picMkLst>
            <pc:docMk/>
            <pc:sldMk cId="2715225909" sldId="311"/>
            <ac:picMk id="5" creationId="{2A55AA8B-A5AE-22C6-BD27-0812CB4AF130}"/>
          </ac:picMkLst>
        </pc:picChg>
        <pc:picChg chg="del mod">
          <ac:chgData name="Cai, Jianing (jc2ry)" userId="S::jc2ry@virginia.edu::3eb8c475-cb9e-4e33-8bb6-1bbdb68e17e3" providerId="AD" clId="Web-{920D20A1-7962-9076-1111-B0AE67ACB4CE}" dt="2023-07-12T19:01:02.976" v="51"/>
          <ac:picMkLst>
            <pc:docMk/>
            <pc:sldMk cId="2715225909" sldId="311"/>
            <ac:picMk id="7" creationId="{724AB5E4-95CE-1FFA-ECC6-F24DB171C115}"/>
          </ac:picMkLst>
        </pc:picChg>
        <pc:picChg chg="del">
          <ac:chgData name="Cai, Jianing (jc2ry)" userId="S::jc2ry@virginia.edu::3eb8c475-cb9e-4e33-8bb6-1bbdb68e17e3" providerId="AD" clId="Web-{920D20A1-7962-9076-1111-B0AE67ACB4CE}" dt="2023-07-12T18:58:48.549" v="31"/>
          <ac:picMkLst>
            <pc:docMk/>
            <pc:sldMk cId="2715225909" sldId="311"/>
            <ac:picMk id="11" creationId="{68E8C8CD-EAC8-BDB1-1FC5-48BC9D56BB5D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del mod">
              <pc226:chgData name="Cai, Jianing (jc2ry)" userId="S::jc2ry@virginia.edu::3eb8c475-cb9e-4e33-8bb6-1bbdb68e17e3" providerId="AD" clId="Web-{920D20A1-7962-9076-1111-B0AE67ACB4CE}" dt="2023-07-12T18:59:51.364" v="49"/>
              <pc2:cmMkLst xmlns:pc2="http://schemas.microsoft.com/office/powerpoint/2019/9/main/command">
                <pc:docMk/>
                <pc:sldMk cId="2715225909" sldId="311"/>
                <pc2:cmMk id="{A767F7C9-DACD-4B7A-B922-034C5B2C0750}"/>
              </pc2:cmMkLst>
            </pc226:cmChg>
          </p:ext>
        </pc:extLst>
      </pc:sldChg>
    </pc:docChg>
  </pc:docChgLst>
  <pc:docChgLst>
    <pc:chgData name="Goswami, Treena (gcm8gw)" userId="S::gcm8gw@virginia.edu::afcc7bf1-7561-4a4f-9f29-309f7a9f78d7" providerId="AD" clId="Web-{D1A151D2-293E-07C0-7B0E-499DD17E114A}"/>
    <pc:docChg chg="modSld">
      <pc:chgData name="Goswami, Treena (gcm8gw)" userId="S::gcm8gw@virginia.edu::afcc7bf1-7561-4a4f-9f29-309f7a9f78d7" providerId="AD" clId="Web-{D1A151D2-293E-07C0-7B0E-499DD17E114A}" dt="2023-07-13T15:33:27.769" v="89" actId="1076"/>
      <pc:docMkLst>
        <pc:docMk/>
      </pc:docMkLst>
      <pc:sldChg chg="modSp modCm">
        <pc:chgData name="Goswami, Treena (gcm8gw)" userId="S::gcm8gw@virginia.edu::afcc7bf1-7561-4a4f-9f29-309f7a9f78d7" providerId="AD" clId="Web-{D1A151D2-293E-07C0-7B0E-499DD17E114A}" dt="2023-07-13T13:46:50.150" v="79"/>
        <pc:sldMkLst>
          <pc:docMk/>
          <pc:sldMk cId="2440686047" sldId="261"/>
        </pc:sldMkLst>
        <pc:spChg chg="mod">
          <ac:chgData name="Goswami, Treena (gcm8gw)" userId="S::gcm8gw@virginia.edu::afcc7bf1-7561-4a4f-9f29-309f7a9f78d7" providerId="AD" clId="Web-{D1A151D2-293E-07C0-7B0E-499DD17E114A}" dt="2023-07-13T13:44:04.125" v="26" actId="20577"/>
          <ac:spMkLst>
            <pc:docMk/>
            <pc:sldMk cId="2440686047" sldId="261"/>
            <ac:spMk id="2" creationId="{6CCD9D79-B581-B58D-0354-9E6BFA3CC488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Goswami, Treena (gcm8gw)" userId="S::gcm8gw@virginia.edu::afcc7bf1-7561-4a4f-9f29-309f7a9f78d7" providerId="AD" clId="Web-{D1A151D2-293E-07C0-7B0E-499DD17E114A}" dt="2023-07-13T13:46:50.150" v="79"/>
              <pc2:cmMkLst xmlns:pc2="http://schemas.microsoft.com/office/powerpoint/2019/9/main/command">
                <pc:docMk/>
                <pc:sldMk cId="2440686047" sldId="261"/>
                <pc2:cmMk id="{E02E6D00-C18C-4155-A46C-B825B32B5164}"/>
              </pc2:cmMkLst>
            </pc226:cmChg>
          </p:ext>
        </pc:extLst>
      </pc:sldChg>
      <pc:sldChg chg="modSp">
        <pc:chgData name="Goswami, Treena (gcm8gw)" userId="S::gcm8gw@virginia.edu::afcc7bf1-7561-4a4f-9f29-309f7a9f78d7" providerId="AD" clId="Web-{D1A151D2-293E-07C0-7B0E-499DD17E114A}" dt="2023-07-13T13:44:11.032" v="28" actId="20577"/>
        <pc:sldMkLst>
          <pc:docMk/>
          <pc:sldMk cId="1975988359" sldId="262"/>
        </pc:sldMkLst>
        <pc:spChg chg="mod">
          <ac:chgData name="Goswami, Treena (gcm8gw)" userId="S::gcm8gw@virginia.edu::afcc7bf1-7561-4a4f-9f29-309f7a9f78d7" providerId="AD" clId="Web-{D1A151D2-293E-07C0-7B0E-499DD17E114A}" dt="2023-07-13T13:44:11.032" v="28" actId="20577"/>
          <ac:spMkLst>
            <pc:docMk/>
            <pc:sldMk cId="1975988359" sldId="262"/>
            <ac:spMk id="3" creationId="{F1CC3B40-989C-09AA-A402-BEE5A714CFE4}"/>
          </ac:spMkLst>
        </pc:spChg>
      </pc:sldChg>
      <pc:sldChg chg="modSp">
        <pc:chgData name="Goswami, Treena (gcm8gw)" userId="S::gcm8gw@virginia.edu::afcc7bf1-7561-4a4f-9f29-309f7a9f78d7" providerId="AD" clId="Web-{D1A151D2-293E-07C0-7B0E-499DD17E114A}" dt="2023-07-13T13:44:19.610" v="30" actId="20577"/>
        <pc:sldMkLst>
          <pc:docMk/>
          <pc:sldMk cId="2426580113" sldId="263"/>
        </pc:sldMkLst>
        <pc:spChg chg="mod">
          <ac:chgData name="Goswami, Treena (gcm8gw)" userId="S::gcm8gw@virginia.edu::afcc7bf1-7561-4a4f-9f29-309f7a9f78d7" providerId="AD" clId="Web-{D1A151D2-293E-07C0-7B0E-499DD17E114A}" dt="2023-07-13T13:44:19.610" v="30" actId="20577"/>
          <ac:spMkLst>
            <pc:docMk/>
            <pc:sldMk cId="2426580113" sldId="263"/>
            <ac:spMk id="3" creationId="{8DB69600-61ED-0E58-4634-75588BEEA125}"/>
          </ac:spMkLst>
        </pc:spChg>
      </pc:sldChg>
      <pc:sldChg chg="modSp">
        <pc:chgData name="Goswami, Treena (gcm8gw)" userId="S::gcm8gw@virginia.edu::afcc7bf1-7561-4a4f-9f29-309f7a9f78d7" providerId="AD" clId="Web-{D1A151D2-293E-07C0-7B0E-499DD17E114A}" dt="2023-07-13T13:44:31.173" v="32" actId="20577"/>
        <pc:sldMkLst>
          <pc:docMk/>
          <pc:sldMk cId="3984161121" sldId="264"/>
        </pc:sldMkLst>
        <pc:spChg chg="mod">
          <ac:chgData name="Goswami, Treena (gcm8gw)" userId="S::gcm8gw@virginia.edu::afcc7bf1-7561-4a4f-9f29-309f7a9f78d7" providerId="AD" clId="Web-{D1A151D2-293E-07C0-7B0E-499DD17E114A}" dt="2023-07-13T13:44:31.173" v="32" actId="20577"/>
          <ac:spMkLst>
            <pc:docMk/>
            <pc:sldMk cId="3984161121" sldId="264"/>
            <ac:spMk id="4" creationId="{721CF391-2FF2-BCFC-011B-DD787B3D34FD}"/>
          </ac:spMkLst>
        </pc:spChg>
      </pc:sldChg>
      <pc:sldChg chg="modSp">
        <pc:chgData name="Goswami, Treena (gcm8gw)" userId="S::gcm8gw@virginia.edu::afcc7bf1-7561-4a4f-9f29-309f7a9f78d7" providerId="AD" clId="Web-{D1A151D2-293E-07C0-7B0E-499DD17E114A}" dt="2023-07-13T15:32:58.409" v="85" actId="1076"/>
        <pc:sldMkLst>
          <pc:docMk/>
          <pc:sldMk cId="2166316645" sldId="266"/>
        </pc:sldMkLst>
        <pc:spChg chg="mod">
          <ac:chgData name="Goswami, Treena (gcm8gw)" userId="S::gcm8gw@virginia.edu::afcc7bf1-7561-4a4f-9f29-309f7a9f78d7" providerId="AD" clId="Web-{D1A151D2-293E-07C0-7B0E-499DD17E114A}" dt="2023-07-13T13:44:35.486" v="33" actId="20577"/>
          <ac:spMkLst>
            <pc:docMk/>
            <pc:sldMk cId="2166316645" sldId="266"/>
            <ac:spMk id="3" creationId="{EB1EFCDA-2F66-7793-991D-8E3933A9F7DA}"/>
          </ac:spMkLst>
        </pc:spChg>
        <pc:spChg chg="mod">
          <ac:chgData name="Goswami, Treena (gcm8gw)" userId="S::gcm8gw@virginia.edu::afcc7bf1-7561-4a4f-9f29-309f7a9f78d7" providerId="AD" clId="Web-{D1A151D2-293E-07C0-7B0E-499DD17E114A}" dt="2023-07-13T15:32:58.409" v="85" actId="1076"/>
          <ac:spMkLst>
            <pc:docMk/>
            <pc:sldMk cId="2166316645" sldId="266"/>
            <ac:spMk id="4" creationId="{DEF4D6CE-2411-C719-C2C7-E44B57309159}"/>
          </ac:spMkLst>
        </pc:spChg>
        <pc:picChg chg="mod">
          <ac:chgData name="Goswami, Treena (gcm8gw)" userId="S::gcm8gw@virginia.edu::afcc7bf1-7561-4a4f-9f29-309f7a9f78d7" providerId="AD" clId="Web-{D1A151D2-293E-07C0-7B0E-499DD17E114A}" dt="2023-07-13T15:32:52.721" v="84" actId="14100"/>
          <ac:picMkLst>
            <pc:docMk/>
            <pc:sldMk cId="2166316645" sldId="266"/>
            <ac:picMk id="6" creationId="{32F07A84-FDE4-9384-DE3D-2BDB5B11FC42}"/>
          </ac:picMkLst>
        </pc:picChg>
      </pc:sldChg>
      <pc:sldChg chg="modSp modNotes">
        <pc:chgData name="Goswami, Treena (gcm8gw)" userId="S::gcm8gw@virginia.edu::afcc7bf1-7561-4a4f-9f29-309f7a9f78d7" providerId="AD" clId="Web-{D1A151D2-293E-07C0-7B0E-499DD17E114A}" dt="2023-07-13T13:45:05.847" v="40"/>
        <pc:sldMkLst>
          <pc:docMk/>
          <pc:sldMk cId="794762532" sldId="290"/>
        </pc:sldMkLst>
        <pc:spChg chg="mod">
          <ac:chgData name="Goswami, Treena (gcm8gw)" userId="S::gcm8gw@virginia.edu::afcc7bf1-7561-4a4f-9f29-309f7a9f78d7" providerId="AD" clId="Web-{D1A151D2-293E-07C0-7B0E-499DD17E114A}" dt="2023-07-13T13:44:40.986" v="34" actId="20577"/>
          <ac:spMkLst>
            <pc:docMk/>
            <pc:sldMk cId="794762532" sldId="290"/>
            <ac:spMk id="2" creationId="{6CCD9D79-B581-B58D-0354-9E6BFA3CC488}"/>
          </ac:spMkLst>
        </pc:spChg>
        <pc:spChg chg="mod">
          <ac:chgData name="Goswami, Treena (gcm8gw)" userId="S::gcm8gw@virginia.edu::afcc7bf1-7561-4a4f-9f29-309f7a9f78d7" providerId="AD" clId="Web-{D1A151D2-293E-07C0-7B0E-499DD17E114A}" dt="2023-07-13T13:44:53.440" v="38" actId="14100"/>
          <ac:spMkLst>
            <pc:docMk/>
            <pc:sldMk cId="794762532" sldId="290"/>
            <ac:spMk id="5" creationId="{4B57E253-96CE-9DF1-EE2E-32926DB2994D}"/>
          </ac:spMkLst>
        </pc:spChg>
      </pc:sldChg>
      <pc:sldChg chg="modSp">
        <pc:chgData name="Goswami, Treena (gcm8gw)" userId="S::gcm8gw@virginia.edu::afcc7bf1-7561-4a4f-9f29-309f7a9f78d7" providerId="AD" clId="Web-{D1A151D2-293E-07C0-7B0E-499DD17E114A}" dt="2023-07-13T15:33:27.769" v="89" actId="1076"/>
        <pc:sldMkLst>
          <pc:docMk/>
          <pc:sldMk cId="2836740793" sldId="291"/>
        </pc:sldMkLst>
        <pc:spChg chg="mod">
          <ac:chgData name="Goswami, Treena (gcm8gw)" userId="S::gcm8gw@virginia.edu::afcc7bf1-7561-4a4f-9f29-309f7a9f78d7" providerId="AD" clId="Web-{D1A151D2-293E-07C0-7B0E-499DD17E114A}" dt="2023-07-13T13:45:11.316" v="41" actId="20577"/>
          <ac:spMkLst>
            <pc:docMk/>
            <pc:sldMk cId="2836740793" sldId="291"/>
            <ac:spMk id="2" creationId="{E9D77143-7B8E-C191-A5D1-3FCA147677A7}"/>
          </ac:spMkLst>
        </pc:spChg>
        <pc:picChg chg="mod">
          <ac:chgData name="Goswami, Treena (gcm8gw)" userId="S::gcm8gw@virginia.edu::afcc7bf1-7561-4a4f-9f29-309f7a9f78d7" providerId="AD" clId="Web-{D1A151D2-293E-07C0-7B0E-499DD17E114A}" dt="2023-07-13T15:33:27.769" v="89" actId="1076"/>
          <ac:picMkLst>
            <pc:docMk/>
            <pc:sldMk cId="2836740793" sldId="291"/>
            <ac:picMk id="3" creationId="{97248ECA-64FA-9ED0-845E-C61BCF865F23}"/>
          </ac:picMkLst>
        </pc:picChg>
      </pc:sldChg>
      <pc:sldChg chg="modSp">
        <pc:chgData name="Goswami, Treena (gcm8gw)" userId="S::gcm8gw@virginia.edu::afcc7bf1-7561-4a4f-9f29-309f7a9f78d7" providerId="AD" clId="Web-{D1A151D2-293E-07C0-7B0E-499DD17E114A}" dt="2023-07-13T13:43:50.906" v="24" actId="20577"/>
        <pc:sldMkLst>
          <pc:docMk/>
          <pc:sldMk cId="2564838282" sldId="293"/>
        </pc:sldMkLst>
        <pc:spChg chg="mod">
          <ac:chgData name="Goswami, Treena (gcm8gw)" userId="S::gcm8gw@virginia.edu::afcc7bf1-7561-4a4f-9f29-309f7a9f78d7" providerId="AD" clId="Web-{D1A151D2-293E-07C0-7B0E-499DD17E114A}" dt="2023-07-13T13:43:50.906" v="24" actId="20577"/>
          <ac:spMkLst>
            <pc:docMk/>
            <pc:sldMk cId="2564838282" sldId="293"/>
            <ac:spMk id="2" creationId="{6CCD9D79-B581-B58D-0354-9E6BFA3CC488}"/>
          </ac:spMkLst>
        </pc:spChg>
      </pc:sldChg>
      <pc:sldChg chg="modSp">
        <pc:chgData name="Goswami, Treena (gcm8gw)" userId="S::gcm8gw@virginia.edu::afcc7bf1-7561-4a4f-9f29-309f7a9f78d7" providerId="AD" clId="Web-{D1A151D2-293E-07C0-7B0E-499DD17E114A}" dt="2023-07-13T13:46:01.178" v="62" actId="20577"/>
        <pc:sldMkLst>
          <pc:docMk/>
          <pc:sldMk cId="2510184360" sldId="295"/>
        </pc:sldMkLst>
        <pc:spChg chg="mod">
          <ac:chgData name="Goswami, Treena (gcm8gw)" userId="S::gcm8gw@virginia.edu::afcc7bf1-7561-4a4f-9f29-309f7a9f78d7" providerId="AD" clId="Web-{D1A151D2-293E-07C0-7B0E-499DD17E114A}" dt="2023-07-13T13:46:01.178" v="62" actId="20577"/>
          <ac:spMkLst>
            <pc:docMk/>
            <pc:sldMk cId="2510184360" sldId="295"/>
            <ac:spMk id="2" creationId="{CC61F88D-6D05-FA5E-917E-419D15A2FB3C}"/>
          </ac:spMkLst>
        </pc:spChg>
      </pc:sldChg>
      <pc:sldChg chg="modSp">
        <pc:chgData name="Goswami, Treena (gcm8gw)" userId="S::gcm8gw@virginia.edu::afcc7bf1-7561-4a4f-9f29-309f7a9f78d7" providerId="AD" clId="Web-{D1A151D2-293E-07C0-7B0E-499DD17E114A}" dt="2023-07-13T13:46:36.352" v="78" actId="20577"/>
        <pc:sldMkLst>
          <pc:docMk/>
          <pc:sldMk cId="2843307357" sldId="297"/>
        </pc:sldMkLst>
        <pc:spChg chg="mod">
          <ac:chgData name="Goswami, Treena (gcm8gw)" userId="S::gcm8gw@virginia.edu::afcc7bf1-7561-4a4f-9f29-309f7a9f78d7" providerId="AD" clId="Web-{D1A151D2-293E-07C0-7B0E-499DD17E114A}" dt="2023-07-13T13:46:36.352" v="78" actId="20577"/>
          <ac:spMkLst>
            <pc:docMk/>
            <pc:sldMk cId="2843307357" sldId="297"/>
            <ac:spMk id="2" creationId="{A29CC6E7-D7C5-6ABD-FBAA-921A8525082E}"/>
          </ac:spMkLst>
        </pc:spChg>
      </pc:sldChg>
      <pc:sldChg chg="modSp">
        <pc:chgData name="Goswami, Treena (gcm8gw)" userId="S::gcm8gw@virginia.edu::afcc7bf1-7561-4a4f-9f29-309f7a9f78d7" providerId="AD" clId="Web-{D1A151D2-293E-07C0-7B0E-499DD17E114A}" dt="2023-07-13T13:45:50.037" v="59" actId="20577"/>
        <pc:sldMkLst>
          <pc:docMk/>
          <pc:sldMk cId="1986971451" sldId="298"/>
        </pc:sldMkLst>
        <pc:spChg chg="mod">
          <ac:chgData name="Goswami, Treena (gcm8gw)" userId="S::gcm8gw@virginia.edu::afcc7bf1-7561-4a4f-9f29-309f7a9f78d7" providerId="AD" clId="Web-{D1A151D2-293E-07C0-7B0E-499DD17E114A}" dt="2023-07-13T13:45:50.037" v="59" actId="20577"/>
          <ac:spMkLst>
            <pc:docMk/>
            <pc:sldMk cId="1986971451" sldId="298"/>
            <ac:spMk id="3" creationId="{4AC7EE18-A9F3-9780-04AA-9C1FCEAED34D}"/>
          </ac:spMkLst>
        </pc:spChg>
      </pc:sldChg>
      <pc:sldChg chg="modSp">
        <pc:chgData name="Goswami, Treena (gcm8gw)" userId="S::gcm8gw@virginia.edu::afcc7bf1-7561-4a4f-9f29-309f7a9f78d7" providerId="AD" clId="Web-{D1A151D2-293E-07C0-7B0E-499DD17E114A}" dt="2023-07-13T13:45:42.333" v="58" actId="20577"/>
        <pc:sldMkLst>
          <pc:docMk/>
          <pc:sldMk cId="2894885031" sldId="301"/>
        </pc:sldMkLst>
        <pc:spChg chg="mod">
          <ac:chgData name="Goswami, Treena (gcm8gw)" userId="S::gcm8gw@virginia.edu::afcc7bf1-7561-4a4f-9f29-309f7a9f78d7" providerId="AD" clId="Web-{D1A151D2-293E-07C0-7B0E-499DD17E114A}" dt="2023-07-13T13:45:42.333" v="58" actId="20577"/>
          <ac:spMkLst>
            <pc:docMk/>
            <pc:sldMk cId="2894885031" sldId="301"/>
            <ac:spMk id="3" creationId="{81218EB8-D199-56CC-DC1B-71C217BC7F02}"/>
          </ac:spMkLst>
        </pc:spChg>
      </pc:sldChg>
      <pc:sldChg chg="modCm">
        <pc:chgData name="Goswami, Treena (gcm8gw)" userId="S::gcm8gw@virginia.edu::afcc7bf1-7561-4a4f-9f29-309f7a9f78d7" providerId="AD" clId="Web-{D1A151D2-293E-07C0-7B0E-499DD17E114A}" dt="2023-07-13T13:28:52.075" v="4"/>
        <pc:sldMkLst>
          <pc:docMk/>
          <pc:sldMk cId="110244707" sldId="303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Goswami, Treena (gcm8gw)" userId="S::gcm8gw@virginia.edu::afcc7bf1-7561-4a4f-9f29-309f7a9f78d7" providerId="AD" clId="Web-{D1A151D2-293E-07C0-7B0E-499DD17E114A}" dt="2023-07-13T13:28:52.075" v="4"/>
              <pc2:cmMkLst xmlns:pc2="http://schemas.microsoft.com/office/powerpoint/2019/9/main/command">
                <pc:docMk/>
                <pc:sldMk cId="110244707" sldId="303"/>
                <pc2:cmMk id="{10E97C24-A164-4F45-81B4-F75E8AD187D6}"/>
              </pc2:cmMkLst>
            </pc226:cmChg>
          </p:ext>
        </pc:extLst>
      </pc:sldChg>
      <pc:sldChg chg="modSp modCm">
        <pc:chgData name="Goswami, Treena (gcm8gw)" userId="S::gcm8gw@virginia.edu::afcc7bf1-7561-4a4f-9f29-309f7a9f78d7" providerId="AD" clId="Web-{D1A151D2-293E-07C0-7B0E-499DD17E114A}" dt="2023-07-13T13:46:07.757" v="65" actId="20577"/>
        <pc:sldMkLst>
          <pc:docMk/>
          <pc:sldMk cId="799235816" sldId="304"/>
        </pc:sldMkLst>
        <pc:spChg chg="mod">
          <ac:chgData name="Goswami, Treena (gcm8gw)" userId="S::gcm8gw@virginia.edu::afcc7bf1-7561-4a4f-9f29-309f7a9f78d7" providerId="AD" clId="Web-{D1A151D2-293E-07C0-7B0E-499DD17E114A}" dt="2023-07-13T13:46:07.757" v="65" actId="20577"/>
          <ac:spMkLst>
            <pc:docMk/>
            <pc:sldMk cId="799235816" sldId="304"/>
            <ac:spMk id="2" creationId="{B6D9DC2C-8DB2-4F30-7811-48862A2B1140}"/>
          </ac:spMkLst>
        </pc:spChg>
        <pc:spChg chg="mod">
          <ac:chgData name="Goswami, Treena (gcm8gw)" userId="S::gcm8gw@virginia.edu::afcc7bf1-7561-4a4f-9f29-309f7a9f78d7" providerId="AD" clId="Web-{D1A151D2-293E-07C0-7B0E-499DD17E114A}" dt="2023-07-13T13:33:22.762" v="16" actId="20577"/>
          <ac:spMkLst>
            <pc:docMk/>
            <pc:sldMk cId="799235816" sldId="304"/>
            <ac:spMk id="3" creationId="{6DAAC72D-6444-480D-EEF2-23BBE2174EE1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Goswami, Treena (gcm8gw)" userId="S::gcm8gw@virginia.edu::afcc7bf1-7561-4a4f-9f29-309f7a9f78d7" providerId="AD" clId="Web-{D1A151D2-293E-07C0-7B0E-499DD17E114A}" dt="2023-07-13T13:33:20.512" v="15" actId="20577"/>
              <pc2:cmMkLst xmlns:pc2="http://schemas.microsoft.com/office/powerpoint/2019/9/main/command">
                <pc:docMk/>
                <pc:sldMk cId="799235816" sldId="304"/>
                <pc2:cmMk id="{E67B6235-41FF-4B24-B948-F18FB2D19E96}"/>
              </pc2:cmMkLst>
            </pc226:cmChg>
            <pc226:cmChg xmlns:pc226="http://schemas.microsoft.com/office/powerpoint/2022/06/main/command" chg="mod">
              <pc226:chgData name="Goswami, Treena (gcm8gw)" userId="S::gcm8gw@virginia.edu::afcc7bf1-7561-4a4f-9f29-309f7a9f78d7" providerId="AD" clId="Web-{D1A151D2-293E-07C0-7B0E-499DD17E114A}" dt="2023-07-13T13:33:20.512" v="15" actId="20577"/>
              <pc2:cmMkLst xmlns:pc2="http://schemas.microsoft.com/office/powerpoint/2019/9/main/command">
                <pc:docMk/>
                <pc:sldMk cId="799235816" sldId="304"/>
                <pc2:cmMk id="{05E6416D-0FC0-451E-86A7-9347FDD24099}"/>
              </pc2:cmMkLst>
              <pc226:cmRplyChg chg="add">
                <pc226:chgData name="Goswami, Treena (gcm8gw)" userId="S::gcm8gw@virginia.edu::afcc7bf1-7561-4a4f-9f29-309f7a9f78d7" providerId="AD" clId="Web-{D1A151D2-293E-07C0-7B0E-499DD17E114A}" dt="2023-07-13T13:29:25.140" v="5"/>
                <pc2:cmRplyMkLst xmlns:pc2="http://schemas.microsoft.com/office/powerpoint/2019/9/main/command">
                  <pc:docMk/>
                  <pc:sldMk cId="799235816" sldId="304"/>
                  <pc2:cmMk id="{05E6416D-0FC0-451E-86A7-9347FDD24099}"/>
                  <pc2:cmRplyMk id="{8AD8DC54-C9B2-4F65-8A29-38CB5C80A5C2}"/>
                </pc2:cmRplyMkLst>
              </pc226:cmRplyChg>
            </pc226:cmChg>
          </p:ext>
        </pc:extLst>
      </pc:sldChg>
      <pc:sldChg chg="modSp">
        <pc:chgData name="Goswami, Treena (gcm8gw)" userId="S::gcm8gw@virginia.edu::afcc7bf1-7561-4a4f-9f29-309f7a9f78d7" providerId="AD" clId="Web-{D1A151D2-293E-07C0-7B0E-499DD17E114A}" dt="2023-07-13T13:46:15.054" v="69" actId="20577"/>
        <pc:sldMkLst>
          <pc:docMk/>
          <pc:sldMk cId="2961912081" sldId="305"/>
        </pc:sldMkLst>
        <pc:spChg chg="mod">
          <ac:chgData name="Goswami, Treena (gcm8gw)" userId="S::gcm8gw@virginia.edu::afcc7bf1-7561-4a4f-9f29-309f7a9f78d7" providerId="AD" clId="Web-{D1A151D2-293E-07C0-7B0E-499DD17E114A}" dt="2023-07-13T13:46:15.054" v="69" actId="20577"/>
          <ac:spMkLst>
            <pc:docMk/>
            <pc:sldMk cId="2961912081" sldId="305"/>
            <ac:spMk id="2" creationId="{1845F33C-EBC0-7133-8920-280AAD23DF32}"/>
          </ac:spMkLst>
        </pc:spChg>
      </pc:sldChg>
      <pc:sldChg chg="modSp">
        <pc:chgData name="Goswami, Treena (gcm8gw)" userId="S::gcm8gw@virginia.edu::afcc7bf1-7561-4a4f-9f29-309f7a9f78d7" providerId="AD" clId="Web-{D1A151D2-293E-07C0-7B0E-499DD17E114A}" dt="2023-07-13T13:46:32.352" v="76" actId="20577"/>
        <pc:sldMkLst>
          <pc:docMk/>
          <pc:sldMk cId="820575546" sldId="306"/>
        </pc:sldMkLst>
        <pc:spChg chg="mod">
          <ac:chgData name="Goswami, Treena (gcm8gw)" userId="S::gcm8gw@virginia.edu::afcc7bf1-7561-4a4f-9f29-309f7a9f78d7" providerId="AD" clId="Web-{D1A151D2-293E-07C0-7B0E-499DD17E114A}" dt="2023-07-13T13:46:32.352" v="76" actId="20577"/>
          <ac:spMkLst>
            <pc:docMk/>
            <pc:sldMk cId="820575546" sldId="306"/>
            <ac:spMk id="5" creationId="{1B89D29A-4FB2-3078-A3AD-53562F3465A5}"/>
          </ac:spMkLst>
        </pc:spChg>
      </pc:sldChg>
      <pc:sldChg chg="modSp modCm">
        <pc:chgData name="Goswami, Treena (gcm8gw)" userId="S::gcm8gw@virginia.edu::afcc7bf1-7561-4a4f-9f29-309f7a9f78d7" providerId="AD" clId="Web-{D1A151D2-293E-07C0-7B0E-499DD17E114A}" dt="2023-07-13T13:45:36.364" v="57" actId="20577"/>
        <pc:sldMkLst>
          <pc:docMk/>
          <pc:sldMk cId="1930760078" sldId="307"/>
        </pc:sldMkLst>
        <pc:spChg chg="mod">
          <ac:chgData name="Goswami, Treena (gcm8gw)" userId="S::gcm8gw@virginia.edu::afcc7bf1-7561-4a4f-9f29-309f7a9f78d7" providerId="AD" clId="Web-{D1A151D2-293E-07C0-7B0E-499DD17E114A}" dt="2023-07-13T13:45:36.364" v="57" actId="20577"/>
          <ac:spMkLst>
            <pc:docMk/>
            <pc:sldMk cId="1930760078" sldId="307"/>
            <ac:spMk id="7" creationId="{234342EE-DDCF-90A9-FF7C-2FEDFAFC6B87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Goswami, Treena (gcm8gw)" userId="S::gcm8gw@virginia.edu::afcc7bf1-7561-4a4f-9f29-309f7a9f78d7" providerId="AD" clId="Web-{D1A151D2-293E-07C0-7B0E-499DD17E114A}" dt="2023-07-13T13:28:41.544" v="3"/>
              <pc2:cmMkLst xmlns:pc2="http://schemas.microsoft.com/office/powerpoint/2019/9/main/command">
                <pc:docMk/>
                <pc:sldMk cId="1930760078" sldId="307"/>
                <pc2:cmMk id="{6D15C4D8-05DE-4717-80D8-7BAE3F39E36B}"/>
              </pc2:cmMkLst>
            </pc226:cmChg>
          </p:ext>
        </pc:extLst>
      </pc:sldChg>
      <pc:sldChg chg="modSp modCm">
        <pc:chgData name="Goswami, Treena (gcm8gw)" userId="S::gcm8gw@virginia.edu::afcc7bf1-7561-4a4f-9f29-309f7a9f78d7" providerId="AD" clId="Web-{D1A151D2-293E-07C0-7B0E-499DD17E114A}" dt="2023-07-13T13:45:31.411" v="56" actId="20577"/>
        <pc:sldMkLst>
          <pc:docMk/>
          <pc:sldMk cId="1529384959" sldId="308"/>
        </pc:sldMkLst>
        <pc:spChg chg="mod">
          <ac:chgData name="Goswami, Treena (gcm8gw)" userId="S::gcm8gw@virginia.edu::afcc7bf1-7561-4a4f-9f29-309f7a9f78d7" providerId="AD" clId="Web-{D1A151D2-293E-07C0-7B0E-499DD17E114A}" dt="2023-07-13T13:45:31.411" v="56" actId="20577"/>
          <ac:spMkLst>
            <pc:docMk/>
            <pc:sldMk cId="1529384959" sldId="308"/>
            <ac:spMk id="3" creationId="{CE32827D-A2DA-01BC-716F-B481C6295C95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Goswami, Treena (gcm8gw)" userId="S::gcm8gw@virginia.edu::afcc7bf1-7561-4a4f-9f29-309f7a9f78d7" providerId="AD" clId="Web-{D1A151D2-293E-07C0-7B0E-499DD17E114A}" dt="2023-07-13T13:28:36.403" v="2"/>
              <pc2:cmMkLst xmlns:pc2="http://schemas.microsoft.com/office/powerpoint/2019/9/main/command">
                <pc:docMk/>
                <pc:sldMk cId="1529384959" sldId="308"/>
                <pc2:cmMk id="{B6D9D60B-D809-47FD-9330-72E7CF7BD36A}"/>
              </pc2:cmMkLst>
            </pc226:cmChg>
          </p:ext>
        </pc:extLst>
      </pc:sldChg>
      <pc:sldChg chg="modSp modCm">
        <pc:chgData name="Goswami, Treena (gcm8gw)" userId="S::gcm8gw@virginia.edu::afcc7bf1-7561-4a4f-9f29-309f7a9f78d7" providerId="AD" clId="Web-{D1A151D2-293E-07C0-7B0E-499DD17E114A}" dt="2023-07-13T13:45:26.379" v="55" actId="20577"/>
        <pc:sldMkLst>
          <pc:docMk/>
          <pc:sldMk cId="3608645240" sldId="309"/>
        </pc:sldMkLst>
        <pc:spChg chg="mod">
          <ac:chgData name="Goswami, Treena (gcm8gw)" userId="S::gcm8gw@virginia.edu::afcc7bf1-7561-4a4f-9f29-309f7a9f78d7" providerId="AD" clId="Web-{D1A151D2-293E-07C0-7B0E-499DD17E114A}" dt="2023-07-13T13:28:29.059" v="1" actId="1076"/>
          <ac:spMkLst>
            <pc:docMk/>
            <pc:sldMk cId="3608645240" sldId="309"/>
            <ac:spMk id="3" creationId="{479047FC-095A-B40E-F2E2-1DD6F08BFC02}"/>
          </ac:spMkLst>
        </pc:spChg>
        <pc:spChg chg="mod">
          <ac:chgData name="Goswami, Treena (gcm8gw)" userId="S::gcm8gw@virginia.edu::afcc7bf1-7561-4a4f-9f29-309f7a9f78d7" providerId="AD" clId="Web-{D1A151D2-293E-07C0-7B0E-499DD17E114A}" dt="2023-07-13T13:45:26.379" v="55" actId="20577"/>
          <ac:spMkLst>
            <pc:docMk/>
            <pc:sldMk cId="3608645240" sldId="309"/>
            <ac:spMk id="4" creationId="{E9E90C66-23BD-D989-96D1-2C1CBEB51EAA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Goswami, Treena (gcm8gw)" userId="S::gcm8gw@virginia.edu::afcc7bf1-7561-4a4f-9f29-309f7a9f78d7" providerId="AD" clId="Web-{D1A151D2-293E-07C0-7B0E-499DD17E114A}" dt="2023-07-13T13:28:23.496" v="0"/>
              <pc2:cmMkLst xmlns:pc2="http://schemas.microsoft.com/office/powerpoint/2019/9/main/command">
                <pc:docMk/>
                <pc:sldMk cId="3608645240" sldId="309"/>
                <pc2:cmMk id="{ABC46BAB-DE81-46E7-A1B0-513CB0AB39D6}"/>
              </pc2:cmMkLst>
            </pc226:cmChg>
          </p:ext>
        </pc:extLst>
      </pc:sldChg>
      <pc:sldChg chg="modSp modCm">
        <pc:chgData name="Goswami, Treena (gcm8gw)" userId="S::gcm8gw@virginia.edu::afcc7bf1-7561-4a4f-9f29-309f7a9f78d7" providerId="AD" clId="Web-{D1A151D2-293E-07C0-7B0E-499DD17E114A}" dt="2023-07-13T13:45:20.973" v="51"/>
        <pc:sldMkLst>
          <pc:docMk/>
          <pc:sldMk cId="3690835146" sldId="310"/>
        </pc:sldMkLst>
        <pc:spChg chg="mod">
          <ac:chgData name="Goswami, Treena (gcm8gw)" userId="S::gcm8gw@virginia.edu::afcc7bf1-7561-4a4f-9f29-309f7a9f78d7" providerId="AD" clId="Web-{D1A151D2-293E-07C0-7B0E-499DD17E114A}" dt="2023-07-13T13:45:18.379" v="50" actId="20577"/>
          <ac:spMkLst>
            <pc:docMk/>
            <pc:sldMk cId="3690835146" sldId="310"/>
            <ac:spMk id="4" creationId="{A79773BE-1510-A364-BDB9-D0CC811AEA68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Goswami, Treena (gcm8gw)" userId="S::gcm8gw@virginia.edu::afcc7bf1-7561-4a4f-9f29-309f7a9f78d7" providerId="AD" clId="Web-{D1A151D2-293E-07C0-7B0E-499DD17E114A}" dt="2023-07-13T13:45:20.973" v="51"/>
              <pc2:cmMkLst xmlns:pc2="http://schemas.microsoft.com/office/powerpoint/2019/9/main/command">
                <pc:docMk/>
                <pc:sldMk cId="3690835146" sldId="310"/>
                <pc2:cmMk id="{466CA1D9-FD4E-44DE-A5F0-B4BC42A7F08D}"/>
              </pc2:cmMkLst>
            </pc226:cmChg>
          </p:ext>
        </pc:extLst>
      </pc:sldChg>
      <pc:sldChg chg="modSp">
        <pc:chgData name="Goswami, Treena (gcm8gw)" userId="S::gcm8gw@virginia.edu::afcc7bf1-7561-4a4f-9f29-309f7a9f78d7" providerId="AD" clId="Web-{D1A151D2-293E-07C0-7B0E-499DD17E114A}" dt="2023-07-13T15:32:21.548" v="82" actId="20577"/>
        <pc:sldMkLst>
          <pc:docMk/>
          <pc:sldMk cId="2715225909" sldId="311"/>
        </pc:sldMkLst>
        <pc:spChg chg="mod">
          <ac:chgData name="Goswami, Treena (gcm8gw)" userId="S::gcm8gw@virginia.edu::afcc7bf1-7561-4a4f-9f29-309f7a9f78d7" providerId="AD" clId="Web-{D1A151D2-293E-07C0-7B0E-499DD17E114A}" dt="2023-07-13T13:46:27.055" v="70" actId="20577"/>
          <ac:spMkLst>
            <pc:docMk/>
            <pc:sldMk cId="2715225909" sldId="311"/>
            <ac:spMk id="2" creationId="{1845F33C-EBC0-7133-8920-280AAD23DF32}"/>
          </ac:spMkLst>
        </pc:spChg>
        <pc:spChg chg="mod">
          <ac:chgData name="Goswami, Treena (gcm8gw)" userId="S::gcm8gw@virginia.edu::afcc7bf1-7561-4a4f-9f29-309f7a9f78d7" providerId="AD" clId="Web-{D1A151D2-293E-07C0-7B0E-499DD17E114A}" dt="2023-07-13T15:32:21.548" v="82" actId="20577"/>
          <ac:spMkLst>
            <pc:docMk/>
            <pc:sldMk cId="2715225909" sldId="311"/>
            <ac:spMk id="3" creationId="{05F00764-C307-0DA2-A5F2-FE091483DD82}"/>
          </ac:spMkLst>
        </pc:spChg>
      </pc:sldChg>
    </pc:docChg>
  </pc:docChgLst>
  <pc:docChgLst>
    <pc:chgData name="Marijke van der Geer" userId="S::mvandergeer0853_sdsu.edu#ext#@myuva.onmicrosoft.com::292b19e6-28e4-4adb-9813-3fd544a69f93" providerId="AD" clId="Web-{70A47A54-E933-4D5A-9CBD-A29CF82AAA96}"/>
    <pc:docChg chg="modSld sldOrd">
      <pc:chgData name="Marijke van der Geer" userId="S::mvandergeer0853_sdsu.edu#ext#@myuva.onmicrosoft.com::292b19e6-28e4-4adb-9813-3fd544a69f93" providerId="AD" clId="Web-{70A47A54-E933-4D5A-9CBD-A29CF82AAA96}" dt="2023-07-13T16:24:38.765" v="58" actId="1076"/>
      <pc:docMkLst>
        <pc:docMk/>
      </pc:docMkLst>
      <pc:sldChg chg="ord">
        <pc:chgData name="Marijke van der Geer" userId="S::mvandergeer0853_sdsu.edu#ext#@myuva.onmicrosoft.com::292b19e6-28e4-4adb-9813-3fd544a69f93" providerId="AD" clId="Web-{70A47A54-E933-4D5A-9CBD-A29CF82AAA96}" dt="2023-07-13T13:18:46.928" v="1"/>
        <pc:sldMkLst>
          <pc:docMk/>
          <pc:sldMk cId="1776905435" sldId="257"/>
        </pc:sldMkLst>
      </pc:sldChg>
      <pc:sldChg chg="modSp">
        <pc:chgData name="Marijke van der Geer" userId="S::mvandergeer0853_sdsu.edu#ext#@myuva.onmicrosoft.com::292b19e6-28e4-4adb-9813-3fd544a69f93" providerId="AD" clId="Web-{70A47A54-E933-4D5A-9CBD-A29CF82AAA96}" dt="2023-07-13T13:21:39.828" v="45" actId="20577"/>
        <pc:sldMkLst>
          <pc:docMk/>
          <pc:sldMk cId="2015014807" sldId="286"/>
        </pc:sldMkLst>
        <pc:spChg chg="mod">
          <ac:chgData name="Marijke van der Geer" userId="S::mvandergeer0853_sdsu.edu#ext#@myuva.onmicrosoft.com::292b19e6-28e4-4adb-9813-3fd544a69f93" providerId="AD" clId="Web-{70A47A54-E933-4D5A-9CBD-A29CF82AAA96}" dt="2023-07-13T13:21:39.828" v="45" actId="20577"/>
          <ac:spMkLst>
            <pc:docMk/>
            <pc:sldMk cId="2015014807" sldId="286"/>
            <ac:spMk id="20" creationId="{3080B752-8274-FF2A-7BC4-94A57846978A}"/>
          </ac:spMkLst>
        </pc:spChg>
      </pc:sldChg>
      <pc:sldChg chg="addSp delSp modSp modCm">
        <pc:chgData name="Marijke van der Geer" userId="S::mvandergeer0853_sdsu.edu#ext#@myuva.onmicrosoft.com::292b19e6-28e4-4adb-9813-3fd544a69f93" providerId="AD" clId="Web-{70A47A54-E933-4D5A-9CBD-A29CF82AAA96}" dt="2023-07-13T16:24:38.765" v="58" actId="1076"/>
        <pc:sldMkLst>
          <pc:docMk/>
          <pc:sldMk cId="110244707" sldId="303"/>
        </pc:sldMkLst>
        <pc:spChg chg="mod">
          <ac:chgData name="Marijke van der Geer" userId="S::mvandergeer0853_sdsu.edu#ext#@myuva.onmicrosoft.com::292b19e6-28e4-4adb-9813-3fd544a69f93" providerId="AD" clId="Web-{70A47A54-E933-4D5A-9CBD-A29CF82AAA96}" dt="2023-07-13T16:23:44.980" v="47" actId="20577"/>
          <ac:spMkLst>
            <pc:docMk/>
            <pc:sldMk cId="110244707" sldId="303"/>
            <ac:spMk id="8" creationId="{A411BA59-D53C-E649-AC94-F025D4B7040E}"/>
          </ac:spMkLst>
        </pc:spChg>
        <pc:picChg chg="del">
          <ac:chgData name="Marijke van der Geer" userId="S::mvandergeer0853_sdsu.edu#ext#@myuva.onmicrosoft.com::292b19e6-28e4-4adb-9813-3fd544a69f93" providerId="AD" clId="Web-{70A47A54-E933-4D5A-9CBD-A29CF82AAA96}" dt="2023-07-13T16:23:48.324" v="48"/>
          <ac:picMkLst>
            <pc:docMk/>
            <pc:sldMk cId="110244707" sldId="303"/>
            <ac:picMk id="3" creationId="{C5398481-DB0D-BEB7-AE99-4D54A0C08126}"/>
          </ac:picMkLst>
        </pc:picChg>
        <pc:picChg chg="add mod modCrop">
          <ac:chgData name="Marijke van der Geer" userId="S::mvandergeer0853_sdsu.edu#ext#@myuva.onmicrosoft.com::292b19e6-28e4-4adb-9813-3fd544a69f93" providerId="AD" clId="Web-{70A47A54-E933-4D5A-9CBD-A29CF82AAA96}" dt="2023-07-13T16:24:38.765" v="58" actId="1076"/>
          <ac:picMkLst>
            <pc:docMk/>
            <pc:sldMk cId="110244707" sldId="303"/>
            <ac:picMk id="5" creationId="{9A1F137E-15C2-CAA5-E4B2-B427F3089C44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Marijke van der Geer" userId="S::mvandergeer0853_sdsu.edu#ext#@myuva.onmicrosoft.com::292b19e6-28e4-4adb-9813-3fd544a69f93" providerId="AD" clId="Web-{70A47A54-E933-4D5A-9CBD-A29CF82AAA96}" dt="2023-07-13T16:23:44.980" v="47" actId="20577"/>
              <pc2:cmMkLst xmlns:pc2="http://schemas.microsoft.com/office/powerpoint/2019/9/main/command">
                <pc:docMk/>
                <pc:sldMk cId="110244707" sldId="303"/>
                <pc2:cmMk id="{10E97C24-A164-4F45-81B4-F75E8AD187D6}"/>
              </pc2:cmMkLst>
            </pc226:cmChg>
          </p:ext>
        </pc:extLst>
      </pc:sldChg>
    </pc:docChg>
  </pc:docChgLst>
  <pc:docChgLst>
    <pc:chgData name="Cai, Jianing (jc2ry)" userId="S::jc2ry@virginia.edu::3eb8c475-cb9e-4e33-8bb6-1bbdb68e17e3" providerId="AD" clId="Web-{D92FEA29-11CC-EB5B-0D0E-B13FAF074234}"/>
    <pc:docChg chg="addSld delSld modSld sldOrd">
      <pc:chgData name="Cai, Jianing (jc2ry)" userId="S::jc2ry@virginia.edu::3eb8c475-cb9e-4e33-8bb6-1bbdb68e17e3" providerId="AD" clId="Web-{D92FEA29-11CC-EB5B-0D0E-B13FAF074234}" dt="2023-07-12T15:54:45.300" v="502"/>
      <pc:docMkLst>
        <pc:docMk/>
      </pc:docMkLst>
      <pc:sldChg chg="addSp delSp modSp">
        <pc:chgData name="Cai, Jianing (jc2ry)" userId="S::jc2ry@virginia.edu::3eb8c475-cb9e-4e33-8bb6-1bbdb68e17e3" providerId="AD" clId="Web-{D92FEA29-11CC-EB5B-0D0E-B13FAF074234}" dt="2023-07-12T15:54:45.300" v="502"/>
        <pc:sldMkLst>
          <pc:docMk/>
          <pc:sldMk cId="1776905435" sldId="257"/>
        </pc:sldMkLst>
        <pc:spChg chg="add del mod">
          <ac:chgData name="Cai, Jianing (jc2ry)" userId="S::jc2ry@virginia.edu::3eb8c475-cb9e-4e33-8bb6-1bbdb68e17e3" providerId="AD" clId="Web-{D92FEA29-11CC-EB5B-0D0E-B13FAF074234}" dt="2023-07-12T15:54:45.300" v="502"/>
          <ac:spMkLst>
            <pc:docMk/>
            <pc:sldMk cId="1776905435" sldId="257"/>
            <ac:spMk id="6" creationId="{4E3F5454-5C1F-A258-7068-F3ACB57B4229}"/>
          </ac:spMkLst>
        </pc:spChg>
      </pc:sldChg>
      <pc:sldChg chg="modSp">
        <pc:chgData name="Cai, Jianing (jc2ry)" userId="S::jc2ry@virginia.edu::3eb8c475-cb9e-4e33-8bb6-1bbdb68e17e3" providerId="AD" clId="Web-{D92FEA29-11CC-EB5B-0D0E-B13FAF074234}" dt="2023-07-12T14:11:14.848" v="43" actId="20577"/>
        <pc:sldMkLst>
          <pc:docMk/>
          <pc:sldMk cId="2440686047" sldId="261"/>
        </pc:sldMkLst>
        <pc:spChg chg="mod">
          <ac:chgData name="Cai, Jianing (jc2ry)" userId="S::jc2ry@virginia.edu::3eb8c475-cb9e-4e33-8bb6-1bbdb68e17e3" providerId="AD" clId="Web-{D92FEA29-11CC-EB5B-0D0E-B13FAF074234}" dt="2023-07-12T14:10:59.566" v="41" actId="20577"/>
          <ac:spMkLst>
            <pc:docMk/>
            <pc:sldMk cId="2440686047" sldId="261"/>
            <ac:spMk id="2" creationId="{6CCD9D79-B581-B58D-0354-9E6BFA3CC488}"/>
          </ac:spMkLst>
        </pc:spChg>
        <pc:spChg chg="mod">
          <ac:chgData name="Cai, Jianing (jc2ry)" userId="S::jc2ry@virginia.edu::3eb8c475-cb9e-4e33-8bb6-1bbdb68e17e3" providerId="AD" clId="Web-{D92FEA29-11CC-EB5B-0D0E-B13FAF074234}" dt="2023-07-12T14:11:14.848" v="43" actId="20577"/>
          <ac:spMkLst>
            <pc:docMk/>
            <pc:sldMk cId="2440686047" sldId="261"/>
            <ac:spMk id="20" creationId="{3080B752-8274-FF2A-7BC4-94A57846978A}"/>
          </ac:spMkLst>
        </pc:spChg>
      </pc:sldChg>
      <pc:sldChg chg="modSp">
        <pc:chgData name="Cai, Jianing (jc2ry)" userId="S::jc2ry@virginia.edu::3eb8c475-cb9e-4e33-8bb6-1bbdb68e17e3" providerId="AD" clId="Web-{D92FEA29-11CC-EB5B-0D0E-B13FAF074234}" dt="2023-07-12T13:56:58.391" v="22" actId="20577"/>
        <pc:sldMkLst>
          <pc:docMk/>
          <pc:sldMk cId="637733739" sldId="267"/>
        </pc:sldMkLst>
        <pc:spChg chg="mod">
          <ac:chgData name="Cai, Jianing (jc2ry)" userId="S::jc2ry@virginia.edu::3eb8c475-cb9e-4e33-8bb6-1bbdb68e17e3" providerId="AD" clId="Web-{D92FEA29-11CC-EB5B-0D0E-B13FAF074234}" dt="2023-07-12T13:56:58.391" v="22" actId="20577"/>
          <ac:spMkLst>
            <pc:docMk/>
            <pc:sldMk cId="637733739" sldId="267"/>
            <ac:spMk id="20" creationId="{3080B752-8274-FF2A-7BC4-94A57846978A}"/>
          </ac:spMkLst>
        </pc:spChg>
      </pc:sldChg>
      <pc:sldChg chg="del">
        <pc:chgData name="Cai, Jianing (jc2ry)" userId="S::jc2ry@virginia.edu::3eb8c475-cb9e-4e33-8bb6-1bbdb68e17e3" providerId="AD" clId="Web-{D92FEA29-11CC-EB5B-0D0E-B13FAF074234}" dt="2023-07-12T13:49:16.199" v="17"/>
        <pc:sldMkLst>
          <pc:docMk/>
          <pc:sldMk cId="3695139038" sldId="269"/>
        </pc:sldMkLst>
      </pc:sldChg>
      <pc:sldChg chg="mod modShow">
        <pc:chgData name="Cai, Jianing (jc2ry)" userId="S::jc2ry@virginia.edu::3eb8c475-cb9e-4e33-8bb6-1bbdb68e17e3" providerId="AD" clId="Web-{D92FEA29-11CC-EB5B-0D0E-B13FAF074234}" dt="2023-07-12T13:40:56.444" v="9"/>
        <pc:sldMkLst>
          <pc:docMk/>
          <pc:sldMk cId="3817464107" sldId="272"/>
        </pc:sldMkLst>
      </pc:sldChg>
      <pc:sldChg chg="mod modShow">
        <pc:chgData name="Cai, Jianing (jc2ry)" userId="S::jc2ry@virginia.edu::3eb8c475-cb9e-4e33-8bb6-1bbdb68e17e3" providerId="AD" clId="Web-{D92FEA29-11CC-EB5B-0D0E-B13FAF074234}" dt="2023-07-12T13:40:58.382" v="12"/>
        <pc:sldMkLst>
          <pc:docMk/>
          <pc:sldMk cId="769416256" sldId="273"/>
        </pc:sldMkLst>
      </pc:sldChg>
      <pc:sldChg chg="del">
        <pc:chgData name="Cai, Jianing (jc2ry)" userId="S::jc2ry@virginia.edu::3eb8c475-cb9e-4e33-8bb6-1bbdb68e17e3" providerId="AD" clId="Web-{D92FEA29-11CC-EB5B-0D0E-B13FAF074234}" dt="2023-07-12T13:51:04.188" v="18"/>
        <pc:sldMkLst>
          <pc:docMk/>
          <pc:sldMk cId="572620340" sldId="275"/>
        </pc:sldMkLst>
      </pc:sldChg>
      <pc:sldChg chg="mod modShow">
        <pc:chgData name="Cai, Jianing (jc2ry)" userId="S::jc2ry@virginia.edu::3eb8c475-cb9e-4e33-8bb6-1bbdb68e17e3" providerId="AD" clId="Web-{D92FEA29-11CC-EB5B-0D0E-B13FAF074234}" dt="2023-07-12T13:40:57.507" v="11"/>
        <pc:sldMkLst>
          <pc:docMk/>
          <pc:sldMk cId="927673754" sldId="278"/>
        </pc:sldMkLst>
      </pc:sldChg>
      <pc:sldChg chg="mod modShow">
        <pc:chgData name="Cai, Jianing (jc2ry)" userId="S::jc2ry@virginia.edu::3eb8c475-cb9e-4e33-8bb6-1bbdb68e17e3" providerId="AD" clId="Web-{D92FEA29-11CC-EB5B-0D0E-B13FAF074234}" dt="2023-07-12T13:40:56.788" v="10"/>
        <pc:sldMkLst>
          <pc:docMk/>
          <pc:sldMk cId="911232868" sldId="279"/>
        </pc:sldMkLst>
      </pc:sldChg>
      <pc:sldChg chg="modSp">
        <pc:chgData name="Cai, Jianing (jc2ry)" userId="S::jc2ry@virginia.edu::3eb8c475-cb9e-4e33-8bb6-1bbdb68e17e3" providerId="AD" clId="Web-{D92FEA29-11CC-EB5B-0D0E-B13FAF074234}" dt="2023-07-12T15:48:43.224" v="490" actId="14100"/>
        <pc:sldMkLst>
          <pc:docMk/>
          <pc:sldMk cId="2015014807" sldId="286"/>
        </pc:sldMkLst>
        <pc:spChg chg="mod">
          <ac:chgData name="Cai, Jianing (jc2ry)" userId="S::jc2ry@virginia.edu::3eb8c475-cb9e-4e33-8bb6-1bbdb68e17e3" providerId="AD" clId="Web-{D92FEA29-11CC-EB5B-0D0E-B13FAF074234}" dt="2023-07-12T15:48:11.411" v="480" actId="1076"/>
          <ac:spMkLst>
            <pc:docMk/>
            <pc:sldMk cId="2015014807" sldId="286"/>
            <ac:spMk id="2" creationId="{6CCD9D79-B581-B58D-0354-9E6BFA3CC488}"/>
          </ac:spMkLst>
        </pc:spChg>
        <pc:spChg chg="mod">
          <ac:chgData name="Cai, Jianing (jc2ry)" userId="S::jc2ry@virginia.edu::3eb8c475-cb9e-4e33-8bb6-1bbdb68e17e3" providerId="AD" clId="Web-{D92FEA29-11CC-EB5B-0D0E-B13FAF074234}" dt="2023-07-12T15:48:43.224" v="490" actId="14100"/>
          <ac:spMkLst>
            <pc:docMk/>
            <pc:sldMk cId="2015014807" sldId="286"/>
            <ac:spMk id="20" creationId="{3080B752-8274-FF2A-7BC4-94A57846978A}"/>
          </ac:spMkLst>
        </pc:spChg>
      </pc:sldChg>
      <pc:sldChg chg="modSp delCm modCm">
        <pc:chgData name="Cai, Jianing (jc2ry)" userId="S::jc2ry@virginia.edu::3eb8c475-cb9e-4e33-8bb6-1bbdb68e17e3" providerId="AD" clId="Web-{D92FEA29-11CC-EB5B-0D0E-B13FAF074234}" dt="2023-07-12T15:49:57.962" v="498" actId="1076"/>
        <pc:sldMkLst>
          <pc:docMk/>
          <pc:sldMk cId="794762532" sldId="290"/>
        </pc:sldMkLst>
        <pc:spChg chg="mod">
          <ac:chgData name="Cai, Jianing (jc2ry)" userId="S::jc2ry@virginia.edu::3eb8c475-cb9e-4e33-8bb6-1bbdb68e17e3" providerId="AD" clId="Web-{D92FEA29-11CC-EB5B-0D0E-B13FAF074234}" dt="2023-07-12T15:49:57.962" v="498" actId="1076"/>
          <ac:spMkLst>
            <pc:docMk/>
            <pc:sldMk cId="794762532" sldId="290"/>
            <ac:spMk id="2" creationId="{6CCD9D79-B581-B58D-0354-9E6BFA3CC488}"/>
          </ac:spMkLst>
        </pc:spChg>
        <pc:spChg chg="mod">
          <ac:chgData name="Cai, Jianing (jc2ry)" userId="S::jc2ry@virginia.edu::3eb8c475-cb9e-4e33-8bb6-1bbdb68e17e3" providerId="AD" clId="Web-{D92FEA29-11CC-EB5B-0D0E-B13FAF074234}" dt="2023-07-12T15:49:42.617" v="497" actId="1076"/>
          <ac:spMkLst>
            <pc:docMk/>
            <pc:sldMk cId="794762532" sldId="290"/>
            <ac:spMk id="5" creationId="{4B57E253-96CE-9DF1-EE2E-32926DB2994D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del mod">
              <pc226:chgData name="Cai, Jianing (jc2ry)" userId="S::jc2ry@virginia.edu::3eb8c475-cb9e-4e33-8bb6-1bbdb68e17e3" providerId="AD" clId="Web-{D92FEA29-11CC-EB5B-0D0E-B13FAF074234}" dt="2023-07-12T15:49:06.835" v="491"/>
              <pc2:cmMkLst xmlns:pc2="http://schemas.microsoft.com/office/powerpoint/2019/9/main/command">
                <pc:docMk/>
                <pc:sldMk cId="794762532" sldId="290"/>
                <pc2:cmMk id="{C3BBB4BB-0904-4373-9BDC-48175426D6F9}"/>
              </pc2:cmMkLst>
            </pc226:cmChg>
          </p:ext>
        </pc:extLst>
      </pc:sldChg>
      <pc:sldChg chg="ord">
        <pc:chgData name="Cai, Jianing (jc2ry)" userId="S::jc2ry@virginia.edu::3eb8c475-cb9e-4e33-8bb6-1bbdb68e17e3" providerId="AD" clId="Web-{D92FEA29-11CC-EB5B-0D0E-B13FAF074234}" dt="2023-07-12T13:39:03.502" v="8"/>
        <pc:sldMkLst>
          <pc:docMk/>
          <pc:sldMk cId="2836740793" sldId="291"/>
        </pc:sldMkLst>
      </pc:sldChg>
      <pc:sldChg chg="modSp">
        <pc:chgData name="Cai, Jianing (jc2ry)" userId="S::jc2ry@virginia.edu::3eb8c475-cb9e-4e33-8bb6-1bbdb68e17e3" providerId="AD" clId="Web-{D92FEA29-11CC-EB5B-0D0E-B13FAF074234}" dt="2023-07-12T15:09:33.123" v="298" actId="1076"/>
        <pc:sldMkLst>
          <pc:docMk/>
          <pc:sldMk cId="2564838282" sldId="293"/>
        </pc:sldMkLst>
        <pc:spChg chg="mod">
          <ac:chgData name="Cai, Jianing (jc2ry)" userId="S::jc2ry@virginia.edu::3eb8c475-cb9e-4e33-8bb6-1bbdb68e17e3" providerId="AD" clId="Web-{D92FEA29-11CC-EB5B-0D0E-B13FAF074234}" dt="2023-07-12T15:09:33.123" v="298" actId="1076"/>
          <ac:spMkLst>
            <pc:docMk/>
            <pc:sldMk cId="2564838282" sldId="293"/>
            <ac:spMk id="2" creationId="{6CCD9D79-B581-B58D-0354-9E6BFA3CC488}"/>
          </ac:spMkLst>
        </pc:spChg>
        <pc:spChg chg="mod">
          <ac:chgData name="Cai, Jianing (jc2ry)" userId="S::jc2ry@virginia.edu::3eb8c475-cb9e-4e33-8bb6-1bbdb68e17e3" providerId="AD" clId="Web-{D92FEA29-11CC-EB5B-0D0E-B13FAF074234}" dt="2023-07-12T15:09:30.623" v="297" actId="1076"/>
          <ac:spMkLst>
            <pc:docMk/>
            <pc:sldMk cId="2564838282" sldId="293"/>
            <ac:spMk id="20" creationId="{3080B752-8274-FF2A-7BC4-94A57846978A}"/>
          </ac:spMkLst>
        </pc:spChg>
      </pc:sldChg>
      <pc:sldChg chg="modSp">
        <pc:chgData name="Cai, Jianing (jc2ry)" userId="S::jc2ry@virginia.edu::3eb8c475-cb9e-4e33-8bb6-1bbdb68e17e3" providerId="AD" clId="Web-{D92FEA29-11CC-EB5B-0D0E-B13FAF074234}" dt="2023-07-12T13:51:34.721" v="20" actId="20577"/>
        <pc:sldMkLst>
          <pc:docMk/>
          <pc:sldMk cId="1347246161" sldId="294"/>
        </pc:sldMkLst>
        <pc:spChg chg="mod">
          <ac:chgData name="Cai, Jianing (jc2ry)" userId="S::jc2ry@virginia.edu::3eb8c475-cb9e-4e33-8bb6-1bbdb68e17e3" providerId="AD" clId="Web-{D92FEA29-11CC-EB5B-0D0E-B13FAF074234}" dt="2023-07-12T13:51:34.721" v="20" actId="20577"/>
          <ac:spMkLst>
            <pc:docMk/>
            <pc:sldMk cId="1347246161" sldId="294"/>
            <ac:spMk id="2" creationId="{658DC28B-14C3-9113-ADB5-CBB38BE89E9C}"/>
          </ac:spMkLst>
        </pc:spChg>
      </pc:sldChg>
      <pc:sldChg chg="modSp">
        <pc:chgData name="Cai, Jianing (jc2ry)" userId="S::jc2ry@virginia.edu::3eb8c475-cb9e-4e33-8bb6-1bbdb68e17e3" providerId="AD" clId="Web-{D92FEA29-11CC-EB5B-0D0E-B13FAF074234}" dt="2023-07-12T13:51:25.674" v="19" actId="20577"/>
        <pc:sldMkLst>
          <pc:docMk/>
          <pc:sldMk cId="2510184360" sldId="295"/>
        </pc:sldMkLst>
        <pc:spChg chg="mod">
          <ac:chgData name="Cai, Jianing (jc2ry)" userId="S::jc2ry@virginia.edu::3eb8c475-cb9e-4e33-8bb6-1bbdb68e17e3" providerId="AD" clId="Web-{D92FEA29-11CC-EB5B-0D0E-B13FAF074234}" dt="2023-07-12T13:51:25.674" v="19" actId="20577"/>
          <ac:spMkLst>
            <pc:docMk/>
            <pc:sldMk cId="2510184360" sldId="295"/>
            <ac:spMk id="2" creationId="{CC61F88D-6D05-FA5E-917E-419D15A2FB3C}"/>
          </ac:spMkLst>
        </pc:spChg>
      </pc:sldChg>
      <pc:sldChg chg="modSp del">
        <pc:chgData name="Cai, Jianing (jc2ry)" userId="S::jc2ry@virginia.edu::3eb8c475-cb9e-4e33-8bb6-1bbdb68e17e3" providerId="AD" clId="Web-{D92FEA29-11CC-EB5B-0D0E-B13FAF074234}" dt="2023-07-12T14:45:24.281" v="154"/>
        <pc:sldMkLst>
          <pc:docMk/>
          <pc:sldMk cId="3521455868" sldId="296"/>
        </pc:sldMkLst>
        <pc:spChg chg="mod">
          <ac:chgData name="Cai, Jianing (jc2ry)" userId="S::jc2ry@virginia.edu::3eb8c475-cb9e-4e33-8bb6-1bbdb68e17e3" providerId="AD" clId="Web-{D92FEA29-11CC-EB5B-0D0E-B13FAF074234}" dt="2023-07-12T14:44:53.140" v="146" actId="20577"/>
          <ac:spMkLst>
            <pc:docMk/>
            <pc:sldMk cId="3521455868" sldId="296"/>
            <ac:spMk id="3" creationId="{97F0E432-6032-DB46-551B-30E9E60CAEB8}"/>
          </ac:spMkLst>
        </pc:spChg>
      </pc:sldChg>
      <pc:sldChg chg="modSp">
        <pc:chgData name="Cai, Jianing (jc2ry)" userId="S::jc2ry@virginia.edu::3eb8c475-cb9e-4e33-8bb6-1bbdb68e17e3" providerId="AD" clId="Web-{D92FEA29-11CC-EB5B-0D0E-B13FAF074234}" dt="2023-07-12T14:00:55.307" v="40" actId="20577"/>
        <pc:sldMkLst>
          <pc:docMk/>
          <pc:sldMk cId="2843307357" sldId="297"/>
        </pc:sldMkLst>
        <pc:spChg chg="mod">
          <ac:chgData name="Cai, Jianing (jc2ry)" userId="S::jc2ry@virginia.edu::3eb8c475-cb9e-4e33-8bb6-1bbdb68e17e3" providerId="AD" clId="Web-{D92FEA29-11CC-EB5B-0D0E-B13FAF074234}" dt="2023-07-12T14:00:55.307" v="40" actId="20577"/>
          <ac:spMkLst>
            <pc:docMk/>
            <pc:sldMk cId="2843307357" sldId="297"/>
            <ac:spMk id="3" creationId="{C66CFB25-6E43-4717-2C25-3F727174F485}"/>
          </ac:spMkLst>
        </pc:spChg>
      </pc:sldChg>
      <pc:sldChg chg="addSp delSp modSp del">
        <pc:chgData name="Cai, Jianing (jc2ry)" userId="S::jc2ry@virginia.edu::3eb8c475-cb9e-4e33-8bb6-1bbdb68e17e3" providerId="AD" clId="Web-{D92FEA29-11CC-EB5B-0D0E-B13FAF074234}" dt="2023-07-12T14:53:53.782" v="191"/>
        <pc:sldMkLst>
          <pc:docMk/>
          <pc:sldMk cId="2985702588" sldId="302"/>
        </pc:sldMkLst>
        <pc:spChg chg="del">
          <ac:chgData name="Cai, Jianing (jc2ry)" userId="S::jc2ry@virginia.edu::3eb8c475-cb9e-4e33-8bb6-1bbdb68e17e3" providerId="AD" clId="Web-{D92FEA29-11CC-EB5B-0D0E-B13FAF074234}" dt="2023-07-12T14:49:56.462" v="181"/>
          <ac:spMkLst>
            <pc:docMk/>
            <pc:sldMk cId="2985702588" sldId="302"/>
            <ac:spMk id="2" creationId="{D2CF456C-FBA7-D15C-E010-E0FC56AFA0D9}"/>
          </ac:spMkLst>
        </pc:spChg>
        <pc:spChg chg="del">
          <ac:chgData name="Cai, Jianing (jc2ry)" userId="S::jc2ry@virginia.edu::3eb8c475-cb9e-4e33-8bb6-1bbdb68e17e3" providerId="AD" clId="Web-{D92FEA29-11CC-EB5B-0D0E-B13FAF074234}" dt="2023-07-12T14:48:38.147" v="172"/>
          <ac:spMkLst>
            <pc:docMk/>
            <pc:sldMk cId="2985702588" sldId="302"/>
            <ac:spMk id="3" creationId="{4F9ACA69-3F5A-1C60-BC0F-0E5CBEFE3FBE}"/>
          </ac:spMkLst>
        </pc:spChg>
        <pc:spChg chg="add del mod">
          <ac:chgData name="Cai, Jianing (jc2ry)" userId="S::jc2ry@virginia.edu::3eb8c475-cb9e-4e33-8bb6-1bbdb68e17e3" providerId="AD" clId="Web-{D92FEA29-11CC-EB5B-0D0E-B13FAF074234}" dt="2023-07-12T14:49:44.821" v="176"/>
          <ac:spMkLst>
            <pc:docMk/>
            <pc:sldMk cId="2985702588" sldId="302"/>
            <ac:spMk id="8" creationId="{19082BEE-685F-379A-F76D-EA3A01505BDA}"/>
          </ac:spMkLst>
        </pc:spChg>
        <pc:picChg chg="add del mod ord">
          <ac:chgData name="Cai, Jianing (jc2ry)" userId="S::jc2ry@virginia.edu::3eb8c475-cb9e-4e33-8bb6-1bbdb68e17e3" providerId="AD" clId="Web-{D92FEA29-11CC-EB5B-0D0E-B13FAF074234}" dt="2023-07-12T14:49:36.617" v="174"/>
          <ac:picMkLst>
            <pc:docMk/>
            <pc:sldMk cId="2985702588" sldId="302"/>
            <ac:picMk id="5" creationId="{73F36FBA-7CD2-B198-3F5C-F5AA855DB0F2}"/>
          </ac:picMkLst>
        </pc:picChg>
        <pc:picChg chg="add mod">
          <ac:chgData name="Cai, Jianing (jc2ry)" userId="S::jc2ry@virginia.edu::3eb8c475-cb9e-4e33-8bb6-1bbdb68e17e3" providerId="AD" clId="Web-{D92FEA29-11CC-EB5B-0D0E-B13FAF074234}" dt="2023-07-12T14:50:05.775" v="184" actId="14100"/>
          <ac:picMkLst>
            <pc:docMk/>
            <pc:sldMk cId="2985702588" sldId="302"/>
            <ac:picMk id="6" creationId="{FD201D31-CAC0-C50F-812B-859B15416195}"/>
          </ac:picMkLst>
        </pc:picChg>
      </pc:sldChg>
      <pc:sldChg chg="modSp add replId">
        <pc:chgData name="Cai, Jianing (jc2ry)" userId="S::jc2ry@virginia.edu::3eb8c475-cb9e-4e33-8bb6-1bbdb68e17e3" providerId="AD" clId="Web-{D92FEA29-11CC-EB5B-0D0E-B13FAF074234}" dt="2023-07-12T14:46:43.190" v="171" actId="20577"/>
        <pc:sldMkLst>
          <pc:docMk/>
          <pc:sldMk cId="799235816" sldId="304"/>
        </pc:sldMkLst>
        <pc:spChg chg="mod">
          <ac:chgData name="Cai, Jianing (jc2ry)" userId="S::jc2ry@virginia.edu::3eb8c475-cb9e-4e33-8bb6-1bbdb68e17e3" providerId="AD" clId="Web-{D92FEA29-11CC-EB5B-0D0E-B13FAF074234}" dt="2023-07-12T14:45:14.953" v="149" actId="20577"/>
          <ac:spMkLst>
            <pc:docMk/>
            <pc:sldMk cId="799235816" sldId="304"/>
            <ac:spMk id="2" creationId="{B6D9DC2C-8DB2-4F30-7811-48862A2B1140}"/>
          </ac:spMkLst>
        </pc:spChg>
        <pc:spChg chg="mod">
          <ac:chgData name="Cai, Jianing (jc2ry)" userId="S::jc2ry@virginia.edu::3eb8c475-cb9e-4e33-8bb6-1bbdb68e17e3" providerId="AD" clId="Web-{D92FEA29-11CC-EB5B-0D0E-B13FAF074234}" dt="2023-07-12T14:46:43.190" v="171" actId="20577"/>
          <ac:spMkLst>
            <pc:docMk/>
            <pc:sldMk cId="799235816" sldId="304"/>
            <ac:spMk id="3" creationId="{6DAAC72D-6444-480D-EEF2-23BBE2174EE1}"/>
          </ac:spMkLst>
        </pc:spChg>
      </pc:sldChg>
      <pc:sldChg chg="addSp delSp modSp add replId">
        <pc:chgData name="Cai, Jianing (jc2ry)" userId="S::jc2ry@virginia.edu::3eb8c475-cb9e-4e33-8bb6-1bbdb68e17e3" providerId="AD" clId="Web-{D92FEA29-11CC-EB5B-0D0E-B13FAF074234}" dt="2023-07-12T15:45:46.281" v="466" actId="20577"/>
        <pc:sldMkLst>
          <pc:docMk/>
          <pc:sldMk cId="2961912081" sldId="305"/>
        </pc:sldMkLst>
        <pc:spChg chg="del">
          <ac:chgData name="Cai, Jianing (jc2ry)" userId="S::jc2ry@virginia.edu::3eb8c475-cb9e-4e33-8bb6-1bbdb68e17e3" providerId="AD" clId="Web-{D92FEA29-11CC-EB5B-0D0E-B13FAF074234}" dt="2023-07-12T14:53:43.453" v="186"/>
          <ac:spMkLst>
            <pc:docMk/>
            <pc:sldMk cId="2961912081" sldId="305"/>
            <ac:spMk id="2" creationId="{B6D9DC2C-8DB2-4F30-7811-48862A2B1140}"/>
          </ac:spMkLst>
        </pc:spChg>
        <pc:spChg chg="add mod">
          <ac:chgData name="Cai, Jianing (jc2ry)" userId="S::jc2ry@virginia.edu::3eb8c475-cb9e-4e33-8bb6-1bbdb68e17e3" providerId="AD" clId="Web-{D92FEA29-11CC-EB5B-0D0E-B13FAF074234}" dt="2023-07-12T15:45:46.281" v="466" actId="20577"/>
          <ac:spMkLst>
            <pc:docMk/>
            <pc:sldMk cId="2961912081" sldId="305"/>
            <ac:spMk id="3" creationId="{05F00764-C307-0DA2-A5F2-FE091483DD82}"/>
          </ac:spMkLst>
        </pc:spChg>
        <pc:spChg chg="del">
          <ac:chgData name="Cai, Jianing (jc2ry)" userId="S::jc2ry@virginia.edu::3eb8c475-cb9e-4e33-8bb6-1bbdb68e17e3" providerId="AD" clId="Web-{D92FEA29-11CC-EB5B-0D0E-B13FAF074234}" dt="2023-07-12T14:53:44.938" v="187"/>
          <ac:spMkLst>
            <pc:docMk/>
            <pc:sldMk cId="2961912081" sldId="305"/>
            <ac:spMk id="3" creationId="{6DAAC72D-6444-480D-EEF2-23BBE2174EE1}"/>
          </ac:spMkLst>
        </pc:spChg>
        <pc:spChg chg="add del mod">
          <ac:chgData name="Cai, Jianing (jc2ry)" userId="S::jc2ry@virginia.edu::3eb8c475-cb9e-4e33-8bb6-1bbdb68e17e3" providerId="AD" clId="Web-{D92FEA29-11CC-EB5B-0D0E-B13FAF074234}" dt="2023-07-12T14:53:49.563" v="189"/>
          <ac:spMkLst>
            <pc:docMk/>
            <pc:sldMk cId="2961912081" sldId="305"/>
            <ac:spMk id="7" creationId="{B3CEF58C-CC49-C633-C136-60155B7F8EBA}"/>
          </ac:spMkLst>
        </pc:spChg>
        <pc:spChg chg="add del mod">
          <ac:chgData name="Cai, Jianing (jc2ry)" userId="S::jc2ry@virginia.edu::3eb8c475-cb9e-4e33-8bb6-1bbdb68e17e3" providerId="AD" clId="Web-{D92FEA29-11CC-EB5B-0D0E-B13FAF074234}" dt="2023-07-12T14:53:53.750" v="190"/>
          <ac:spMkLst>
            <pc:docMk/>
            <pc:sldMk cId="2961912081" sldId="305"/>
            <ac:spMk id="9" creationId="{FBD8405F-505E-62BD-5E18-6B8BA074C0F1}"/>
          </ac:spMkLst>
        </pc:spChg>
        <pc:picChg chg="add mod">
          <ac:chgData name="Cai, Jianing (jc2ry)" userId="S::jc2ry@virginia.edu::3eb8c475-cb9e-4e33-8bb6-1bbdb68e17e3" providerId="AD" clId="Web-{D92FEA29-11CC-EB5B-0D0E-B13FAF074234}" dt="2023-07-12T15:37:17.294" v="361" actId="1076"/>
          <ac:picMkLst>
            <pc:docMk/>
            <pc:sldMk cId="2961912081" sldId="305"/>
            <ac:picMk id="11" creationId="{68E8C8CD-EAC8-BDB1-1FC5-48BC9D56BB5D}"/>
          </ac:picMkLst>
        </pc:picChg>
      </pc:sldChg>
      <pc:sldChg chg="modSp add replId">
        <pc:chgData name="Cai, Jianing (jc2ry)" userId="S::jc2ry@virginia.edu::3eb8c475-cb9e-4e33-8bb6-1bbdb68e17e3" providerId="AD" clId="Web-{D92FEA29-11CC-EB5B-0D0E-B13FAF074234}" dt="2023-07-12T15:54:24.815" v="500" actId="1076"/>
        <pc:sldMkLst>
          <pc:docMk/>
          <pc:sldMk cId="820575546" sldId="306"/>
        </pc:sldMkLst>
        <pc:spChg chg="mod">
          <ac:chgData name="Cai, Jianing (jc2ry)" userId="S::jc2ry@virginia.edu::3eb8c475-cb9e-4e33-8bb6-1bbdb68e17e3" providerId="AD" clId="Web-{D92FEA29-11CC-EB5B-0D0E-B13FAF074234}" dt="2023-07-12T15:54:24.815" v="500" actId="1076"/>
          <ac:spMkLst>
            <pc:docMk/>
            <pc:sldMk cId="820575546" sldId="306"/>
            <ac:spMk id="2" creationId="{B6D9DC2C-8DB2-4F30-7811-48862A2B1140}"/>
          </ac:spMkLst>
        </pc:spChg>
        <pc:spChg chg="mod">
          <ac:chgData name="Cai, Jianing (jc2ry)" userId="S::jc2ry@virginia.edu::3eb8c475-cb9e-4e33-8bb6-1bbdb68e17e3" providerId="AD" clId="Web-{D92FEA29-11CC-EB5B-0D0E-B13FAF074234}" dt="2023-07-12T15:54:19.518" v="499" actId="1076"/>
          <ac:spMkLst>
            <pc:docMk/>
            <pc:sldMk cId="820575546" sldId="306"/>
            <ac:spMk id="3" creationId="{6DAAC72D-6444-480D-EEF2-23BBE2174EE1}"/>
          </ac:spMkLst>
        </pc:spChg>
      </pc:sldChg>
    </pc:docChg>
  </pc:docChgLst>
  <pc:docChgLst>
    <pc:chgData name="Marijke van der Geer" userId="S::mvandergeer0853_sdsu.edu#ext#@myuva.onmicrosoft.com::292b19e6-28e4-4adb-9813-3fd544a69f93" providerId="AD" clId="Web-{72297126-B076-40ED-93E9-9DF287F4B039}"/>
    <pc:docChg chg="addSld delSld modSld sldOrd">
      <pc:chgData name="Marijke van der Geer" userId="S::mvandergeer0853_sdsu.edu#ext#@myuva.onmicrosoft.com::292b19e6-28e4-4adb-9813-3fd544a69f93" providerId="AD" clId="Web-{72297126-B076-40ED-93E9-9DF287F4B039}" dt="2023-07-12T13:53:21.466" v="227"/>
      <pc:docMkLst>
        <pc:docMk/>
      </pc:docMkLst>
      <pc:sldChg chg="del">
        <pc:chgData name="Marijke van der Geer" userId="S::mvandergeer0853_sdsu.edu#ext#@myuva.onmicrosoft.com::292b19e6-28e4-4adb-9813-3fd544a69f93" providerId="AD" clId="Web-{72297126-B076-40ED-93E9-9DF287F4B039}" dt="2023-07-12T13:30:56.380" v="3"/>
        <pc:sldMkLst>
          <pc:docMk/>
          <pc:sldMk cId="3559602542" sldId="259"/>
        </pc:sldMkLst>
      </pc:sldChg>
      <pc:sldChg chg="del">
        <pc:chgData name="Marijke van der Geer" userId="S::mvandergeer0853_sdsu.edu#ext#@myuva.onmicrosoft.com::292b19e6-28e4-4adb-9813-3fd544a69f93" providerId="AD" clId="Web-{72297126-B076-40ED-93E9-9DF287F4B039}" dt="2023-07-12T13:30:41.848" v="2"/>
        <pc:sldMkLst>
          <pc:docMk/>
          <pc:sldMk cId="702347936" sldId="260"/>
        </pc:sldMkLst>
      </pc:sldChg>
      <pc:sldChg chg="modSp">
        <pc:chgData name="Marijke van der Geer" userId="S::mvandergeer0853_sdsu.edu#ext#@myuva.onmicrosoft.com::292b19e6-28e4-4adb-9813-3fd544a69f93" providerId="AD" clId="Web-{72297126-B076-40ED-93E9-9DF287F4B039}" dt="2023-07-12T13:30:26.348" v="1" actId="20577"/>
        <pc:sldMkLst>
          <pc:docMk/>
          <pc:sldMk cId="2440686047" sldId="261"/>
        </pc:sldMkLst>
        <pc:spChg chg="mod">
          <ac:chgData name="Marijke van der Geer" userId="S::mvandergeer0853_sdsu.edu#ext#@myuva.onmicrosoft.com::292b19e6-28e4-4adb-9813-3fd544a69f93" providerId="AD" clId="Web-{72297126-B076-40ED-93E9-9DF287F4B039}" dt="2023-07-12T13:30:26.348" v="1" actId="20577"/>
          <ac:spMkLst>
            <pc:docMk/>
            <pc:sldMk cId="2440686047" sldId="261"/>
            <ac:spMk id="2" creationId="{6CCD9D79-B581-B58D-0354-9E6BFA3CC488}"/>
          </ac:spMkLst>
        </pc:spChg>
      </pc:sldChg>
      <pc:sldChg chg="modSp">
        <pc:chgData name="Marijke van der Geer" userId="S::mvandergeer0853_sdsu.edu#ext#@myuva.onmicrosoft.com::292b19e6-28e4-4adb-9813-3fd544a69f93" providerId="AD" clId="Web-{72297126-B076-40ED-93E9-9DF287F4B039}" dt="2023-07-12T13:31:17.459" v="11" actId="20577"/>
        <pc:sldMkLst>
          <pc:docMk/>
          <pc:sldMk cId="637733739" sldId="267"/>
        </pc:sldMkLst>
        <pc:spChg chg="mod">
          <ac:chgData name="Marijke van der Geer" userId="S::mvandergeer0853_sdsu.edu#ext#@myuva.onmicrosoft.com::292b19e6-28e4-4adb-9813-3fd544a69f93" providerId="AD" clId="Web-{72297126-B076-40ED-93E9-9DF287F4B039}" dt="2023-07-12T13:31:17.459" v="11" actId="20577"/>
          <ac:spMkLst>
            <pc:docMk/>
            <pc:sldMk cId="637733739" sldId="267"/>
            <ac:spMk id="2" creationId="{6CCD9D79-B581-B58D-0354-9E6BFA3CC488}"/>
          </ac:spMkLst>
        </pc:spChg>
      </pc:sldChg>
      <pc:sldChg chg="del">
        <pc:chgData name="Marijke van der Geer" userId="S::mvandergeer0853_sdsu.edu#ext#@myuva.onmicrosoft.com::292b19e6-28e4-4adb-9813-3fd544a69f93" providerId="AD" clId="Web-{72297126-B076-40ED-93E9-9DF287F4B039}" dt="2023-07-12T13:32:17.898" v="22"/>
        <pc:sldMkLst>
          <pc:docMk/>
          <pc:sldMk cId="80181313" sldId="268"/>
        </pc:sldMkLst>
      </pc:sldChg>
      <pc:sldChg chg="modSp mod modShow">
        <pc:chgData name="Marijke van der Geer" userId="S::mvandergeer0853_sdsu.edu#ext#@myuva.onmicrosoft.com::292b19e6-28e4-4adb-9813-3fd544a69f93" providerId="AD" clId="Web-{72297126-B076-40ED-93E9-9DF287F4B039}" dt="2023-07-12T13:37:32.079" v="83"/>
        <pc:sldMkLst>
          <pc:docMk/>
          <pc:sldMk cId="3695139038" sldId="269"/>
        </pc:sldMkLst>
        <pc:spChg chg="mod">
          <ac:chgData name="Marijke van der Geer" userId="S::mvandergeer0853_sdsu.edu#ext#@myuva.onmicrosoft.com::292b19e6-28e4-4adb-9813-3fd544a69f93" providerId="AD" clId="Web-{72297126-B076-40ED-93E9-9DF287F4B039}" dt="2023-07-12T13:31:26.834" v="13" actId="20577"/>
          <ac:spMkLst>
            <pc:docMk/>
            <pc:sldMk cId="3695139038" sldId="269"/>
            <ac:spMk id="2" creationId="{6CCD9D79-B581-B58D-0354-9E6BFA3CC488}"/>
          </ac:spMkLst>
        </pc:spChg>
      </pc:sldChg>
      <pc:sldChg chg="del mod modShow">
        <pc:chgData name="Marijke van der Geer" userId="S::mvandergeer0853_sdsu.edu#ext#@myuva.onmicrosoft.com::292b19e6-28e4-4adb-9813-3fd544a69f93" providerId="AD" clId="Web-{72297126-B076-40ED-93E9-9DF287F4B039}" dt="2023-07-12T13:49:00.162" v="168"/>
        <pc:sldMkLst>
          <pc:docMk/>
          <pc:sldMk cId="3051734558" sldId="270"/>
        </pc:sldMkLst>
      </pc:sldChg>
      <pc:sldChg chg="mod modShow">
        <pc:chgData name="Marijke van der Geer" userId="S::mvandergeer0853_sdsu.edu#ext#@myuva.onmicrosoft.com::292b19e6-28e4-4adb-9813-3fd544a69f93" providerId="AD" clId="Web-{72297126-B076-40ED-93E9-9DF287F4B039}" dt="2023-07-12T13:41:01.585" v="126"/>
        <pc:sldMkLst>
          <pc:docMk/>
          <pc:sldMk cId="1333186232" sldId="271"/>
        </pc:sldMkLst>
      </pc:sldChg>
      <pc:sldChg chg="del">
        <pc:chgData name="Marijke van der Geer" userId="S::mvandergeer0853_sdsu.edu#ext#@myuva.onmicrosoft.com::292b19e6-28e4-4adb-9813-3fd544a69f93" providerId="AD" clId="Web-{72297126-B076-40ED-93E9-9DF287F4B039}" dt="2023-07-12T13:49:04.381" v="170"/>
        <pc:sldMkLst>
          <pc:docMk/>
          <pc:sldMk cId="3817464107" sldId="272"/>
        </pc:sldMkLst>
      </pc:sldChg>
      <pc:sldChg chg="del">
        <pc:chgData name="Marijke van der Geer" userId="S::mvandergeer0853_sdsu.edu#ext#@myuva.onmicrosoft.com::292b19e6-28e4-4adb-9813-3fd544a69f93" providerId="AD" clId="Web-{72297126-B076-40ED-93E9-9DF287F4B039}" dt="2023-07-12T13:49:06.302" v="171"/>
        <pc:sldMkLst>
          <pc:docMk/>
          <pc:sldMk cId="769416256" sldId="273"/>
        </pc:sldMkLst>
      </pc:sldChg>
      <pc:sldChg chg="mod modShow">
        <pc:chgData name="Marijke van der Geer" userId="S::mvandergeer0853_sdsu.edu#ext#@myuva.onmicrosoft.com::292b19e6-28e4-4adb-9813-3fd544a69f93" providerId="AD" clId="Web-{72297126-B076-40ED-93E9-9DF287F4B039}" dt="2023-07-12T13:31:52.928" v="21"/>
        <pc:sldMkLst>
          <pc:docMk/>
          <pc:sldMk cId="572620340" sldId="275"/>
        </pc:sldMkLst>
      </pc:sldChg>
      <pc:sldChg chg="del">
        <pc:chgData name="Marijke van der Geer" userId="S::mvandergeer0853_sdsu.edu#ext#@myuva.onmicrosoft.com::292b19e6-28e4-4adb-9813-3fd544a69f93" providerId="AD" clId="Web-{72297126-B076-40ED-93E9-9DF287F4B039}" dt="2023-07-12T13:49:02.787" v="169"/>
        <pc:sldMkLst>
          <pc:docMk/>
          <pc:sldMk cId="927673754" sldId="278"/>
        </pc:sldMkLst>
      </pc:sldChg>
      <pc:sldChg chg="del">
        <pc:chgData name="Marijke van der Geer" userId="S::mvandergeer0853_sdsu.edu#ext#@myuva.onmicrosoft.com::292b19e6-28e4-4adb-9813-3fd544a69f93" providerId="AD" clId="Web-{72297126-B076-40ED-93E9-9DF287F4B039}" dt="2023-07-12T13:49:08.068" v="172"/>
        <pc:sldMkLst>
          <pc:docMk/>
          <pc:sldMk cId="911232868" sldId="279"/>
        </pc:sldMkLst>
      </pc:sldChg>
      <pc:sldChg chg="modNotes">
        <pc:chgData name="Marijke van der Geer" userId="S::mvandergeer0853_sdsu.edu#ext#@myuva.onmicrosoft.com::292b19e6-28e4-4adb-9813-3fd544a69f93" providerId="AD" clId="Web-{72297126-B076-40ED-93E9-9DF287F4B039}" dt="2023-07-12T13:52:24.496" v="226"/>
        <pc:sldMkLst>
          <pc:docMk/>
          <pc:sldMk cId="1835412385" sldId="287"/>
        </pc:sldMkLst>
      </pc:sldChg>
      <pc:sldChg chg="modSp del">
        <pc:chgData name="Marijke van der Geer" userId="S::mvandergeer0853_sdsu.edu#ext#@myuva.onmicrosoft.com::292b19e6-28e4-4adb-9813-3fd544a69f93" providerId="AD" clId="Web-{72297126-B076-40ED-93E9-9DF287F4B039}" dt="2023-07-12T13:51:18.806" v="207"/>
        <pc:sldMkLst>
          <pc:docMk/>
          <pc:sldMk cId="1416731161" sldId="289"/>
        </pc:sldMkLst>
        <pc:spChg chg="mod">
          <ac:chgData name="Marijke van der Geer" userId="S::mvandergeer0853_sdsu.edu#ext#@myuva.onmicrosoft.com::292b19e6-28e4-4adb-9813-3fd544a69f93" providerId="AD" clId="Web-{72297126-B076-40ED-93E9-9DF287F4B039}" dt="2023-07-12T13:31:42.647" v="20" actId="20577"/>
          <ac:spMkLst>
            <pc:docMk/>
            <pc:sldMk cId="1416731161" sldId="289"/>
            <ac:spMk id="2" creationId="{6CCD9D79-B581-B58D-0354-9E6BFA3CC488}"/>
          </ac:spMkLst>
        </pc:spChg>
      </pc:sldChg>
      <pc:sldChg chg="modSp ord modCm">
        <pc:chgData name="Marijke van der Geer" userId="S::mvandergeer0853_sdsu.edu#ext#@myuva.onmicrosoft.com::292b19e6-28e4-4adb-9813-3fd544a69f93" providerId="AD" clId="Web-{72297126-B076-40ED-93E9-9DF287F4B039}" dt="2023-07-12T13:34:44.887" v="82"/>
        <pc:sldMkLst>
          <pc:docMk/>
          <pc:sldMk cId="794762532" sldId="290"/>
        </pc:sldMkLst>
        <pc:spChg chg="mod">
          <ac:chgData name="Marijke van der Geer" userId="S::mvandergeer0853_sdsu.edu#ext#@myuva.onmicrosoft.com::292b19e6-28e4-4adb-9813-3fd544a69f93" providerId="AD" clId="Web-{72297126-B076-40ED-93E9-9DF287F4B039}" dt="2023-07-12T13:34:28.183" v="81" actId="20577"/>
          <ac:spMkLst>
            <pc:docMk/>
            <pc:sldMk cId="794762532" sldId="290"/>
            <ac:spMk id="5" creationId="{4B57E253-96CE-9DF1-EE2E-32926DB2994D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Marijke van der Geer" userId="S::mvandergeer0853_sdsu.edu#ext#@myuva.onmicrosoft.com::292b19e6-28e4-4adb-9813-3fd544a69f93" providerId="AD" clId="Web-{72297126-B076-40ED-93E9-9DF287F4B039}" dt="2023-07-12T13:34:26.214" v="80" actId="20577"/>
              <pc2:cmMkLst xmlns:pc2="http://schemas.microsoft.com/office/powerpoint/2019/9/main/command">
                <pc:docMk/>
                <pc:sldMk cId="794762532" sldId="290"/>
                <pc2:cmMk id="{C3BBB4BB-0904-4373-9BDC-48175426D6F9}"/>
              </pc2:cmMkLst>
            </pc226:cmChg>
          </p:ext>
        </pc:extLst>
      </pc:sldChg>
      <pc:sldChg chg="mod modShow">
        <pc:chgData name="Marijke van der Geer" userId="S::mvandergeer0853_sdsu.edu#ext#@myuva.onmicrosoft.com::292b19e6-28e4-4adb-9813-3fd544a69f93" providerId="AD" clId="Web-{72297126-B076-40ED-93E9-9DF287F4B039}" dt="2023-07-12T13:41:58.009" v="127"/>
        <pc:sldMkLst>
          <pc:docMk/>
          <pc:sldMk cId="2836740793" sldId="291"/>
        </pc:sldMkLst>
      </pc:sldChg>
      <pc:sldChg chg="modSp new">
        <pc:chgData name="Marijke van der Geer" userId="S::mvandergeer0853_sdsu.edu#ext#@myuva.onmicrosoft.com::292b19e6-28e4-4adb-9813-3fd544a69f93" providerId="AD" clId="Web-{72297126-B076-40ED-93E9-9DF287F4B039}" dt="2023-07-12T13:43:27.121" v="136" actId="14100"/>
        <pc:sldMkLst>
          <pc:docMk/>
          <pc:sldMk cId="1347246161" sldId="294"/>
        </pc:sldMkLst>
        <pc:spChg chg="mod">
          <ac:chgData name="Marijke van der Geer" userId="S::mvandergeer0853_sdsu.edu#ext#@myuva.onmicrosoft.com::292b19e6-28e4-4adb-9813-3fd544a69f93" providerId="AD" clId="Web-{72297126-B076-40ED-93E9-9DF287F4B039}" dt="2023-07-12T13:43:27.121" v="136" actId="14100"/>
          <ac:spMkLst>
            <pc:docMk/>
            <pc:sldMk cId="1347246161" sldId="294"/>
            <ac:spMk id="2" creationId="{658DC28B-14C3-9113-ADB5-CBB38BE89E9C}"/>
          </ac:spMkLst>
        </pc:spChg>
      </pc:sldChg>
      <pc:sldChg chg="modSp new">
        <pc:chgData name="Marijke van der Geer" userId="S::mvandergeer0853_sdsu.edu#ext#@myuva.onmicrosoft.com::292b19e6-28e4-4adb-9813-3fd544a69f93" providerId="AD" clId="Web-{72297126-B076-40ED-93E9-9DF287F4B039}" dt="2023-07-12T13:43:52.996" v="142" actId="1076"/>
        <pc:sldMkLst>
          <pc:docMk/>
          <pc:sldMk cId="2510184360" sldId="295"/>
        </pc:sldMkLst>
        <pc:spChg chg="mod">
          <ac:chgData name="Marijke van der Geer" userId="S::mvandergeer0853_sdsu.edu#ext#@myuva.onmicrosoft.com::292b19e6-28e4-4adb-9813-3fd544a69f93" providerId="AD" clId="Web-{72297126-B076-40ED-93E9-9DF287F4B039}" dt="2023-07-12T13:43:52.996" v="142" actId="1076"/>
          <ac:spMkLst>
            <pc:docMk/>
            <pc:sldMk cId="2510184360" sldId="295"/>
            <ac:spMk id="2" creationId="{CC61F88D-6D05-FA5E-917E-419D15A2FB3C}"/>
          </ac:spMkLst>
        </pc:spChg>
      </pc:sldChg>
      <pc:sldChg chg="modSp new">
        <pc:chgData name="Marijke van der Geer" userId="S::mvandergeer0853_sdsu.edu#ext#@myuva.onmicrosoft.com::292b19e6-28e4-4adb-9813-3fd544a69f93" providerId="AD" clId="Web-{72297126-B076-40ED-93E9-9DF287F4B039}" dt="2023-07-12T13:45:40.968" v="146" actId="20577"/>
        <pc:sldMkLst>
          <pc:docMk/>
          <pc:sldMk cId="3521455868" sldId="296"/>
        </pc:sldMkLst>
        <pc:spChg chg="mod">
          <ac:chgData name="Marijke van der Geer" userId="S::mvandergeer0853_sdsu.edu#ext#@myuva.onmicrosoft.com::292b19e6-28e4-4adb-9813-3fd544a69f93" providerId="AD" clId="Web-{72297126-B076-40ED-93E9-9DF287F4B039}" dt="2023-07-12T13:45:40.968" v="146" actId="20577"/>
          <ac:spMkLst>
            <pc:docMk/>
            <pc:sldMk cId="3521455868" sldId="296"/>
            <ac:spMk id="2" creationId="{37657AD9-CAB6-55FD-613A-8C48FCB334A7}"/>
          </ac:spMkLst>
        </pc:spChg>
      </pc:sldChg>
      <pc:sldChg chg="modSp new">
        <pc:chgData name="Marijke van der Geer" userId="S::mvandergeer0853_sdsu.edu#ext#@myuva.onmicrosoft.com::292b19e6-28e4-4adb-9813-3fd544a69f93" providerId="AD" clId="Web-{72297126-B076-40ED-93E9-9DF287F4B039}" dt="2023-07-12T13:46:44.001" v="163" actId="20577"/>
        <pc:sldMkLst>
          <pc:docMk/>
          <pc:sldMk cId="2843307357" sldId="297"/>
        </pc:sldMkLst>
        <pc:spChg chg="mod">
          <ac:chgData name="Marijke van der Geer" userId="S::mvandergeer0853_sdsu.edu#ext#@myuva.onmicrosoft.com::292b19e6-28e4-4adb-9813-3fd544a69f93" providerId="AD" clId="Web-{72297126-B076-40ED-93E9-9DF287F4B039}" dt="2023-07-12T13:46:19.844" v="161" actId="20577"/>
          <ac:spMkLst>
            <pc:docMk/>
            <pc:sldMk cId="2843307357" sldId="297"/>
            <ac:spMk id="2" creationId="{A29CC6E7-D7C5-6ABD-FBAA-921A8525082E}"/>
          </ac:spMkLst>
        </pc:spChg>
        <pc:spChg chg="mod">
          <ac:chgData name="Marijke van der Geer" userId="S::mvandergeer0853_sdsu.edu#ext#@myuva.onmicrosoft.com::292b19e6-28e4-4adb-9813-3fd544a69f93" providerId="AD" clId="Web-{72297126-B076-40ED-93E9-9DF287F4B039}" dt="2023-07-12T13:46:44.001" v="163" actId="20577"/>
          <ac:spMkLst>
            <pc:docMk/>
            <pc:sldMk cId="2843307357" sldId="297"/>
            <ac:spMk id="3" creationId="{C66CFB25-6E43-4717-2C25-3F727174F485}"/>
          </ac:spMkLst>
        </pc:spChg>
      </pc:sldChg>
      <pc:sldChg chg="modNotes">
        <pc:chgData name="Marijke van der Geer" userId="S::mvandergeer0853_sdsu.edu#ext#@myuva.onmicrosoft.com::292b19e6-28e4-4adb-9813-3fd544a69f93" providerId="AD" clId="Web-{72297126-B076-40ED-93E9-9DF287F4B039}" dt="2023-07-12T13:51:00.509" v="206"/>
        <pc:sldMkLst>
          <pc:docMk/>
          <pc:sldMk cId="1986971451" sldId="298"/>
        </pc:sldMkLst>
      </pc:sldChg>
      <pc:sldChg chg="del mod modShow">
        <pc:chgData name="Marijke van der Geer" userId="S::mvandergeer0853_sdsu.edu#ext#@myuva.onmicrosoft.com::292b19e6-28e4-4adb-9813-3fd544a69f93" providerId="AD" clId="Web-{72297126-B076-40ED-93E9-9DF287F4B039}" dt="2023-07-12T13:48:48.771" v="166"/>
        <pc:sldMkLst>
          <pc:docMk/>
          <pc:sldMk cId="1071496090" sldId="299"/>
        </pc:sldMkLst>
      </pc:sldChg>
      <pc:sldChg chg="del mod modShow">
        <pc:chgData name="Marijke van der Geer" userId="S::mvandergeer0853_sdsu.edu#ext#@myuva.onmicrosoft.com::292b19e6-28e4-4adb-9813-3fd544a69f93" providerId="AD" clId="Web-{72297126-B076-40ED-93E9-9DF287F4B039}" dt="2023-07-12T13:48:50.911" v="167"/>
        <pc:sldMkLst>
          <pc:docMk/>
          <pc:sldMk cId="3688912285" sldId="300"/>
        </pc:sldMkLst>
      </pc:sldChg>
      <pc:sldChg chg="new">
        <pc:chgData name="Marijke van der Geer" userId="S::mvandergeer0853_sdsu.edu#ext#@myuva.onmicrosoft.com::292b19e6-28e4-4adb-9813-3fd544a69f93" providerId="AD" clId="Web-{72297126-B076-40ED-93E9-9DF287F4B039}" dt="2023-07-12T13:53:21.466" v="227"/>
        <pc:sldMkLst>
          <pc:docMk/>
          <pc:sldMk cId="2985702588" sldId="302"/>
        </pc:sldMkLst>
      </pc:sldChg>
    </pc:docChg>
  </pc:docChgLst>
  <pc:docChgLst>
    <pc:chgData name="Goswami, Treena (gcm8gw)" userId="S::gcm8gw@virginia.edu::afcc7bf1-7561-4a4f-9f29-309f7a9f78d7" providerId="AD" clId="Web-{90ACD369-E951-151A-CA5D-C73823687BA0}"/>
    <pc:docChg chg="addSld modSld addMainMaster">
      <pc:chgData name="Goswami, Treena (gcm8gw)" userId="S::gcm8gw@virginia.edu::afcc7bf1-7561-4a4f-9f29-309f7a9f78d7" providerId="AD" clId="Web-{90ACD369-E951-151A-CA5D-C73823687BA0}" dt="2023-07-12T18:22:20.922" v="337"/>
      <pc:docMkLst>
        <pc:docMk/>
      </pc:docMkLst>
      <pc:sldChg chg="modSp">
        <pc:chgData name="Goswami, Treena (gcm8gw)" userId="S::gcm8gw@virginia.edu::afcc7bf1-7561-4a4f-9f29-309f7a9f78d7" providerId="AD" clId="Web-{90ACD369-E951-151A-CA5D-C73823687BA0}" dt="2023-07-12T17:37:00.688" v="101" actId="20577"/>
        <pc:sldMkLst>
          <pc:docMk/>
          <pc:sldMk cId="1776905435" sldId="257"/>
        </pc:sldMkLst>
        <pc:spChg chg="mod">
          <ac:chgData name="Goswami, Treena (gcm8gw)" userId="S::gcm8gw@virginia.edu::afcc7bf1-7561-4a4f-9f29-309f7a9f78d7" providerId="AD" clId="Web-{90ACD369-E951-151A-CA5D-C73823687BA0}" dt="2023-07-12T17:30:35.193" v="92" actId="20577"/>
          <ac:spMkLst>
            <pc:docMk/>
            <pc:sldMk cId="1776905435" sldId="257"/>
            <ac:spMk id="2" creationId="{00000000-0000-0000-0000-000000000000}"/>
          </ac:spMkLst>
        </pc:spChg>
        <pc:spChg chg="mod">
          <ac:chgData name="Goswami, Treena (gcm8gw)" userId="S::gcm8gw@virginia.edu::afcc7bf1-7561-4a4f-9f29-309f7a9f78d7" providerId="AD" clId="Web-{90ACD369-E951-151A-CA5D-C73823687BA0}" dt="2023-07-12T17:37:00.688" v="101" actId="20577"/>
          <ac:spMkLst>
            <pc:docMk/>
            <pc:sldMk cId="1776905435" sldId="257"/>
            <ac:spMk id="3" creationId="{00000000-0000-0000-0000-000000000000}"/>
          </ac:spMkLst>
        </pc:spChg>
      </pc:sldChg>
      <pc:sldChg chg="modSp">
        <pc:chgData name="Goswami, Treena (gcm8gw)" userId="S::gcm8gw@virginia.edu::afcc7bf1-7561-4a4f-9f29-309f7a9f78d7" providerId="AD" clId="Web-{90ACD369-E951-151A-CA5D-C73823687BA0}" dt="2023-07-12T17:10:35.315" v="33" actId="20577"/>
        <pc:sldMkLst>
          <pc:docMk/>
          <pc:sldMk cId="1224941005" sldId="258"/>
        </pc:sldMkLst>
        <pc:spChg chg="mod">
          <ac:chgData name="Goswami, Treena (gcm8gw)" userId="S::gcm8gw@virginia.edu::afcc7bf1-7561-4a4f-9f29-309f7a9f78d7" providerId="AD" clId="Web-{90ACD369-E951-151A-CA5D-C73823687BA0}" dt="2023-07-12T17:10:35.315" v="33" actId="20577"/>
          <ac:spMkLst>
            <pc:docMk/>
            <pc:sldMk cId="1224941005" sldId="258"/>
            <ac:spMk id="20" creationId="{3080B752-8274-FF2A-7BC4-94A57846978A}"/>
          </ac:spMkLst>
        </pc:spChg>
      </pc:sldChg>
      <pc:sldChg chg="modSp">
        <pc:chgData name="Goswami, Treena (gcm8gw)" userId="S::gcm8gw@virginia.edu::afcc7bf1-7561-4a4f-9f29-309f7a9f78d7" providerId="AD" clId="Web-{90ACD369-E951-151A-CA5D-C73823687BA0}" dt="2023-07-12T18:00:36.307" v="126" actId="20577"/>
        <pc:sldMkLst>
          <pc:docMk/>
          <pc:sldMk cId="2440686047" sldId="261"/>
        </pc:sldMkLst>
        <pc:spChg chg="mod">
          <ac:chgData name="Goswami, Treena (gcm8gw)" userId="S::gcm8gw@virginia.edu::afcc7bf1-7561-4a4f-9f29-309f7a9f78d7" providerId="AD" clId="Web-{90ACD369-E951-151A-CA5D-C73823687BA0}" dt="2023-07-12T18:00:36.307" v="126" actId="20577"/>
          <ac:spMkLst>
            <pc:docMk/>
            <pc:sldMk cId="2440686047" sldId="261"/>
            <ac:spMk id="2" creationId="{6CCD9D79-B581-B58D-0354-9E6BFA3CC488}"/>
          </ac:spMkLst>
        </pc:spChg>
      </pc:sldChg>
      <pc:sldChg chg="addSp modSp">
        <pc:chgData name="Goswami, Treena (gcm8gw)" userId="S::gcm8gw@virginia.edu::afcc7bf1-7561-4a4f-9f29-309f7a9f78d7" providerId="AD" clId="Web-{90ACD369-E951-151A-CA5D-C73823687BA0}" dt="2023-07-12T18:07:21.287" v="202" actId="14100"/>
        <pc:sldMkLst>
          <pc:docMk/>
          <pc:sldMk cId="1975988359" sldId="262"/>
        </pc:sldMkLst>
        <pc:spChg chg="mod">
          <ac:chgData name="Goswami, Treena (gcm8gw)" userId="S::gcm8gw@virginia.edu::afcc7bf1-7561-4a4f-9f29-309f7a9f78d7" providerId="AD" clId="Web-{90ACD369-E951-151A-CA5D-C73823687BA0}" dt="2023-07-12T18:02:04.122" v="134" actId="1076"/>
          <ac:spMkLst>
            <pc:docMk/>
            <pc:sldMk cId="1975988359" sldId="262"/>
            <ac:spMk id="2" creationId="{6CCD9D79-B581-B58D-0354-9E6BFA3CC488}"/>
          </ac:spMkLst>
        </pc:spChg>
        <pc:spChg chg="add mod">
          <ac:chgData name="Goswami, Treena (gcm8gw)" userId="S::gcm8gw@virginia.edu::afcc7bf1-7561-4a4f-9f29-309f7a9f78d7" providerId="AD" clId="Web-{90ACD369-E951-151A-CA5D-C73823687BA0}" dt="2023-07-12T18:07:21.287" v="202" actId="14100"/>
          <ac:spMkLst>
            <pc:docMk/>
            <pc:sldMk cId="1975988359" sldId="262"/>
            <ac:spMk id="3" creationId="{F1CC3B40-989C-09AA-A402-BEE5A714CFE4}"/>
          </ac:spMkLst>
        </pc:spChg>
      </pc:sldChg>
      <pc:sldChg chg="addSp modSp">
        <pc:chgData name="Goswami, Treena (gcm8gw)" userId="S::gcm8gw@virginia.edu::afcc7bf1-7561-4a4f-9f29-309f7a9f78d7" providerId="AD" clId="Web-{90ACD369-E951-151A-CA5D-C73823687BA0}" dt="2023-07-12T18:03:43.375" v="154" actId="1076"/>
        <pc:sldMkLst>
          <pc:docMk/>
          <pc:sldMk cId="2426580113" sldId="263"/>
        </pc:sldMkLst>
        <pc:spChg chg="add mod">
          <ac:chgData name="Goswami, Treena (gcm8gw)" userId="S::gcm8gw@virginia.edu::afcc7bf1-7561-4a4f-9f29-309f7a9f78d7" providerId="AD" clId="Web-{90ACD369-E951-151A-CA5D-C73823687BA0}" dt="2023-07-12T18:03:43.375" v="154" actId="1076"/>
          <ac:spMkLst>
            <pc:docMk/>
            <pc:sldMk cId="2426580113" sldId="263"/>
            <ac:spMk id="3" creationId="{8DB69600-61ED-0E58-4634-75588BEEA125}"/>
          </ac:spMkLst>
        </pc:spChg>
      </pc:sldChg>
      <pc:sldChg chg="addSp modSp">
        <pc:chgData name="Goswami, Treena (gcm8gw)" userId="S::gcm8gw@virginia.edu::afcc7bf1-7561-4a4f-9f29-309f7a9f78d7" providerId="AD" clId="Web-{90ACD369-E951-151A-CA5D-C73823687BA0}" dt="2023-07-12T18:04:22.204" v="163" actId="14100"/>
        <pc:sldMkLst>
          <pc:docMk/>
          <pc:sldMk cId="3984161121" sldId="264"/>
        </pc:sldMkLst>
        <pc:spChg chg="add mod">
          <ac:chgData name="Goswami, Treena (gcm8gw)" userId="S::gcm8gw@virginia.edu::afcc7bf1-7561-4a4f-9f29-309f7a9f78d7" providerId="AD" clId="Web-{90ACD369-E951-151A-CA5D-C73823687BA0}" dt="2023-07-12T18:04:22.204" v="163" actId="14100"/>
          <ac:spMkLst>
            <pc:docMk/>
            <pc:sldMk cId="3984161121" sldId="264"/>
            <ac:spMk id="4" creationId="{721CF391-2FF2-BCFC-011B-DD787B3D34FD}"/>
          </ac:spMkLst>
        </pc:spChg>
      </pc:sldChg>
      <pc:sldChg chg="addSp modSp">
        <pc:chgData name="Goswami, Treena (gcm8gw)" userId="S::gcm8gw@virginia.edu::afcc7bf1-7561-4a4f-9f29-309f7a9f78d7" providerId="AD" clId="Web-{90ACD369-E951-151A-CA5D-C73823687BA0}" dt="2023-07-12T18:04:54.564" v="168" actId="14100"/>
        <pc:sldMkLst>
          <pc:docMk/>
          <pc:sldMk cId="2166316645" sldId="266"/>
        </pc:sldMkLst>
        <pc:spChg chg="add mod">
          <ac:chgData name="Goswami, Treena (gcm8gw)" userId="S::gcm8gw@virginia.edu::afcc7bf1-7561-4a4f-9f29-309f7a9f78d7" providerId="AD" clId="Web-{90ACD369-E951-151A-CA5D-C73823687BA0}" dt="2023-07-12T18:04:54.564" v="168" actId="14100"/>
          <ac:spMkLst>
            <pc:docMk/>
            <pc:sldMk cId="2166316645" sldId="266"/>
            <ac:spMk id="3" creationId="{EB1EFCDA-2F66-7793-991D-8E3933A9F7DA}"/>
          </ac:spMkLst>
        </pc:spChg>
      </pc:sldChg>
      <pc:sldChg chg="modSp">
        <pc:chgData name="Goswami, Treena (gcm8gw)" userId="S::gcm8gw@virginia.edu::afcc7bf1-7561-4a4f-9f29-309f7a9f78d7" providerId="AD" clId="Web-{90ACD369-E951-151A-CA5D-C73823687BA0}" dt="2023-07-12T17:09:21.391" v="9" actId="20577"/>
        <pc:sldMkLst>
          <pc:docMk/>
          <pc:sldMk cId="2015014807" sldId="286"/>
        </pc:sldMkLst>
        <pc:spChg chg="mod">
          <ac:chgData name="Goswami, Treena (gcm8gw)" userId="S::gcm8gw@virginia.edu::afcc7bf1-7561-4a4f-9f29-309f7a9f78d7" providerId="AD" clId="Web-{90ACD369-E951-151A-CA5D-C73823687BA0}" dt="2023-07-12T17:09:21.391" v="9" actId="20577"/>
          <ac:spMkLst>
            <pc:docMk/>
            <pc:sldMk cId="2015014807" sldId="286"/>
            <ac:spMk id="20" creationId="{3080B752-8274-FF2A-7BC4-94A57846978A}"/>
          </ac:spMkLst>
        </pc:spChg>
      </pc:sldChg>
      <pc:sldChg chg="modSp">
        <pc:chgData name="Goswami, Treena (gcm8gw)" userId="S::gcm8gw@virginia.edu::afcc7bf1-7561-4a4f-9f29-309f7a9f78d7" providerId="AD" clId="Web-{90ACD369-E951-151A-CA5D-C73823687BA0}" dt="2023-07-12T18:16:15.787" v="307" actId="20577"/>
        <pc:sldMkLst>
          <pc:docMk/>
          <pc:sldMk cId="794762532" sldId="290"/>
        </pc:sldMkLst>
        <pc:spChg chg="mod">
          <ac:chgData name="Goswami, Treena (gcm8gw)" userId="S::gcm8gw@virginia.edu::afcc7bf1-7561-4a4f-9f29-309f7a9f78d7" providerId="AD" clId="Web-{90ACD369-E951-151A-CA5D-C73823687BA0}" dt="2023-07-12T18:16:15.787" v="307" actId="20577"/>
          <ac:spMkLst>
            <pc:docMk/>
            <pc:sldMk cId="794762532" sldId="290"/>
            <ac:spMk id="5" creationId="{4B57E253-96CE-9DF1-EE2E-32926DB2994D}"/>
          </ac:spMkLst>
        </pc:spChg>
      </pc:sldChg>
      <pc:sldChg chg="addSp modSp">
        <pc:chgData name="Goswami, Treena (gcm8gw)" userId="S::gcm8gw@virginia.edu::afcc7bf1-7561-4a4f-9f29-309f7a9f78d7" providerId="AD" clId="Web-{90ACD369-E951-151A-CA5D-C73823687BA0}" dt="2023-07-12T18:13:37.782" v="268" actId="20577"/>
        <pc:sldMkLst>
          <pc:docMk/>
          <pc:sldMk cId="2836740793" sldId="291"/>
        </pc:sldMkLst>
        <pc:spChg chg="add mod">
          <ac:chgData name="Goswami, Treena (gcm8gw)" userId="S::gcm8gw@virginia.edu::afcc7bf1-7561-4a4f-9f29-309f7a9f78d7" providerId="AD" clId="Web-{90ACD369-E951-151A-CA5D-C73823687BA0}" dt="2023-07-12T18:13:37.782" v="268" actId="20577"/>
          <ac:spMkLst>
            <pc:docMk/>
            <pc:sldMk cId="2836740793" sldId="291"/>
            <ac:spMk id="2" creationId="{E9D77143-7B8E-C191-A5D1-3FCA147677A7}"/>
          </ac:spMkLst>
        </pc:spChg>
        <pc:picChg chg="mod">
          <ac:chgData name="Goswami, Treena (gcm8gw)" userId="S::gcm8gw@virginia.edu::afcc7bf1-7561-4a4f-9f29-309f7a9f78d7" providerId="AD" clId="Web-{90ACD369-E951-151A-CA5D-C73823687BA0}" dt="2023-07-12T18:08:49.696" v="220" actId="1076"/>
          <ac:picMkLst>
            <pc:docMk/>
            <pc:sldMk cId="2836740793" sldId="291"/>
            <ac:picMk id="3" creationId="{97248ECA-64FA-9ED0-845E-C61BCF865F23}"/>
          </ac:picMkLst>
        </pc:picChg>
        <pc:picChg chg="mod">
          <ac:chgData name="Goswami, Treena (gcm8gw)" userId="S::gcm8gw@virginia.edu::afcc7bf1-7561-4a4f-9f29-309f7a9f78d7" providerId="AD" clId="Web-{90ACD369-E951-151A-CA5D-C73823687BA0}" dt="2023-07-12T18:07:39.960" v="203" actId="1076"/>
          <ac:picMkLst>
            <pc:docMk/>
            <pc:sldMk cId="2836740793" sldId="291"/>
            <ac:picMk id="48" creationId="{A2A52563-AF5F-5B53-0046-849BA43224BE}"/>
          </ac:picMkLst>
        </pc:picChg>
      </pc:sldChg>
      <pc:sldChg chg="modSp">
        <pc:chgData name="Goswami, Treena (gcm8gw)" userId="S::gcm8gw@virginia.edu::afcc7bf1-7561-4a4f-9f29-309f7a9f78d7" providerId="AD" clId="Web-{90ACD369-E951-151A-CA5D-C73823687BA0}" dt="2023-07-12T17:15:19.401" v="73" actId="20577"/>
        <pc:sldMkLst>
          <pc:docMk/>
          <pc:sldMk cId="2564838282" sldId="293"/>
        </pc:sldMkLst>
        <pc:spChg chg="mod">
          <ac:chgData name="Goswami, Treena (gcm8gw)" userId="S::gcm8gw@virginia.edu::afcc7bf1-7561-4a4f-9f29-309f7a9f78d7" providerId="AD" clId="Web-{90ACD369-E951-151A-CA5D-C73823687BA0}" dt="2023-07-12T17:15:19.401" v="73" actId="20577"/>
          <ac:spMkLst>
            <pc:docMk/>
            <pc:sldMk cId="2564838282" sldId="293"/>
            <ac:spMk id="20" creationId="{3080B752-8274-FF2A-7BC4-94A57846978A}"/>
          </ac:spMkLst>
        </pc:spChg>
      </pc:sldChg>
      <pc:sldChg chg="addSp modSp">
        <pc:chgData name="Goswami, Treena (gcm8gw)" userId="S::gcm8gw@virginia.edu::afcc7bf1-7561-4a4f-9f29-309f7a9f78d7" providerId="AD" clId="Web-{90ACD369-E951-151A-CA5D-C73823687BA0}" dt="2023-07-12T18:15:29.879" v="292" actId="1076"/>
        <pc:sldMkLst>
          <pc:docMk/>
          <pc:sldMk cId="1986971451" sldId="298"/>
        </pc:sldMkLst>
        <pc:spChg chg="add mod">
          <ac:chgData name="Goswami, Treena (gcm8gw)" userId="S::gcm8gw@virginia.edu::afcc7bf1-7561-4a4f-9f29-309f7a9f78d7" providerId="AD" clId="Web-{90ACD369-E951-151A-CA5D-C73823687BA0}" dt="2023-07-12T18:15:29.879" v="292" actId="1076"/>
          <ac:spMkLst>
            <pc:docMk/>
            <pc:sldMk cId="1986971451" sldId="298"/>
            <ac:spMk id="3" creationId="{4AC7EE18-A9F3-9780-04AA-9C1FCEAED34D}"/>
          </ac:spMkLst>
        </pc:spChg>
      </pc:sldChg>
      <pc:sldChg chg="addSp modSp">
        <pc:chgData name="Goswami, Treena (gcm8gw)" userId="S::gcm8gw@virginia.edu::afcc7bf1-7561-4a4f-9f29-309f7a9f78d7" providerId="AD" clId="Web-{90ACD369-E951-151A-CA5D-C73823687BA0}" dt="2023-07-12T18:15:34.692" v="293" actId="1076"/>
        <pc:sldMkLst>
          <pc:docMk/>
          <pc:sldMk cId="2894885031" sldId="301"/>
        </pc:sldMkLst>
        <pc:spChg chg="add mod">
          <ac:chgData name="Goswami, Treena (gcm8gw)" userId="S::gcm8gw@virginia.edu::afcc7bf1-7561-4a4f-9f29-309f7a9f78d7" providerId="AD" clId="Web-{90ACD369-E951-151A-CA5D-C73823687BA0}" dt="2023-07-12T18:15:34.692" v="293" actId="1076"/>
          <ac:spMkLst>
            <pc:docMk/>
            <pc:sldMk cId="2894885031" sldId="301"/>
            <ac:spMk id="3" creationId="{81218EB8-D199-56CC-DC1B-71C217BC7F02}"/>
          </ac:spMkLst>
        </pc:spChg>
      </pc:sldChg>
      <pc:sldChg chg="addSp modSp addCm">
        <pc:chgData name="Goswami, Treena (gcm8gw)" userId="S::gcm8gw@virginia.edu::afcc7bf1-7561-4a4f-9f29-309f7a9f78d7" providerId="AD" clId="Web-{90ACD369-E951-151A-CA5D-C73823687BA0}" dt="2023-07-12T18:20:09.294" v="331"/>
        <pc:sldMkLst>
          <pc:docMk/>
          <pc:sldMk cId="110244707" sldId="303"/>
        </pc:sldMkLst>
        <pc:spChg chg="add mod">
          <ac:chgData name="Goswami, Treena (gcm8gw)" userId="S::gcm8gw@virginia.edu::afcc7bf1-7561-4a4f-9f29-309f7a9f78d7" providerId="AD" clId="Web-{90ACD369-E951-151A-CA5D-C73823687BA0}" dt="2023-07-12T18:17:28.117" v="315" actId="1076"/>
          <ac:spMkLst>
            <pc:docMk/>
            <pc:sldMk cId="110244707" sldId="303"/>
            <ac:spMk id="2" creationId="{4D00A556-1F8C-8ADF-C903-7B1698003B3F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Goswami, Treena (gcm8gw)" userId="S::gcm8gw@virginia.edu::afcc7bf1-7561-4a4f-9f29-309f7a9f78d7" providerId="AD" clId="Web-{90ACD369-E951-151A-CA5D-C73823687BA0}" dt="2023-07-12T18:20:09.294" v="331"/>
              <pc2:cmMkLst xmlns:pc2="http://schemas.microsoft.com/office/powerpoint/2019/9/main/command">
                <pc:docMk/>
                <pc:sldMk cId="110244707" sldId="303"/>
                <pc2:cmMk id="{10E97C24-A164-4F45-81B4-F75E8AD187D6}"/>
              </pc2:cmMkLst>
            </pc226:cmChg>
          </p:ext>
        </pc:extLst>
      </pc:sldChg>
      <pc:sldChg chg="modSp addCm">
        <pc:chgData name="Goswami, Treena (gcm8gw)" userId="S::gcm8gw@virginia.edu::afcc7bf1-7561-4a4f-9f29-309f7a9f78d7" providerId="AD" clId="Web-{90ACD369-E951-151A-CA5D-C73823687BA0}" dt="2023-07-12T18:21:03.530" v="335"/>
        <pc:sldMkLst>
          <pc:docMk/>
          <pc:sldMk cId="799235816" sldId="304"/>
        </pc:sldMkLst>
        <pc:spChg chg="mod">
          <ac:chgData name="Goswami, Treena (gcm8gw)" userId="S::gcm8gw@virginia.edu::afcc7bf1-7561-4a4f-9f29-309f7a9f78d7" providerId="AD" clId="Web-{90ACD369-E951-151A-CA5D-C73823687BA0}" dt="2023-07-12T18:20:41.185" v="334" actId="20577"/>
          <ac:spMkLst>
            <pc:docMk/>
            <pc:sldMk cId="799235816" sldId="304"/>
            <ac:spMk id="2" creationId="{B6D9DC2C-8DB2-4F30-7811-48862A2B1140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Goswami, Treena (gcm8gw)" userId="S::gcm8gw@virginia.edu::afcc7bf1-7561-4a4f-9f29-309f7a9f78d7" providerId="AD" clId="Web-{90ACD369-E951-151A-CA5D-C73823687BA0}" dt="2023-07-12T18:21:03.530" v="335"/>
              <pc2:cmMkLst xmlns:pc2="http://schemas.microsoft.com/office/powerpoint/2019/9/main/command">
                <pc:docMk/>
                <pc:sldMk cId="799235816" sldId="304"/>
                <pc2:cmMk id="{E67B6235-41FF-4B24-B948-F18FB2D19E96}"/>
              </pc2:cmMkLst>
            </pc226:cmChg>
          </p:ext>
        </pc:extLst>
      </pc:sldChg>
      <pc:sldChg chg="addSp modSp addCm">
        <pc:chgData name="Goswami, Treena (gcm8gw)" userId="S::gcm8gw@virginia.edu::afcc7bf1-7561-4a4f-9f29-309f7a9f78d7" providerId="AD" clId="Web-{90ACD369-E951-151A-CA5D-C73823687BA0}" dt="2023-07-12T18:21:50.593" v="336"/>
        <pc:sldMkLst>
          <pc:docMk/>
          <pc:sldMk cId="2961912081" sldId="305"/>
        </pc:sldMkLst>
        <pc:spChg chg="add mod">
          <ac:chgData name="Goswami, Treena (gcm8gw)" userId="S::gcm8gw@virginia.edu::afcc7bf1-7561-4a4f-9f29-309f7a9f78d7" providerId="AD" clId="Web-{90ACD369-E951-151A-CA5D-C73823687BA0}" dt="2023-07-12T18:18:08.040" v="322" actId="14100"/>
          <ac:spMkLst>
            <pc:docMk/>
            <pc:sldMk cId="2961912081" sldId="305"/>
            <ac:spMk id="2" creationId="{1845F33C-EBC0-7133-8920-280AAD23DF32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Goswami, Treena (gcm8gw)" userId="S::gcm8gw@virginia.edu::afcc7bf1-7561-4a4f-9f29-309f7a9f78d7" providerId="AD" clId="Web-{90ACD369-E951-151A-CA5D-C73823687BA0}" dt="2023-07-12T18:21:50.593" v="336"/>
              <pc2:cmMkLst xmlns:pc2="http://schemas.microsoft.com/office/powerpoint/2019/9/main/command">
                <pc:docMk/>
                <pc:sldMk cId="2961912081" sldId="305"/>
                <pc2:cmMk id="{67AAEEC7-065E-46D7-9894-A12A5DF6FBA5}"/>
              </pc2:cmMkLst>
            </pc226:cmChg>
          </p:ext>
        </pc:extLst>
      </pc:sldChg>
      <pc:sldChg chg="addSp modSp">
        <pc:chgData name="Goswami, Treena (gcm8gw)" userId="S::gcm8gw@virginia.edu::afcc7bf1-7561-4a4f-9f29-309f7a9f78d7" providerId="AD" clId="Web-{90ACD369-E951-151A-CA5D-C73823687BA0}" dt="2023-07-12T18:18:46.010" v="330" actId="14100"/>
        <pc:sldMkLst>
          <pc:docMk/>
          <pc:sldMk cId="820575546" sldId="306"/>
        </pc:sldMkLst>
        <pc:spChg chg="add mod">
          <ac:chgData name="Goswami, Treena (gcm8gw)" userId="S::gcm8gw@virginia.edu::afcc7bf1-7561-4a4f-9f29-309f7a9f78d7" providerId="AD" clId="Web-{90ACD369-E951-151A-CA5D-C73823687BA0}" dt="2023-07-12T18:18:46.010" v="330" actId="14100"/>
          <ac:spMkLst>
            <pc:docMk/>
            <pc:sldMk cId="820575546" sldId="306"/>
            <ac:spMk id="5" creationId="{1B89D29A-4FB2-3078-A3AD-53562F3465A5}"/>
          </ac:spMkLst>
        </pc:spChg>
      </pc:sldChg>
      <pc:sldChg chg="addSp modSp add">
        <pc:chgData name="Goswami, Treena (gcm8gw)" userId="S::gcm8gw@virginia.edu::afcc7bf1-7561-4a4f-9f29-309f7a9f78d7" providerId="AD" clId="Web-{90ACD369-E951-151A-CA5D-C73823687BA0}" dt="2023-07-12T18:15:39.036" v="294" actId="1076"/>
        <pc:sldMkLst>
          <pc:docMk/>
          <pc:sldMk cId="1930760078" sldId="307"/>
        </pc:sldMkLst>
        <pc:spChg chg="add mod">
          <ac:chgData name="Goswami, Treena (gcm8gw)" userId="S::gcm8gw@virginia.edu::afcc7bf1-7561-4a4f-9f29-309f7a9f78d7" providerId="AD" clId="Web-{90ACD369-E951-151A-CA5D-C73823687BA0}" dt="2023-07-12T18:15:39.036" v="294" actId="1076"/>
          <ac:spMkLst>
            <pc:docMk/>
            <pc:sldMk cId="1930760078" sldId="307"/>
            <ac:spMk id="7" creationId="{234342EE-DDCF-90A9-FF7C-2FEDFAFC6B87}"/>
          </ac:spMkLst>
        </pc:spChg>
      </pc:sldChg>
      <pc:sldChg chg="addSp modSp add">
        <pc:chgData name="Goswami, Treena (gcm8gw)" userId="S::gcm8gw@virginia.edu::afcc7bf1-7561-4a4f-9f29-309f7a9f78d7" providerId="AD" clId="Web-{90ACD369-E951-151A-CA5D-C73823687BA0}" dt="2023-07-12T18:15:45.520" v="295" actId="1076"/>
        <pc:sldMkLst>
          <pc:docMk/>
          <pc:sldMk cId="1529384959" sldId="308"/>
        </pc:sldMkLst>
        <pc:spChg chg="add mod">
          <ac:chgData name="Goswami, Treena (gcm8gw)" userId="S::gcm8gw@virginia.edu::afcc7bf1-7561-4a4f-9f29-309f7a9f78d7" providerId="AD" clId="Web-{90ACD369-E951-151A-CA5D-C73823687BA0}" dt="2023-07-12T18:15:45.520" v="295" actId="1076"/>
          <ac:spMkLst>
            <pc:docMk/>
            <pc:sldMk cId="1529384959" sldId="308"/>
            <ac:spMk id="3" creationId="{CE32827D-A2DA-01BC-716F-B481C6295C95}"/>
          </ac:spMkLst>
        </pc:spChg>
      </pc:sldChg>
      <pc:sldChg chg="addSp modSp add addCm">
        <pc:chgData name="Goswami, Treena (gcm8gw)" userId="S::gcm8gw@virginia.edu::afcc7bf1-7561-4a4f-9f29-309f7a9f78d7" providerId="AD" clId="Web-{90ACD369-E951-151A-CA5D-C73823687BA0}" dt="2023-07-12T18:22:20.922" v="337"/>
        <pc:sldMkLst>
          <pc:docMk/>
          <pc:sldMk cId="3608645240" sldId="309"/>
        </pc:sldMkLst>
        <pc:spChg chg="mod">
          <ac:chgData name="Goswami, Treena (gcm8gw)" userId="S::gcm8gw@virginia.edu::afcc7bf1-7561-4a4f-9f29-309f7a9f78d7" providerId="AD" clId="Web-{90ACD369-E951-151A-CA5D-C73823687BA0}" dt="2023-07-12T18:11:22.810" v="245" actId="1076"/>
          <ac:spMkLst>
            <pc:docMk/>
            <pc:sldMk cId="3608645240" sldId="309"/>
            <ac:spMk id="3" creationId="{479047FC-095A-B40E-F2E2-1DD6F08BFC02}"/>
          </ac:spMkLst>
        </pc:spChg>
        <pc:spChg chg="add mod">
          <ac:chgData name="Goswami, Treena (gcm8gw)" userId="S::gcm8gw@virginia.edu::afcc7bf1-7561-4a4f-9f29-309f7a9f78d7" providerId="AD" clId="Web-{90ACD369-E951-151A-CA5D-C73823687BA0}" dt="2023-07-12T18:13:17.485" v="264" actId="20577"/>
          <ac:spMkLst>
            <pc:docMk/>
            <pc:sldMk cId="3608645240" sldId="309"/>
            <ac:spMk id="4" creationId="{E9E90C66-23BD-D989-96D1-2C1CBEB51EAA}"/>
          </ac:spMkLst>
        </pc:spChg>
        <pc:picChg chg="mod">
          <ac:chgData name="Goswami, Treena (gcm8gw)" userId="S::gcm8gw@virginia.edu::afcc7bf1-7561-4a4f-9f29-309f7a9f78d7" providerId="AD" clId="Web-{90ACD369-E951-151A-CA5D-C73823687BA0}" dt="2023-07-12T18:11:15.872" v="244" actId="1076"/>
          <ac:picMkLst>
            <pc:docMk/>
            <pc:sldMk cId="3608645240" sldId="309"/>
            <ac:picMk id="5" creationId="{F0ADF0C0-9796-3D5A-89CA-11123DFC29F2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Goswami, Treena (gcm8gw)" userId="S::gcm8gw@virginia.edu::afcc7bf1-7561-4a4f-9f29-309f7a9f78d7" providerId="AD" clId="Web-{90ACD369-E951-151A-CA5D-C73823687BA0}" dt="2023-07-12T18:22:20.922" v="337"/>
              <pc2:cmMkLst xmlns:pc2="http://schemas.microsoft.com/office/powerpoint/2019/9/main/command">
                <pc:docMk/>
                <pc:sldMk cId="3608645240" sldId="309"/>
                <pc2:cmMk id="{9E5C764E-9547-47AA-971A-C61E87E72A83}"/>
              </pc2:cmMkLst>
            </pc226:cmChg>
          </p:ext>
        </pc:extLst>
      </pc:sldChg>
      <pc:sldChg chg="addSp modSp add">
        <pc:chgData name="Goswami, Treena (gcm8gw)" userId="S::gcm8gw@virginia.edu::afcc7bf1-7561-4a4f-9f29-309f7a9f78d7" providerId="AD" clId="Web-{90ACD369-E951-151A-CA5D-C73823687BA0}" dt="2023-07-12T18:12:49.234" v="258" actId="14100"/>
        <pc:sldMkLst>
          <pc:docMk/>
          <pc:sldMk cId="3690835146" sldId="310"/>
        </pc:sldMkLst>
        <pc:spChg chg="mod">
          <ac:chgData name="Goswami, Treena (gcm8gw)" userId="S::gcm8gw@virginia.edu::afcc7bf1-7561-4a4f-9f29-309f7a9f78d7" providerId="AD" clId="Web-{90ACD369-E951-151A-CA5D-C73823687BA0}" dt="2023-07-12T18:09:22.791" v="227" actId="20577"/>
          <ac:spMkLst>
            <pc:docMk/>
            <pc:sldMk cId="3690835146" sldId="310"/>
            <ac:spMk id="2" creationId="{6CCD9D79-B581-B58D-0354-9E6BFA3CC488}"/>
          </ac:spMkLst>
        </pc:spChg>
        <pc:spChg chg="add mod">
          <ac:chgData name="Goswami, Treena (gcm8gw)" userId="S::gcm8gw@virginia.edu::afcc7bf1-7561-4a4f-9f29-309f7a9f78d7" providerId="AD" clId="Web-{90ACD369-E951-151A-CA5D-C73823687BA0}" dt="2023-07-12T18:12:49.234" v="258" actId="14100"/>
          <ac:spMkLst>
            <pc:docMk/>
            <pc:sldMk cId="3690835146" sldId="310"/>
            <ac:spMk id="4" creationId="{A79773BE-1510-A364-BDB9-D0CC811AEA68}"/>
          </ac:spMkLst>
        </pc:spChg>
        <pc:spChg chg="mod">
          <ac:chgData name="Goswami, Treena (gcm8gw)" userId="S::gcm8gw@virginia.edu::afcc7bf1-7561-4a4f-9f29-309f7a9f78d7" providerId="AD" clId="Web-{90ACD369-E951-151A-CA5D-C73823687BA0}" dt="2023-07-12T18:09:53.713" v="229" actId="20577"/>
          <ac:spMkLst>
            <pc:docMk/>
            <pc:sldMk cId="3690835146" sldId="310"/>
            <ac:spMk id="20" creationId="{3080B752-8274-FF2A-7BC4-94A57846978A}"/>
          </ac:spMkLst>
        </pc:spChg>
      </pc:sldChg>
      <pc:sldMasterChg chg="add addSldLayout">
        <pc:chgData name="Goswami, Treena (gcm8gw)" userId="S::gcm8gw@virginia.edu::afcc7bf1-7561-4a4f-9f29-309f7a9f78d7" providerId="AD" clId="Web-{90ACD369-E951-151A-CA5D-C73823687BA0}" dt="2023-07-12T17:38:23.081" v="102"/>
        <pc:sldMasterMkLst>
          <pc:docMk/>
          <pc:sldMasterMk cId="1025884988" sldId="2147483763"/>
        </pc:sldMasterMkLst>
        <pc:sldLayoutChg chg="add">
          <pc:chgData name="Goswami, Treena (gcm8gw)" userId="S::gcm8gw@virginia.edu::afcc7bf1-7561-4a4f-9f29-309f7a9f78d7" providerId="AD" clId="Web-{90ACD369-E951-151A-CA5D-C73823687BA0}" dt="2023-07-12T17:38:23.081" v="102"/>
          <pc:sldLayoutMkLst>
            <pc:docMk/>
            <pc:sldMasterMk cId="1025884988" sldId="2147483763"/>
            <pc:sldLayoutMk cId="2819184484" sldId="2147483752"/>
          </pc:sldLayoutMkLst>
        </pc:sldLayoutChg>
        <pc:sldLayoutChg chg="add">
          <pc:chgData name="Goswami, Treena (gcm8gw)" userId="S::gcm8gw@virginia.edu::afcc7bf1-7561-4a4f-9f29-309f7a9f78d7" providerId="AD" clId="Web-{90ACD369-E951-151A-CA5D-C73823687BA0}" dt="2023-07-12T17:38:23.081" v="102"/>
          <pc:sldLayoutMkLst>
            <pc:docMk/>
            <pc:sldMasterMk cId="1025884988" sldId="2147483763"/>
            <pc:sldLayoutMk cId="1632911958" sldId="2147483753"/>
          </pc:sldLayoutMkLst>
        </pc:sldLayoutChg>
        <pc:sldLayoutChg chg="add">
          <pc:chgData name="Goswami, Treena (gcm8gw)" userId="S::gcm8gw@virginia.edu::afcc7bf1-7561-4a4f-9f29-309f7a9f78d7" providerId="AD" clId="Web-{90ACD369-E951-151A-CA5D-C73823687BA0}" dt="2023-07-12T17:38:23.081" v="102"/>
          <pc:sldLayoutMkLst>
            <pc:docMk/>
            <pc:sldMasterMk cId="1025884988" sldId="2147483763"/>
            <pc:sldLayoutMk cId="2453267562" sldId="2147483754"/>
          </pc:sldLayoutMkLst>
        </pc:sldLayoutChg>
        <pc:sldLayoutChg chg="add">
          <pc:chgData name="Goswami, Treena (gcm8gw)" userId="S::gcm8gw@virginia.edu::afcc7bf1-7561-4a4f-9f29-309f7a9f78d7" providerId="AD" clId="Web-{90ACD369-E951-151A-CA5D-C73823687BA0}" dt="2023-07-12T17:38:23.081" v="102"/>
          <pc:sldLayoutMkLst>
            <pc:docMk/>
            <pc:sldMasterMk cId="1025884988" sldId="2147483763"/>
            <pc:sldLayoutMk cId="2167703982" sldId="2147483755"/>
          </pc:sldLayoutMkLst>
        </pc:sldLayoutChg>
        <pc:sldLayoutChg chg="add">
          <pc:chgData name="Goswami, Treena (gcm8gw)" userId="S::gcm8gw@virginia.edu::afcc7bf1-7561-4a4f-9f29-309f7a9f78d7" providerId="AD" clId="Web-{90ACD369-E951-151A-CA5D-C73823687BA0}" dt="2023-07-12T17:38:23.081" v="102"/>
          <pc:sldLayoutMkLst>
            <pc:docMk/>
            <pc:sldMasterMk cId="1025884988" sldId="2147483763"/>
            <pc:sldLayoutMk cId="905316040" sldId="2147483756"/>
          </pc:sldLayoutMkLst>
        </pc:sldLayoutChg>
        <pc:sldLayoutChg chg="add">
          <pc:chgData name="Goswami, Treena (gcm8gw)" userId="S::gcm8gw@virginia.edu::afcc7bf1-7561-4a4f-9f29-309f7a9f78d7" providerId="AD" clId="Web-{90ACD369-E951-151A-CA5D-C73823687BA0}" dt="2023-07-12T17:38:23.081" v="102"/>
          <pc:sldLayoutMkLst>
            <pc:docMk/>
            <pc:sldMasterMk cId="1025884988" sldId="2147483763"/>
            <pc:sldLayoutMk cId="2099879668" sldId="2147483757"/>
          </pc:sldLayoutMkLst>
        </pc:sldLayoutChg>
        <pc:sldLayoutChg chg="add">
          <pc:chgData name="Goswami, Treena (gcm8gw)" userId="S::gcm8gw@virginia.edu::afcc7bf1-7561-4a4f-9f29-309f7a9f78d7" providerId="AD" clId="Web-{90ACD369-E951-151A-CA5D-C73823687BA0}" dt="2023-07-12T17:38:23.081" v="102"/>
          <pc:sldLayoutMkLst>
            <pc:docMk/>
            <pc:sldMasterMk cId="1025884988" sldId="2147483763"/>
            <pc:sldLayoutMk cId="917714270" sldId="2147483758"/>
          </pc:sldLayoutMkLst>
        </pc:sldLayoutChg>
        <pc:sldLayoutChg chg="add">
          <pc:chgData name="Goswami, Treena (gcm8gw)" userId="S::gcm8gw@virginia.edu::afcc7bf1-7561-4a4f-9f29-309f7a9f78d7" providerId="AD" clId="Web-{90ACD369-E951-151A-CA5D-C73823687BA0}" dt="2023-07-12T17:38:23.081" v="102"/>
          <pc:sldLayoutMkLst>
            <pc:docMk/>
            <pc:sldMasterMk cId="1025884988" sldId="2147483763"/>
            <pc:sldLayoutMk cId="2151758624" sldId="2147483759"/>
          </pc:sldLayoutMkLst>
        </pc:sldLayoutChg>
        <pc:sldLayoutChg chg="add">
          <pc:chgData name="Goswami, Treena (gcm8gw)" userId="S::gcm8gw@virginia.edu::afcc7bf1-7561-4a4f-9f29-309f7a9f78d7" providerId="AD" clId="Web-{90ACD369-E951-151A-CA5D-C73823687BA0}" dt="2023-07-12T17:38:23.081" v="102"/>
          <pc:sldLayoutMkLst>
            <pc:docMk/>
            <pc:sldMasterMk cId="1025884988" sldId="2147483763"/>
            <pc:sldLayoutMk cId="645659329" sldId="2147483760"/>
          </pc:sldLayoutMkLst>
        </pc:sldLayoutChg>
        <pc:sldLayoutChg chg="add">
          <pc:chgData name="Goswami, Treena (gcm8gw)" userId="S::gcm8gw@virginia.edu::afcc7bf1-7561-4a4f-9f29-309f7a9f78d7" providerId="AD" clId="Web-{90ACD369-E951-151A-CA5D-C73823687BA0}" dt="2023-07-12T17:38:23.081" v="102"/>
          <pc:sldLayoutMkLst>
            <pc:docMk/>
            <pc:sldMasterMk cId="1025884988" sldId="2147483763"/>
            <pc:sldLayoutMk cId="31899378" sldId="2147483761"/>
          </pc:sldLayoutMkLst>
        </pc:sldLayoutChg>
        <pc:sldLayoutChg chg="add">
          <pc:chgData name="Goswami, Treena (gcm8gw)" userId="S::gcm8gw@virginia.edu::afcc7bf1-7561-4a4f-9f29-309f7a9f78d7" providerId="AD" clId="Web-{90ACD369-E951-151A-CA5D-C73823687BA0}" dt="2023-07-12T17:38:23.081" v="102"/>
          <pc:sldLayoutMkLst>
            <pc:docMk/>
            <pc:sldMasterMk cId="1025884988" sldId="2147483763"/>
            <pc:sldLayoutMk cId="1535038384" sldId="2147483762"/>
          </pc:sldLayoutMkLst>
        </pc:sldLayoutChg>
      </pc:sldMasterChg>
    </pc:docChg>
  </pc:docChgLst>
  <pc:docChgLst>
    <pc:chgData name="Lancaster, Vicki Ann (val7zv)" userId="S::val7zv@virginia.edu::1848b937-7720-42a5-9891-d77f8c3cb783" providerId="AD" clId="Web-{37E1F15E-8ACD-0983-93EA-F0854C9C13F9}"/>
    <pc:docChg chg="delSld modSld">
      <pc:chgData name="Lancaster, Vicki Ann (val7zv)" userId="S::val7zv@virginia.edu::1848b937-7720-42a5-9891-d77f8c3cb783" providerId="AD" clId="Web-{37E1F15E-8ACD-0983-93EA-F0854C9C13F9}" dt="2023-07-12T19:57:44.498" v="86" actId="20577"/>
      <pc:docMkLst>
        <pc:docMk/>
      </pc:docMkLst>
      <pc:sldChg chg="modSp">
        <pc:chgData name="Lancaster, Vicki Ann (val7zv)" userId="S::val7zv@virginia.edu::1848b937-7720-42a5-9891-d77f8c3cb783" providerId="AD" clId="Web-{37E1F15E-8ACD-0983-93EA-F0854C9C13F9}" dt="2023-07-12T19:50:29.120" v="35" actId="20577"/>
        <pc:sldMkLst>
          <pc:docMk/>
          <pc:sldMk cId="1975988359" sldId="262"/>
        </pc:sldMkLst>
        <pc:spChg chg="mod">
          <ac:chgData name="Lancaster, Vicki Ann (val7zv)" userId="S::val7zv@virginia.edu::1848b937-7720-42a5-9891-d77f8c3cb783" providerId="AD" clId="Web-{37E1F15E-8ACD-0983-93EA-F0854C9C13F9}" dt="2023-07-12T19:50:29.120" v="35" actId="20577"/>
          <ac:spMkLst>
            <pc:docMk/>
            <pc:sldMk cId="1975988359" sldId="262"/>
            <ac:spMk id="2" creationId="{6CCD9D79-B581-B58D-0354-9E6BFA3CC488}"/>
          </ac:spMkLst>
        </pc:spChg>
        <pc:spChg chg="mod">
          <ac:chgData name="Lancaster, Vicki Ann (val7zv)" userId="S::val7zv@virginia.edu::1848b937-7720-42a5-9891-d77f8c3cb783" providerId="AD" clId="Web-{37E1F15E-8ACD-0983-93EA-F0854C9C13F9}" dt="2023-07-12T19:50:20.011" v="34" actId="20577"/>
          <ac:spMkLst>
            <pc:docMk/>
            <pc:sldMk cId="1975988359" sldId="262"/>
            <ac:spMk id="20" creationId="{3080B752-8274-FF2A-7BC4-94A57846978A}"/>
          </ac:spMkLst>
        </pc:spChg>
      </pc:sldChg>
      <pc:sldChg chg="modSp">
        <pc:chgData name="Lancaster, Vicki Ann (val7zv)" userId="S::val7zv@virginia.edu::1848b937-7720-42a5-9891-d77f8c3cb783" providerId="AD" clId="Web-{37E1F15E-8ACD-0983-93EA-F0854C9C13F9}" dt="2023-07-12T19:47:12.690" v="17" actId="20577"/>
        <pc:sldMkLst>
          <pc:docMk/>
          <pc:sldMk cId="2564838282" sldId="293"/>
        </pc:sldMkLst>
        <pc:spChg chg="mod">
          <ac:chgData name="Lancaster, Vicki Ann (val7zv)" userId="S::val7zv@virginia.edu::1848b937-7720-42a5-9891-d77f8c3cb783" providerId="AD" clId="Web-{37E1F15E-8ACD-0983-93EA-F0854C9C13F9}" dt="2023-07-12T19:46:33.032" v="7" actId="1076"/>
          <ac:spMkLst>
            <pc:docMk/>
            <pc:sldMk cId="2564838282" sldId="293"/>
            <ac:spMk id="2" creationId="{6CCD9D79-B581-B58D-0354-9E6BFA3CC488}"/>
          </ac:spMkLst>
        </pc:spChg>
        <pc:spChg chg="mod">
          <ac:chgData name="Lancaster, Vicki Ann (val7zv)" userId="S::val7zv@virginia.edu::1848b937-7720-42a5-9891-d77f8c3cb783" providerId="AD" clId="Web-{37E1F15E-8ACD-0983-93EA-F0854C9C13F9}" dt="2023-07-12T19:47:12.690" v="17" actId="20577"/>
          <ac:spMkLst>
            <pc:docMk/>
            <pc:sldMk cId="2564838282" sldId="293"/>
            <ac:spMk id="20" creationId="{3080B752-8274-FF2A-7BC4-94A57846978A}"/>
          </ac:spMkLst>
        </pc:spChg>
      </pc:sldChg>
      <pc:sldChg chg="del">
        <pc:chgData name="Lancaster, Vicki Ann (val7zv)" userId="S::val7zv@virginia.edu::1848b937-7720-42a5-9891-d77f8c3cb783" providerId="AD" clId="Web-{37E1F15E-8ACD-0983-93EA-F0854C9C13F9}" dt="2023-07-12T19:57:17.778" v="83"/>
        <pc:sldMkLst>
          <pc:docMk/>
          <pc:sldMk cId="1347246161" sldId="294"/>
        </pc:sldMkLst>
      </pc:sldChg>
      <pc:sldChg chg="modSp">
        <pc:chgData name="Lancaster, Vicki Ann (val7zv)" userId="S::val7zv@virginia.edu::1848b937-7720-42a5-9891-d77f8c3cb783" providerId="AD" clId="Web-{37E1F15E-8ACD-0983-93EA-F0854C9C13F9}" dt="2023-07-12T19:57:44.498" v="86" actId="20577"/>
        <pc:sldMkLst>
          <pc:docMk/>
          <pc:sldMk cId="2510184360" sldId="295"/>
        </pc:sldMkLst>
        <pc:spChg chg="mod">
          <ac:chgData name="Lancaster, Vicki Ann (val7zv)" userId="S::val7zv@virginia.edu::1848b937-7720-42a5-9891-d77f8c3cb783" providerId="AD" clId="Web-{37E1F15E-8ACD-0983-93EA-F0854C9C13F9}" dt="2023-07-12T19:57:44.498" v="86" actId="20577"/>
          <ac:spMkLst>
            <pc:docMk/>
            <pc:sldMk cId="2510184360" sldId="295"/>
            <ac:spMk id="2" creationId="{CC61F88D-6D05-FA5E-917E-419D15A2FB3C}"/>
          </ac:spMkLst>
        </pc:spChg>
      </pc:sldChg>
      <pc:sldChg chg="modSp">
        <pc:chgData name="Lancaster, Vicki Ann (val7zv)" userId="S::val7zv@virginia.edu::1848b937-7720-42a5-9891-d77f8c3cb783" providerId="AD" clId="Web-{37E1F15E-8ACD-0983-93EA-F0854C9C13F9}" dt="2023-07-12T19:51:26.529" v="36" actId="20577"/>
        <pc:sldMkLst>
          <pc:docMk/>
          <pc:sldMk cId="2843307357" sldId="297"/>
        </pc:sldMkLst>
        <pc:spChg chg="mod">
          <ac:chgData name="Lancaster, Vicki Ann (val7zv)" userId="S::val7zv@virginia.edu::1848b937-7720-42a5-9891-d77f8c3cb783" providerId="AD" clId="Web-{37E1F15E-8ACD-0983-93EA-F0854C9C13F9}" dt="2023-07-12T19:51:26.529" v="36" actId="20577"/>
          <ac:spMkLst>
            <pc:docMk/>
            <pc:sldMk cId="2843307357" sldId="297"/>
            <ac:spMk id="2" creationId="{A29CC6E7-D7C5-6ABD-FBAA-921A8525082E}"/>
          </ac:spMkLst>
        </pc:spChg>
      </pc:sldChg>
      <pc:sldChg chg="modSp modCm">
        <pc:chgData name="Lancaster, Vicki Ann (val7zv)" userId="S::val7zv@virginia.edu::1848b937-7720-42a5-9891-d77f8c3cb783" providerId="AD" clId="Web-{37E1F15E-8ACD-0983-93EA-F0854C9C13F9}" dt="2023-07-12T19:57:05.293" v="82" actId="14100"/>
        <pc:sldMkLst>
          <pc:docMk/>
          <pc:sldMk cId="799235816" sldId="304"/>
        </pc:sldMkLst>
        <pc:spChg chg="mod">
          <ac:chgData name="Lancaster, Vicki Ann (val7zv)" userId="S::val7zv@virginia.edu::1848b937-7720-42a5-9891-d77f8c3cb783" providerId="AD" clId="Web-{37E1F15E-8ACD-0983-93EA-F0854C9C13F9}" dt="2023-07-12T19:52:22.907" v="44" actId="20577"/>
          <ac:spMkLst>
            <pc:docMk/>
            <pc:sldMk cId="799235816" sldId="304"/>
            <ac:spMk id="2" creationId="{B6D9DC2C-8DB2-4F30-7811-48862A2B1140}"/>
          </ac:spMkLst>
        </pc:spChg>
        <pc:spChg chg="mod">
          <ac:chgData name="Lancaster, Vicki Ann (val7zv)" userId="S::val7zv@virginia.edu::1848b937-7720-42a5-9891-d77f8c3cb783" providerId="AD" clId="Web-{37E1F15E-8ACD-0983-93EA-F0854C9C13F9}" dt="2023-07-12T19:57:05.293" v="82" actId="14100"/>
          <ac:spMkLst>
            <pc:docMk/>
            <pc:sldMk cId="799235816" sldId="304"/>
            <ac:spMk id="3" creationId="{6DAAC72D-6444-480D-EEF2-23BBE2174EE1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Lancaster, Vicki Ann (val7zv)" userId="S::val7zv@virginia.edu::1848b937-7720-42a5-9891-d77f8c3cb783" providerId="AD" clId="Web-{37E1F15E-8ACD-0983-93EA-F0854C9C13F9}" dt="2023-07-12T19:56:22.448" v="74" actId="20577"/>
              <pc2:cmMkLst xmlns:pc2="http://schemas.microsoft.com/office/powerpoint/2019/9/main/command">
                <pc:docMk/>
                <pc:sldMk cId="799235816" sldId="304"/>
                <pc2:cmMk id="{E67B6235-41FF-4B24-B948-F18FB2D19E96}"/>
              </pc2:cmMkLst>
            </pc226:cmChg>
          </p:ext>
        </pc:extLst>
      </pc:sldChg>
      <pc:sldChg chg="modSp">
        <pc:chgData name="Lancaster, Vicki Ann (val7zv)" userId="S::val7zv@virginia.edu::1848b937-7720-42a5-9891-d77f8c3cb783" providerId="AD" clId="Web-{37E1F15E-8ACD-0983-93EA-F0854C9C13F9}" dt="2023-07-12T19:52:16.047" v="43" actId="20577"/>
        <pc:sldMkLst>
          <pc:docMk/>
          <pc:sldMk cId="820575546" sldId="306"/>
        </pc:sldMkLst>
        <pc:spChg chg="mod">
          <ac:chgData name="Lancaster, Vicki Ann (val7zv)" userId="S::val7zv@virginia.edu::1848b937-7720-42a5-9891-d77f8c3cb783" providerId="AD" clId="Web-{37E1F15E-8ACD-0983-93EA-F0854C9C13F9}" dt="2023-07-12T19:51:48.405" v="38" actId="20577"/>
          <ac:spMkLst>
            <pc:docMk/>
            <pc:sldMk cId="820575546" sldId="306"/>
            <ac:spMk id="2" creationId="{B6D9DC2C-8DB2-4F30-7811-48862A2B1140}"/>
          </ac:spMkLst>
        </pc:spChg>
        <pc:spChg chg="mod">
          <ac:chgData name="Lancaster, Vicki Ann (val7zv)" userId="S::val7zv@virginia.edu::1848b937-7720-42a5-9891-d77f8c3cb783" providerId="AD" clId="Web-{37E1F15E-8ACD-0983-93EA-F0854C9C13F9}" dt="2023-07-12T19:52:16.047" v="43" actId="20577"/>
          <ac:spMkLst>
            <pc:docMk/>
            <pc:sldMk cId="820575546" sldId="306"/>
            <ac:spMk id="3" creationId="{6DAAC72D-6444-480D-EEF2-23BBE2174EE1}"/>
          </ac:spMkLst>
        </pc:spChg>
      </pc:sldChg>
    </pc:docChg>
  </pc:docChgLst>
  <pc:docChgLst>
    <pc:chgData name="Goswami, Treena (gcm8gw)" userId="S::gcm8gw@virginia.edu::afcc7bf1-7561-4a4f-9f29-309f7a9f78d7" providerId="AD" clId="Web-{3E03C9BF-C4D0-26EA-34A3-1B208085AC65}"/>
    <pc:docChg chg="addSld delSld modSld sldOrd">
      <pc:chgData name="Goswami, Treena (gcm8gw)" userId="S::gcm8gw@virginia.edu::afcc7bf1-7561-4a4f-9f29-309f7a9f78d7" providerId="AD" clId="Web-{3E03C9BF-C4D0-26EA-34A3-1B208085AC65}" dt="2023-07-12T13:58:45.541" v="57" actId="20577"/>
      <pc:docMkLst>
        <pc:docMk/>
      </pc:docMkLst>
      <pc:sldChg chg="modSp">
        <pc:chgData name="Goswami, Treena (gcm8gw)" userId="S::gcm8gw@virginia.edu::afcc7bf1-7561-4a4f-9f29-309f7a9f78d7" providerId="AD" clId="Web-{3E03C9BF-C4D0-26EA-34A3-1B208085AC65}" dt="2023-07-12T13:56:32.673" v="47" actId="1076"/>
        <pc:sldMkLst>
          <pc:docMk/>
          <pc:sldMk cId="2440686047" sldId="261"/>
        </pc:sldMkLst>
        <pc:spChg chg="mod">
          <ac:chgData name="Goswami, Treena (gcm8gw)" userId="S::gcm8gw@virginia.edu::afcc7bf1-7561-4a4f-9f29-309f7a9f78d7" providerId="AD" clId="Web-{3E03C9BF-C4D0-26EA-34A3-1B208085AC65}" dt="2023-07-12T13:56:32.673" v="47" actId="1076"/>
          <ac:spMkLst>
            <pc:docMk/>
            <pc:sldMk cId="2440686047" sldId="261"/>
            <ac:spMk id="2" creationId="{6CCD9D79-B581-B58D-0354-9E6BFA3CC488}"/>
          </ac:spMkLst>
        </pc:spChg>
        <pc:spChg chg="mod">
          <ac:chgData name="Goswami, Treena (gcm8gw)" userId="S::gcm8gw@virginia.edu::afcc7bf1-7561-4a4f-9f29-309f7a9f78d7" providerId="AD" clId="Web-{3E03C9BF-C4D0-26EA-34A3-1B208085AC65}" dt="2023-07-12T13:33:46.254" v="9" actId="20577"/>
          <ac:spMkLst>
            <pc:docMk/>
            <pc:sldMk cId="2440686047" sldId="261"/>
            <ac:spMk id="20" creationId="{3080B752-8274-FF2A-7BC4-94A57846978A}"/>
          </ac:spMkLst>
        </pc:spChg>
      </pc:sldChg>
      <pc:sldChg chg="modSp">
        <pc:chgData name="Goswami, Treena (gcm8gw)" userId="S::gcm8gw@virginia.edu::afcc7bf1-7561-4a4f-9f29-309f7a9f78d7" providerId="AD" clId="Web-{3E03C9BF-C4D0-26EA-34A3-1B208085AC65}" dt="2023-07-12T13:57:06.113" v="49" actId="20577"/>
        <pc:sldMkLst>
          <pc:docMk/>
          <pc:sldMk cId="1975988359" sldId="262"/>
        </pc:sldMkLst>
        <pc:spChg chg="mod">
          <ac:chgData name="Goswami, Treena (gcm8gw)" userId="S::gcm8gw@virginia.edu::afcc7bf1-7561-4a4f-9f29-309f7a9f78d7" providerId="AD" clId="Web-{3E03C9BF-C4D0-26EA-34A3-1B208085AC65}" dt="2023-07-12T13:57:06.113" v="49" actId="20577"/>
          <ac:spMkLst>
            <pc:docMk/>
            <pc:sldMk cId="1975988359" sldId="262"/>
            <ac:spMk id="20" creationId="{3080B752-8274-FF2A-7BC4-94A57846978A}"/>
          </ac:spMkLst>
        </pc:spChg>
      </pc:sldChg>
      <pc:sldChg chg="del">
        <pc:chgData name="Goswami, Treena (gcm8gw)" userId="S::gcm8gw@virginia.edu::afcc7bf1-7561-4a4f-9f29-309f7a9f78d7" providerId="AD" clId="Web-{3E03C9BF-C4D0-26EA-34A3-1B208085AC65}" dt="2023-07-12T13:42:44.352" v="27"/>
        <pc:sldMkLst>
          <pc:docMk/>
          <pc:sldMk cId="1333186232" sldId="271"/>
        </pc:sldMkLst>
      </pc:sldChg>
      <pc:sldChg chg="del">
        <pc:chgData name="Goswami, Treena (gcm8gw)" userId="S::gcm8gw@virginia.edu::afcc7bf1-7561-4a4f-9f29-309f7a9f78d7" providerId="AD" clId="Web-{3E03C9BF-C4D0-26EA-34A3-1B208085AC65}" dt="2023-07-12T13:42:44.352" v="25"/>
        <pc:sldMkLst>
          <pc:docMk/>
          <pc:sldMk cId="664685242" sldId="274"/>
        </pc:sldMkLst>
      </pc:sldChg>
      <pc:sldChg chg="del">
        <pc:chgData name="Goswami, Treena (gcm8gw)" userId="S::gcm8gw@virginia.edu::afcc7bf1-7561-4a4f-9f29-309f7a9f78d7" providerId="AD" clId="Web-{3E03C9BF-C4D0-26EA-34A3-1B208085AC65}" dt="2023-07-12T13:42:44.352" v="28"/>
        <pc:sldMkLst>
          <pc:docMk/>
          <pc:sldMk cId="790253026" sldId="277"/>
        </pc:sldMkLst>
      </pc:sldChg>
      <pc:sldChg chg="del">
        <pc:chgData name="Goswami, Treena (gcm8gw)" userId="S::gcm8gw@virginia.edu::afcc7bf1-7561-4a4f-9f29-309f7a9f78d7" providerId="AD" clId="Web-{3E03C9BF-C4D0-26EA-34A3-1B208085AC65}" dt="2023-07-12T13:42:44.352" v="26"/>
        <pc:sldMkLst>
          <pc:docMk/>
          <pc:sldMk cId="3139025555" sldId="280"/>
        </pc:sldMkLst>
      </pc:sldChg>
      <pc:sldChg chg="modSp">
        <pc:chgData name="Goswami, Treena (gcm8gw)" userId="S::gcm8gw@virginia.edu::afcc7bf1-7561-4a4f-9f29-309f7a9f78d7" providerId="AD" clId="Web-{3E03C9BF-C4D0-26EA-34A3-1B208085AC65}" dt="2023-07-12T13:56:12.734" v="46" actId="20577"/>
        <pc:sldMkLst>
          <pc:docMk/>
          <pc:sldMk cId="2015014807" sldId="286"/>
        </pc:sldMkLst>
        <pc:spChg chg="mod">
          <ac:chgData name="Goswami, Treena (gcm8gw)" userId="S::gcm8gw@virginia.edu::afcc7bf1-7561-4a4f-9f29-309f7a9f78d7" providerId="AD" clId="Web-{3E03C9BF-C4D0-26EA-34A3-1B208085AC65}" dt="2023-07-12T13:56:12.734" v="46" actId="20577"/>
          <ac:spMkLst>
            <pc:docMk/>
            <pc:sldMk cId="2015014807" sldId="286"/>
            <ac:spMk id="20" creationId="{3080B752-8274-FF2A-7BC4-94A57846978A}"/>
          </ac:spMkLst>
        </pc:spChg>
      </pc:sldChg>
      <pc:sldChg chg="modSp modCm">
        <pc:chgData name="Goswami, Treena (gcm8gw)" userId="S::gcm8gw@virginia.edu::afcc7bf1-7561-4a4f-9f29-309f7a9f78d7" providerId="AD" clId="Web-{3E03C9BF-C4D0-26EA-34A3-1B208085AC65}" dt="2023-07-12T13:58:11.539" v="53" actId="20577"/>
        <pc:sldMkLst>
          <pc:docMk/>
          <pc:sldMk cId="794762532" sldId="290"/>
        </pc:sldMkLst>
        <pc:spChg chg="mod">
          <ac:chgData name="Goswami, Treena (gcm8gw)" userId="S::gcm8gw@virginia.edu::afcc7bf1-7561-4a4f-9f29-309f7a9f78d7" providerId="AD" clId="Web-{3E03C9BF-C4D0-26EA-34A3-1B208085AC65}" dt="2023-07-12T13:58:11.539" v="53" actId="20577"/>
          <ac:spMkLst>
            <pc:docMk/>
            <pc:sldMk cId="794762532" sldId="290"/>
            <ac:spMk id="2" creationId="{6CCD9D79-B581-B58D-0354-9E6BFA3CC488}"/>
          </ac:spMkLst>
        </pc:spChg>
        <pc:spChg chg="mod">
          <ac:chgData name="Goswami, Treena (gcm8gw)" userId="S::gcm8gw@virginia.edu::afcc7bf1-7561-4a4f-9f29-309f7a9f78d7" providerId="AD" clId="Web-{3E03C9BF-C4D0-26EA-34A3-1B208085AC65}" dt="2023-07-12T13:57:30.692" v="51" actId="20577"/>
          <ac:spMkLst>
            <pc:docMk/>
            <pc:sldMk cId="794762532" sldId="290"/>
            <ac:spMk id="5" creationId="{4B57E253-96CE-9DF1-EE2E-32926DB2994D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Goswami, Treena (gcm8gw)" userId="S::gcm8gw@virginia.edu::afcc7bf1-7561-4a4f-9f29-309f7a9f78d7" providerId="AD" clId="Web-{3E03C9BF-C4D0-26EA-34A3-1B208085AC65}" dt="2023-07-12T13:52:11.186" v="38" actId="20577"/>
              <pc2:cmMkLst xmlns:pc2="http://schemas.microsoft.com/office/powerpoint/2019/9/main/command">
                <pc:docMk/>
                <pc:sldMk cId="794762532" sldId="290"/>
                <pc2:cmMk id="{C3BBB4BB-0904-4373-9BDC-48175426D6F9}"/>
              </pc2:cmMkLst>
            </pc226:cmChg>
          </p:ext>
        </pc:extLst>
      </pc:sldChg>
      <pc:sldChg chg="mod ord modShow">
        <pc:chgData name="Goswami, Treena (gcm8gw)" userId="S::gcm8gw@virginia.edu::afcc7bf1-7561-4a4f-9f29-309f7a9f78d7" providerId="AD" clId="Web-{3E03C9BF-C4D0-26EA-34A3-1B208085AC65}" dt="2023-07-12T13:47:10.026" v="35"/>
        <pc:sldMkLst>
          <pc:docMk/>
          <pc:sldMk cId="2836740793" sldId="291"/>
        </pc:sldMkLst>
      </pc:sldChg>
      <pc:sldChg chg="modSp">
        <pc:chgData name="Goswami, Treena (gcm8gw)" userId="S::gcm8gw@virginia.edu::afcc7bf1-7561-4a4f-9f29-309f7a9f78d7" providerId="AD" clId="Web-{3E03C9BF-C4D0-26EA-34A3-1B208085AC65}" dt="2023-07-12T13:58:24.852" v="54" actId="20577"/>
        <pc:sldMkLst>
          <pc:docMk/>
          <pc:sldMk cId="1347246161" sldId="294"/>
        </pc:sldMkLst>
        <pc:spChg chg="mod">
          <ac:chgData name="Goswami, Treena (gcm8gw)" userId="S::gcm8gw@virginia.edu::afcc7bf1-7561-4a4f-9f29-309f7a9f78d7" providerId="AD" clId="Web-{3E03C9BF-C4D0-26EA-34A3-1B208085AC65}" dt="2023-07-12T13:58:24.852" v="54" actId="20577"/>
          <ac:spMkLst>
            <pc:docMk/>
            <pc:sldMk cId="1347246161" sldId="294"/>
            <ac:spMk id="2" creationId="{658DC28B-14C3-9113-ADB5-CBB38BE89E9C}"/>
          </ac:spMkLst>
        </pc:spChg>
      </pc:sldChg>
      <pc:sldChg chg="modSp">
        <pc:chgData name="Goswami, Treena (gcm8gw)" userId="S::gcm8gw@virginia.edu::afcc7bf1-7561-4a4f-9f29-309f7a9f78d7" providerId="AD" clId="Web-{3E03C9BF-C4D0-26EA-34A3-1B208085AC65}" dt="2023-07-12T13:58:30.806" v="55" actId="20577"/>
        <pc:sldMkLst>
          <pc:docMk/>
          <pc:sldMk cId="2510184360" sldId="295"/>
        </pc:sldMkLst>
        <pc:spChg chg="mod">
          <ac:chgData name="Goswami, Treena (gcm8gw)" userId="S::gcm8gw@virginia.edu::afcc7bf1-7561-4a4f-9f29-309f7a9f78d7" providerId="AD" clId="Web-{3E03C9BF-C4D0-26EA-34A3-1B208085AC65}" dt="2023-07-12T13:58:30.806" v="55" actId="20577"/>
          <ac:spMkLst>
            <pc:docMk/>
            <pc:sldMk cId="2510184360" sldId="295"/>
            <ac:spMk id="2" creationId="{CC61F88D-6D05-FA5E-917E-419D15A2FB3C}"/>
          </ac:spMkLst>
        </pc:spChg>
      </pc:sldChg>
      <pc:sldChg chg="modSp">
        <pc:chgData name="Goswami, Treena (gcm8gw)" userId="S::gcm8gw@virginia.edu::afcc7bf1-7561-4a4f-9f29-309f7a9f78d7" providerId="AD" clId="Web-{3E03C9BF-C4D0-26EA-34A3-1B208085AC65}" dt="2023-07-12T13:58:39.384" v="56" actId="20577"/>
        <pc:sldMkLst>
          <pc:docMk/>
          <pc:sldMk cId="3521455868" sldId="296"/>
        </pc:sldMkLst>
        <pc:spChg chg="mod">
          <ac:chgData name="Goswami, Treena (gcm8gw)" userId="S::gcm8gw@virginia.edu::afcc7bf1-7561-4a4f-9f29-309f7a9f78d7" providerId="AD" clId="Web-{3E03C9BF-C4D0-26EA-34A3-1B208085AC65}" dt="2023-07-12T13:58:39.384" v="56" actId="20577"/>
          <ac:spMkLst>
            <pc:docMk/>
            <pc:sldMk cId="3521455868" sldId="296"/>
            <ac:spMk id="2" creationId="{37657AD9-CAB6-55FD-613A-8C48FCB334A7}"/>
          </ac:spMkLst>
        </pc:spChg>
      </pc:sldChg>
      <pc:sldChg chg="modSp">
        <pc:chgData name="Goswami, Treena (gcm8gw)" userId="S::gcm8gw@virginia.edu::afcc7bf1-7561-4a4f-9f29-309f7a9f78d7" providerId="AD" clId="Web-{3E03C9BF-C4D0-26EA-34A3-1B208085AC65}" dt="2023-07-12T13:58:45.541" v="57" actId="20577"/>
        <pc:sldMkLst>
          <pc:docMk/>
          <pc:sldMk cId="2843307357" sldId="297"/>
        </pc:sldMkLst>
        <pc:spChg chg="mod">
          <ac:chgData name="Goswami, Treena (gcm8gw)" userId="S::gcm8gw@virginia.edu::afcc7bf1-7561-4a4f-9f29-309f7a9f78d7" providerId="AD" clId="Web-{3E03C9BF-C4D0-26EA-34A3-1B208085AC65}" dt="2023-07-12T13:58:45.541" v="57" actId="20577"/>
          <ac:spMkLst>
            <pc:docMk/>
            <pc:sldMk cId="2843307357" sldId="297"/>
            <ac:spMk id="2" creationId="{A29CC6E7-D7C5-6ABD-FBAA-921A8525082E}"/>
          </ac:spMkLst>
        </pc:spChg>
      </pc:sldChg>
      <pc:sldChg chg="add">
        <pc:chgData name="Goswami, Treena (gcm8gw)" userId="S::gcm8gw@virginia.edu::afcc7bf1-7561-4a4f-9f29-309f7a9f78d7" providerId="AD" clId="Web-{3E03C9BF-C4D0-26EA-34A3-1B208085AC65}" dt="2023-07-12T13:42:50.102" v="29"/>
        <pc:sldMkLst>
          <pc:docMk/>
          <pc:sldMk cId="1986971451" sldId="298"/>
        </pc:sldMkLst>
      </pc:sldChg>
      <pc:sldChg chg="add">
        <pc:chgData name="Goswami, Treena (gcm8gw)" userId="S::gcm8gw@virginia.edu::afcc7bf1-7561-4a4f-9f29-309f7a9f78d7" providerId="AD" clId="Web-{3E03C9BF-C4D0-26EA-34A3-1B208085AC65}" dt="2023-07-12T13:42:50.290" v="30"/>
        <pc:sldMkLst>
          <pc:docMk/>
          <pc:sldMk cId="1071496090" sldId="299"/>
        </pc:sldMkLst>
      </pc:sldChg>
      <pc:sldChg chg="add">
        <pc:chgData name="Goswami, Treena (gcm8gw)" userId="S::gcm8gw@virginia.edu::afcc7bf1-7561-4a4f-9f29-309f7a9f78d7" providerId="AD" clId="Web-{3E03C9BF-C4D0-26EA-34A3-1B208085AC65}" dt="2023-07-12T13:42:50.384" v="31"/>
        <pc:sldMkLst>
          <pc:docMk/>
          <pc:sldMk cId="3688912285" sldId="300"/>
        </pc:sldMkLst>
      </pc:sldChg>
      <pc:sldChg chg="add">
        <pc:chgData name="Goswami, Treena (gcm8gw)" userId="S::gcm8gw@virginia.edu::afcc7bf1-7561-4a4f-9f29-309f7a9f78d7" providerId="AD" clId="Web-{3E03C9BF-C4D0-26EA-34A3-1B208085AC65}" dt="2023-07-12T13:42:50.431" v="32"/>
        <pc:sldMkLst>
          <pc:docMk/>
          <pc:sldMk cId="2894885031" sldId="301"/>
        </pc:sldMkLst>
      </pc:sldChg>
    </pc:docChg>
  </pc:docChgLst>
  <pc:docChgLst>
    <pc:chgData name="Marijke van der Geer" userId="S::mvandergeer0853_sdsu.edu#ext#@myuva.onmicrosoft.com::292b19e6-28e4-4adb-9813-3fd544a69f93" providerId="AD" clId="Web-{9FAA482F-DD26-4E9F-AA64-2FC513F36BC1}"/>
    <pc:docChg chg="modSld">
      <pc:chgData name="Marijke van der Geer" userId="S::mvandergeer0853_sdsu.edu#ext#@myuva.onmicrosoft.com::292b19e6-28e4-4adb-9813-3fd544a69f93" providerId="AD" clId="Web-{9FAA482F-DD26-4E9F-AA64-2FC513F36BC1}" dt="2023-07-13T01:27:33.805" v="84" actId="20577"/>
      <pc:docMkLst>
        <pc:docMk/>
      </pc:docMkLst>
      <pc:sldChg chg="modSp">
        <pc:chgData name="Marijke van der Geer" userId="S::mvandergeer0853_sdsu.edu#ext#@myuva.onmicrosoft.com::292b19e6-28e4-4adb-9813-3fd544a69f93" providerId="AD" clId="Web-{9FAA482F-DD26-4E9F-AA64-2FC513F36BC1}" dt="2023-07-13T01:00:34.355" v="33" actId="1076"/>
        <pc:sldMkLst>
          <pc:docMk/>
          <pc:sldMk cId="2166316645" sldId="266"/>
        </pc:sldMkLst>
        <pc:spChg chg="mod">
          <ac:chgData name="Marijke van der Geer" userId="S::mvandergeer0853_sdsu.edu#ext#@myuva.onmicrosoft.com::292b19e6-28e4-4adb-9813-3fd544a69f93" providerId="AD" clId="Web-{9FAA482F-DD26-4E9F-AA64-2FC513F36BC1}" dt="2023-07-13T01:00:12.745" v="28" actId="1076"/>
          <ac:spMkLst>
            <pc:docMk/>
            <pc:sldMk cId="2166316645" sldId="266"/>
            <ac:spMk id="2" creationId="{6CCD9D79-B581-B58D-0354-9E6BFA3CC488}"/>
          </ac:spMkLst>
        </pc:spChg>
        <pc:spChg chg="mod">
          <ac:chgData name="Marijke van der Geer" userId="S::mvandergeer0853_sdsu.edu#ext#@myuva.onmicrosoft.com::292b19e6-28e4-4adb-9813-3fd544a69f93" providerId="AD" clId="Web-{9FAA482F-DD26-4E9F-AA64-2FC513F36BC1}" dt="2023-07-13T01:00:34.355" v="33" actId="1076"/>
          <ac:spMkLst>
            <pc:docMk/>
            <pc:sldMk cId="2166316645" sldId="266"/>
            <ac:spMk id="4" creationId="{DEF4D6CE-2411-C719-C2C7-E44B57309159}"/>
          </ac:spMkLst>
        </pc:spChg>
        <pc:picChg chg="mod">
          <ac:chgData name="Marijke van der Geer" userId="S::mvandergeer0853_sdsu.edu#ext#@myuva.onmicrosoft.com::292b19e6-28e4-4adb-9813-3fd544a69f93" providerId="AD" clId="Web-{9FAA482F-DD26-4E9F-AA64-2FC513F36BC1}" dt="2023-07-13T01:00:30.464" v="32" actId="1076"/>
          <ac:picMkLst>
            <pc:docMk/>
            <pc:sldMk cId="2166316645" sldId="266"/>
            <ac:picMk id="6" creationId="{32F07A84-FDE4-9384-DE3D-2BDB5B11FC42}"/>
          </ac:picMkLst>
        </pc:picChg>
      </pc:sldChg>
      <pc:sldChg chg="addSp delSp modSp">
        <pc:chgData name="Marijke van der Geer" userId="S::mvandergeer0853_sdsu.edu#ext#@myuva.onmicrosoft.com::292b19e6-28e4-4adb-9813-3fd544a69f93" providerId="AD" clId="Web-{9FAA482F-DD26-4E9F-AA64-2FC513F36BC1}" dt="2023-07-13T01:27:33.805" v="84" actId="20577"/>
        <pc:sldMkLst>
          <pc:docMk/>
          <pc:sldMk cId="2510184360" sldId="295"/>
        </pc:sldMkLst>
        <pc:spChg chg="mod">
          <ac:chgData name="Marijke van der Geer" userId="S::mvandergeer0853_sdsu.edu#ext#@myuva.onmicrosoft.com::292b19e6-28e4-4adb-9813-3fd544a69f93" providerId="AD" clId="Web-{9FAA482F-DD26-4E9F-AA64-2FC513F36BC1}" dt="2023-07-13T01:27:33.805" v="84" actId="20577"/>
          <ac:spMkLst>
            <pc:docMk/>
            <pc:sldMk cId="2510184360" sldId="295"/>
            <ac:spMk id="7" creationId="{AF1F0DED-D305-073A-76A1-2483FEC73D9C}"/>
          </ac:spMkLst>
        </pc:spChg>
        <pc:picChg chg="add mod modCrop">
          <ac:chgData name="Marijke van der Geer" userId="S::mvandergeer0853_sdsu.edu#ext#@myuva.onmicrosoft.com::292b19e6-28e4-4adb-9813-3fd544a69f93" providerId="AD" clId="Web-{9FAA482F-DD26-4E9F-AA64-2FC513F36BC1}" dt="2023-07-13T01:05:19.287" v="51" actId="14100"/>
          <ac:picMkLst>
            <pc:docMk/>
            <pc:sldMk cId="2510184360" sldId="295"/>
            <ac:picMk id="3" creationId="{5EFF74F7-EC85-A491-CB47-E8CC96E7A387}"/>
          </ac:picMkLst>
        </pc:picChg>
        <pc:picChg chg="del">
          <ac:chgData name="Marijke van der Geer" userId="S::mvandergeer0853_sdsu.edu#ext#@myuva.onmicrosoft.com::292b19e6-28e4-4adb-9813-3fd544a69f93" providerId="AD" clId="Web-{9FAA482F-DD26-4E9F-AA64-2FC513F36BC1}" dt="2023-07-13T01:01:11.466" v="36"/>
          <ac:picMkLst>
            <pc:docMk/>
            <pc:sldMk cId="2510184360" sldId="295"/>
            <ac:picMk id="8" creationId="{06C6F4FE-4C9A-3ACD-CDD1-A59D3333D47C}"/>
          </ac:picMkLst>
        </pc:picChg>
      </pc:sldChg>
      <pc:sldChg chg="addSp delSp modSp modCm">
        <pc:chgData name="Marijke van der Geer" userId="S::mvandergeer0853_sdsu.edu#ext#@myuva.onmicrosoft.com::292b19e6-28e4-4adb-9813-3fd544a69f93" providerId="AD" clId="Web-{9FAA482F-DD26-4E9F-AA64-2FC513F36BC1}" dt="2023-07-13T01:23:12.327" v="74" actId="1076"/>
        <pc:sldMkLst>
          <pc:docMk/>
          <pc:sldMk cId="110244707" sldId="303"/>
        </pc:sldMkLst>
        <pc:spChg chg="mod">
          <ac:chgData name="Marijke van der Geer" userId="S::mvandergeer0853_sdsu.edu#ext#@myuva.onmicrosoft.com::292b19e6-28e4-4adb-9813-3fd544a69f93" providerId="AD" clId="Web-{9FAA482F-DD26-4E9F-AA64-2FC513F36BC1}" dt="2023-07-13T01:22:36.435" v="69" actId="20577"/>
          <ac:spMkLst>
            <pc:docMk/>
            <pc:sldMk cId="110244707" sldId="303"/>
            <ac:spMk id="8" creationId="{A411BA59-D53C-E649-AC94-F025D4B7040E}"/>
          </ac:spMkLst>
        </pc:spChg>
        <pc:picChg chg="add mod modCrop">
          <ac:chgData name="Marijke van der Geer" userId="S::mvandergeer0853_sdsu.edu#ext#@myuva.onmicrosoft.com::292b19e6-28e4-4adb-9813-3fd544a69f93" providerId="AD" clId="Web-{9FAA482F-DD26-4E9F-AA64-2FC513F36BC1}" dt="2023-07-13T01:23:12.327" v="74" actId="1076"/>
          <ac:picMkLst>
            <pc:docMk/>
            <pc:sldMk cId="110244707" sldId="303"/>
            <ac:picMk id="3" creationId="{C5398481-DB0D-BEB7-AE99-4D54A0C08126}"/>
          </ac:picMkLst>
        </pc:picChg>
        <pc:picChg chg="del">
          <ac:chgData name="Marijke van der Geer" userId="S::mvandergeer0853_sdsu.edu#ext#@myuva.onmicrosoft.com::292b19e6-28e4-4adb-9813-3fd544a69f93" providerId="AD" clId="Web-{9FAA482F-DD26-4E9F-AA64-2FC513F36BC1}" dt="2023-07-13T01:21:26.698" v="56"/>
          <ac:picMkLst>
            <pc:docMk/>
            <pc:sldMk cId="110244707" sldId="303"/>
            <ac:picMk id="7" creationId="{028B6028-BA2D-0128-3B75-A85D16A39685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Marijke van der Geer" userId="S::mvandergeer0853_sdsu.edu#ext#@myuva.onmicrosoft.com::292b19e6-28e4-4adb-9813-3fd544a69f93" providerId="AD" clId="Web-{9FAA482F-DD26-4E9F-AA64-2FC513F36BC1}" dt="2023-07-13T01:22:30.638" v="68" actId="20577"/>
              <pc2:cmMkLst xmlns:pc2="http://schemas.microsoft.com/office/powerpoint/2019/9/main/command">
                <pc:docMk/>
                <pc:sldMk cId="110244707" sldId="303"/>
                <pc2:cmMk id="{10E97C24-A164-4F45-81B4-F75E8AD187D6}"/>
              </pc2:cmMkLst>
            </pc226:cmChg>
          </p:ext>
        </pc:extLst>
      </pc:sldChg>
      <pc:sldChg chg="modSp modCm">
        <pc:chgData name="Marijke van der Geer" userId="S::mvandergeer0853_sdsu.edu#ext#@myuva.onmicrosoft.com::292b19e6-28e4-4adb-9813-3fd544a69f93" providerId="AD" clId="Web-{9FAA482F-DD26-4E9F-AA64-2FC513F36BC1}" dt="2023-07-13T01:07:44.183" v="55" actId="20577"/>
        <pc:sldMkLst>
          <pc:docMk/>
          <pc:sldMk cId="2961912081" sldId="305"/>
        </pc:sldMkLst>
        <pc:spChg chg="mod">
          <ac:chgData name="Marijke van der Geer" userId="S::mvandergeer0853_sdsu.edu#ext#@myuva.onmicrosoft.com::292b19e6-28e4-4adb-9813-3fd544a69f93" providerId="AD" clId="Web-{9FAA482F-DD26-4E9F-AA64-2FC513F36BC1}" dt="2023-07-13T01:07:44.183" v="55" actId="20577"/>
          <ac:spMkLst>
            <pc:docMk/>
            <pc:sldMk cId="2961912081" sldId="305"/>
            <ac:spMk id="3" creationId="{05F00764-C307-0DA2-A5F2-FE091483DD82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Marijke van der Geer" userId="S::mvandergeer0853_sdsu.edu#ext#@myuva.onmicrosoft.com::292b19e6-28e4-4adb-9813-3fd544a69f93" providerId="AD" clId="Web-{9FAA482F-DD26-4E9F-AA64-2FC513F36BC1}" dt="2023-07-13T01:07:44.183" v="55" actId="20577"/>
              <pc2:cmMkLst xmlns:pc2="http://schemas.microsoft.com/office/powerpoint/2019/9/main/command">
                <pc:docMk/>
                <pc:sldMk cId="2961912081" sldId="305"/>
                <pc2:cmMk id="{67AAEEC7-065E-46D7-9894-A12A5DF6FBA5}"/>
              </pc2:cmMkLst>
            </pc226:cmChg>
          </p:ext>
        </pc:extLst>
      </pc:sldChg>
    </pc:docChg>
  </pc:docChgLst>
  <pc:docChgLst>
    <pc:chgData name="Lancaster, Vicki Ann (val7zv)" userId="1848b937-7720-42a5-9891-d77f8c3cb783" providerId="ADAL" clId="{40C3F8D1-C4D8-B34C-BE8A-080499F2CD78}"/>
    <pc:docChg chg="custSel modSld">
      <pc:chgData name="Lancaster, Vicki Ann (val7zv)" userId="1848b937-7720-42a5-9891-d77f8c3cb783" providerId="ADAL" clId="{40C3F8D1-C4D8-B34C-BE8A-080499F2CD78}" dt="2023-07-12T20:13:51.559" v="106" actId="1076"/>
      <pc:docMkLst>
        <pc:docMk/>
      </pc:docMkLst>
      <pc:sldChg chg="modSp mod">
        <pc:chgData name="Lancaster, Vicki Ann (val7zv)" userId="1848b937-7720-42a5-9891-d77f8c3cb783" providerId="ADAL" clId="{40C3F8D1-C4D8-B34C-BE8A-080499F2CD78}" dt="2023-07-12T20:05:35.608" v="55" actId="207"/>
        <pc:sldMkLst>
          <pc:docMk/>
          <pc:sldMk cId="1224941005" sldId="258"/>
        </pc:sldMkLst>
        <pc:spChg chg="mod">
          <ac:chgData name="Lancaster, Vicki Ann (val7zv)" userId="1848b937-7720-42a5-9891-d77f8c3cb783" providerId="ADAL" clId="{40C3F8D1-C4D8-B34C-BE8A-080499F2CD78}" dt="2023-07-12T20:05:35.608" v="55" actId="207"/>
          <ac:spMkLst>
            <pc:docMk/>
            <pc:sldMk cId="1224941005" sldId="258"/>
            <ac:spMk id="2" creationId="{6CCD9D79-B581-B58D-0354-9E6BFA3CC488}"/>
          </ac:spMkLst>
        </pc:spChg>
      </pc:sldChg>
      <pc:sldChg chg="modSp mod">
        <pc:chgData name="Lancaster, Vicki Ann (val7zv)" userId="1848b937-7720-42a5-9891-d77f8c3cb783" providerId="ADAL" clId="{40C3F8D1-C4D8-B34C-BE8A-080499F2CD78}" dt="2023-07-12T20:06:49.791" v="57" actId="207"/>
        <pc:sldMkLst>
          <pc:docMk/>
          <pc:sldMk cId="2440686047" sldId="261"/>
        </pc:sldMkLst>
        <pc:spChg chg="mod">
          <ac:chgData name="Lancaster, Vicki Ann (val7zv)" userId="1848b937-7720-42a5-9891-d77f8c3cb783" providerId="ADAL" clId="{40C3F8D1-C4D8-B34C-BE8A-080499F2CD78}" dt="2023-07-12T20:06:49.791" v="57" actId="207"/>
          <ac:spMkLst>
            <pc:docMk/>
            <pc:sldMk cId="2440686047" sldId="261"/>
            <ac:spMk id="2" creationId="{6CCD9D79-B581-B58D-0354-9E6BFA3CC488}"/>
          </ac:spMkLst>
        </pc:spChg>
      </pc:sldChg>
      <pc:sldChg chg="modSp mod">
        <pc:chgData name="Lancaster, Vicki Ann (val7zv)" userId="1848b937-7720-42a5-9891-d77f8c3cb783" providerId="ADAL" clId="{40C3F8D1-C4D8-B34C-BE8A-080499F2CD78}" dt="2023-07-12T20:07:51.353" v="74" actId="113"/>
        <pc:sldMkLst>
          <pc:docMk/>
          <pc:sldMk cId="1975988359" sldId="262"/>
        </pc:sldMkLst>
        <pc:spChg chg="mod">
          <ac:chgData name="Lancaster, Vicki Ann (val7zv)" userId="1848b937-7720-42a5-9891-d77f8c3cb783" providerId="ADAL" clId="{40C3F8D1-C4D8-B34C-BE8A-080499F2CD78}" dt="2023-07-12T20:07:51.353" v="74" actId="113"/>
          <ac:spMkLst>
            <pc:docMk/>
            <pc:sldMk cId="1975988359" sldId="262"/>
            <ac:spMk id="3" creationId="{F1CC3B40-989C-09AA-A402-BEE5A714CFE4}"/>
          </ac:spMkLst>
        </pc:spChg>
      </pc:sldChg>
      <pc:sldChg chg="modSp mod">
        <pc:chgData name="Lancaster, Vicki Ann (val7zv)" userId="1848b937-7720-42a5-9891-d77f8c3cb783" providerId="ADAL" clId="{40C3F8D1-C4D8-B34C-BE8A-080499F2CD78}" dt="2023-07-12T20:08:29.693" v="75" actId="207"/>
        <pc:sldMkLst>
          <pc:docMk/>
          <pc:sldMk cId="2426580113" sldId="263"/>
        </pc:sldMkLst>
        <pc:spChg chg="mod">
          <ac:chgData name="Lancaster, Vicki Ann (val7zv)" userId="1848b937-7720-42a5-9891-d77f8c3cb783" providerId="ADAL" clId="{40C3F8D1-C4D8-B34C-BE8A-080499F2CD78}" dt="2023-07-12T20:07:36.440" v="72" actId="20577"/>
          <ac:spMkLst>
            <pc:docMk/>
            <pc:sldMk cId="2426580113" sldId="263"/>
            <ac:spMk id="2" creationId="{6CCD9D79-B581-B58D-0354-9E6BFA3CC488}"/>
          </ac:spMkLst>
        </pc:spChg>
        <pc:spChg chg="mod">
          <ac:chgData name="Lancaster, Vicki Ann (val7zv)" userId="1848b937-7720-42a5-9891-d77f8c3cb783" providerId="ADAL" clId="{40C3F8D1-C4D8-B34C-BE8A-080499F2CD78}" dt="2023-07-12T20:08:29.693" v="75" actId="207"/>
          <ac:spMkLst>
            <pc:docMk/>
            <pc:sldMk cId="2426580113" sldId="263"/>
            <ac:spMk id="3" creationId="{8DB69600-61ED-0E58-4634-75588BEEA125}"/>
          </ac:spMkLst>
        </pc:spChg>
      </pc:sldChg>
      <pc:sldChg chg="modSp mod">
        <pc:chgData name="Lancaster, Vicki Ann (val7zv)" userId="1848b937-7720-42a5-9891-d77f8c3cb783" providerId="ADAL" clId="{40C3F8D1-C4D8-B34C-BE8A-080499F2CD78}" dt="2023-07-12T20:09:24.282" v="83" actId="20577"/>
        <pc:sldMkLst>
          <pc:docMk/>
          <pc:sldMk cId="3984161121" sldId="264"/>
        </pc:sldMkLst>
        <pc:spChg chg="mod">
          <ac:chgData name="Lancaster, Vicki Ann (val7zv)" userId="1848b937-7720-42a5-9891-d77f8c3cb783" providerId="ADAL" clId="{40C3F8D1-C4D8-B34C-BE8A-080499F2CD78}" dt="2023-07-12T20:09:24.282" v="83" actId="20577"/>
          <ac:spMkLst>
            <pc:docMk/>
            <pc:sldMk cId="3984161121" sldId="264"/>
            <ac:spMk id="3" creationId="{094CC0CF-C72A-2A61-D1C2-E6A51DF40BAC}"/>
          </ac:spMkLst>
        </pc:spChg>
        <pc:spChg chg="mod">
          <ac:chgData name="Lancaster, Vicki Ann (val7zv)" userId="1848b937-7720-42a5-9891-d77f8c3cb783" providerId="ADAL" clId="{40C3F8D1-C4D8-B34C-BE8A-080499F2CD78}" dt="2023-07-12T20:08:49.718" v="76" actId="207"/>
          <ac:spMkLst>
            <pc:docMk/>
            <pc:sldMk cId="3984161121" sldId="264"/>
            <ac:spMk id="4" creationId="{721CF391-2FF2-BCFC-011B-DD787B3D34FD}"/>
          </ac:spMkLst>
        </pc:spChg>
      </pc:sldChg>
      <pc:sldChg chg="modSp mod">
        <pc:chgData name="Lancaster, Vicki Ann (val7zv)" userId="1848b937-7720-42a5-9891-d77f8c3cb783" providerId="ADAL" clId="{40C3F8D1-C4D8-B34C-BE8A-080499F2CD78}" dt="2023-07-12T20:09:54.428" v="85" actId="207"/>
        <pc:sldMkLst>
          <pc:docMk/>
          <pc:sldMk cId="2166316645" sldId="266"/>
        </pc:sldMkLst>
        <pc:spChg chg="mod">
          <ac:chgData name="Lancaster, Vicki Ann (val7zv)" userId="1848b937-7720-42a5-9891-d77f8c3cb783" providerId="ADAL" clId="{40C3F8D1-C4D8-B34C-BE8A-080499F2CD78}" dt="2023-07-12T20:09:47.081" v="84" actId="14100"/>
          <ac:spMkLst>
            <pc:docMk/>
            <pc:sldMk cId="2166316645" sldId="266"/>
            <ac:spMk id="2" creationId="{6CCD9D79-B581-B58D-0354-9E6BFA3CC488}"/>
          </ac:spMkLst>
        </pc:spChg>
        <pc:spChg chg="mod">
          <ac:chgData name="Lancaster, Vicki Ann (val7zv)" userId="1848b937-7720-42a5-9891-d77f8c3cb783" providerId="ADAL" clId="{40C3F8D1-C4D8-B34C-BE8A-080499F2CD78}" dt="2023-07-12T20:09:54.428" v="85" actId="207"/>
          <ac:spMkLst>
            <pc:docMk/>
            <pc:sldMk cId="2166316645" sldId="266"/>
            <ac:spMk id="3" creationId="{EB1EFCDA-2F66-7793-991D-8E3933A9F7DA}"/>
          </ac:spMkLst>
        </pc:spChg>
      </pc:sldChg>
      <pc:sldChg chg="modSp mod">
        <pc:chgData name="Lancaster, Vicki Ann (val7zv)" userId="1848b937-7720-42a5-9891-d77f8c3cb783" providerId="ADAL" clId="{40C3F8D1-C4D8-B34C-BE8A-080499F2CD78}" dt="2023-07-12T20:05:25.371" v="54" actId="14100"/>
        <pc:sldMkLst>
          <pc:docMk/>
          <pc:sldMk cId="2015014807" sldId="286"/>
        </pc:sldMkLst>
        <pc:spChg chg="mod">
          <ac:chgData name="Lancaster, Vicki Ann (val7zv)" userId="1848b937-7720-42a5-9891-d77f8c3cb783" providerId="ADAL" clId="{40C3F8D1-C4D8-B34C-BE8A-080499F2CD78}" dt="2023-07-12T20:05:25.371" v="54" actId="14100"/>
          <ac:spMkLst>
            <pc:docMk/>
            <pc:sldMk cId="2015014807" sldId="286"/>
            <ac:spMk id="20" creationId="{3080B752-8274-FF2A-7BC4-94A57846978A}"/>
          </ac:spMkLst>
        </pc:spChg>
      </pc:sldChg>
      <pc:sldChg chg="modSp mod">
        <pc:chgData name="Lancaster, Vicki Ann (val7zv)" userId="1848b937-7720-42a5-9891-d77f8c3cb783" providerId="ADAL" clId="{40C3F8D1-C4D8-B34C-BE8A-080499F2CD78}" dt="2023-07-12T20:11:34.811" v="96" actId="255"/>
        <pc:sldMkLst>
          <pc:docMk/>
          <pc:sldMk cId="794762532" sldId="290"/>
        </pc:sldMkLst>
        <pc:spChg chg="mod">
          <ac:chgData name="Lancaster, Vicki Ann (val7zv)" userId="1848b937-7720-42a5-9891-d77f8c3cb783" providerId="ADAL" clId="{40C3F8D1-C4D8-B34C-BE8A-080499F2CD78}" dt="2023-07-12T20:10:47.595" v="88" actId="113"/>
          <ac:spMkLst>
            <pc:docMk/>
            <pc:sldMk cId="794762532" sldId="290"/>
            <ac:spMk id="2" creationId="{6CCD9D79-B581-B58D-0354-9E6BFA3CC488}"/>
          </ac:spMkLst>
        </pc:spChg>
        <pc:spChg chg="mod">
          <ac:chgData name="Lancaster, Vicki Ann (val7zv)" userId="1848b937-7720-42a5-9891-d77f8c3cb783" providerId="ADAL" clId="{40C3F8D1-C4D8-B34C-BE8A-080499F2CD78}" dt="2023-07-12T20:11:34.811" v="96" actId="255"/>
          <ac:spMkLst>
            <pc:docMk/>
            <pc:sldMk cId="794762532" sldId="290"/>
            <ac:spMk id="5" creationId="{4B57E253-96CE-9DF1-EE2E-32926DB2994D}"/>
          </ac:spMkLst>
        </pc:spChg>
      </pc:sldChg>
      <pc:sldChg chg="modSp mod">
        <pc:chgData name="Lancaster, Vicki Ann (val7zv)" userId="1848b937-7720-42a5-9891-d77f8c3cb783" providerId="ADAL" clId="{40C3F8D1-C4D8-B34C-BE8A-080499F2CD78}" dt="2023-07-12T20:11:59.596" v="97" actId="207"/>
        <pc:sldMkLst>
          <pc:docMk/>
          <pc:sldMk cId="2836740793" sldId="291"/>
        </pc:sldMkLst>
        <pc:spChg chg="mod">
          <ac:chgData name="Lancaster, Vicki Ann (val7zv)" userId="1848b937-7720-42a5-9891-d77f8c3cb783" providerId="ADAL" clId="{40C3F8D1-C4D8-B34C-BE8A-080499F2CD78}" dt="2023-07-12T20:11:59.596" v="97" actId="207"/>
          <ac:spMkLst>
            <pc:docMk/>
            <pc:sldMk cId="2836740793" sldId="291"/>
            <ac:spMk id="2" creationId="{E9D77143-7B8E-C191-A5D1-3FCA147677A7}"/>
          </ac:spMkLst>
        </pc:spChg>
      </pc:sldChg>
      <pc:sldChg chg="modSp mod">
        <pc:chgData name="Lancaster, Vicki Ann (val7zv)" userId="1848b937-7720-42a5-9891-d77f8c3cb783" providerId="ADAL" clId="{40C3F8D1-C4D8-B34C-BE8A-080499F2CD78}" dt="2023-07-12T20:06:32.140" v="56" actId="207"/>
        <pc:sldMkLst>
          <pc:docMk/>
          <pc:sldMk cId="2564838282" sldId="293"/>
        </pc:sldMkLst>
        <pc:spChg chg="mod">
          <ac:chgData name="Lancaster, Vicki Ann (val7zv)" userId="1848b937-7720-42a5-9891-d77f8c3cb783" providerId="ADAL" clId="{40C3F8D1-C4D8-B34C-BE8A-080499F2CD78}" dt="2023-07-12T20:06:32.140" v="56" actId="207"/>
          <ac:spMkLst>
            <pc:docMk/>
            <pc:sldMk cId="2564838282" sldId="293"/>
            <ac:spMk id="2" creationId="{6CCD9D79-B581-B58D-0354-9E6BFA3CC488}"/>
          </ac:spMkLst>
        </pc:spChg>
      </pc:sldChg>
      <pc:sldChg chg="modSp mod">
        <pc:chgData name="Lancaster, Vicki Ann (val7zv)" userId="1848b937-7720-42a5-9891-d77f8c3cb783" providerId="ADAL" clId="{40C3F8D1-C4D8-B34C-BE8A-080499F2CD78}" dt="2023-07-12T20:04:32.305" v="53" actId="207"/>
        <pc:sldMkLst>
          <pc:docMk/>
          <pc:sldMk cId="2510184360" sldId="295"/>
        </pc:sldMkLst>
        <pc:spChg chg="mod">
          <ac:chgData name="Lancaster, Vicki Ann (val7zv)" userId="1848b937-7720-42a5-9891-d77f8c3cb783" providerId="ADAL" clId="{40C3F8D1-C4D8-B34C-BE8A-080499F2CD78}" dt="2023-07-12T20:04:32.305" v="53" actId="207"/>
          <ac:spMkLst>
            <pc:docMk/>
            <pc:sldMk cId="2510184360" sldId="295"/>
            <ac:spMk id="2" creationId="{CC61F88D-6D05-FA5E-917E-419D15A2FB3C}"/>
          </ac:spMkLst>
        </pc:spChg>
      </pc:sldChg>
      <pc:sldChg chg="modSp mod">
        <pc:chgData name="Lancaster, Vicki Ann (val7zv)" userId="1848b937-7720-42a5-9891-d77f8c3cb783" providerId="ADAL" clId="{40C3F8D1-C4D8-B34C-BE8A-080499F2CD78}" dt="2023-07-12T19:58:50.145" v="4" actId="14100"/>
        <pc:sldMkLst>
          <pc:docMk/>
          <pc:sldMk cId="2843307357" sldId="297"/>
        </pc:sldMkLst>
        <pc:spChg chg="mod">
          <ac:chgData name="Lancaster, Vicki Ann (val7zv)" userId="1848b937-7720-42a5-9891-d77f8c3cb783" providerId="ADAL" clId="{40C3F8D1-C4D8-B34C-BE8A-080499F2CD78}" dt="2023-07-12T19:58:38.862" v="3" actId="113"/>
          <ac:spMkLst>
            <pc:docMk/>
            <pc:sldMk cId="2843307357" sldId="297"/>
            <ac:spMk id="2" creationId="{A29CC6E7-D7C5-6ABD-FBAA-921A8525082E}"/>
          </ac:spMkLst>
        </pc:spChg>
        <pc:spChg chg="mod">
          <ac:chgData name="Lancaster, Vicki Ann (val7zv)" userId="1848b937-7720-42a5-9891-d77f8c3cb783" providerId="ADAL" clId="{40C3F8D1-C4D8-B34C-BE8A-080499F2CD78}" dt="2023-07-12T19:58:50.145" v="4" actId="14100"/>
          <ac:spMkLst>
            <pc:docMk/>
            <pc:sldMk cId="2843307357" sldId="297"/>
            <ac:spMk id="3" creationId="{C66CFB25-6E43-4717-2C25-3F727174F485}"/>
          </ac:spMkLst>
        </pc:spChg>
      </pc:sldChg>
      <pc:sldChg chg="modSp mod">
        <pc:chgData name="Lancaster, Vicki Ann (val7zv)" userId="1848b937-7720-42a5-9891-d77f8c3cb783" providerId="ADAL" clId="{40C3F8D1-C4D8-B34C-BE8A-080499F2CD78}" dt="2023-07-12T20:13:51.559" v="106" actId="1076"/>
        <pc:sldMkLst>
          <pc:docMk/>
          <pc:sldMk cId="2894885031" sldId="301"/>
        </pc:sldMkLst>
        <pc:spChg chg="mod">
          <ac:chgData name="Lancaster, Vicki Ann (val7zv)" userId="1848b937-7720-42a5-9891-d77f8c3cb783" providerId="ADAL" clId="{40C3F8D1-C4D8-B34C-BE8A-080499F2CD78}" dt="2023-07-12T20:13:51.559" v="106" actId="1076"/>
          <ac:spMkLst>
            <pc:docMk/>
            <pc:sldMk cId="2894885031" sldId="301"/>
            <ac:spMk id="5" creationId="{4B57E253-96CE-9DF1-EE2E-32926DB2994D}"/>
          </ac:spMkLst>
        </pc:spChg>
      </pc:sldChg>
      <pc:sldChg chg="modSp mod">
        <pc:chgData name="Lancaster, Vicki Ann (val7zv)" userId="1848b937-7720-42a5-9891-d77f8c3cb783" providerId="ADAL" clId="{40C3F8D1-C4D8-B34C-BE8A-080499F2CD78}" dt="2023-07-12T20:03:22.747" v="36" actId="122"/>
        <pc:sldMkLst>
          <pc:docMk/>
          <pc:sldMk cId="110244707" sldId="303"/>
        </pc:sldMkLst>
        <pc:spChg chg="mod">
          <ac:chgData name="Lancaster, Vicki Ann (val7zv)" userId="1848b937-7720-42a5-9891-d77f8c3cb783" providerId="ADAL" clId="{40C3F8D1-C4D8-B34C-BE8A-080499F2CD78}" dt="2023-07-12T20:03:08.988" v="35" actId="113"/>
          <ac:spMkLst>
            <pc:docMk/>
            <pc:sldMk cId="110244707" sldId="303"/>
            <ac:spMk id="2" creationId="{4D00A556-1F8C-8ADF-C903-7B1698003B3F}"/>
          </ac:spMkLst>
        </pc:spChg>
        <pc:spChg chg="mod">
          <ac:chgData name="Lancaster, Vicki Ann (val7zv)" userId="1848b937-7720-42a5-9891-d77f8c3cb783" providerId="ADAL" clId="{40C3F8D1-C4D8-B34C-BE8A-080499F2CD78}" dt="2023-07-12T20:03:22.747" v="36" actId="122"/>
          <ac:spMkLst>
            <pc:docMk/>
            <pc:sldMk cId="110244707" sldId="303"/>
            <ac:spMk id="8" creationId="{A411BA59-D53C-E649-AC94-F025D4B7040E}"/>
          </ac:spMkLst>
        </pc:spChg>
      </pc:sldChg>
      <pc:sldChg chg="modSp mod modCm">
        <pc:chgData name="Lancaster, Vicki Ann (val7zv)" userId="1848b937-7720-42a5-9891-d77f8c3cb783" providerId="ADAL" clId="{40C3F8D1-C4D8-B34C-BE8A-080499F2CD78}" dt="2023-07-12T20:02:52.292" v="32" actId="14100"/>
        <pc:sldMkLst>
          <pc:docMk/>
          <pc:sldMk cId="799235816" sldId="304"/>
        </pc:sldMkLst>
        <pc:spChg chg="mod">
          <ac:chgData name="Lancaster, Vicki Ann (val7zv)" userId="1848b937-7720-42a5-9891-d77f8c3cb783" providerId="ADAL" clId="{40C3F8D1-C4D8-B34C-BE8A-080499F2CD78}" dt="2023-07-12T20:02:06.280" v="19" actId="207"/>
          <ac:spMkLst>
            <pc:docMk/>
            <pc:sldMk cId="799235816" sldId="304"/>
            <ac:spMk id="2" creationId="{B6D9DC2C-8DB2-4F30-7811-48862A2B1140}"/>
          </ac:spMkLst>
        </pc:spChg>
        <pc:spChg chg="mod">
          <ac:chgData name="Lancaster, Vicki Ann (val7zv)" userId="1848b937-7720-42a5-9891-d77f8c3cb783" providerId="ADAL" clId="{40C3F8D1-C4D8-B34C-BE8A-080499F2CD78}" dt="2023-07-12T20:02:52.292" v="32" actId="14100"/>
          <ac:spMkLst>
            <pc:docMk/>
            <pc:sldMk cId="799235816" sldId="304"/>
            <ac:spMk id="3" creationId="{6DAAC72D-6444-480D-EEF2-23BBE2174EE1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Lancaster, Vicki Ann (val7zv)" userId="1848b937-7720-42a5-9891-d77f8c3cb783" providerId="ADAL" clId="{40C3F8D1-C4D8-B34C-BE8A-080499F2CD78}" dt="2023-07-12T20:02:43.917" v="31" actId="20577"/>
              <pc2:cmMkLst xmlns:pc2="http://schemas.microsoft.com/office/powerpoint/2019/9/main/command">
                <pc:docMk/>
                <pc:sldMk cId="799235816" sldId="304"/>
                <pc2:cmMk id="{E67B6235-41FF-4B24-B948-F18FB2D19E96}"/>
              </pc2:cmMkLst>
            </pc226:cmChg>
          </p:ext>
        </pc:extLst>
      </pc:sldChg>
      <pc:sldChg chg="modSp mod">
        <pc:chgData name="Lancaster, Vicki Ann (val7zv)" userId="1848b937-7720-42a5-9891-d77f8c3cb783" providerId="ADAL" clId="{40C3F8D1-C4D8-B34C-BE8A-080499F2CD78}" dt="2023-07-12T20:01:22.412" v="18" actId="113"/>
        <pc:sldMkLst>
          <pc:docMk/>
          <pc:sldMk cId="2961912081" sldId="305"/>
        </pc:sldMkLst>
        <pc:spChg chg="mod">
          <ac:chgData name="Lancaster, Vicki Ann (val7zv)" userId="1848b937-7720-42a5-9891-d77f8c3cb783" providerId="ADAL" clId="{40C3F8D1-C4D8-B34C-BE8A-080499F2CD78}" dt="2023-07-12T20:01:22.412" v="18" actId="113"/>
          <ac:spMkLst>
            <pc:docMk/>
            <pc:sldMk cId="2961912081" sldId="305"/>
            <ac:spMk id="2" creationId="{1845F33C-EBC0-7133-8920-280AAD23DF32}"/>
          </ac:spMkLst>
        </pc:spChg>
      </pc:sldChg>
      <pc:sldChg chg="modSp mod">
        <pc:chgData name="Lancaster, Vicki Ann (val7zv)" userId="1848b937-7720-42a5-9891-d77f8c3cb783" providerId="ADAL" clId="{40C3F8D1-C4D8-B34C-BE8A-080499F2CD78}" dt="2023-07-12T20:00:27.031" v="14" actId="255"/>
        <pc:sldMkLst>
          <pc:docMk/>
          <pc:sldMk cId="820575546" sldId="306"/>
        </pc:sldMkLst>
        <pc:spChg chg="mod">
          <ac:chgData name="Lancaster, Vicki Ann (val7zv)" userId="1848b937-7720-42a5-9891-d77f8c3cb783" providerId="ADAL" clId="{40C3F8D1-C4D8-B34C-BE8A-080499F2CD78}" dt="2023-07-12T19:59:47.271" v="10" actId="6549"/>
          <ac:spMkLst>
            <pc:docMk/>
            <pc:sldMk cId="820575546" sldId="306"/>
            <ac:spMk id="3" creationId="{6DAAC72D-6444-480D-EEF2-23BBE2174EE1}"/>
          </ac:spMkLst>
        </pc:spChg>
        <pc:spChg chg="mod">
          <ac:chgData name="Lancaster, Vicki Ann (val7zv)" userId="1848b937-7720-42a5-9891-d77f8c3cb783" providerId="ADAL" clId="{40C3F8D1-C4D8-B34C-BE8A-080499F2CD78}" dt="2023-07-12T20:00:27.031" v="14" actId="255"/>
          <ac:spMkLst>
            <pc:docMk/>
            <pc:sldMk cId="820575546" sldId="306"/>
            <ac:spMk id="5" creationId="{1B89D29A-4FB2-3078-A3AD-53562F3465A5}"/>
          </ac:spMkLst>
        </pc:spChg>
      </pc:sldChg>
      <pc:sldChg chg="modSp mod">
        <pc:chgData name="Lancaster, Vicki Ann (val7zv)" userId="1848b937-7720-42a5-9891-d77f8c3cb783" providerId="ADAL" clId="{40C3F8D1-C4D8-B34C-BE8A-080499F2CD78}" dt="2023-07-12T20:12:32.152" v="100" actId="207"/>
        <pc:sldMkLst>
          <pc:docMk/>
          <pc:sldMk cId="3690835146" sldId="310"/>
        </pc:sldMkLst>
        <pc:spChg chg="mod">
          <ac:chgData name="Lancaster, Vicki Ann (val7zv)" userId="1848b937-7720-42a5-9891-d77f8c3cb783" providerId="ADAL" clId="{40C3F8D1-C4D8-B34C-BE8A-080499F2CD78}" dt="2023-07-12T20:12:32.152" v="100" actId="207"/>
          <ac:spMkLst>
            <pc:docMk/>
            <pc:sldMk cId="3690835146" sldId="310"/>
            <ac:spMk id="4" creationId="{A79773BE-1510-A364-BDB9-D0CC811AEA68}"/>
          </ac:spMkLst>
        </pc:spChg>
        <pc:spChg chg="mod">
          <ac:chgData name="Lancaster, Vicki Ann (val7zv)" userId="1848b937-7720-42a5-9891-d77f8c3cb783" providerId="ADAL" clId="{40C3F8D1-C4D8-B34C-BE8A-080499F2CD78}" dt="2023-07-12T20:12:19.227" v="98" actId="255"/>
          <ac:spMkLst>
            <pc:docMk/>
            <pc:sldMk cId="3690835146" sldId="310"/>
            <ac:spMk id="20" creationId="{3080B752-8274-FF2A-7BC4-94A57846978A}"/>
          </ac:spMkLst>
        </pc:spChg>
        <pc:picChg chg="mod">
          <ac:chgData name="Lancaster, Vicki Ann (val7zv)" userId="1848b937-7720-42a5-9891-d77f8c3cb783" providerId="ADAL" clId="{40C3F8D1-C4D8-B34C-BE8A-080499F2CD78}" dt="2023-07-12T20:12:25.740" v="99" actId="1076"/>
          <ac:picMkLst>
            <pc:docMk/>
            <pc:sldMk cId="3690835146" sldId="310"/>
            <ac:picMk id="5" creationId="{41E9F493-0CDE-B087-084A-AC9AE515E294}"/>
          </ac:picMkLst>
        </pc:picChg>
      </pc:sldChg>
      <pc:sldChg chg="modSp mod">
        <pc:chgData name="Lancaster, Vicki Ann (val7zv)" userId="1848b937-7720-42a5-9891-d77f8c3cb783" providerId="ADAL" clId="{40C3F8D1-C4D8-B34C-BE8A-080499F2CD78}" dt="2023-07-12T20:00:17.989" v="13" actId="255"/>
        <pc:sldMkLst>
          <pc:docMk/>
          <pc:sldMk cId="2715225909" sldId="311"/>
        </pc:sldMkLst>
        <pc:spChg chg="mod">
          <ac:chgData name="Lancaster, Vicki Ann (val7zv)" userId="1848b937-7720-42a5-9891-d77f8c3cb783" providerId="ADAL" clId="{40C3F8D1-C4D8-B34C-BE8A-080499F2CD78}" dt="2023-07-12T20:00:17.989" v="13" actId="255"/>
          <ac:spMkLst>
            <pc:docMk/>
            <pc:sldMk cId="2715225909" sldId="311"/>
            <ac:spMk id="2" creationId="{1845F33C-EBC0-7133-8920-280AAD23DF32}"/>
          </ac:spMkLst>
        </pc:spChg>
      </pc:sldChg>
    </pc:docChg>
  </pc:docChgLst>
  <pc:docChgLst>
    <pc:chgData name="Cai, Jianing (jc2ry)" userId="S::jc2ry@virginia.edu::3eb8c475-cb9e-4e33-8bb6-1bbdb68e17e3" providerId="AD" clId="Web-{D85E5DBB-5DCE-2C88-132D-68AE51B78DE8}"/>
    <pc:docChg chg="modSld">
      <pc:chgData name="Cai, Jianing (jc2ry)" userId="S::jc2ry@virginia.edu::3eb8c475-cb9e-4e33-8bb6-1bbdb68e17e3" providerId="AD" clId="Web-{D85E5DBB-5DCE-2C88-132D-68AE51B78DE8}" dt="2023-07-13T20:34:52.457" v="1" actId="20577"/>
      <pc:docMkLst>
        <pc:docMk/>
      </pc:docMkLst>
      <pc:sldChg chg="modSp">
        <pc:chgData name="Cai, Jianing (jc2ry)" userId="S::jc2ry@virginia.edu::3eb8c475-cb9e-4e33-8bb6-1bbdb68e17e3" providerId="AD" clId="Web-{D85E5DBB-5DCE-2C88-132D-68AE51B78DE8}" dt="2023-07-13T20:34:52.457" v="1" actId="20577"/>
        <pc:sldMkLst>
          <pc:docMk/>
          <pc:sldMk cId="110244707" sldId="303"/>
        </pc:sldMkLst>
        <pc:spChg chg="mod">
          <ac:chgData name="Cai, Jianing (jc2ry)" userId="S::jc2ry@virginia.edu::3eb8c475-cb9e-4e33-8bb6-1bbdb68e17e3" providerId="AD" clId="Web-{D85E5DBB-5DCE-2C88-132D-68AE51B78DE8}" dt="2023-07-13T20:34:52.457" v="1" actId="20577"/>
          <ac:spMkLst>
            <pc:docMk/>
            <pc:sldMk cId="110244707" sldId="303"/>
            <ac:spMk id="2" creationId="{4D00A556-1F8C-8ADF-C903-7B1698003B3F}"/>
          </ac:spMkLst>
        </pc:spChg>
      </pc:sldChg>
    </pc:docChg>
  </pc:docChgLst>
  <pc:docChgLst>
    <pc:chgData name="Goswami, Treena (gcm8gw)" userId="S::gcm8gw@virginia.edu::afcc7bf1-7561-4a4f-9f29-309f7a9f78d7" providerId="AD" clId="Web-{0C40BF83-F638-FC1B-C704-8EC77B48151D}"/>
    <pc:docChg chg="modSld">
      <pc:chgData name="Goswami, Treena (gcm8gw)" userId="S::gcm8gw@virginia.edu::afcc7bf1-7561-4a4f-9f29-309f7a9f78d7" providerId="AD" clId="Web-{0C40BF83-F638-FC1B-C704-8EC77B48151D}" dt="2023-07-13T01:38:59.646" v="51"/>
      <pc:docMkLst>
        <pc:docMk/>
      </pc:docMkLst>
      <pc:sldChg chg="addCm">
        <pc:chgData name="Goswami, Treena (gcm8gw)" userId="S::gcm8gw@virginia.edu::afcc7bf1-7561-4a4f-9f29-309f7a9f78d7" providerId="AD" clId="Web-{0C40BF83-F638-FC1B-C704-8EC77B48151D}" dt="2023-07-13T01:34:21.170" v="29"/>
        <pc:sldMkLst>
          <pc:docMk/>
          <pc:sldMk cId="2440686047" sldId="261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Goswami, Treena (gcm8gw)" userId="S::gcm8gw@virginia.edu::afcc7bf1-7561-4a4f-9f29-309f7a9f78d7" providerId="AD" clId="Web-{0C40BF83-F638-FC1B-C704-8EC77B48151D}" dt="2023-07-13T01:34:21.170" v="29"/>
              <pc2:cmMkLst xmlns:pc2="http://schemas.microsoft.com/office/powerpoint/2019/9/main/command">
                <pc:docMk/>
                <pc:sldMk cId="2440686047" sldId="261"/>
                <pc2:cmMk id="{E02E6D00-C18C-4155-A46C-B825B32B5164}"/>
              </pc2:cmMkLst>
            </pc226:cmChg>
          </p:ext>
        </pc:extLst>
      </pc:sldChg>
      <pc:sldChg chg="modSp">
        <pc:chgData name="Goswami, Treena (gcm8gw)" userId="S::gcm8gw@virginia.edu::afcc7bf1-7561-4a4f-9f29-309f7a9f78d7" providerId="AD" clId="Web-{0C40BF83-F638-FC1B-C704-8EC77B48151D}" dt="2023-07-13T01:32:39.448" v="28" actId="20577"/>
        <pc:sldMkLst>
          <pc:docMk/>
          <pc:sldMk cId="1975988359" sldId="262"/>
        </pc:sldMkLst>
        <pc:spChg chg="mod">
          <ac:chgData name="Goswami, Treena (gcm8gw)" userId="S::gcm8gw@virginia.edu::afcc7bf1-7561-4a4f-9f29-309f7a9f78d7" providerId="AD" clId="Web-{0C40BF83-F638-FC1B-C704-8EC77B48151D}" dt="2023-07-13T01:32:39.448" v="28" actId="20577"/>
          <ac:spMkLst>
            <pc:docMk/>
            <pc:sldMk cId="1975988359" sldId="262"/>
            <ac:spMk id="3" creationId="{F1CC3B40-989C-09AA-A402-BEE5A714CFE4}"/>
          </ac:spMkLst>
        </pc:spChg>
      </pc:sldChg>
      <pc:sldChg chg="modSp">
        <pc:chgData name="Goswami, Treena (gcm8gw)" userId="S::gcm8gw@virginia.edu::afcc7bf1-7561-4a4f-9f29-309f7a9f78d7" providerId="AD" clId="Web-{0C40BF83-F638-FC1B-C704-8EC77B48151D}" dt="2023-07-13T01:29:17.458" v="5"/>
        <pc:sldMkLst>
          <pc:docMk/>
          <pc:sldMk cId="2836740793" sldId="291"/>
        </pc:sldMkLst>
        <pc:spChg chg="mod">
          <ac:chgData name="Goswami, Treena (gcm8gw)" userId="S::gcm8gw@virginia.edu::afcc7bf1-7561-4a4f-9f29-309f7a9f78d7" providerId="AD" clId="Web-{0C40BF83-F638-FC1B-C704-8EC77B48151D}" dt="2023-07-13T01:29:17.458" v="5"/>
          <ac:spMkLst>
            <pc:docMk/>
            <pc:sldMk cId="2836740793" sldId="291"/>
            <ac:spMk id="2" creationId="{E9D77143-7B8E-C191-A5D1-3FCA147677A7}"/>
          </ac:spMkLst>
        </pc:spChg>
      </pc:sldChg>
      <pc:sldChg chg="modSp">
        <pc:chgData name="Goswami, Treena (gcm8gw)" userId="S::gcm8gw@virginia.edu::afcc7bf1-7561-4a4f-9f29-309f7a9f78d7" providerId="AD" clId="Web-{0C40BF83-F638-FC1B-C704-8EC77B48151D}" dt="2023-07-13T01:31:48.088" v="20" actId="20577"/>
        <pc:sldMkLst>
          <pc:docMk/>
          <pc:sldMk cId="2510184360" sldId="295"/>
        </pc:sldMkLst>
        <pc:spChg chg="mod">
          <ac:chgData name="Goswami, Treena (gcm8gw)" userId="S::gcm8gw@virginia.edu::afcc7bf1-7561-4a4f-9f29-309f7a9f78d7" providerId="AD" clId="Web-{0C40BF83-F638-FC1B-C704-8EC77B48151D}" dt="2023-07-13T01:31:48.088" v="20" actId="20577"/>
          <ac:spMkLst>
            <pc:docMk/>
            <pc:sldMk cId="2510184360" sldId="295"/>
            <ac:spMk id="2" creationId="{CC61F88D-6D05-FA5E-917E-419D15A2FB3C}"/>
          </ac:spMkLst>
        </pc:spChg>
      </pc:sldChg>
      <pc:sldChg chg="modSp">
        <pc:chgData name="Goswami, Treena (gcm8gw)" userId="S::gcm8gw@virginia.edu::afcc7bf1-7561-4a4f-9f29-309f7a9f78d7" providerId="AD" clId="Web-{0C40BF83-F638-FC1B-C704-8EC77B48151D}" dt="2023-07-13T01:32:23.104" v="27" actId="20577"/>
        <pc:sldMkLst>
          <pc:docMk/>
          <pc:sldMk cId="2843307357" sldId="297"/>
        </pc:sldMkLst>
        <pc:spChg chg="mod">
          <ac:chgData name="Goswami, Treena (gcm8gw)" userId="S::gcm8gw@virginia.edu::afcc7bf1-7561-4a4f-9f29-309f7a9f78d7" providerId="AD" clId="Web-{0C40BF83-F638-FC1B-C704-8EC77B48151D}" dt="2023-07-13T01:32:23.104" v="27" actId="20577"/>
          <ac:spMkLst>
            <pc:docMk/>
            <pc:sldMk cId="2843307357" sldId="297"/>
            <ac:spMk id="2" creationId="{A29CC6E7-D7C5-6ABD-FBAA-921A8525082E}"/>
          </ac:spMkLst>
        </pc:spChg>
      </pc:sldChg>
      <pc:sldChg chg="modSp">
        <pc:chgData name="Goswami, Treena (gcm8gw)" userId="S::gcm8gw@virginia.edu::afcc7bf1-7561-4a4f-9f29-309f7a9f78d7" providerId="AD" clId="Web-{0C40BF83-F638-FC1B-C704-8EC77B48151D}" dt="2023-07-13T01:30:06.288" v="6" actId="20577"/>
        <pc:sldMkLst>
          <pc:docMk/>
          <pc:sldMk cId="1986971451" sldId="298"/>
        </pc:sldMkLst>
        <pc:spChg chg="mod">
          <ac:chgData name="Goswami, Treena (gcm8gw)" userId="S::gcm8gw@virginia.edu::afcc7bf1-7561-4a4f-9f29-309f7a9f78d7" providerId="AD" clId="Web-{0C40BF83-F638-FC1B-C704-8EC77B48151D}" dt="2023-07-13T01:30:06.288" v="6" actId="20577"/>
          <ac:spMkLst>
            <pc:docMk/>
            <pc:sldMk cId="1986971451" sldId="298"/>
            <ac:spMk id="3" creationId="{4AC7EE18-A9F3-9780-04AA-9C1FCEAED34D}"/>
          </ac:spMkLst>
        </pc:spChg>
      </pc:sldChg>
      <pc:sldChg chg="modSp">
        <pc:chgData name="Goswami, Treena (gcm8gw)" userId="S::gcm8gw@virginia.edu::afcc7bf1-7561-4a4f-9f29-309f7a9f78d7" providerId="AD" clId="Web-{0C40BF83-F638-FC1B-C704-8EC77B48151D}" dt="2023-07-13T01:30:13.335" v="7" actId="20577"/>
        <pc:sldMkLst>
          <pc:docMk/>
          <pc:sldMk cId="2894885031" sldId="301"/>
        </pc:sldMkLst>
        <pc:spChg chg="mod">
          <ac:chgData name="Goswami, Treena (gcm8gw)" userId="S::gcm8gw@virginia.edu::afcc7bf1-7561-4a4f-9f29-309f7a9f78d7" providerId="AD" clId="Web-{0C40BF83-F638-FC1B-C704-8EC77B48151D}" dt="2023-07-13T01:30:13.335" v="7" actId="20577"/>
          <ac:spMkLst>
            <pc:docMk/>
            <pc:sldMk cId="2894885031" sldId="301"/>
            <ac:spMk id="3" creationId="{81218EB8-D199-56CC-DC1B-71C217BC7F02}"/>
          </ac:spMkLst>
        </pc:spChg>
      </pc:sldChg>
      <pc:sldChg chg="modSp">
        <pc:chgData name="Goswami, Treena (gcm8gw)" userId="S::gcm8gw@virginia.edu::afcc7bf1-7561-4a4f-9f29-309f7a9f78d7" providerId="AD" clId="Web-{0C40BF83-F638-FC1B-C704-8EC77B48151D}" dt="2023-07-13T01:32:00.291" v="22" actId="20577"/>
        <pc:sldMkLst>
          <pc:docMk/>
          <pc:sldMk cId="110244707" sldId="303"/>
        </pc:sldMkLst>
        <pc:spChg chg="mod">
          <ac:chgData name="Goswami, Treena (gcm8gw)" userId="S::gcm8gw@virginia.edu::afcc7bf1-7561-4a4f-9f29-309f7a9f78d7" providerId="AD" clId="Web-{0C40BF83-F638-FC1B-C704-8EC77B48151D}" dt="2023-07-13T01:32:00.291" v="22" actId="20577"/>
          <ac:spMkLst>
            <pc:docMk/>
            <pc:sldMk cId="110244707" sldId="303"/>
            <ac:spMk id="2" creationId="{4D00A556-1F8C-8ADF-C903-7B1698003B3F}"/>
          </ac:spMkLst>
        </pc:spChg>
      </pc:sldChg>
      <pc:sldChg chg="modSp">
        <pc:chgData name="Goswami, Treena (gcm8gw)" userId="S::gcm8gw@virginia.edu::afcc7bf1-7561-4a4f-9f29-309f7a9f78d7" providerId="AD" clId="Web-{0C40BF83-F638-FC1B-C704-8EC77B48151D}" dt="2023-07-13T01:32:05.713" v="23" actId="20577"/>
        <pc:sldMkLst>
          <pc:docMk/>
          <pc:sldMk cId="799235816" sldId="304"/>
        </pc:sldMkLst>
        <pc:spChg chg="mod">
          <ac:chgData name="Goswami, Treena (gcm8gw)" userId="S::gcm8gw@virginia.edu::afcc7bf1-7561-4a4f-9f29-309f7a9f78d7" providerId="AD" clId="Web-{0C40BF83-F638-FC1B-C704-8EC77B48151D}" dt="2023-07-13T01:32:05.713" v="23" actId="20577"/>
          <ac:spMkLst>
            <pc:docMk/>
            <pc:sldMk cId="799235816" sldId="304"/>
            <ac:spMk id="2" creationId="{B6D9DC2C-8DB2-4F30-7811-48862A2B1140}"/>
          </ac:spMkLst>
        </pc:spChg>
      </pc:sldChg>
      <pc:sldChg chg="modSp modCm">
        <pc:chgData name="Goswami, Treena (gcm8gw)" userId="S::gcm8gw@virginia.edu::afcc7bf1-7561-4a4f-9f29-309f7a9f78d7" providerId="AD" clId="Web-{0C40BF83-F638-FC1B-C704-8EC77B48151D}" dt="2023-07-13T01:38:59.646" v="51"/>
        <pc:sldMkLst>
          <pc:docMk/>
          <pc:sldMk cId="2961912081" sldId="305"/>
        </pc:sldMkLst>
        <pc:spChg chg="mod">
          <ac:chgData name="Goswami, Treena (gcm8gw)" userId="S::gcm8gw@virginia.edu::afcc7bf1-7561-4a4f-9f29-309f7a9f78d7" providerId="AD" clId="Web-{0C40BF83-F638-FC1B-C704-8EC77B48151D}" dt="2023-07-13T01:38:01.114" v="50" actId="20577"/>
          <ac:spMkLst>
            <pc:docMk/>
            <pc:sldMk cId="2961912081" sldId="305"/>
            <ac:spMk id="2" creationId="{1845F33C-EBC0-7133-8920-280AAD23DF32}"/>
          </ac:spMkLst>
        </pc:spChg>
        <pc:spChg chg="mod">
          <ac:chgData name="Goswami, Treena (gcm8gw)" userId="S::gcm8gw@virginia.edu::afcc7bf1-7561-4a4f-9f29-309f7a9f78d7" providerId="AD" clId="Web-{0C40BF83-F638-FC1B-C704-8EC77B48151D}" dt="2023-07-13T01:37:46.504" v="44" actId="20577"/>
          <ac:spMkLst>
            <pc:docMk/>
            <pc:sldMk cId="2961912081" sldId="305"/>
            <ac:spMk id="3" creationId="{05F00764-C307-0DA2-A5F2-FE091483DD82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Goswami, Treena (gcm8gw)" userId="S::gcm8gw@virginia.edu::afcc7bf1-7561-4a4f-9f29-309f7a9f78d7" providerId="AD" clId="Web-{0C40BF83-F638-FC1B-C704-8EC77B48151D}" dt="2023-07-13T01:38:59.646" v="51"/>
              <pc2:cmMkLst xmlns:pc2="http://schemas.microsoft.com/office/powerpoint/2019/9/main/command">
                <pc:docMk/>
                <pc:sldMk cId="2961912081" sldId="305"/>
                <pc2:cmMk id="{67AAEEC7-065E-46D7-9894-A12A5DF6FBA5}"/>
              </pc2:cmMkLst>
            </pc226:cmChg>
          </p:ext>
        </pc:extLst>
      </pc:sldChg>
      <pc:sldChg chg="modSp">
        <pc:chgData name="Goswami, Treena (gcm8gw)" userId="S::gcm8gw@virginia.edu::afcc7bf1-7561-4a4f-9f29-309f7a9f78d7" providerId="AD" clId="Web-{0C40BF83-F638-FC1B-C704-8EC77B48151D}" dt="2023-07-13T01:32:18.698" v="26" actId="20577"/>
        <pc:sldMkLst>
          <pc:docMk/>
          <pc:sldMk cId="820575546" sldId="306"/>
        </pc:sldMkLst>
        <pc:spChg chg="mod">
          <ac:chgData name="Goswami, Treena (gcm8gw)" userId="S::gcm8gw@virginia.edu::afcc7bf1-7561-4a4f-9f29-309f7a9f78d7" providerId="AD" clId="Web-{0C40BF83-F638-FC1B-C704-8EC77B48151D}" dt="2023-07-13T01:32:18.698" v="26" actId="20577"/>
          <ac:spMkLst>
            <pc:docMk/>
            <pc:sldMk cId="820575546" sldId="306"/>
            <ac:spMk id="5" creationId="{1B89D29A-4FB2-3078-A3AD-53562F3465A5}"/>
          </ac:spMkLst>
        </pc:spChg>
      </pc:sldChg>
      <pc:sldChg chg="modSp addCm">
        <pc:chgData name="Goswami, Treena (gcm8gw)" userId="S::gcm8gw@virginia.edu::afcc7bf1-7561-4a4f-9f29-309f7a9f78d7" providerId="AD" clId="Web-{0C40BF83-F638-FC1B-C704-8EC77B48151D}" dt="2023-07-13T01:36:54.393" v="36"/>
        <pc:sldMkLst>
          <pc:docMk/>
          <pc:sldMk cId="1930760078" sldId="307"/>
        </pc:sldMkLst>
        <pc:spChg chg="mod">
          <ac:chgData name="Goswami, Treena (gcm8gw)" userId="S::gcm8gw@virginia.edu::afcc7bf1-7561-4a4f-9f29-309f7a9f78d7" providerId="AD" clId="Web-{0C40BF83-F638-FC1B-C704-8EC77B48151D}" dt="2023-07-13T01:31:38.994" v="18" actId="20577"/>
          <ac:spMkLst>
            <pc:docMk/>
            <pc:sldMk cId="1930760078" sldId="307"/>
            <ac:spMk id="7" creationId="{234342EE-DDCF-90A9-FF7C-2FEDFAFC6B87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Goswami, Treena (gcm8gw)" userId="S::gcm8gw@virginia.edu::afcc7bf1-7561-4a4f-9f29-309f7a9f78d7" providerId="AD" clId="Web-{0C40BF83-F638-FC1B-C704-8EC77B48151D}" dt="2023-07-13T01:36:54.393" v="36"/>
              <pc2:cmMkLst xmlns:pc2="http://schemas.microsoft.com/office/powerpoint/2019/9/main/command">
                <pc:docMk/>
                <pc:sldMk cId="1930760078" sldId="307"/>
                <pc2:cmMk id="{6D15C4D8-05DE-4717-80D8-7BAE3F39E36B}"/>
              </pc2:cmMkLst>
            </pc226:cmChg>
          </p:ext>
        </pc:extLst>
      </pc:sldChg>
      <pc:sldChg chg="modSp addCm delCm modCm">
        <pc:chgData name="Goswami, Treena (gcm8gw)" userId="S::gcm8gw@virginia.edu::afcc7bf1-7561-4a4f-9f29-309f7a9f78d7" providerId="AD" clId="Web-{0C40BF83-F638-FC1B-C704-8EC77B48151D}" dt="2023-07-13T01:36:44.690" v="35"/>
        <pc:sldMkLst>
          <pc:docMk/>
          <pc:sldMk cId="1529384959" sldId="308"/>
        </pc:sldMkLst>
        <pc:spChg chg="mod">
          <ac:chgData name="Goswami, Treena (gcm8gw)" userId="S::gcm8gw@virginia.edu::afcc7bf1-7561-4a4f-9f29-309f7a9f78d7" providerId="AD" clId="Web-{0C40BF83-F638-FC1B-C704-8EC77B48151D}" dt="2023-07-13T01:31:32.587" v="17" actId="20577"/>
          <ac:spMkLst>
            <pc:docMk/>
            <pc:sldMk cId="1529384959" sldId="308"/>
            <ac:spMk id="3" creationId="{CE32827D-A2DA-01BC-716F-B481C6295C95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Goswami, Treena (gcm8gw)" userId="S::gcm8gw@virginia.edu::afcc7bf1-7561-4a4f-9f29-309f7a9f78d7" providerId="AD" clId="Web-{0C40BF83-F638-FC1B-C704-8EC77B48151D}" dt="2023-07-13T01:36:44.690" v="35"/>
              <pc2:cmMkLst xmlns:pc2="http://schemas.microsoft.com/office/powerpoint/2019/9/main/command">
                <pc:docMk/>
                <pc:sldMk cId="1529384959" sldId="308"/>
                <pc2:cmMk id="{B6D9D60B-D809-47FD-9330-72E7CF7BD36A}"/>
              </pc2:cmMkLst>
            </pc226:cmChg>
            <pc226:cmChg xmlns:pc226="http://schemas.microsoft.com/office/powerpoint/2022/06/main/command" chg="add del">
              <pc226:chgData name="Goswami, Treena (gcm8gw)" userId="S::gcm8gw@virginia.edu::afcc7bf1-7561-4a4f-9f29-309f7a9f78d7" providerId="AD" clId="Web-{0C40BF83-F638-FC1B-C704-8EC77B48151D}" dt="2023-07-13T01:36:38.549" v="34"/>
              <pc2:cmMkLst xmlns:pc2="http://schemas.microsoft.com/office/powerpoint/2019/9/main/command">
                <pc:docMk/>
                <pc:sldMk cId="1529384959" sldId="308"/>
                <pc2:cmMk id="{B9AD034B-C575-41A6-87A4-98529030198A}"/>
              </pc2:cmMkLst>
              <pc226:cmRplyChg chg="add">
                <pc226:chgData name="Goswami, Treena (gcm8gw)" userId="S::gcm8gw@virginia.edu::afcc7bf1-7561-4a4f-9f29-309f7a9f78d7" providerId="AD" clId="Web-{0C40BF83-F638-FC1B-C704-8EC77B48151D}" dt="2023-07-13T01:36:34.736" v="33"/>
                <pc2:cmRplyMkLst xmlns:pc2="http://schemas.microsoft.com/office/powerpoint/2019/9/main/command">
                  <pc:docMk/>
                  <pc:sldMk cId="1529384959" sldId="308"/>
                  <pc2:cmMk id="{B9AD034B-C575-41A6-87A4-98529030198A}"/>
                  <pc2:cmRplyMk id="{2CA8A36D-E68C-4DBD-8346-635FB68AF4AB}"/>
                </pc2:cmRplyMkLst>
              </pc226:cmRplyChg>
            </pc226:cmChg>
          </p:ext>
        </pc:extLst>
      </pc:sldChg>
      <pc:sldChg chg="modSp addCm delCm">
        <pc:chgData name="Goswami, Treena (gcm8gw)" userId="S::gcm8gw@virginia.edu::afcc7bf1-7561-4a4f-9f29-309f7a9f78d7" providerId="AD" clId="Web-{0C40BF83-F638-FC1B-C704-8EC77B48151D}" dt="2023-07-13T01:36:09.782" v="31"/>
        <pc:sldMkLst>
          <pc:docMk/>
          <pc:sldMk cId="3608645240" sldId="309"/>
        </pc:sldMkLst>
        <pc:spChg chg="mod">
          <ac:chgData name="Goswami, Treena (gcm8gw)" userId="S::gcm8gw@virginia.edu::afcc7bf1-7561-4a4f-9f29-309f7a9f78d7" providerId="AD" clId="Web-{0C40BF83-F638-FC1B-C704-8EC77B48151D}" dt="2023-07-13T01:31:15.915" v="16" actId="20577"/>
          <ac:spMkLst>
            <pc:docMk/>
            <pc:sldMk cId="3608645240" sldId="309"/>
            <ac:spMk id="4" creationId="{E9E90C66-23BD-D989-96D1-2C1CBEB51EAA}"/>
          </ac:spMkLst>
        </pc:spChg>
        <pc:picChg chg="mod">
          <ac:chgData name="Goswami, Treena (gcm8gw)" userId="S::gcm8gw@virginia.edu::afcc7bf1-7561-4a4f-9f29-309f7a9f78d7" providerId="AD" clId="Web-{0C40BF83-F638-FC1B-C704-8EC77B48151D}" dt="2023-07-13T01:27:38.815" v="1" actId="1076"/>
          <ac:picMkLst>
            <pc:docMk/>
            <pc:sldMk cId="3608645240" sldId="309"/>
            <ac:picMk id="5" creationId="{F0ADF0C0-9796-3D5A-89CA-11123DFC29F2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Goswami, Treena (gcm8gw)" userId="S::gcm8gw@virginia.edu::afcc7bf1-7561-4a4f-9f29-309f7a9f78d7" providerId="AD" clId="Web-{0C40BF83-F638-FC1B-C704-8EC77B48151D}" dt="2023-07-13T01:35:38.469" v="30"/>
              <pc2:cmMkLst xmlns:pc2="http://schemas.microsoft.com/office/powerpoint/2019/9/main/command">
                <pc:docMk/>
                <pc:sldMk cId="3608645240" sldId="309"/>
                <pc2:cmMk id="{9E5C764E-9547-47AA-971A-C61E87E72A83}"/>
              </pc2:cmMkLst>
            </pc226:cmChg>
            <pc226:cmChg xmlns:pc226="http://schemas.microsoft.com/office/powerpoint/2022/06/main/command" chg="add">
              <pc226:chgData name="Goswami, Treena (gcm8gw)" userId="S::gcm8gw@virginia.edu::afcc7bf1-7561-4a4f-9f29-309f7a9f78d7" providerId="AD" clId="Web-{0C40BF83-F638-FC1B-C704-8EC77B48151D}" dt="2023-07-13T01:36:09.782" v="31"/>
              <pc2:cmMkLst xmlns:pc2="http://schemas.microsoft.com/office/powerpoint/2019/9/main/command">
                <pc:docMk/>
                <pc:sldMk cId="3608645240" sldId="309"/>
                <pc2:cmMk id="{ABC46BAB-DE81-46E7-A1B0-513CB0AB39D6}"/>
              </pc2:cmMkLst>
            </pc226:cmChg>
          </p:ext>
        </pc:extLst>
      </pc:sldChg>
      <pc:sldChg chg="modSp">
        <pc:chgData name="Goswami, Treena (gcm8gw)" userId="S::gcm8gw@virginia.edu::afcc7bf1-7561-4a4f-9f29-309f7a9f78d7" providerId="AD" clId="Web-{0C40BF83-F638-FC1B-C704-8EC77B48151D}" dt="2023-07-13T01:27:28.018" v="0" actId="1076"/>
        <pc:sldMkLst>
          <pc:docMk/>
          <pc:sldMk cId="3690835146" sldId="310"/>
        </pc:sldMkLst>
        <pc:picChg chg="mod">
          <ac:chgData name="Goswami, Treena (gcm8gw)" userId="S::gcm8gw@virginia.edu::afcc7bf1-7561-4a4f-9f29-309f7a9f78d7" providerId="AD" clId="Web-{0C40BF83-F638-FC1B-C704-8EC77B48151D}" dt="2023-07-13T01:27:28.018" v="0" actId="1076"/>
          <ac:picMkLst>
            <pc:docMk/>
            <pc:sldMk cId="3690835146" sldId="310"/>
            <ac:picMk id="5" creationId="{41E9F493-0CDE-B087-084A-AC9AE515E294}"/>
          </ac:picMkLst>
        </pc:picChg>
      </pc:sldChg>
      <pc:sldChg chg="modSp">
        <pc:chgData name="Goswami, Treena (gcm8gw)" userId="S::gcm8gw@virginia.edu::afcc7bf1-7561-4a4f-9f29-309f7a9f78d7" providerId="AD" clId="Web-{0C40BF83-F638-FC1B-C704-8EC77B48151D}" dt="2023-07-13T01:32:14.166" v="25" actId="20577"/>
        <pc:sldMkLst>
          <pc:docMk/>
          <pc:sldMk cId="2715225909" sldId="311"/>
        </pc:sldMkLst>
        <pc:spChg chg="mod">
          <ac:chgData name="Goswami, Treena (gcm8gw)" userId="S::gcm8gw@virginia.edu::afcc7bf1-7561-4a4f-9f29-309f7a9f78d7" providerId="AD" clId="Web-{0C40BF83-F638-FC1B-C704-8EC77B48151D}" dt="2023-07-13T01:32:14.166" v="25" actId="20577"/>
          <ac:spMkLst>
            <pc:docMk/>
            <pc:sldMk cId="2715225909" sldId="311"/>
            <ac:spMk id="2" creationId="{1845F33C-EBC0-7133-8920-280AAD23DF32}"/>
          </ac:spMkLst>
        </pc:spChg>
      </pc:sldChg>
    </pc:docChg>
  </pc:docChgLst>
  <pc:docChgLst>
    <pc:chgData name="Shipp, Stephanie S (sss5sc)" userId="S::sss5sc@virginia.edu::32ad11e2-6e98-46b4-87f4-a31b3ad2ebba" providerId="AD" clId="Web-{9FC0812E-5BCB-72F9-F7DE-936CFCACBD5B}"/>
    <pc:docChg chg="modSld">
      <pc:chgData name="Shipp, Stephanie S (sss5sc)" userId="S::sss5sc@virginia.edu::32ad11e2-6e98-46b4-87f4-a31b3ad2ebba" providerId="AD" clId="Web-{9FC0812E-5BCB-72F9-F7DE-936CFCACBD5B}" dt="2023-07-13T17:27:23.524" v="38" actId="20577"/>
      <pc:docMkLst>
        <pc:docMk/>
      </pc:docMkLst>
      <pc:sldChg chg="modSp">
        <pc:chgData name="Shipp, Stephanie S (sss5sc)" userId="S::sss5sc@virginia.edu::32ad11e2-6e98-46b4-87f4-a31b3ad2ebba" providerId="AD" clId="Web-{9FC0812E-5BCB-72F9-F7DE-936CFCACBD5B}" dt="2023-07-13T17:26:49.085" v="36" actId="20577"/>
        <pc:sldMkLst>
          <pc:docMk/>
          <pc:sldMk cId="1776905435" sldId="257"/>
        </pc:sldMkLst>
        <pc:spChg chg="mod">
          <ac:chgData name="Shipp, Stephanie S (sss5sc)" userId="S::sss5sc@virginia.edu::32ad11e2-6e98-46b4-87f4-a31b3ad2ebba" providerId="AD" clId="Web-{9FC0812E-5BCB-72F9-F7DE-936CFCACBD5B}" dt="2023-07-13T17:26:49.085" v="36" actId="20577"/>
          <ac:spMkLst>
            <pc:docMk/>
            <pc:sldMk cId="1776905435" sldId="257"/>
            <ac:spMk id="3" creationId="{00000000-0000-0000-0000-000000000000}"/>
          </ac:spMkLst>
        </pc:spChg>
      </pc:sldChg>
      <pc:sldChg chg="modSp">
        <pc:chgData name="Shipp, Stephanie S (sss5sc)" userId="S::sss5sc@virginia.edu::32ad11e2-6e98-46b4-87f4-a31b3ad2ebba" providerId="AD" clId="Web-{9FC0812E-5BCB-72F9-F7DE-936CFCACBD5B}" dt="2023-07-13T17:27:23.524" v="38" actId="20577"/>
        <pc:sldMkLst>
          <pc:docMk/>
          <pc:sldMk cId="2564838282" sldId="293"/>
        </pc:sldMkLst>
        <pc:spChg chg="mod">
          <ac:chgData name="Shipp, Stephanie S (sss5sc)" userId="S::sss5sc@virginia.edu::32ad11e2-6e98-46b4-87f4-a31b3ad2ebba" providerId="AD" clId="Web-{9FC0812E-5BCB-72F9-F7DE-936CFCACBD5B}" dt="2023-07-13T17:27:23.524" v="38" actId="20577"/>
          <ac:spMkLst>
            <pc:docMk/>
            <pc:sldMk cId="2564838282" sldId="293"/>
            <ac:spMk id="20" creationId="{3080B752-8274-FF2A-7BC4-94A57846978A}"/>
          </ac:spMkLst>
        </pc:spChg>
      </pc:sldChg>
    </pc:docChg>
  </pc:docChgLst>
  <pc:docChgLst>
    <pc:chgData name="Goswami, Treena (gcm8gw)" userId="S::gcm8gw@virginia.edu::afcc7bf1-7561-4a4f-9f29-309f7a9f78d7" providerId="AD" clId="Web-{DAD98203-3C19-DB59-78A8-69F88F6F05AC}"/>
    <pc:docChg chg="modSld">
      <pc:chgData name="Goswami, Treena (gcm8gw)" userId="S::gcm8gw@virginia.edu::afcc7bf1-7561-4a4f-9f29-309f7a9f78d7" providerId="AD" clId="Web-{DAD98203-3C19-DB59-78A8-69F88F6F05AC}" dt="2023-07-12T15:06:11.110" v="4" actId="20577"/>
      <pc:docMkLst>
        <pc:docMk/>
      </pc:docMkLst>
      <pc:sldChg chg="modSp">
        <pc:chgData name="Goswami, Treena (gcm8gw)" userId="S::gcm8gw@virginia.edu::afcc7bf1-7561-4a4f-9f29-309f7a9f78d7" providerId="AD" clId="Web-{DAD98203-3C19-DB59-78A8-69F88F6F05AC}" dt="2023-07-12T15:06:11.110" v="4" actId="20577"/>
        <pc:sldMkLst>
          <pc:docMk/>
          <pc:sldMk cId="2015014807" sldId="286"/>
        </pc:sldMkLst>
        <pc:spChg chg="mod">
          <ac:chgData name="Goswami, Treena (gcm8gw)" userId="S::gcm8gw@virginia.edu::afcc7bf1-7561-4a4f-9f29-309f7a9f78d7" providerId="AD" clId="Web-{DAD98203-3C19-DB59-78A8-69F88F6F05AC}" dt="2023-07-12T15:06:11.110" v="4" actId="20577"/>
          <ac:spMkLst>
            <pc:docMk/>
            <pc:sldMk cId="2015014807" sldId="286"/>
            <ac:spMk id="20" creationId="{3080B752-8274-FF2A-7BC4-94A57846978A}"/>
          </ac:spMkLst>
        </pc:spChg>
      </pc:sldChg>
    </pc:docChg>
  </pc:docChgLst>
</pc:chgInfo>
</file>

<file path=ppt/comments/modernComment_12F_692336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0E97C24-A164-4F45-81B4-F75E8AD187D6}" authorId="{95CD191B-7194-2EF3-411F-138FA8BA6B26}" status="resolved" created="2023-07-12T18:20:09.294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10244707" sldId="303"/>
      <ac:spMk id="8" creationId="{A411BA59-D53C-E649-AC94-F025D4B7040E}"/>
      <ac:txMk cp="17">
        <ac:context len="41" hash="3002097284"/>
      </ac:txMk>
    </ac:txMkLst>
    <p188:pos x="3474203" y="322881"/>
    <p188:txBody>
      <a:bodyPr/>
      <a:lstStyle/>
      <a:p>
        <a:r>
          <a:rPr lang="en-US"/>
          <a:t>exact number of statement</a:t>
        </a:r>
      </a:p>
    </p188:txBody>
  </p188:cm>
</p188:cmLst>
</file>

<file path=ppt/comments/modernComment_105_9179E9D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02E6D00-C18C-4155-A46C-B825B32B5164}" authorId="{95CD191B-7194-2EF3-411F-138FA8BA6B26}" status="resolved" created="2023-07-13T01:34:21.170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440686047" sldId="261"/>
      <ac:spMk id="20" creationId="{3080B752-8274-FF2A-7BC4-94A57846978A}"/>
      <ac:txMk cp="32" len="14">
        <ac:context len="60" hash="2715929833"/>
      </ac:txMk>
    </ac:txMkLst>
    <p188:pos x="2844362" y="1589689"/>
    <p188:txBody>
      <a:bodyPr/>
      <a:lstStyle/>
      <a:p>
        <a:r>
          <a:rPr lang="en-US"/>
          <a:t>Make this computer search to match with slide #7 heading?</a:t>
        </a:r>
      </a:p>
    </p188:txBody>
  </p188:cm>
</p188:cmLst>
</file>

<file path=ppt/comments/modernComment_130_2FA35EE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67B6235-41FF-4B24-B948-F18FB2D19E96}" authorId="{95CD191B-7194-2EF3-411F-138FA8BA6B26}" status="resolved" created="2023-07-12T18:21:03.530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799235816" sldId="304"/>
      <ac:spMk id="3" creationId="{6DAAC72D-6444-480D-EEF2-23BBE2174EE1}"/>
      <ac:txMk cp="264" len="2">
        <ac:context len="353" hash="2508164884"/>
      </ac:txMk>
    </ac:txMkLst>
    <p188:pos x="1356101" y="3112576"/>
    <p188:txBody>
      <a:bodyPr/>
      <a:lstStyle/>
      <a:p>
        <a:r>
          <a:rPr lang="en-US"/>
          <a:t>Mention the 4 states/countries</a:t>
        </a:r>
      </a:p>
    </p188:txBody>
  </p188:cm>
  <p188:cm id="{05E6416D-0FC0-451E-86A7-9347FDD24099}" authorId="{CD4EF0DB-C735-C4BF-F096-77EDD07D4ED8}" status="resolved" created="2023-07-13T04:36:57.038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799235816" sldId="304"/>
      <ac:spMk id="3" creationId="{6DAAC72D-6444-480D-EEF2-23BBE2174EE1}"/>
      <ac:txMk cp="115" len="2">
        <ac:context len="353" hash="2508164884"/>
      </ac:txMk>
    </ac:txMkLst>
    <p188:pos x="9972582" y="547456"/>
    <p188:replyLst>
      <p188:reply id="{8AD8DC54-C9B2-4F65-8A29-38CB5C80A5C2}" authorId="{95CD191B-7194-2EF3-411F-138FA8BA6B26}" created="2023-07-13T13:29:25.140">
        <p188:txBody>
          <a:bodyPr/>
          <a:lstStyle/>
          <a:p>
            <a:r>
              <a:rPr lang="en-US"/>
              <a:t>Maybe a typo. Have the correct date on.</a:t>
            </a:r>
          </a:p>
        </p188:txBody>
      </p188:reply>
    </p188:replyLst>
    <p188:txBody>
      <a:bodyPr/>
      <a:lstStyle/>
      <a:p>
        <a:r>
          <a:rPr lang="en-US"/>
          <a:t>Do we want to changed the send out date to be last Friday or is this a typo? Since we actually sent them out on this Monday (July 10th)..</a:t>
        </a:r>
      </a:p>
    </p188:txBody>
  </p188:cm>
</p188:cmLst>
</file>

<file path=ppt/comments/modernComment_131_B08B311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7AAEEC7-065E-46D7-9894-A12A5DF6FBA5}" authorId="{95CD191B-7194-2EF3-411F-138FA8BA6B26}" created="2023-07-12T18:21:50.59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961912081" sldId="305"/>
      <ac:spMk id="3" creationId="{05F00764-C307-0DA2-A5F2-FE091483DD82}"/>
      <ac:txMk cp="13" len="8">
        <ac:context len="25" hash="266861313"/>
      </ac:txMk>
    </ac:txMkLst>
    <p188:pos x="5308169" y="658677"/>
    <p188:replyLst>
      <p188:reply id="{D79AC98E-64B2-4DEA-8659-E15B2CCD2F78}" authorId="{CD4EF0DB-C735-C4BF-F096-77EDD07D4ED8}" created="2023-07-13T04:34:34.940">
        <p188:txBody>
          <a:bodyPr/>
          <a:lstStyle/>
          <a:p>
            <a:r>
              <a:rPr lang="en-US"/>
              <a:t>Oh we can delete this one, I just want to keep this one until I make sure everyone think if the combined one is big enough to be seen. I will delete it if we all think the combined one is good to go</a:t>
            </a:r>
          </a:p>
        </p188:txBody>
      </p188:reply>
    </p188:replyLst>
    <p188:txBody>
      <a:bodyPr/>
      <a:lstStyle/>
      <a:p>
        <a:r>
          <a:rPr lang="en-US"/>
          <a:t>Do we need this slide separately if we are showing the combined responses in the next slide?</a:t>
        </a:r>
      </a:p>
    </p188:txBody>
  </p188:cm>
</p188:cmLst>
</file>

<file path=ppt/comments/modernComment_133_73150F8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D15C4D8-05DE-4717-80D8-7BAE3F39E36B}" authorId="{95CD191B-7194-2EF3-411F-138FA8BA6B26}" status="resolved" created="2023-07-13T01:36:54.393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930760078" sldId="307"/>
      <ac:picMk id="5" creationId="{F0ADF0C0-9796-3D5A-89CA-11123DFC29F2}"/>
    </ac:deMkLst>
    <p188:txBody>
      <a:bodyPr/>
      <a:lstStyle/>
      <a:p>
        <a:r>
          <a:rPr lang="en-US"/>
          <a:t>If time permits, change the table to Virginia @Cai, Jianing (jc2ry) </a:t>
        </a:r>
      </a:p>
    </p188:txBody>
  </p188:cm>
</p188:cmLst>
</file>

<file path=ppt/comments/modernComment_134_5B288FF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6D9D60B-D809-47FD-9330-72E7CF7BD36A}" authorId="{95CD191B-7194-2EF3-411F-138FA8BA6B26}" status="resolved" created="2023-07-13T01:36:44.690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529384959" sldId="308"/>
      <ac:picMk id="5" creationId="{F0ADF0C0-9796-3D5A-89CA-11123DFC29F2}"/>
    </ac:deMkLst>
    <p188:txBody>
      <a:bodyPr/>
      <a:lstStyle/>
      <a:p>
        <a:r>
          <a:rPr lang="en-US"/>
          <a:t>If time permits, change the table to Virginia @Cai, Jianing (jc2ry) </a:t>
        </a:r>
      </a:p>
    </p188:txBody>
  </p188:cm>
</p188:cmLst>
</file>

<file path=ppt/comments/modernComment_135_D7178E7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BC46BAB-DE81-46E7-A1B0-513CB0AB39D6}" authorId="{95CD191B-7194-2EF3-411F-138FA8BA6B26}" status="resolved" created="2023-07-13T01:36:09.782" complete="100000">
    <pc:sldMkLst xmlns:pc="http://schemas.microsoft.com/office/powerpoint/2013/main/command">
      <pc:docMk/>
      <pc:sldMk cId="3608645240" sldId="309"/>
    </pc:sldMkLst>
    <p188:replyLst>
      <p188:reply id="{79B2AB50-5D35-47B1-9A0B-535A8FFA10E3}" authorId="{CD4EF0DB-C735-C4BF-F096-77EDD07D4ED8}" created="2023-07-13T04:35:03.550">
        <p188:txBody>
          <a:bodyPr/>
          <a:lstStyle/>
          <a:p>
            <a:r>
              <a:rPr lang="en-US"/>
              <a:t>I have changed it now. Thanks for remind me</a:t>
            </a:r>
          </a:p>
        </p188:txBody>
      </p188:reply>
    </p188:replyLst>
    <p188:txBody>
      <a:bodyPr/>
      <a:lstStyle/>
      <a:p>
        <a:r>
          <a:rPr lang="en-US"/>
          <a:t>If time permits, change the table to Virginia [@Cai, Jianing (jc2ry)] </a:t>
        </a:r>
      </a:p>
    </p188:txBody>
  </p188:cm>
</p188:cmLst>
</file>

<file path=ppt/comments/modernComment_136_DBFDACC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66CA1D9-FD4E-44DE-A5F0-B4BC42A7F08D}" authorId="{CD4EF0DB-C735-C4BF-F096-77EDD07D4ED8}" status="resolved" created="2023-07-12T18:31:01.601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690835146" sldId="310"/>
      <ac:grpSpMk id="14" creationId="{86BBABF4-87A4-8532-E9FF-9FD307064DC2}"/>
    </ac:deMkLst>
    <p188:txBody>
      <a:bodyPr/>
      <a:lstStyle/>
      <a:p>
        <a:r>
          <a:rPr lang="en-US"/>
          <a:t>change to virginia</a:t>
        </a:r>
      </a:p>
    </p188:txBody>
  </p188:cm>
</p188:cmLst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3T03:02:52.15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13289 6280 16383 0 0,'5671'34'0'0'0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3T03:02:52.15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13227 8166 16383 0 0,'5981'-40'0'0'0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13T03:02:52.15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13297 9562 16383 0 0,'3264'-36'0'0'0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28194E-AAAB-4AEB-8852-5AF3EC0427A9}" type="datetimeFigureOut">
              <a:t>7/24/2023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C443B4-6B42-402E-83E9-67C0C788C77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9754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0000"/>
              </a:lnSpc>
              <a:spcBef>
                <a:spcPts val="1000"/>
              </a:spcBef>
            </a:pPr>
            <a:r>
              <a:rPr lang="en-US"/>
              <a:t>Approach 1 Summary</a:t>
            </a:r>
          </a:p>
          <a:p>
            <a:pPr marL="285750" indent="-285750">
              <a:lnSpc>
                <a:spcPct val="110000"/>
              </a:lnSpc>
              <a:spcBef>
                <a:spcPts val="1000"/>
              </a:spcBef>
              <a:buFont typeface="Arial,Sans-Serif"/>
              <a:buChar char="•"/>
            </a:pPr>
            <a:r>
              <a:rPr lang="en-US"/>
              <a:t>State Constitutions contain only broad topics</a:t>
            </a:r>
            <a:endParaRPr lang="en-US">
              <a:cs typeface="Calibri"/>
            </a:endParaRPr>
          </a:p>
          <a:p>
            <a:pPr marL="285750" indent="-285750">
              <a:lnSpc>
                <a:spcPct val="110000"/>
              </a:lnSpc>
              <a:spcBef>
                <a:spcPts val="1000"/>
              </a:spcBef>
              <a:buFont typeface="Arial,Sans-Serif"/>
              <a:buChar char="•"/>
            </a:pPr>
            <a:r>
              <a:rPr lang="en-US"/>
              <a:t>Narrow down our focus to State Data Centers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443B4-6B42-402E-83E9-67C0C788C77E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6722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lnSpc>
                <a:spcPct val="110000"/>
              </a:lnSpc>
              <a:spcBef>
                <a:spcPts val="1000"/>
              </a:spcBef>
              <a:buFont typeface="Arial"/>
              <a:buChar char="•"/>
            </a:pPr>
            <a:r>
              <a:rPr lang="en-US"/>
              <a:t>Final objective: Creation of interactive webpage</a:t>
            </a:r>
          </a:p>
          <a:p>
            <a:pPr lvl="1">
              <a:lnSpc>
                <a:spcPct val="110000"/>
              </a:lnSpc>
              <a:spcBef>
                <a:spcPts val="500"/>
              </a:spcBef>
              <a:buFont typeface="Arial"/>
              <a:buChar char="•"/>
            </a:pPr>
            <a:r>
              <a:rPr lang="en-US"/>
              <a:t>Data visualization</a:t>
            </a:r>
            <a:endParaRPr lang="en-US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443B4-6B42-402E-83E9-67C0C788C77E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7248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>
                <a:cs typeface="Calibri" panose="020F0502020204030204"/>
              </a:rPr>
              <a:t>Approach 2 Summary: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/>
              <a:t>Collection and initial inspection of SDC links</a:t>
            </a:r>
            <a:endParaRPr lang="en-US">
              <a:cs typeface="Calibri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/>
              <a:t>Analysis on the Colorado state data center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/>
              <a:t>Classify data tools and data sources into different categories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443B4-6B42-402E-83E9-67C0C788C77E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3715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7/24/2023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7/24/2023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mall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1712022" y="839450"/>
            <a:ext cx="8767956" cy="4377128"/>
          </a:xfrm>
          <a:prstGeom prst="rect">
            <a:avLst/>
          </a:prstGeom>
        </p:spPr>
        <p:txBody>
          <a:bodyPr/>
          <a:lstStyle/>
          <a:p>
            <a:r>
              <a:rPr lang="en-US"/>
              <a:t>Drag image here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1603294" y="5627124"/>
            <a:ext cx="2682240" cy="233437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 i="0" cap="all" baseline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1pPr>
            <a:lvl2pPr marL="457200" indent="0" algn="ctr">
              <a:buNone/>
              <a:defRPr sz="3000" b="1" i="0" cap="all" baseline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2pPr>
            <a:lvl3pPr marL="914400" indent="0" algn="ctr">
              <a:buNone/>
              <a:defRPr sz="3000" b="1" i="0" cap="all" baseline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3pPr>
            <a:lvl4pPr marL="1371600" indent="0" algn="ctr">
              <a:buNone/>
              <a:defRPr sz="3000" b="1" i="0" cap="all" baseline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4pPr>
            <a:lvl5pPr marL="1828800" indent="0" algn="ctr">
              <a:buNone/>
              <a:defRPr sz="3000" b="1" i="0" cap="all" baseline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5pPr>
          </a:lstStyle>
          <a:p>
            <a:pPr lvl="0"/>
            <a:r>
              <a:rPr lang="en-US"/>
              <a:t>Title for image</a:t>
            </a:r>
          </a:p>
          <a:p>
            <a:pPr lvl="0"/>
            <a:endParaRPr lang="en-US"/>
          </a:p>
        </p:txBody>
      </p:sp>
      <p:sp>
        <p:nvSpPr>
          <p:cNvPr id="12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1603294" y="5899509"/>
            <a:ext cx="8876684" cy="525675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cap="none" baseline="0">
                <a:solidFill>
                  <a:srgbClr val="222C4B"/>
                </a:solidFill>
                <a:latin typeface="ITC Franklin Gothic Std Book" charset="0"/>
                <a:ea typeface="ITC Franklin Gothic Std Book" charset="0"/>
                <a:cs typeface="ITC Franklin Gothic Std Book" charset="0"/>
              </a:defRPr>
            </a:lvl1pPr>
            <a:lvl2pPr marL="457200" indent="0" algn="ctr">
              <a:buNone/>
              <a:defRPr sz="3000" b="1" i="0" cap="all" baseline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2pPr>
            <a:lvl3pPr marL="914400" indent="0" algn="ctr">
              <a:buNone/>
              <a:defRPr sz="3000" b="1" i="0" cap="all" baseline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3pPr>
            <a:lvl4pPr marL="1371600" indent="0" algn="ctr">
              <a:buNone/>
              <a:defRPr sz="3000" b="1" i="0" cap="all" baseline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4pPr>
            <a:lvl5pPr marL="1828800" indent="0" algn="ctr">
              <a:buNone/>
              <a:defRPr sz="3000" b="1" i="0" cap="all" baseline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5pPr>
          </a:lstStyle>
          <a:p>
            <a:pPr lvl="0"/>
            <a:r>
              <a:rPr lang="en-US"/>
              <a:t>Subtitle and Description for Image </a:t>
            </a:r>
          </a:p>
        </p:txBody>
      </p:sp>
    </p:spTree>
    <p:extLst>
      <p:ext uri="{BB962C8B-B14F-4D97-AF65-F5344CB8AC3E}">
        <p14:creationId xmlns:p14="http://schemas.microsoft.com/office/powerpoint/2010/main" val="23939699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026" y="252389"/>
            <a:ext cx="10972800" cy="1143000"/>
          </a:xfrm>
        </p:spPr>
        <p:txBody>
          <a:bodyPr/>
          <a:lstStyle>
            <a:lvl1pPr algn="ctr">
              <a:defRPr sz="4400" b="1">
                <a:solidFill>
                  <a:srgbClr val="E46C0A"/>
                </a:solidFill>
                <a:latin typeface="ITC Franklin Gothic Std Book" panose="020B0504030503020204" pitchFamily="34" charset="0"/>
                <a:cs typeface="ITC Franklin Gothic Std Book" panose="020B0504030503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853FCE9-8599-DA41-AEED-15B5184A0D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7139" y="1260721"/>
            <a:ext cx="10434577" cy="4422449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ITC Franklin Gothic Std Book" panose="020B0504030503020204" pitchFamily="34" charset="0"/>
              </a:defRPr>
            </a:lvl1pPr>
            <a:lvl2pPr>
              <a:defRPr sz="2800">
                <a:latin typeface="ITC Franklin Gothic Std Book" panose="020B0504030503020204" pitchFamily="34" charset="0"/>
              </a:defRPr>
            </a:lvl2pPr>
            <a:lvl3pPr>
              <a:defRPr sz="2400">
                <a:latin typeface="ITC Franklin Gothic Std Book" panose="020B0504030503020204" pitchFamily="34" charset="0"/>
              </a:defRPr>
            </a:lvl3pPr>
            <a:lvl4pPr>
              <a:defRPr sz="2000">
                <a:latin typeface="ITC Franklin Gothic Std Book" panose="020B0504030503020204" pitchFamily="34" charset="0"/>
              </a:defRPr>
            </a:lvl4pPr>
            <a:lvl5pPr>
              <a:defRPr sz="2000">
                <a:latin typeface="ITC Franklin Gothic Std Book" panose="020B0504030503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4903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3: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52930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7/24/2023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77142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7/24/2023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7586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7/24/2023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6593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7/24/2023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93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7/24/2023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03838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7/24/2023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31604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7/24/2023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18448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7/24/2023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9119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7/24/2023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2675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7/24/2023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70398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7/24/2023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879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7/24/2023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0444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9" r:id="rId2"/>
    <p:sldLayoutId id="21474837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7/24/2023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884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56" r:id="rId6"/>
    <p:sldLayoutId id="2147483752" r:id="rId7"/>
    <p:sldLayoutId id="2147483753" r:id="rId8"/>
    <p:sldLayoutId id="2147483754" r:id="rId9"/>
    <p:sldLayoutId id="2147483755" r:id="rId10"/>
    <p:sldLayoutId id="214748375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8/10/relationships/comments" Target="../comments/modernComment_105_9179E9DF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customXml" Target="../ink/ink2.xml"/><Relationship Id="rId2" Type="http://schemas.microsoft.com/office/2018/10/relationships/comments" Target="../comments/modernComment_136_DBFDACCA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customXml" Target="../ink/ink1.xml"/><Relationship Id="rId10" Type="http://schemas.openxmlformats.org/officeDocument/2006/relationships/image" Target="../media/image8.png"/><Relationship Id="rId4" Type="http://schemas.openxmlformats.org/officeDocument/2006/relationships/image" Target="../media/image5.png"/><Relationship Id="rId9" Type="http://schemas.openxmlformats.org/officeDocument/2006/relationships/customXml" Target="../ink/ink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microsoft.com/office/2018/10/relationships/comments" Target="../comments/modernComment_135_D7178E78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microsoft.com/office/2018/10/relationships/comments" Target="../comments/modernComment_134_5B288FFF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microsoft.com/office/2018/10/relationships/comments" Target="../comments/modernComment_133_73150F8E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8/10/relationships/comments" Target="../comments/modernComment_12F_692336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8/10/relationships/comments" Target="../comments/modernComment_130_2FA35EE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8/10/relationships/comments" Target="../comments/modernComment_131_B08B31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8">
            <a:extLst>
              <a:ext uri="{FF2B5EF4-FFF2-40B4-BE49-F238E27FC236}">
                <a16:creationId xmlns:a16="http://schemas.microsoft.com/office/drawing/2014/main" id="{A8908DB7-C3A6-4FCB-9820-CEE02B398C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7A8523B-A73F-69A8-76AD-D4A2DB30BB3B}"/>
              </a:ext>
            </a:extLst>
          </p:cNvPr>
          <p:cNvSpPr/>
          <p:nvPr/>
        </p:nvSpPr>
        <p:spPr>
          <a:xfrm>
            <a:off x="-2475" y="-2475"/>
            <a:ext cx="4586243" cy="6729814"/>
          </a:xfrm>
          <a:prstGeom prst="rect">
            <a:avLst/>
          </a:prstGeom>
          <a:solidFill>
            <a:srgbClr val="1D3259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0218" y="635007"/>
            <a:ext cx="3588543" cy="558896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200" b="1">
                <a:solidFill>
                  <a:schemeClr val="bg1"/>
                </a:solidFill>
                <a:ea typeface="+mj-lt"/>
                <a:cs typeface="+mj-lt"/>
              </a:rPr>
              <a:t>State Data</a:t>
            </a:r>
            <a:br>
              <a:rPr lang="en-US" sz="4200" b="1">
                <a:ea typeface="+mj-lt"/>
                <a:cs typeface="+mj-lt"/>
              </a:rPr>
            </a:br>
            <a:r>
              <a:rPr lang="en-US" sz="4200" b="1">
                <a:solidFill>
                  <a:schemeClr val="bg1"/>
                </a:solidFill>
                <a:ea typeface="+mj-lt"/>
                <a:cs typeface="+mj-lt"/>
              </a:rPr>
              <a:t>Use and Needs</a:t>
            </a:r>
            <a:br>
              <a:rPr lang="en-US" sz="4200" b="1">
                <a:ea typeface="+mj-lt"/>
                <a:cs typeface="+mj-lt"/>
              </a:rPr>
            </a:br>
            <a:r>
              <a:rPr lang="en-US" sz="4200" b="1">
                <a:solidFill>
                  <a:schemeClr val="bg1"/>
                </a:solidFill>
                <a:ea typeface="+mj-lt"/>
                <a:cs typeface="+mj-lt"/>
              </a:rPr>
              <a:t>Survey </a:t>
            </a:r>
            <a:br>
              <a:rPr lang="en-US" sz="4200" b="1">
                <a:solidFill>
                  <a:schemeClr val="bg1"/>
                </a:solidFill>
                <a:ea typeface="+mj-lt"/>
                <a:cs typeface="+mj-lt"/>
              </a:rPr>
            </a:br>
            <a:br>
              <a:rPr lang="en-US" sz="4200" b="1">
                <a:ea typeface="+mj-lt"/>
                <a:cs typeface="+mj-lt"/>
              </a:rPr>
            </a:br>
            <a:r>
              <a:rPr lang="en-US" sz="3200" b="1">
                <a:solidFill>
                  <a:schemeClr val="bg1"/>
                </a:solidFill>
                <a:ea typeface="+mj-lt"/>
                <a:cs typeface="+mj-lt"/>
              </a:rPr>
              <a:t>Work in Progress</a:t>
            </a:r>
          </a:p>
        </p:txBody>
      </p:sp>
      <p:sp>
        <p:nvSpPr>
          <p:cNvPr id="28" name="sketch line">
            <a:extLst>
              <a:ext uri="{FF2B5EF4-FFF2-40B4-BE49-F238E27FC236}">
                <a16:creationId xmlns:a16="http://schemas.microsoft.com/office/drawing/2014/main" id="{535742DD-1B16-4E9D-B715-0D74B4574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267200" y="630936"/>
            <a:ext cx="18288" cy="5590381"/>
          </a:xfrm>
          <a:custGeom>
            <a:avLst/>
            <a:gdLst>
              <a:gd name="connsiteX0" fmla="*/ 0 w 18288"/>
              <a:gd name="connsiteY0" fmla="*/ 0 h 5590381"/>
              <a:gd name="connsiteX1" fmla="*/ 18288 w 18288"/>
              <a:gd name="connsiteY1" fmla="*/ 0 h 5590381"/>
              <a:gd name="connsiteX2" fmla="*/ 18288 w 18288"/>
              <a:gd name="connsiteY2" fmla="*/ 754701 h 5590381"/>
              <a:gd name="connsiteX3" fmla="*/ 18288 w 18288"/>
              <a:gd name="connsiteY3" fmla="*/ 1565307 h 5590381"/>
              <a:gd name="connsiteX4" fmla="*/ 18288 w 18288"/>
              <a:gd name="connsiteY4" fmla="*/ 2152297 h 5590381"/>
              <a:gd name="connsiteX5" fmla="*/ 18288 w 18288"/>
              <a:gd name="connsiteY5" fmla="*/ 2906998 h 5590381"/>
              <a:gd name="connsiteX6" fmla="*/ 18288 w 18288"/>
              <a:gd name="connsiteY6" fmla="*/ 3549892 h 5590381"/>
              <a:gd name="connsiteX7" fmla="*/ 18288 w 18288"/>
              <a:gd name="connsiteY7" fmla="*/ 4080978 h 5590381"/>
              <a:gd name="connsiteX8" fmla="*/ 18288 w 18288"/>
              <a:gd name="connsiteY8" fmla="*/ 4835680 h 5590381"/>
              <a:gd name="connsiteX9" fmla="*/ 18288 w 18288"/>
              <a:gd name="connsiteY9" fmla="*/ 5590381 h 5590381"/>
              <a:gd name="connsiteX10" fmla="*/ 0 w 18288"/>
              <a:gd name="connsiteY10" fmla="*/ 5590381 h 5590381"/>
              <a:gd name="connsiteX11" fmla="*/ 0 w 18288"/>
              <a:gd name="connsiteY11" fmla="*/ 4835680 h 5590381"/>
              <a:gd name="connsiteX12" fmla="*/ 0 w 18288"/>
              <a:gd name="connsiteY12" fmla="*/ 4304593 h 5590381"/>
              <a:gd name="connsiteX13" fmla="*/ 0 w 18288"/>
              <a:gd name="connsiteY13" fmla="*/ 3773507 h 5590381"/>
              <a:gd name="connsiteX14" fmla="*/ 0 w 18288"/>
              <a:gd name="connsiteY14" fmla="*/ 3186517 h 5590381"/>
              <a:gd name="connsiteX15" fmla="*/ 0 w 18288"/>
              <a:gd name="connsiteY15" fmla="*/ 2487720 h 5590381"/>
              <a:gd name="connsiteX16" fmla="*/ 0 w 18288"/>
              <a:gd name="connsiteY16" fmla="*/ 1956633 h 5590381"/>
              <a:gd name="connsiteX17" fmla="*/ 0 w 18288"/>
              <a:gd name="connsiteY17" fmla="*/ 1425547 h 5590381"/>
              <a:gd name="connsiteX18" fmla="*/ 0 w 18288"/>
              <a:gd name="connsiteY18" fmla="*/ 614942 h 5590381"/>
              <a:gd name="connsiteX19" fmla="*/ 0 w 18288"/>
              <a:gd name="connsiteY19" fmla="*/ 0 h 559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8288" h="5590381" fill="none" extrusionOk="0">
                <a:moveTo>
                  <a:pt x="0" y="0"/>
                </a:moveTo>
                <a:cubicBezTo>
                  <a:pt x="7726" y="-435"/>
                  <a:pt x="14198" y="437"/>
                  <a:pt x="18288" y="0"/>
                </a:cubicBezTo>
                <a:cubicBezTo>
                  <a:pt x="-5226" y="225076"/>
                  <a:pt x="46275" y="562283"/>
                  <a:pt x="18288" y="754701"/>
                </a:cubicBezTo>
                <a:cubicBezTo>
                  <a:pt x="-9699" y="947119"/>
                  <a:pt x="30081" y="1239251"/>
                  <a:pt x="18288" y="1565307"/>
                </a:cubicBezTo>
                <a:cubicBezTo>
                  <a:pt x="6495" y="1891363"/>
                  <a:pt x="7160" y="1999140"/>
                  <a:pt x="18288" y="2152297"/>
                </a:cubicBezTo>
                <a:cubicBezTo>
                  <a:pt x="29417" y="2305454"/>
                  <a:pt x="28705" y="2598333"/>
                  <a:pt x="18288" y="2906998"/>
                </a:cubicBezTo>
                <a:cubicBezTo>
                  <a:pt x="7871" y="3215663"/>
                  <a:pt x="35263" y="3327412"/>
                  <a:pt x="18288" y="3549892"/>
                </a:cubicBezTo>
                <a:cubicBezTo>
                  <a:pt x="1313" y="3772372"/>
                  <a:pt x="38561" y="3843836"/>
                  <a:pt x="18288" y="4080978"/>
                </a:cubicBezTo>
                <a:cubicBezTo>
                  <a:pt x="-1985" y="4318120"/>
                  <a:pt x="-3806" y="4511166"/>
                  <a:pt x="18288" y="4835680"/>
                </a:cubicBezTo>
                <a:cubicBezTo>
                  <a:pt x="40382" y="5160194"/>
                  <a:pt x="-13070" y="5401748"/>
                  <a:pt x="18288" y="5590381"/>
                </a:cubicBezTo>
                <a:cubicBezTo>
                  <a:pt x="12010" y="5589863"/>
                  <a:pt x="6799" y="5589982"/>
                  <a:pt x="0" y="5590381"/>
                </a:cubicBezTo>
                <a:cubicBezTo>
                  <a:pt x="-6480" y="5250523"/>
                  <a:pt x="-32148" y="5052531"/>
                  <a:pt x="0" y="4835680"/>
                </a:cubicBezTo>
                <a:cubicBezTo>
                  <a:pt x="32148" y="4618829"/>
                  <a:pt x="5352" y="4496374"/>
                  <a:pt x="0" y="4304593"/>
                </a:cubicBezTo>
                <a:cubicBezTo>
                  <a:pt x="-5352" y="4112812"/>
                  <a:pt x="9645" y="3919423"/>
                  <a:pt x="0" y="3773507"/>
                </a:cubicBezTo>
                <a:cubicBezTo>
                  <a:pt x="-9645" y="3627591"/>
                  <a:pt x="-10654" y="3330687"/>
                  <a:pt x="0" y="3186517"/>
                </a:cubicBezTo>
                <a:cubicBezTo>
                  <a:pt x="10654" y="3042347"/>
                  <a:pt x="18181" y="2635923"/>
                  <a:pt x="0" y="2487720"/>
                </a:cubicBezTo>
                <a:cubicBezTo>
                  <a:pt x="-18181" y="2339517"/>
                  <a:pt x="-7947" y="2113537"/>
                  <a:pt x="0" y="1956633"/>
                </a:cubicBezTo>
                <a:cubicBezTo>
                  <a:pt x="7947" y="1799729"/>
                  <a:pt x="-15145" y="1657735"/>
                  <a:pt x="0" y="1425547"/>
                </a:cubicBezTo>
                <a:cubicBezTo>
                  <a:pt x="15145" y="1193359"/>
                  <a:pt x="-23832" y="948054"/>
                  <a:pt x="0" y="614942"/>
                </a:cubicBezTo>
                <a:cubicBezTo>
                  <a:pt x="23832" y="281831"/>
                  <a:pt x="2816" y="129878"/>
                  <a:pt x="0" y="0"/>
                </a:cubicBezTo>
                <a:close/>
              </a:path>
              <a:path w="18288" h="5590381" stroke="0" extrusionOk="0">
                <a:moveTo>
                  <a:pt x="0" y="0"/>
                </a:moveTo>
                <a:cubicBezTo>
                  <a:pt x="5871" y="848"/>
                  <a:pt x="11713" y="-200"/>
                  <a:pt x="18288" y="0"/>
                </a:cubicBezTo>
                <a:cubicBezTo>
                  <a:pt x="41141" y="165299"/>
                  <a:pt x="3613" y="427555"/>
                  <a:pt x="18288" y="698798"/>
                </a:cubicBezTo>
                <a:cubicBezTo>
                  <a:pt x="32963" y="970041"/>
                  <a:pt x="19680" y="1226199"/>
                  <a:pt x="18288" y="1397595"/>
                </a:cubicBezTo>
                <a:cubicBezTo>
                  <a:pt x="16896" y="1568991"/>
                  <a:pt x="38798" y="1794517"/>
                  <a:pt x="18288" y="2152297"/>
                </a:cubicBezTo>
                <a:cubicBezTo>
                  <a:pt x="-2222" y="2510077"/>
                  <a:pt x="40846" y="2594424"/>
                  <a:pt x="18288" y="2739287"/>
                </a:cubicBezTo>
                <a:cubicBezTo>
                  <a:pt x="-4270" y="2884150"/>
                  <a:pt x="27117" y="3129706"/>
                  <a:pt x="18288" y="3493988"/>
                </a:cubicBezTo>
                <a:cubicBezTo>
                  <a:pt x="9459" y="3858270"/>
                  <a:pt x="54201" y="4041447"/>
                  <a:pt x="18288" y="4304593"/>
                </a:cubicBezTo>
                <a:cubicBezTo>
                  <a:pt x="-17625" y="4567740"/>
                  <a:pt x="49627" y="5149125"/>
                  <a:pt x="18288" y="5590381"/>
                </a:cubicBezTo>
                <a:cubicBezTo>
                  <a:pt x="10860" y="5590744"/>
                  <a:pt x="7568" y="5590157"/>
                  <a:pt x="0" y="5590381"/>
                </a:cubicBezTo>
                <a:cubicBezTo>
                  <a:pt x="36767" y="5266821"/>
                  <a:pt x="-16223" y="5116146"/>
                  <a:pt x="0" y="4835680"/>
                </a:cubicBezTo>
                <a:cubicBezTo>
                  <a:pt x="16223" y="4555214"/>
                  <a:pt x="-16316" y="4356490"/>
                  <a:pt x="0" y="4136882"/>
                </a:cubicBezTo>
                <a:cubicBezTo>
                  <a:pt x="16316" y="3917274"/>
                  <a:pt x="8005" y="3773465"/>
                  <a:pt x="0" y="3549892"/>
                </a:cubicBezTo>
                <a:cubicBezTo>
                  <a:pt x="-8005" y="3326319"/>
                  <a:pt x="27623" y="3052456"/>
                  <a:pt x="0" y="2851094"/>
                </a:cubicBezTo>
                <a:cubicBezTo>
                  <a:pt x="-27623" y="2649732"/>
                  <a:pt x="5614" y="2455815"/>
                  <a:pt x="0" y="2264104"/>
                </a:cubicBezTo>
                <a:cubicBezTo>
                  <a:pt x="-5614" y="2072393"/>
                  <a:pt x="22598" y="1990723"/>
                  <a:pt x="0" y="1733018"/>
                </a:cubicBezTo>
                <a:cubicBezTo>
                  <a:pt x="-22598" y="1475313"/>
                  <a:pt x="-6965" y="1369123"/>
                  <a:pt x="0" y="1090124"/>
                </a:cubicBezTo>
                <a:cubicBezTo>
                  <a:pt x="6965" y="811125"/>
                  <a:pt x="-19273" y="5070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311409761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08849813-2D6A-8A27-50F6-D231152C8E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8706" y="4938810"/>
            <a:ext cx="6061362" cy="1287060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90693" y="732639"/>
            <a:ext cx="7127247" cy="371182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>
                <a:ea typeface="+mn-lt"/>
                <a:cs typeface="+mn-lt"/>
              </a:rPr>
              <a:t>Marijke van der Geer, </a:t>
            </a:r>
            <a:r>
              <a:rPr lang="en-US" err="1">
                <a:ea typeface="+mn-lt"/>
                <a:cs typeface="+mn-lt"/>
              </a:rPr>
              <a:t>Jianing</a:t>
            </a:r>
            <a:r>
              <a:rPr lang="en-US">
                <a:ea typeface="+mn-lt"/>
                <a:cs typeface="+mn-lt"/>
              </a:rPr>
              <a:t> Cai, </a:t>
            </a:r>
            <a:endParaRPr lang="en-US" i="1"/>
          </a:p>
          <a:p>
            <a:r>
              <a:rPr lang="en-US" i="1"/>
              <a:t>Data Science for the Public Good (DSPG) Interns</a:t>
            </a:r>
            <a:endParaRPr lang="en-US" i="1">
              <a:cs typeface="Calibri"/>
            </a:endParaRPr>
          </a:p>
          <a:p>
            <a:r>
              <a:rPr lang="en-US"/>
              <a:t> </a:t>
            </a:r>
            <a:r>
              <a:rPr lang="en-US">
                <a:ea typeface="+mn-lt"/>
                <a:cs typeface="+mn-lt"/>
              </a:rPr>
              <a:t>Treena Goswami, SDAD Post-doc</a:t>
            </a:r>
            <a:endParaRPr lang="en-US" i="1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Vicki</a:t>
            </a:r>
            <a:r>
              <a:rPr lang="en-US"/>
              <a:t> Lancaster, </a:t>
            </a:r>
            <a:r>
              <a:rPr lang="en-US" i="1"/>
              <a:t>DSPG Team Lead</a:t>
            </a:r>
            <a:endParaRPr lang="en-US" i="1">
              <a:cs typeface="Calibri"/>
            </a:endParaRPr>
          </a:p>
          <a:p>
            <a:r>
              <a:rPr lang="en-US"/>
              <a:t>Social and Decision Analytics Division</a:t>
            </a:r>
            <a:endParaRPr lang="en-US">
              <a:cs typeface="Calibri"/>
            </a:endParaRPr>
          </a:p>
          <a:p>
            <a:endParaRPr lang="en-US">
              <a:ea typeface="+mn-lt"/>
              <a:cs typeface="+mn-lt"/>
            </a:endParaRPr>
          </a:p>
          <a:p>
            <a:r>
              <a:rPr lang="en-US">
                <a:ea typeface="Calibri"/>
                <a:cs typeface="Calibri"/>
              </a:rPr>
              <a:t>July 13, 2023</a:t>
            </a: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FF1B38-9768-127B-EA7F-A70E2383E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7686" y="6217771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dirty="0" smtClean="0"/>
              <a:pPr algn="l"/>
              <a:t>1</a:t>
            </a:fld>
            <a:endParaRPr lang="en-US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776905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D9D79-B581-B58D-0354-9E6BFA3CC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5260"/>
            <a:ext cx="10515600" cy="1325563"/>
          </a:xfrm>
        </p:spPr>
        <p:txBody>
          <a:bodyPr/>
          <a:lstStyle/>
          <a:p>
            <a:pPr algn="ctr"/>
            <a:r>
              <a:rPr lang="en-US" b="1">
                <a:ea typeface="Calibri Light"/>
                <a:cs typeface="Calibri Light"/>
              </a:rPr>
              <a:t>Project Team</a:t>
            </a:r>
            <a:endParaRPr lang="en-US">
              <a:ea typeface="Calibri Light" panose="020F0302020204030204"/>
              <a:cs typeface="Calibri Light" panose="020F0302020204030204"/>
            </a:endParaRPr>
          </a:p>
        </p:txBody>
      </p:sp>
      <p:pic>
        <p:nvPicPr>
          <p:cNvPr id="48" name="Picture 4">
            <a:extLst>
              <a:ext uri="{FF2B5EF4-FFF2-40B4-BE49-F238E27FC236}">
                <a16:creationId xmlns:a16="http://schemas.microsoft.com/office/drawing/2014/main" id="{A2A52563-AF5F-5B53-0046-849BA4322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5495" y="6115933"/>
            <a:ext cx="2743200" cy="582460"/>
          </a:xfrm>
          <a:prstGeom prst="rect">
            <a:avLst/>
          </a:prstGeom>
        </p:spPr>
      </p:pic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3080B752-8274-FF2A-7BC4-94A5784697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1783"/>
            <a:ext cx="10515600" cy="379512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>
                <a:ea typeface="+mn-lt"/>
                <a:cs typeface="+mn-lt"/>
              </a:rPr>
              <a:t>DSPG, University of Virginia, Biocomplexity Institute, Social and Decision Analytics</a:t>
            </a:r>
            <a:endParaRPr lang="en-US" sz="2000">
              <a:ea typeface="Calibri"/>
              <a:cs typeface="Calibri"/>
            </a:endParaRPr>
          </a:p>
          <a:p>
            <a:pPr>
              <a:lnSpc>
                <a:spcPct val="110000"/>
              </a:lnSpc>
            </a:pPr>
            <a:r>
              <a:rPr lang="en-US" sz="2000">
                <a:latin typeface="Calibri"/>
                <a:ea typeface="+mn-lt"/>
                <a:cs typeface="Arial"/>
              </a:rPr>
              <a:t>Marijke van der Geer, Fourth Year @ SDSU (Stats &amp; DS)</a:t>
            </a:r>
          </a:p>
          <a:p>
            <a:pPr>
              <a:lnSpc>
                <a:spcPct val="110000"/>
              </a:lnSpc>
            </a:pPr>
            <a:r>
              <a:rPr lang="en-US" sz="2000" err="1">
                <a:latin typeface="Calibri"/>
                <a:ea typeface="+mn-lt"/>
                <a:cs typeface="Arial"/>
              </a:rPr>
              <a:t>Jianing</a:t>
            </a:r>
            <a:r>
              <a:rPr lang="en-US" sz="2000">
                <a:latin typeface="Calibri"/>
                <a:ea typeface="+mn-lt"/>
                <a:cs typeface="Arial"/>
              </a:rPr>
              <a:t> Cai, Fourth Year @ UVA (CS &amp; Math)</a:t>
            </a:r>
          </a:p>
          <a:p>
            <a:pPr>
              <a:lnSpc>
                <a:spcPct val="110000"/>
              </a:lnSpc>
            </a:pPr>
            <a:endParaRPr lang="en-US" sz="2000">
              <a:ea typeface="+mn-lt"/>
              <a:cs typeface="+mn-lt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2000">
                <a:ea typeface="+mn-lt"/>
                <a:cs typeface="+mn-lt"/>
              </a:rPr>
              <a:t>University of Virginia, Biocomplexity Institute, Social and Decision Analytics</a:t>
            </a:r>
          </a:p>
          <a:p>
            <a:pPr>
              <a:lnSpc>
                <a:spcPct val="110000"/>
              </a:lnSpc>
            </a:pPr>
            <a:r>
              <a:rPr lang="en-US" sz="2000">
                <a:latin typeface="Calibri"/>
                <a:ea typeface="+mn-lt"/>
                <a:cs typeface="Arial"/>
              </a:rPr>
              <a:t>Vicki Lancaster, Principal Scientist</a:t>
            </a:r>
          </a:p>
          <a:p>
            <a:pPr>
              <a:lnSpc>
                <a:spcPct val="110000"/>
              </a:lnSpc>
            </a:pPr>
            <a:r>
              <a:rPr lang="en-US" sz="2000">
                <a:latin typeface="Calibri"/>
                <a:ea typeface="+mn-lt"/>
                <a:cs typeface="Arial"/>
              </a:rPr>
              <a:t>Neil </a:t>
            </a:r>
            <a:r>
              <a:rPr lang="en-US" sz="2000" err="1">
                <a:latin typeface="Calibri"/>
                <a:ea typeface="+mn-lt"/>
                <a:cs typeface="Arial"/>
              </a:rPr>
              <a:t>Kattampallil</a:t>
            </a:r>
            <a:r>
              <a:rPr lang="en-US" sz="2000">
                <a:latin typeface="Calibri"/>
                <a:ea typeface="+mn-lt"/>
                <a:cs typeface="Arial"/>
              </a:rPr>
              <a:t>, Research Scientist</a:t>
            </a:r>
          </a:p>
          <a:p>
            <a:pPr>
              <a:lnSpc>
                <a:spcPct val="110000"/>
              </a:lnSpc>
            </a:pPr>
            <a:r>
              <a:rPr lang="en-US" sz="2000">
                <a:latin typeface="Calibri"/>
                <a:ea typeface="+mn-lt"/>
                <a:cs typeface="Arial"/>
              </a:rPr>
              <a:t>Treena Goswami, Postdoc Researcher</a:t>
            </a:r>
          </a:p>
          <a:p>
            <a:pPr>
              <a:lnSpc>
                <a:spcPct val="110000"/>
              </a:lnSpc>
            </a:pPr>
            <a:endParaRPr lang="en-US" sz="2000">
              <a:ea typeface="+mn-lt"/>
              <a:cs typeface="+mn-lt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2000">
              <a:ea typeface="+mn-lt"/>
              <a:cs typeface="+mn-lt"/>
            </a:endParaRP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E69BDBD-C4F7-13C2-3E57-5046FAB6A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219" y="6225547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dirty="0" smtClean="0"/>
              <a:pPr algn="l"/>
              <a:t>2</a:t>
            </a:fld>
            <a:endParaRPr lang="en-US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015014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D9D79-B581-B58D-0354-9E6BFA3CC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chemeClr val="accent2"/>
                </a:solidFill>
                <a:ea typeface="Calibri Light"/>
                <a:cs typeface="Calibri Light"/>
              </a:rPr>
              <a:t>Project Goals</a:t>
            </a:r>
          </a:p>
        </p:txBody>
      </p:sp>
      <p:pic>
        <p:nvPicPr>
          <p:cNvPr id="48" name="Picture 4">
            <a:extLst>
              <a:ext uri="{FF2B5EF4-FFF2-40B4-BE49-F238E27FC236}">
                <a16:creationId xmlns:a16="http://schemas.microsoft.com/office/drawing/2014/main" id="{A2A52563-AF5F-5B53-0046-849BA4322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5495" y="6115933"/>
            <a:ext cx="2743200" cy="582460"/>
          </a:xfrm>
          <a:prstGeom prst="rect">
            <a:avLst/>
          </a:prstGeom>
        </p:spPr>
      </p:pic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3080B752-8274-FF2A-7BC4-94A5784697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002023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3200">
                <a:ea typeface="+mn-lt"/>
                <a:cs typeface="+mn-lt"/>
              </a:rPr>
              <a:t>To provide the Census Bureau with information on the following.</a:t>
            </a:r>
            <a:endParaRPr lang="en-US"/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3200">
                <a:ea typeface="+mn-lt"/>
                <a:cs typeface="+mn-lt"/>
              </a:rPr>
              <a:t>What data sources do state, U.S. territories, and District of Columbia, data centers use?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3200">
                <a:ea typeface="+mn-lt"/>
                <a:cs typeface="+mn-lt"/>
              </a:rPr>
              <a:t>How do they use these data sources?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3200">
                <a:ea typeface="+mn-lt"/>
                <a:cs typeface="+mn-lt"/>
              </a:rPr>
              <a:t>What are their future data needs?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endParaRPr lang="en-US" sz="3200">
              <a:ea typeface="+mn-lt"/>
              <a:cs typeface="+mn-lt"/>
            </a:endParaRP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E69BDBD-C4F7-13C2-3E57-5046FAB6A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219" y="6225547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dirty="0" smtClean="0"/>
              <a:pPr algn="l"/>
              <a:t>3</a:t>
            </a:fld>
            <a:endParaRPr lang="en-US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224941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D9D79-B581-B58D-0354-9E6BFA3CC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3784"/>
            <a:ext cx="10515600" cy="792265"/>
          </a:xfrm>
        </p:spPr>
        <p:txBody>
          <a:bodyPr/>
          <a:lstStyle/>
          <a:p>
            <a:r>
              <a:rPr lang="en-US" b="1">
                <a:solidFill>
                  <a:schemeClr val="accent2"/>
                </a:solidFill>
                <a:ea typeface="Calibri Light"/>
                <a:cs typeface="Calibri Light"/>
              </a:rPr>
              <a:t>Our ideas:</a:t>
            </a:r>
            <a:endParaRPr lang="en-US">
              <a:solidFill>
                <a:schemeClr val="accent2"/>
              </a:solidFill>
              <a:ea typeface="Calibri Light" panose="020F0302020204030204"/>
              <a:cs typeface="Calibri Light" panose="020F0302020204030204"/>
            </a:endParaRPr>
          </a:p>
        </p:txBody>
      </p:sp>
      <p:pic>
        <p:nvPicPr>
          <p:cNvPr id="48" name="Picture 4">
            <a:extLst>
              <a:ext uri="{FF2B5EF4-FFF2-40B4-BE49-F238E27FC236}">
                <a16:creationId xmlns:a16="http://schemas.microsoft.com/office/drawing/2014/main" id="{A2A52563-AF5F-5B53-0046-849BA4322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5495" y="6115933"/>
            <a:ext cx="2743200" cy="582460"/>
          </a:xfrm>
          <a:prstGeom prst="rect">
            <a:avLst/>
          </a:prstGeom>
        </p:spPr>
      </p:pic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3080B752-8274-FF2A-7BC4-94A5784697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3729" y="923686"/>
            <a:ext cx="10515600" cy="538547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sz="3200">
                <a:ea typeface="+mn-lt"/>
                <a:cs typeface="+mn-lt"/>
              </a:rPr>
              <a:t>Text analysis of state constitutions and amendments </a:t>
            </a:r>
            <a:endParaRPr lang="en-US" sz="3200">
              <a:ea typeface="Calibri"/>
              <a:cs typeface="Calibri" panose="020F0502020204030204"/>
            </a:endParaRP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sz="3200">
                <a:ea typeface="+mn-lt"/>
                <a:cs typeface="+mn-lt"/>
              </a:rPr>
              <a:t>Evaluation of state, U.S. territories, and District of Columbia data centers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sz="3200">
                <a:ea typeface="+mn-lt"/>
                <a:cs typeface="+mn-lt"/>
              </a:rPr>
              <a:t>Text analysis of state data center mission statements 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sz="3200">
                <a:ea typeface="+mn-lt"/>
                <a:cs typeface="+mn-lt"/>
              </a:rPr>
              <a:t>Email survey sent to all 56 FSCPE contacts 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sz="3200">
                <a:ea typeface="+mn-lt"/>
                <a:cs typeface="+mn-lt"/>
              </a:rPr>
              <a:t>Search of UVA library databases: Policy Commons Database</a:t>
            </a:r>
          </a:p>
          <a:p>
            <a:pPr marL="971550" lvl="1" indent="-514350">
              <a:lnSpc>
                <a:spcPct val="120000"/>
              </a:lnSpc>
              <a:buFont typeface="Arial" panose="020F0302020204030204"/>
              <a:buChar char="•"/>
            </a:pPr>
            <a:r>
              <a:rPr lang="en-US" sz="3200">
                <a:ea typeface="+mn-lt"/>
                <a:cs typeface="+mn-lt"/>
              </a:rPr>
              <a:t>Policy File Index Database, State and Local Government Databases. Policy Map Customer Stories</a:t>
            </a:r>
          </a:p>
          <a:p>
            <a:pPr marL="971550" lvl="1" indent="-514350">
              <a:lnSpc>
                <a:spcPct val="120000"/>
              </a:lnSpc>
              <a:buFont typeface="+mj-lt"/>
              <a:buAutoNum type="arabicPeriod"/>
            </a:pPr>
            <a:endParaRPr lang="en-US" sz="3200">
              <a:ea typeface="+mn-lt"/>
              <a:cs typeface="+mn-lt"/>
            </a:endParaRPr>
          </a:p>
          <a:p>
            <a:pPr marL="971550" lvl="1" indent="-514350">
              <a:lnSpc>
                <a:spcPct val="120000"/>
              </a:lnSpc>
              <a:buFont typeface="+mj-lt"/>
              <a:buAutoNum type="arabicPeriod"/>
            </a:pPr>
            <a:endParaRPr lang="en-US" sz="2000">
              <a:ea typeface="+mn-lt"/>
              <a:cs typeface="+mn-lt"/>
            </a:endParaRP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endParaRPr lang="en-US" sz="2000">
              <a:ea typeface="+mn-lt"/>
              <a:cs typeface="+mn-lt"/>
            </a:endParaRP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endParaRPr lang="en-US" sz="2000">
              <a:ea typeface="+mn-lt"/>
              <a:cs typeface="+mn-lt"/>
            </a:endParaRP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E69BDBD-C4F7-13C2-3E57-5046FAB6A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219" y="6225547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dirty="0" smtClean="0"/>
              <a:pPr algn="l"/>
              <a:t>4</a:t>
            </a:fld>
            <a:endParaRPr lang="en-US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564838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D9D79-B581-B58D-0354-9E6BFA3CC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639" y="804978"/>
            <a:ext cx="10872019" cy="1325563"/>
          </a:xfrm>
        </p:spPr>
        <p:txBody>
          <a:bodyPr/>
          <a:lstStyle/>
          <a:p>
            <a:r>
              <a:rPr lang="en-US" b="1">
                <a:solidFill>
                  <a:schemeClr val="accent2"/>
                </a:solidFill>
                <a:ea typeface="Calibri Light"/>
                <a:cs typeface="Calibri Light"/>
              </a:rPr>
              <a:t>Idea 1</a:t>
            </a:r>
            <a:r>
              <a:rPr lang="en-US" b="1">
                <a:ea typeface="Calibri Light"/>
                <a:cs typeface="Calibri Light"/>
              </a:rPr>
              <a:t>:</a:t>
            </a:r>
            <a:r>
              <a:rPr lang="en-US" b="1">
                <a:ea typeface="+mj-lt"/>
                <a:cs typeface="+mj-lt"/>
              </a:rPr>
              <a:t> </a:t>
            </a:r>
            <a:r>
              <a:rPr lang="en-US">
                <a:ea typeface="+mj-lt"/>
                <a:cs typeface="+mj-lt"/>
              </a:rPr>
              <a:t>Text analysis of state constitutions and amendments </a:t>
            </a:r>
          </a:p>
        </p:txBody>
      </p:sp>
      <p:pic>
        <p:nvPicPr>
          <p:cNvPr id="48" name="Picture 4">
            <a:extLst>
              <a:ext uri="{FF2B5EF4-FFF2-40B4-BE49-F238E27FC236}">
                <a16:creationId xmlns:a16="http://schemas.microsoft.com/office/drawing/2014/main" id="{A2A52563-AF5F-5B53-0046-849BA43224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5495" y="6115933"/>
            <a:ext cx="2743200" cy="582460"/>
          </a:xfrm>
          <a:prstGeom prst="rect">
            <a:avLst/>
          </a:prstGeom>
        </p:spPr>
      </p:pic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3080B752-8274-FF2A-7BC4-94A578469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10000"/>
              </a:lnSpc>
            </a:pPr>
            <a:endParaRPr lang="en-US" sz="3200">
              <a:latin typeface="Calibri"/>
              <a:cs typeface="Arial"/>
            </a:endParaRPr>
          </a:p>
          <a:p>
            <a:pPr>
              <a:lnSpc>
                <a:spcPct val="110000"/>
              </a:lnSpc>
            </a:pPr>
            <a:r>
              <a:rPr lang="en-US" sz="3200">
                <a:latin typeface="Calibri"/>
                <a:cs typeface="Arial"/>
              </a:rPr>
              <a:t>Manual Search</a:t>
            </a:r>
            <a:endParaRPr lang="en-US" sz="3200">
              <a:latin typeface="Calibri"/>
              <a:cs typeface="Calibri"/>
            </a:endParaRPr>
          </a:p>
          <a:p>
            <a:pPr>
              <a:lnSpc>
                <a:spcPct val="110000"/>
              </a:lnSpc>
            </a:pPr>
            <a:r>
              <a:rPr lang="en-US" sz="3200">
                <a:latin typeface="Calibri"/>
                <a:cs typeface="Arial"/>
              </a:rPr>
              <a:t>Computer Search (Topic Modeling)</a:t>
            </a:r>
          </a:p>
          <a:p>
            <a:pPr lvl="1">
              <a:lnSpc>
                <a:spcPct val="110000"/>
              </a:lnSpc>
            </a:pPr>
            <a:r>
              <a:rPr lang="en-US" sz="3200" err="1">
                <a:latin typeface="Calibri"/>
                <a:cs typeface="Arial"/>
              </a:rPr>
              <a:t>Gensim</a:t>
            </a:r>
          </a:p>
          <a:p>
            <a:pPr lvl="1">
              <a:lnSpc>
                <a:spcPct val="110000"/>
              </a:lnSpc>
            </a:pPr>
            <a:r>
              <a:rPr lang="en-US" sz="3200">
                <a:latin typeface="Calibri"/>
                <a:cs typeface="Arial"/>
              </a:rPr>
              <a:t>BERT</a:t>
            </a:r>
            <a:endParaRPr lang="en-US" sz="3200">
              <a:latin typeface="Calibri"/>
              <a:cs typeface="Calibri"/>
            </a:endParaRP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E69BDBD-C4F7-13C2-3E57-5046FAB6A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219" y="6225547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dirty="0" smtClean="0"/>
              <a:pPr algn="l"/>
              <a:t>5</a:t>
            </a:fld>
            <a:endParaRPr lang="en-US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44068604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D9D79-B581-B58D-0354-9E6BFA3CC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97600"/>
            <a:ext cx="10515600" cy="1325563"/>
          </a:xfrm>
        </p:spPr>
        <p:txBody>
          <a:bodyPr>
            <a:normAutofit/>
          </a:bodyPr>
          <a:lstStyle/>
          <a:p>
            <a:r>
              <a:rPr lang="en-US" b="1">
                <a:ea typeface="+mj-lt"/>
                <a:cs typeface="+mj-lt"/>
              </a:rPr>
              <a:t>Manual Search</a:t>
            </a:r>
            <a:endParaRPr lang="en-US">
              <a:ea typeface="+mj-lt"/>
              <a:cs typeface="+mj-lt"/>
            </a:endParaRPr>
          </a:p>
        </p:txBody>
      </p:sp>
      <p:pic>
        <p:nvPicPr>
          <p:cNvPr id="48" name="Picture 4">
            <a:extLst>
              <a:ext uri="{FF2B5EF4-FFF2-40B4-BE49-F238E27FC236}">
                <a16:creationId xmlns:a16="http://schemas.microsoft.com/office/drawing/2014/main" id="{A2A52563-AF5F-5B53-0046-849BA4322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5495" y="6115933"/>
            <a:ext cx="2743200" cy="582460"/>
          </a:xfrm>
          <a:prstGeom prst="rect">
            <a:avLst/>
          </a:prstGeom>
        </p:spPr>
      </p:pic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3080B752-8274-FF2A-7BC4-94A578469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en-US" sz="3200">
                <a:latin typeface="Calibri"/>
                <a:cs typeface="Arial"/>
              </a:rPr>
              <a:t>Collected constitutions and amendments</a:t>
            </a:r>
            <a:endParaRPr lang="en-US" sz="3200">
              <a:latin typeface="Calibri"/>
              <a:ea typeface="Calibri"/>
              <a:cs typeface="Arial"/>
            </a:endParaRPr>
          </a:p>
          <a:p>
            <a:pPr lvl="1">
              <a:lnSpc>
                <a:spcPct val="110000"/>
              </a:lnSpc>
            </a:pPr>
            <a:r>
              <a:rPr lang="en-US" sz="3200">
                <a:latin typeface="Calibri"/>
                <a:cs typeface="Arial"/>
              </a:rPr>
              <a:t>Converted .pdf to .txt files</a:t>
            </a:r>
            <a:endParaRPr lang="en-US" sz="3200">
              <a:latin typeface="Calibri"/>
              <a:ea typeface="Calibri"/>
              <a:cs typeface="Arial"/>
            </a:endParaRPr>
          </a:p>
          <a:p>
            <a:pPr>
              <a:lnSpc>
                <a:spcPct val="110000"/>
              </a:lnSpc>
            </a:pPr>
            <a:r>
              <a:rPr lang="en-US" sz="3200">
                <a:latin typeface="Calibri"/>
                <a:cs typeface="Arial"/>
              </a:rPr>
              <a:t>Searched 2 constitutions each for key words</a:t>
            </a:r>
            <a:endParaRPr lang="en-US" sz="3200">
              <a:latin typeface="Calibri"/>
              <a:ea typeface="Calibri"/>
              <a:cs typeface="Arial"/>
            </a:endParaRPr>
          </a:p>
          <a:p>
            <a:pPr lvl="1">
              <a:lnSpc>
                <a:spcPct val="110000"/>
              </a:lnSpc>
            </a:pPr>
            <a:r>
              <a:rPr lang="en-US" sz="3200">
                <a:latin typeface="Calibri"/>
                <a:cs typeface="Arial"/>
              </a:rPr>
              <a:t>Data, census, information, etc.</a:t>
            </a:r>
            <a:endParaRPr lang="en-US" sz="3200">
              <a:latin typeface="Calibri"/>
              <a:ea typeface="Calibri"/>
              <a:cs typeface="Arial"/>
            </a:endParaRPr>
          </a:p>
          <a:p>
            <a:pPr>
              <a:lnSpc>
                <a:spcPct val="110000"/>
              </a:lnSpc>
            </a:pPr>
            <a:r>
              <a:rPr lang="en-US" sz="3200">
                <a:latin typeface="Calibri"/>
                <a:cs typeface="Arial"/>
              </a:rPr>
              <a:t>Looked for adjectives that could be "tested" by data</a:t>
            </a:r>
            <a:endParaRPr lang="en-US" sz="3200">
              <a:latin typeface="Calibri"/>
              <a:ea typeface="Calibri"/>
              <a:cs typeface="Arial"/>
            </a:endParaRPr>
          </a:p>
          <a:p>
            <a:pPr lvl="1">
              <a:lnSpc>
                <a:spcPct val="110000"/>
              </a:lnSpc>
            </a:pPr>
            <a:r>
              <a:rPr lang="en-US" sz="3200">
                <a:latin typeface="Calibri"/>
                <a:cs typeface="Arial"/>
              </a:rPr>
              <a:t>Minimum, maximum, annual, etc.</a:t>
            </a:r>
            <a:endParaRPr lang="en-US" sz="3200">
              <a:latin typeface="Calibri"/>
              <a:ea typeface="Calibri"/>
              <a:cs typeface="Arial"/>
            </a:endParaRPr>
          </a:p>
          <a:p>
            <a:pPr marL="457200" lvl="1" indent="0">
              <a:lnSpc>
                <a:spcPct val="110000"/>
              </a:lnSpc>
              <a:buNone/>
            </a:pPr>
            <a:endParaRPr lang="en-US" sz="2800">
              <a:latin typeface="Calibri"/>
              <a:cs typeface="Arial"/>
            </a:endParaRP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E69BDBD-C4F7-13C2-3E57-5046FAB6A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219" y="6225547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dirty="0" smtClean="0"/>
              <a:pPr algn="l"/>
              <a:t>6</a:t>
            </a:fld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CC3B40-989C-09AA-A402-BEE5A714CFE4}"/>
              </a:ext>
            </a:extLst>
          </p:cNvPr>
          <p:cNvSpPr txBox="1"/>
          <p:nvPr/>
        </p:nvSpPr>
        <p:spPr>
          <a:xfrm>
            <a:off x="8265763" y="154983"/>
            <a:ext cx="408121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chemeClr val="accent2"/>
                </a:solidFill>
                <a:latin typeface="Calibri Light"/>
                <a:ea typeface="+mn-lt"/>
                <a:cs typeface="+mn-lt"/>
              </a:rPr>
              <a:t>Idea 1:</a:t>
            </a:r>
            <a:r>
              <a:rPr lang="en-US">
                <a:solidFill>
                  <a:schemeClr val="accent2"/>
                </a:solidFill>
                <a:latin typeface="Calibri Light"/>
                <a:ea typeface="+mn-lt"/>
                <a:cs typeface="+mn-lt"/>
              </a:rPr>
              <a:t> Text analysis of state constitutions and amendments </a:t>
            </a:r>
          </a:p>
        </p:txBody>
      </p:sp>
    </p:spTree>
    <p:extLst>
      <p:ext uri="{BB962C8B-B14F-4D97-AF65-F5344CB8AC3E}">
        <p14:creationId xmlns:p14="http://schemas.microsoft.com/office/powerpoint/2010/main" val="19759883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D9D79-B581-B58D-0354-9E6BFA3CC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Calibri Light"/>
                <a:cs typeface="Calibri Light"/>
              </a:rPr>
              <a:t>Computer Search</a:t>
            </a:r>
            <a:endParaRPr lang="en-US" b="1"/>
          </a:p>
        </p:txBody>
      </p:sp>
      <p:pic>
        <p:nvPicPr>
          <p:cNvPr id="48" name="Picture 4">
            <a:extLst>
              <a:ext uri="{FF2B5EF4-FFF2-40B4-BE49-F238E27FC236}">
                <a16:creationId xmlns:a16="http://schemas.microsoft.com/office/drawing/2014/main" id="{A2A52563-AF5F-5B53-0046-849BA4322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5495" y="6115933"/>
            <a:ext cx="2743200" cy="582460"/>
          </a:xfrm>
          <a:prstGeom prst="rect">
            <a:avLst/>
          </a:prstGeom>
        </p:spPr>
      </p:pic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3080B752-8274-FF2A-7BC4-94A578469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In statistics and natural language processing, a </a:t>
            </a:r>
            <a:r>
              <a:rPr lang="en-US" b="1">
                <a:ea typeface="+mn-lt"/>
                <a:cs typeface="+mn-lt"/>
              </a:rPr>
              <a:t>topic model</a:t>
            </a:r>
            <a:r>
              <a:rPr lang="en-US">
                <a:ea typeface="+mn-lt"/>
                <a:cs typeface="+mn-lt"/>
              </a:rPr>
              <a:t> is a type of statistical model for discovering the abstract "topics" that occur in a collection of documents. </a:t>
            </a:r>
            <a:endParaRPr lang="en-US"/>
          </a:p>
          <a:p>
            <a:endParaRPr lang="en-US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A frequently used text-mining tool for discovery of hidden semantic structures in a text body.</a:t>
            </a:r>
          </a:p>
          <a:p>
            <a:endParaRPr lang="en-US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Packages: GENSIM, BERT, NLTK, etc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E69BDBD-C4F7-13C2-3E57-5046FAB6A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219" y="6225547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dirty="0" smtClean="0"/>
              <a:pPr algn="l"/>
              <a:t>7</a:t>
            </a:fld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B69600-61ED-0E58-4634-75588BEEA125}"/>
              </a:ext>
            </a:extLst>
          </p:cNvPr>
          <p:cNvSpPr txBox="1"/>
          <p:nvPr/>
        </p:nvSpPr>
        <p:spPr>
          <a:xfrm>
            <a:off x="8433661" y="180813"/>
            <a:ext cx="376350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chemeClr val="accent2"/>
                </a:solidFill>
                <a:latin typeface="Calibri Light"/>
                <a:ea typeface="+mn-lt"/>
                <a:cs typeface="+mn-lt"/>
              </a:rPr>
              <a:t>Idea 1: </a:t>
            </a:r>
            <a:r>
              <a:rPr lang="en-US">
                <a:solidFill>
                  <a:schemeClr val="accent2"/>
                </a:solidFill>
                <a:latin typeface="Calibri Light"/>
                <a:ea typeface="+mn-lt"/>
                <a:cs typeface="+mn-lt"/>
              </a:rPr>
              <a:t>Text analysis of state constitutions and amendments </a:t>
            </a:r>
            <a:endParaRPr lang="en-US">
              <a:solidFill>
                <a:schemeClr val="accent2"/>
              </a:solidFill>
            </a:endParaRPr>
          </a:p>
          <a:p>
            <a:pPr algn="l"/>
            <a:endParaRPr lang="en-US">
              <a:latin typeface="Calibri Light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265801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D9D79-B581-B58D-0354-9E6BFA3CC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5424"/>
            <a:ext cx="10515600" cy="1325563"/>
          </a:xfrm>
        </p:spPr>
        <p:txBody>
          <a:bodyPr>
            <a:normAutofit/>
          </a:bodyPr>
          <a:lstStyle/>
          <a:p>
            <a:r>
              <a:rPr lang="en-US" b="1">
                <a:ea typeface="+mj-lt"/>
                <a:cs typeface="+mj-lt"/>
              </a:rPr>
              <a:t>Topic Modeling using GENSIM</a:t>
            </a:r>
            <a:endParaRPr lang="en-US">
              <a:ea typeface="+mj-lt"/>
              <a:cs typeface="+mj-lt"/>
            </a:endParaRPr>
          </a:p>
        </p:txBody>
      </p:sp>
      <p:pic>
        <p:nvPicPr>
          <p:cNvPr id="48" name="Picture 4">
            <a:extLst>
              <a:ext uri="{FF2B5EF4-FFF2-40B4-BE49-F238E27FC236}">
                <a16:creationId xmlns:a16="http://schemas.microsoft.com/office/drawing/2014/main" id="{A2A52563-AF5F-5B53-0046-849BA4322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5495" y="6115933"/>
            <a:ext cx="2743200" cy="582460"/>
          </a:xfrm>
          <a:prstGeom prst="rect">
            <a:avLst/>
          </a:prstGeom>
        </p:spPr>
      </p:pic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E69BDBD-C4F7-13C2-3E57-5046FAB6A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219" y="6225547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dirty="0" smtClean="0"/>
              <a:pPr algn="l"/>
              <a:t>8</a:t>
            </a:fld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094CC0CF-C72A-2A61-D1C2-E6A51DF40BAC}"/>
              </a:ext>
            </a:extLst>
          </p:cNvPr>
          <p:cNvSpPr txBox="1"/>
          <p:nvPr/>
        </p:nvSpPr>
        <p:spPr>
          <a:xfrm>
            <a:off x="676542" y="1716347"/>
            <a:ext cx="3322509" cy="422366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/>
              <a:buChar char="•"/>
            </a:pPr>
            <a:r>
              <a:rPr lang="en-US" sz="2500"/>
              <a:t>Combine VT, VA, FL state's constitution together</a:t>
            </a:r>
            <a:endParaRPr lang="en-US" sz="25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500">
                <a:ea typeface="Calibri"/>
                <a:cs typeface="Calibri"/>
              </a:rPr>
              <a:t>Number of topics to generate can be modified</a:t>
            </a:r>
          </a:p>
          <a:p>
            <a:pPr marL="285750" lvl="1" indent="-285750">
              <a:buFont typeface="Arial,Sans-Serif"/>
              <a:buChar char="•"/>
            </a:pPr>
            <a:r>
              <a:rPr lang="en-US" sz="2500">
                <a:latin typeface="Calibri"/>
                <a:cs typeface="Arial"/>
              </a:rPr>
              <a:t>Manually excluded words</a:t>
            </a:r>
          </a:p>
          <a:p>
            <a:pPr marL="285750" lvl="1" indent="-285750">
              <a:buFont typeface="Arial"/>
              <a:buChar char="•"/>
            </a:pPr>
            <a:r>
              <a:rPr lang="en-US" sz="2500"/>
              <a:t>Repetitive words and topic group</a:t>
            </a:r>
            <a:endParaRPr lang="en-US" sz="25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EADA6F6-9D2A-4A78-9384-13D3564EC6A5}"/>
              </a:ext>
            </a:extLst>
          </p:cNvPr>
          <p:cNvGrpSpPr/>
          <p:nvPr/>
        </p:nvGrpSpPr>
        <p:grpSpPr>
          <a:xfrm>
            <a:off x="4259810" y="1392524"/>
            <a:ext cx="7680878" cy="4728021"/>
            <a:chOff x="4167231" y="2040580"/>
            <a:chExt cx="7595420" cy="4728021"/>
          </a:xfrm>
        </p:grpSpPr>
        <p:pic>
          <p:nvPicPr>
            <p:cNvPr id="5" name="Picture 4" descr="Text&#10;&#10;Description automatically generated">
              <a:extLst>
                <a:ext uri="{FF2B5EF4-FFF2-40B4-BE49-F238E27FC236}">
                  <a16:creationId xmlns:a16="http://schemas.microsoft.com/office/drawing/2014/main" id="{1CDFB7AC-C49A-6C93-28FE-AB7228DCC892}"/>
                </a:ext>
              </a:extLst>
            </p:cNvPr>
            <p:cNvPicPr>
              <a:picLocks noGrp="1"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67231" y="2040580"/>
              <a:ext cx="7595420" cy="4728021"/>
            </a:xfrm>
            <a:prstGeom prst="rect">
              <a:avLst/>
            </a:prstGeom>
          </p:spPr>
        </p:pic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98DCDB2A-02A0-1934-744C-4EC51ACA2E09}"/>
                </a:ext>
              </a:extLst>
            </p:cNvPr>
            <p:cNvSpPr/>
            <p:nvPr/>
          </p:nvSpPr>
          <p:spPr>
            <a:xfrm>
              <a:off x="4871104" y="2286000"/>
              <a:ext cx="569718" cy="192279"/>
            </a:xfrm>
            <a:prstGeom prst="ellipse">
              <a:avLst/>
            </a:prstGeom>
            <a:noFill/>
            <a:ln w="28575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D561B574-B990-A99B-7773-90F69D05A9FC}"/>
                </a:ext>
              </a:extLst>
            </p:cNvPr>
            <p:cNvSpPr/>
            <p:nvPr/>
          </p:nvSpPr>
          <p:spPr>
            <a:xfrm>
              <a:off x="4871103" y="3119215"/>
              <a:ext cx="569718" cy="199400"/>
            </a:xfrm>
            <a:prstGeom prst="ellipse">
              <a:avLst/>
            </a:prstGeom>
            <a:noFill/>
            <a:ln w="28575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221F01B-7CC4-49DB-0330-3E7C702C4874}"/>
                </a:ext>
              </a:extLst>
            </p:cNvPr>
            <p:cNvSpPr/>
            <p:nvPr/>
          </p:nvSpPr>
          <p:spPr>
            <a:xfrm>
              <a:off x="4871103" y="3959551"/>
              <a:ext cx="569718" cy="199400"/>
            </a:xfrm>
            <a:prstGeom prst="ellipse">
              <a:avLst/>
            </a:prstGeom>
            <a:noFill/>
            <a:ln w="28575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672515F1-930B-01F8-17EC-85F2390D2C76}"/>
                </a:ext>
              </a:extLst>
            </p:cNvPr>
            <p:cNvSpPr/>
            <p:nvPr/>
          </p:nvSpPr>
          <p:spPr>
            <a:xfrm>
              <a:off x="4871103" y="4799888"/>
              <a:ext cx="569718" cy="199400"/>
            </a:xfrm>
            <a:prstGeom prst="ellipse">
              <a:avLst/>
            </a:prstGeom>
            <a:noFill/>
            <a:ln w="28575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44DBE56-186E-4586-75C1-A0212732DD17}"/>
                </a:ext>
              </a:extLst>
            </p:cNvPr>
            <p:cNvSpPr/>
            <p:nvPr/>
          </p:nvSpPr>
          <p:spPr>
            <a:xfrm>
              <a:off x="4871103" y="5654467"/>
              <a:ext cx="569718" cy="199400"/>
            </a:xfrm>
            <a:prstGeom prst="ellipse">
              <a:avLst/>
            </a:prstGeom>
            <a:noFill/>
            <a:ln w="28575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3452B88-4733-8895-84F6-9F9C7E878306}"/>
                </a:ext>
              </a:extLst>
            </p:cNvPr>
            <p:cNvSpPr/>
            <p:nvPr/>
          </p:nvSpPr>
          <p:spPr>
            <a:xfrm>
              <a:off x="6551776" y="2478280"/>
              <a:ext cx="1153680" cy="242128"/>
            </a:xfrm>
            <a:prstGeom prst="ellipse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 algn="ctr">
                <a:buFont typeface="Arial" panose="020B0604020202020204" pitchFamily="34" charset="0"/>
                <a:buChar char="•"/>
              </a:pPr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1496194-D25F-9E0D-B067-D593F97B9FF5}"/>
                </a:ext>
              </a:extLst>
            </p:cNvPr>
            <p:cNvSpPr/>
            <p:nvPr/>
          </p:nvSpPr>
          <p:spPr>
            <a:xfrm>
              <a:off x="6551776" y="3318616"/>
              <a:ext cx="1153680" cy="242128"/>
            </a:xfrm>
            <a:prstGeom prst="ellipse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 algn="ctr">
                <a:buFont typeface="Arial" panose="020B0604020202020204" pitchFamily="34" charset="0"/>
                <a:buChar char="•"/>
              </a:pPr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92786702-5C67-3024-2CE5-9BD73CAEA308}"/>
                </a:ext>
              </a:extLst>
            </p:cNvPr>
            <p:cNvSpPr/>
            <p:nvPr/>
          </p:nvSpPr>
          <p:spPr>
            <a:xfrm>
              <a:off x="4863981" y="4358354"/>
              <a:ext cx="1153680" cy="242128"/>
            </a:xfrm>
            <a:prstGeom prst="ellipse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 algn="ctr">
                <a:buFont typeface="Arial" panose="020B0604020202020204" pitchFamily="34" charset="0"/>
                <a:buChar char="•"/>
              </a:pPr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29718D8-2BD2-6D2E-34BC-6BC376BF3E05}"/>
                </a:ext>
              </a:extLst>
            </p:cNvPr>
            <p:cNvSpPr/>
            <p:nvPr/>
          </p:nvSpPr>
          <p:spPr>
            <a:xfrm>
              <a:off x="6509046" y="4999289"/>
              <a:ext cx="1153680" cy="242128"/>
            </a:xfrm>
            <a:prstGeom prst="ellipse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 algn="ctr">
                <a:buFont typeface="Arial" panose="020B0604020202020204" pitchFamily="34" charset="0"/>
                <a:buChar char="•"/>
              </a:pPr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02784E8-4543-0D41-DE8D-B5E6F6F20BD0}"/>
                </a:ext>
              </a:extLst>
            </p:cNvPr>
            <p:cNvSpPr/>
            <p:nvPr/>
          </p:nvSpPr>
          <p:spPr>
            <a:xfrm>
              <a:off x="6309645" y="5633102"/>
              <a:ext cx="1153680" cy="242128"/>
            </a:xfrm>
            <a:prstGeom prst="ellipse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 algn="ctr">
                <a:buFont typeface="Arial" panose="020B0604020202020204" pitchFamily="34" charset="0"/>
                <a:buChar char="•"/>
              </a:pPr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F67C243C-E971-CFF1-91D8-4BEC206D1554}"/>
                </a:ext>
              </a:extLst>
            </p:cNvPr>
            <p:cNvSpPr/>
            <p:nvPr/>
          </p:nvSpPr>
          <p:spPr>
            <a:xfrm>
              <a:off x="4863982" y="2478280"/>
              <a:ext cx="740633" cy="235007"/>
            </a:xfrm>
            <a:prstGeom prst="ellipse">
              <a:avLst/>
            </a:prstGeom>
            <a:noFill/>
            <a:ln w="28575">
              <a:solidFill>
                <a:srgbClr val="92D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80CF5F39-3FE0-17EA-0EBE-24C96A78DE18}"/>
                </a:ext>
              </a:extLst>
            </p:cNvPr>
            <p:cNvSpPr/>
            <p:nvPr/>
          </p:nvSpPr>
          <p:spPr>
            <a:xfrm>
              <a:off x="4871103" y="5241419"/>
              <a:ext cx="740633" cy="235007"/>
            </a:xfrm>
            <a:prstGeom prst="ellipse">
              <a:avLst/>
            </a:prstGeom>
            <a:noFill/>
            <a:ln w="28575">
              <a:solidFill>
                <a:srgbClr val="92D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7C7E94CF-1688-3437-3711-146331552514}"/>
                </a:ext>
              </a:extLst>
            </p:cNvPr>
            <p:cNvSpPr/>
            <p:nvPr/>
          </p:nvSpPr>
          <p:spPr>
            <a:xfrm>
              <a:off x="4871102" y="6053269"/>
              <a:ext cx="740633" cy="235007"/>
            </a:xfrm>
            <a:prstGeom prst="ellipse">
              <a:avLst/>
            </a:prstGeom>
            <a:noFill/>
            <a:ln w="28575">
              <a:solidFill>
                <a:srgbClr val="92D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647127B8-4F9E-3FD2-5FA2-CB3AEE25497E}"/>
                </a:ext>
              </a:extLst>
            </p:cNvPr>
            <p:cNvSpPr/>
            <p:nvPr/>
          </p:nvSpPr>
          <p:spPr>
            <a:xfrm>
              <a:off x="8617009" y="3318614"/>
              <a:ext cx="740633" cy="235007"/>
            </a:xfrm>
            <a:prstGeom prst="ellipse">
              <a:avLst/>
            </a:prstGeom>
            <a:noFill/>
            <a:ln w="28575">
              <a:solidFill>
                <a:srgbClr val="92D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AA1B7BF9-2610-4658-644E-9FE7DA1E1C7A}"/>
                </a:ext>
              </a:extLst>
            </p:cNvPr>
            <p:cNvSpPr/>
            <p:nvPr/>
          </p:nvSpPr>
          <p:spPr>
            <a:xfrm>
              <a:off x="10084037" y="3945306"/>
              <a:ext cx="740633" cy="235007"/>
            </a:xfrm>
            <a:prstGeom prst="ellipse">
              <a:avLst/>
            </a:prstGeom>
            <a:noFill/>
            <a:ln w="28575">
              <a:solidFill>
                <a:srgbClr val="92D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721CF391-2FF2-BCFC-011B-DD787B3D34FD}"/>
              </a:ext>
            </a:extLst>
          </p:cNvPr>
          <p:cNvSpPr txBox="1"/>
          <p:nvPr/>
        </p:nvSpPr>
        <p:spPr>
          <a:xfrm>
            <a:off x="8394917" y="103321"/>
            <a:ext cx="3629183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chemeClr val="accent2"/>
                </a:solidFill>
                <a:latin typeface="Calibri Light"/>
                <a:ea typeface="+mn-lt"/>
                <a:cs typeface="+mn-lt"/>
              </a:rPr>
              <a:t>Idea 1: </a:t>
            </a:r>
            <a:r>
              <a:rPr lang="en-US">
                <a:solidFill>
                  <a:schemeClr val="accent2"/>
                </a:solidFill>
                <a:latin typeface="Calibri Light"/>
                <a:ea typeface="+mn-lt"/>
                <a:cs typeface="+mn-lt"/>
              </a:rPr>
              <a:t>Text analysis of state constitutions and amendments </a:t>
            </a:r>
          </a:p>
          <a:p>
            <a:pPr algn="l"/>
            <a:endParaRPr lang="en-US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84161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D9D79-B581-B58D-0354-9E6BFA3CC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6040"/>
            <a:ext cx="11353800" cy="1325563"/>
          </a:xfrm>
        </p:spPr>
        <p:txBody>
          <a:bodyPr>
            <a:normAutofit/>
          </a:bodyPr>
          <a:lstStyle/>
          <a:p>
            <a:r>
              <a:rPr lang="en-US" b="1">
                <a:ea typeface="+mj-lt"/>
                <a:cs typeface="+mj-lt"/>
              </a:rPr>
              <a:t>Topic Modeling using BERT</a:t>
            </a:r>
            <a:endParaRPr lang="en-US">
              <a:ea typeface="+mj-lt"/>
              <a:cs typeface="+mj-lt"/>
            </a:endParaRPr>
          </a:p>
        </p:txBody>
      </p:sp>
      <p:pic>
        <p:nvPicPr>
          <p:cNvPr id="48" name="Picture 4">
            <a:extLst>
              <a:ext uri="{FF2B5EF4-FFF2-40B4-BE49-F238E27FC236}">
                <a16:creationId xmlns:a16="http://schemas.microsoft.com/office/drawing/2014/main" id="{A2A52563-AF5F-5B53-0046-849BA43224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5495" y="6115933"/>
            <a:ext cx="2743200" cy="582460"/>
          </a:xfrm>
          <a:prstGeom prst="rect">
            <a:avLst/>
          </a:prstGeom>
        </p:spPr>
      </p:pic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E69BDBD-C4F7-13C2-3E57-5046FAB6A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219" y="6225547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dirty="0" smtClean="0"/>
              <a:pPr algn="l"/>
              <a:t>9</a:t>
            </a:fld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F4D6CE-2411-C719-C2C7-E44B57309159}"/>
              </a:ext>
            </a:extLst>
          </p:cNvPr>
          <p:cNvSpPr>
            <a:spLocks noGrp="1"/>
          </p:cNvSpPr>
          <p:nvPr/>
        </p:nvSpPr>
        <p:spPr>
          <a:xfrm>
            <a:off x="1051427" y="1389267"/>
            <a:ext cx="3438259" cy="119351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ea typeface="+mn-lt"/>
                <a:cs typeface="+mn-lt"/>
              </a:rPr>
              <a:t>Example: California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en-US" sz="2000">
              <a:ea typeface="Calibri"/>
              <a:cs typeface="Calibri"/>
            </a:endParaRPr>
          </a:p>
          <a:p>
            <a:endParaRPr lang="en-US" sz="2000">
              <a:ea typeface="Calibri"/>
              <a:cs typeface="Calibri"/>
            </a:endParaRPr>
          </a:p>
          <a:p>
            <a:pPr lvl="1"/>
            <a:endParaRPr lang="en-US">
              <a:ea typeface="Calibri"/>
              <a:cs typeface="Calibri"/>
            </a:endParaRPr>
          </a:p>
        </p:txBody>
      </p:sp>
      <p:pic>
        <p:nvPicPr>
          <p:cNvPr id="6" name="Picture 5" descr="A picture containing text, screenshot, font, document&#10;&#10;Description automatically generated">
            <a:extLst>
              <a:ext uri="{FF2B5EF4-FFF2-40B4-BE49-F238E27FC236}">
                <a16:creationId xmlns:a16="http://schemas.microsoft.com/office/drawing/2014/main" id="{32F07A84-FDE4-9384-DE3D-2BDB5B11FC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700" y="1888129"/>
            <a:ext cx="10248507" cy="423874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B1EFCDA-2F66-7793-991D-8E3933A9F7DA}"/>
              </a:ext>
            </a:extLst>
          </p:cNvPr>
          <p:cNvSpPr txBox="1"/>
          <p:nvPr/>
        </p:nvSpPr>
        <p:spPr>
          <a:xfrm>
            <a:off x="8446576" y="154982"/>
            <a:ext cx="3629186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chemeClr val="accent2"/>
                </a:solidFill>
                <a:latin typeface="Calibri Light"/>
                <a:ea typeface="+mn-lt"/>
                <a:cs typeface="+mn-lt"/>
              </a:rPr>
              <a:t>Idea 1: </a:t>
            </a:r>
            <a:r>
              <a:rPr lang="en-US">
                <a:solidFill>
                  <a:schemeClr val="accent2"/>
                </a:solidFill>
                <a:latin typeface="Calibri Light"/>
                <a:ea typeface="+mn-lt"/>
                <a:cs typeface="+mn-lt"/>
              </a:rPr>
              <a:t>Text analysis of state constitutions and amendments </a:t>
            </a:r>
          </a:p>
          <a:p>
            <a:pPr algn="l"/>
            <a:endParaRPr lang="en-US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663166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D9D79-B581-B58D-0354-9E6BFA3CC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8753"/>
            <a:ext cx="10825162" cy="1325563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b="1">
                <a:solidFill>
                  <a:schemeClr val="accent2"/>
                </a:solidFill>
                <a:ea typeface="+mj-lt"/>
                <a:cs typeface="+mj-lt"/>
              </a:rPr>
              <a:t>Idea 2</a:t>
            </a:r>
            <a:r>
              <a:rPr lang="en-US" b="1">
                <a:ea typeface="+mj-lt"/>
                <a:cs typeface="+mj-lt"/>
              </a:rPr>
              <a:t>: </a:t>
            </a:r>
            <a:r>
              <a:rPr lang="en-US">
                <a:ea typeface="+mj-lt"/>
                <a:cs typeface="+mj-lt"/>
              </a:rPr>
              <a:t>Evaluation of state, U.S. territories, and District of Columbia, data centers</a:t>
            </a:r>
            <a:endParaRPr lang="en-US">
              <a:cs typeface="Calibri Light"/>
            </a:endParaRPr>
          </a:p>
        </p:txBody>
      </p:sp>
      <p:pic>
        <p:nvPicPr>
          <p:cNvPr id="48" name="Picture 4">
            <a:extLst>
              <a:ext uri="{FF2B5EF4-FFF2-40B4-BE49-F238E27FC236}">
                <a16:creationId xmlns:a16="http://schemas.microsoft.com/office/drawing/2014/main" id="{A2A52563-AF5F-5B53-0046-849BA43224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5495" y="6115933"/>
            <a:ext cx="2743200" cy="582460"/>
          </a:xfrm>
          <a:prstGeom prst="rect">
            <a:avLst/>
          </a:prstGeom>
        </p:spPr>
      </p:pic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E69BDBD-C4F7-13C2-3E57-5046FAB6A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219" y="6225547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dirty="0" smtClean="0"/>
              <a:pPr algn="l"/>
              <a:t>10</a:t>
            </a:fld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B57E253-96CE-9DF1-EE2E-32926DB2994D}"/>
              </a:ext>
            </a:extLst>
          </p:cNvPr>
          <p:cNvSpPr>
            <a:spLocks noGrp="1"/>
          </p:cNvSpPr>
          <p:nvPr/>
        </p:nvSpPr>
        <p:spPr>
          <a:xfrm>
            <a:off x="841840" y="2138183"/>
            <a:ext cx="10511979" cy="397309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500">
                <a:latin typeface="Calibri"/>
                <a:ea typeface="Calibri"/>
                <a:cs typeface="Arial"/>
              </a:rPr>
              <a:t>Divided SDCs between team members for a brief review </a:t>
            </a:r>
            <a:endParaRPr lang="en-US" sz="3500"/>
          </a:p>
          <a:p>
            <a:pPr marL="0" indent="0">
              <a:buNone/>
            </a:pPr>
            <a:endParaRPr lang="en-US" sz="1100">
              <a:latin typeface="Calibri"/>
              <a:ea typeface="Calibri"/>
              <a:cs typeface="Arial"/>
            </a:endParaRPr>
          </a:p>
          <a:p>
            <a:r>
              <a:rPr lang="en-US" sz="3500">
                <a:latin typeface="Calibri"/>
                <a:ea typeface="Calibri"/>
                <a:cs typeface="Arial"/>
              </a:rPr>
              <a:t>Classified all SDC data tools and data sources into different categories </a:t>
            </a:r>
            <a:endParaRPr lang="en-US" sz="3500">
              <a:latin typeface="Calibri"/>
              <a:cs typeface="Calibri"/>
            </a:endParaRPr>
          </a:p>
          <a:p>
            <a:pPr lvl="1"/>
            <a:r>
              <a:rPr lang="en-US" sz="3500">
                <a:latin typeface="Calibri"/>
                <a:ea typeface="Calibri"/>
                <a:cs typeface="Arial"/>
              </a:rPr>
              <a:t>Housing: Units, </a:t>
            </a:r>
            <a:r>
              <a:rPr lang="en-US" sz="3500">
                <a:latin typeface="Calibri"/>
                <a:cs typeface="Arial"/>
              </a:rPr>
              <a:t>Vacancies</a:t>
            </a:r>
            <a:endParaRPr lang="en-US" sz="3500">
              <a:latin typeface="Calibri" panose="020F0502020204030204"/>
              <a:cs typeface="Calibri"/>
            </a:endParaRPr>
          </a:p>
          <a:p>
            <a:pPr lvl="1"/>
            <a:r>
              <a:rPr lang="en-US" sz="3500">
                <a:latin typeface="Calibri"/>
                <a:cs typeface="Arial"/>
              </a:rPr>
              <a:t>Economy</a:t>
            </a:r>
            <a:r>
              <a:rPr lang="en-US" sz="3500">
                <a:latin typeface="Calibri"/>
                <a:ea typeface="Calibri"/>
                <a:cs typeface="Arial"/>
              </a:rPr>
              <a:t>: Wage, Employment, Economy</a:t>
            </a:r>
            <a:endParaRPr lang="en-US" sz="3500">
              <a:latin typeface="Calibri" panose="020F0502020204030204"/>
              <a:ea typeface="Calibri"/>
              <a:cs typeface="Calibri"/>
            </a:endParaRPr>
          </a:p>
          <a:p>
            <a:pPr lvl="1"/>
            <a:r>
              <a:rPr lang="en-US" sz="3500">
                <a:latin typeface="Calibri"/>
                <a:ea typeface="Calibri"/>
                <a:cs typeface="Arial"/>
              </a:rPr>
              <a:t>Demographics: Estimates, Projections</a:t>
            </a:r>
            <a:endParaRPr lang="en-US" sz="3500">
              <a:latin typeface="Calibri" panose="020F0502020204030204"/>
              <a:ea typeface="Calibri"/>
              <a:cs typeface="Calibri"/>
            </a:endParaRPr>
          </a:p>
          <a:p>
            <a:pPr lvl="1"/>
            <a:r>
              <a:rPr lang="en-US" sz="3500">
                <a:latin typeface="Calibri"/>
                <a:ea typeface="Calibri"/>
                <a:cs typeface="Arial"/>
              </a:rPr>
              <a:t>Diversity: Migration, Race, Ethnicity</a:t>
            </a:r>
            <a:endParaRPr lang="en-US" sz="3500">
              <a:latin typeface="Calibri"/>
              <a:cs typeface="Arial"/>
            </a:endParaRPr>
          </a:p>
          <a:p>
            <a:pPr marL="457200" lvl="1" indent="0">
              <a:buNone/>
            </a:pPr>
            <a:endParaRPr lang="en-US" sz="2200">
              <a:latin typeface="Calibri"/>
              <a:cs typeface="Arial"/>
            </a:endParaRPr>
          </a:p>
          <a:p>
            <a:endParaRPr lang="en-US" sz="4100">
              <a:latin typeface="Calibri"/>
              <a:cs typeface="Arial"/>
            </a:endParaRPr>
          </a:p>
          <a:p>
            <a:endParaRPr lang="en-US">
              <a:latin typeface="Calibri" panose="020F0502020204030204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947625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>
            <a:extLst>
              <a:ext uri="{FF2B5EF4-FFF2-40B4-BE49-F238E27FC236}">
                <a16:creationId xmlns:a16="http://schemas.microsoft.com/office/drawing/2014/main" id="{A2A52563-AF5F-5B53-0046-849BA4322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5495" y="6219255"/>
            <a:ext cx="2743200" cy="582460"/>
          </a:xfrm>
          <a:prstGeom prst="rect">
            <a:avLst/>
          </a:prstGeom>
        </p:spPr>
      </p:pic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E69BDBD-C4F7-13C2-3E57-5046FAB6A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219" y="6225547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dirty="0" smtClean="0"/>
              <a:pPr algn="l"/>
              <a:t>11</a:t>
            </a:fld>
            <a:endParaRPr lang="en-US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3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97248ECA-64FA-9ED0-845E-C61BCF865F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898" y="538443"/>
            <a:ext cx="11343335" cy="568954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9D77143-7B8E-C191-A5D1-3FCA147677A7}"/>
              </a:ext>
            </a:extLst>
          </p:cNvPr>
          <p:cNvSpPr txBox="1"/>
          <p:nvPr/>
        </p:nvSpPr>
        <p:spPr>
          <a:xfrm>
            <a:off x="7180882" y="0"/>
            <a:ext cx="5075693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chemeClr val="accent2"/>
                </a:solidFill>
                <a:latin typeface="Calibri Light"/>
                <a:ea typeface="+mn-lt"/>
                <a:cs typeface="+mn-lt"/>
              </a:rPr>
              <a:t>Idea 2: </a:t>
            </a:r>
            <a:r>
              <a:rPr lang="en-US">
                <a:solidFill>
                  <a:schemeClr val="accent2"/>
                </a:solidFill>
                <a:latin typeface="Calibri Light"/>
                <a:ea typeface="+mn-lt"/>
                <a:cs typeface="+mn-lt"/>
              </a:rPr>
              <a:t>Evaluation of state, U.S. territories, and District of Columbia, data centers </a:t>
            </a:r>
            <a:endParaRPr lang="en-US">
              <a:solidFill>
                <a:schemeClr val="accent2"/>
              </a:solidFill>
              <a:latin typeface="Calibri Light"/>
            </a:endParaRP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7407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D9D79-B581-B58D-0354-9E6BFA3CC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>
                <a:ea typeface="+mj-lt"/>
                <a:cs typeface="+mj-lt"/>
              </a:rPr>
              <a:t>State Data Centers</a:t>
            </a:r>
            <a:endParaRPr lang="en-US"/>
          </a:p>
        </p:txBody>
      </p:sp>
      <p:pic>
        <p:nvPicPr>
          <p:cNvPr id="48" name="Picture 4">
            <a:extLst>
              <a:ext uri="{FF2B5EF4-FFF2-40B4-BE49-F238E27FC236}">
                <a16:creationId xmlns:a16="http://schemas.microsoft.com/office/drawing/2014/main" id="{A2A52563-AF5F-5B53-0046-849BA43224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5495" y="6115933"/>
            <a:ext cx="2743200" cy="582460"/>
          </a:xfrm>
          <a:prstGeom prst="rect">
            <a:avLst/>
          </a:prstGeom>
        </p:spPr>
      </p:pic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3080B752-8274-FF2A-7BC4-94A5784697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29955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lnSpc>
                <a:spcPct val="110000"/>
              </a:lnSpc>
            </a:pPr>
            <a:r>
              <a:rPr lang="en-US" sz="3200">
                <a:ea typeface="+mn-lt"/>
                <a:cs typeface="+mn-lt"/>
              </a:rPr>
              <a:t>Lead and coordinating agencies</a:t>
            </a:r>
          </a:p>
          <a:p>
            <a:pPr marL="342900" indent="-342900">
              <a:lnSpc>
                <a:spcPct val="110000"/>
              </a:lnSpc>
            </a:pPr>
            <a:r>
              <a:rPr lang="en-US" sz="3200">
                <a:ea typeface="+mn-lt"/>
                <a:cs typeface="+mn-lt"/>
              </a:rPr>
              <a:t>Numerous types of agencies</a:t>
            </a:r>
          </a:p>
          <a:p>
            <a:pPr marL="800100" lvl="1" indent="-342900">
              <a:lnSpc>
                <a:spcPct val="110000"/>
              </a:lnSpc>
            </a:pPr>
            <a:r>
              <a:rPr lang="en-US" sz="3200">
                <a:ea typeface="+mn-lt"/>
                <a:cs typeface="+mn-lt"/>
              </a:rPr>
              <a:t>Universities, Libraries, Research Centers</a:t>
            </a:r>
          </a:p>
          <a:p>
            <a:pPr marL="342900">
              <a:lnSpc>
                <a:spcPct val="110000"/>
              </a:lnSpc>
            </a:pPr>
            <a:r>
              <a:rPr lang="en-US" sz="3200">
                <a:ea typeface="+mn-lt"/>
                <a:cs typeface="+mn-lt"/>
              </a:rPr>
              <a:t>Determined whether sites for state data centers are scrapable</a:t>
            </a:r>
          </a:p>
          <a:p>
            <a:pPr marL="342900" indent="-342900">
              <a:lnSpc>
                <a:spcPct val="110000"/>
              </a:lnSpc>
            </a:pPr>
            <a:endParaRPr lang="en-US" sz="2400">
              <a:latin typeface="Arial"/>
              <a:cs typeface="Arial"/>
            </a:endParaRP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E69BDBD-C4F7-13C2-3E57-5046FAB6A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219" y="6225547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dirty="0" smtClean="0"/>
              <a:pPr algn="l"/>
              <a:t>12</a:t>
            </a:fld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9773BE-1510-A364-BDB9-D0CC811AEA68}"/>
              </a:ext>
            </a:extLst>
          </p:cNvPr>
          <p:cNvSpPr txBox="1"/>
          <p:nvPr/>
        </p:nvSpPr>
        <p:spPr>
          <a:xfrm>
            <a:off x="7077559" y="129152"/>
            <a:ext cx="4946541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chemeClr val="accent2"/>
                </a:solidFill>
                <a:latin typeface="Calibri Light"/>
                <a:ea typeface="+mn-lt"/>
                <a:cs typeface="+mn-lt"/>
              </a:rPr>
              <a:t>Idea 2: </a:t>
            </a:r>
            <a:r>
              <a:rPr lang="en-US">
                <a:solidFill>
                  <a:schemeClr val="accent2"/>
                </a:solidFill>
                <a:latin typeface="Calibri Light"/>
                <a:ea typeface="+mn-lt"/>
                <a:cs typeface="+mn-lt"/>
              </a:rPr>
              <a:t>Evaluation of state, U.S. territories, and District of Columbia, data centers</a:t>
            </a:r>
          </a:p>
          <a:p>
            <a:pPr algn="l"/>
            <a:endParaRPr lang="en-US">
              <a:cs typeface="Calibri"/>
            </a:endParaRPr>
          </a:p>
        </p:txBody>
      </p:sp>
      <p:pic>
        <p:nvPicPr>
          <p:cNvPr id="5" name="Picture 5" descr="A screenshot of a phone&#10;&#10;Description automatically generated">
            <a:extLst>
              <a:ext uri="{FF2B5EF4-FFF2-40B4-BE49-F238E27FC236}">
                <a16:creationId xmlns:a16="http://schemas.microsoft.com/office/drawing/2014/main" id="{41E9F493-0CDE-B087-084A-AC9AE515E2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5590" y="886702"/>
            <a:ext cx="4208015" cy="516342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DB9CBB3C-5306-EC4D-DFC2-227120C2D14E}"/>
                  </a:ext>
                </a:extLst>
              </p14:cNvPr>
              <p14:cNvContentPartPr/>
              <p14:nvPr/>
            </p14:nvContentPartPr>
            <p14:xfrm>
              <a:off x="7017116" y="2920094"/>
              <a:ext cx="2041766" cy="14796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DB9CBB3C-5306-EC4D-DFC2-227120C2D14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963120" y="2793271"/>
                <a:ext cx="2149398" cy="2680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84B86D98-4439-5BA9-BFD9-DE2989BD15D7}"/>
                  </a:ext>
                </a:extLst>
              </p14:cNvPr>
              <p14:cNvContentPartPr/>
              <p14:nvPr/>
            </p14:nvContentPartPr>
            <p14:xfrm>
              <a:off x="6982552" y="3952379"/>
              <a:ext cx="2153061" cy="14796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84B86D98-4439-5BA9-BFD9-DE2989BD15D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928564" y="3844116"/>
                <a:ext cx="2260678" cy="2309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A04023F1-3ABC-2931-E87D-8766B28F899E}"/>
                  </a:ext>
                </a:extLst>
              </p14:cNvPr>
              <p14:cNvContentPartPr/>
              <p14:nvPr/>
            </p14:nvContentPartPr>
            <p14:xfrm>
              <a:off x="7021566" y="4735521"/>
              <a:ext cx="1175235" cy="14796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A04023F1-3ABC-2931-E87D-8766B28F899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967574" y="4615553"/>
                <a:ext cx="1282860" cy="25433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9083514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20">
            <a:extLst>
              <a:ext uri="{FF2B5EF4-FFF2-40B4-BE49-F238E27FC236}">
                <a16:creationId xmlns:a16="http://schemas.microsoft.com/office/drawing/2014/main" id="{9EF0CFE4-BB64-B668-1C60-BE13CFFB8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219" y="6225547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dirty="0" smtClean="0"/>
              <a:pPr algn="l"/>
              <a:t>13</a:t>
            </a:fld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E90C66-23BD-D989-96D1-2C1CBEB51EAA}"/>
              </a:ext>
            </a:extLst>
          </p:cNvPr>
          <p:cNvSpPr txBox="1"/>
          <p:nvPr/>
        </p:nvSpPr>
        <p:spPr>
          <a:xfrm>
            <a:off x="7361694" y="0"/>
            <a:ext cx="4546169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FF9900"/>
                </a:solidFill>
                <a:latin typeface="Calibri Light"/>
                <a:ea typeface="+mn-lt"/>
                <a:cs typeface="+mn-lt"/>
              </a:rPr>
              <a:t>Idea 2:</a:t>
            </a:r>
            <a:r>
              <a:rPr lang="en-US">
                <a:solidFill>
                  <a:srgbClr val="FF9900"/>
                </a:solidFill>
                <a:latin typeface="Calibri Light"/>
                <a:ea typeface="+mn-lt"/>
                <a:cs typeface="+mn-lt"/>
              </a:rPr>
              <a:t> Evaluation of state, U.S. territories, and District of Columbia, data centers </a:t>
            </a:r>
          </a:p>
          <a:p>
            <a:endParaRPr lang="en-US"/>
          </a:p>
          <a:p>
            <a:endParaRPr lang="en-US"/>
          </a:p>
        </p:txBody>
      </p:sp>
      <p:pic>
        <p:nvPicPr>
          <p:cNvPr id="10" name="Picture 10" descr="A screenshot of a computer&#10;&#10;Description automatically generated">
            <a:extLst>
              <a:ext uri="{FF2B5EF4-FFF2-40B4-BE49-F238E27FC236}">
                <a16:creationId xmlns:a16="http://schemas.microsoft.com/office/drawing/2014/main" id="{89AEFDE1-99BA-E6E6-857C-0682F90C1B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317" y="678933"/>
            <a:ext cx="11573853" cy="572090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79047FC-095A-B40E-F2E2-1DD6F08BFC02}"/>
              </a:ext>
            </a:extLst>
          </p:cNvPr>
          <p:cNvSpPr/>
          <p:nvPr/>
        </p:nvSpPr>
        <p:spPr>
          <a:xfrm>
            <a:off x="254769" y="736914"/>
            <a:ext cx="7933343" cy="5853866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645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  <p:extLst>
    <p:ext uri="{6950BFC3-D8DA-4A85-94F7-54DA5524770B}">
      <p188:commentRel xmlns:p188="http://schemas.microsoft.com/office/powerpoint/2018/8/main" r:id="rId2"/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0" descr="A screenshot of a computer&#10;&#10;Description automatically generated">
            <a:extLst>
              <a:ext uri="{FF2B5EF4-FFF2-40B4-BE49-F238E27FC236}">
                <a16:creationId xmlns:a16="http://schemas.microsoft.com/office/drawing/2014/main" id="{9F7699A4-CD91-5913-BFE7-11F61098FB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130" y="643326"/>
            <a:ext cx="11573853" cy="572090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73F4CB8-327E-49AD-7140-D17A2F81A596}"/>
              </a:ext>
            </a:extLst>
          </p:cNvPr>
          <p:cNvSpPr/>
          <p:nvPr/>
        </p:nvSpPr>
        <p:spPr>
          <a:xfrm>
            <a:off x="212062" y="985403"/>
            <a:ext cx="11796888" cy="310444"/>
          </a:xfrm>
          <a:prstGeom prst="rect">
            <a:avLst/>
          </a:prstGeom>
          <a:noFill/>
          <a:ln w="571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3F9D3C-C854-56DF-6E2D-0A8BE4D82224}"/>
              </a:ext>
            </a:extLst>
          </p:cNvPr>
          <p:cNvSpPr/>
          <p:nvPr/>
        </p:nvSpPr>
        <p:spPr>
          <a:xfrm>
            <a:off x="212062" y="1714433"/>
            <a:ext cx="11796888" cy="310444"/>
          </a:xfrm>
          <a:prstGeom prst="rect">
            <a:avLst/>
          </a:prstGeom>
          <a:noFill/>
          <a:ln w="571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221A287-1281-1C82-8CE2-4D254DE3D08F}"/>
              </a:ext>
            </a:extLst>
          </p:cNvPr>
          <p:cNvSpPr/>
          <p:nvPr/>
        </p:nvSpPr>
        <p:spPr>
          <a:xfrm>
            <a:off x="183708" y="3353564"/>
            <a:ext cx="11796888" cy="310444"/>
          </a:xfrm>
          <a:prstGeom prst="rect">
            <a:avLst/>
          </a:prstGeom>
          <a:noFill/>
          <a:ln w="571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27DB224-ABED-EEF3-1151-C7825DA9B439}"/>
              </a:ext>
            </a:extLst>
          </p:cNvPr>
          <p:cNvSpPr/>
          <p:nvPr/>
        </p:nvSpPr>
        <p:spPr>
          <a:xfrm>
            <a:off x="183839" y="4645720"/>
            <a:ext cx="11796888" cy="310444"/>
          </a:xfrm>
          <a:prstGeom prst="rect">
            <a:avLst/>
          </a:prstGeom>
          <a:noFill/>
          <a:ln w="571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C047DDC-2756-DE39-A558-1F4FC421D033}"/>
              </a:ext>
            </a:extLst>
          </p:cNvPr>
          <p:cNvSpPr/>
          <p:nvPr/>
        </p:nvSpPr>
        <p:spPr>
          <a:xfrm>
            <a:off x="183839" y="5196976"/>
            <a:ext cx="11796888" cy="310444"/>
          </a:xfrm>
          <a:prstGeom prst="rect">
            <a:avLst/>
          </a:prstGeom>
          <a:noFill/>
          <a:ln w="571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Slide Number Placeholder 20">
            <a:extLst>
              <a:ext uri="{FF2B5EF4-FFF2-40B4-BE49-F238E27FC236}">
                <a16:creationId xmlns:a16="http://schemas.microsoft.com/office/drawing/2014/main" id="{9EF0CFE4-BB64-B668-1C60-BE13CFFB8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219" y="6225547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dirty="0" smtClean="0"/>
              <a:pPr algn="l"/>
              <a:t>14</a:t>
            </a:fld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32827D-A2DA-01BC-716F-B481C6295C95}"/>
              </a:ext>
            </a:extLst>
          </p:cNvPr>
          <p:cNvSpPr txBox="1"/>
          <p:nvPr/>
        </p:nvSpPr>
        <p:spPr>
          <a:xfrm>
            <a:off x="6974238" y="38746"/>
            <a:ext cx="5514812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FF9900"/>
                </a:solidFill>
                <a:latin typeface="Calibri Light"/>
                <a:ea typeface="+mn-lt"/>
                <a:cs typeface="+mn-lt"/>
              </a:rPr>
              <a:t>Idea 2:</a:t>
            </a:r>
            <a:r>
              <a:rPr lang="en-US">
                <a:solidFill>
                  <a:srgbClr val="FF9900"/>
                </a:solidFill>
                <a:latin typeface="Calibri Light"/>
                <a:ea typeface="+mn-lt"/>
                <a:cs typeface="+mn-lt"/>
              </a:rPr>
              <a:t> Evaluation of state, U.S. territories, and District of Columbia, data centers </a:t>
            </a:r>
            <a:endParaRPr lang="en-US">
              <a:solidFill>
                <a:srgbClr val="FF9900"/>
              </a:solidFill>
              <a:latin typeface="Calibri Light"/>
              <a:cs typeface="Calibri Light"/>
            </a:endParaRPr>
          </a:p>
          <a:p>
            <a:endParaRPr lang="en-US">
              <a:latin typeface="Calibri Light"/>
              <a:cs typeface="Calibri Light"/>
            </a:endParaRPr>
          </a:p>
          <a:p>
            <a:endParaRPr lang="en-US">
              <a:latin typeface="Calibri Light"/>
              <a:cs typeface="Calibri Light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7B6F790-C1CE-ECCC-0693-FE330A25601C}"/>
              </a:ext>
            </a:extLst>
          </p:cNvPr>
          <p:cNvSpPr/>
          <p:nvPr/>
        </p:nvSpPr>
        <p:spPr>
          <a:xfrm>
            <a:off x="205203" y="5827888"/>
            <a:ext cx="11789767" cy="467116"/>
          </a:xfrm>
          <a:prstGeom prst="rect">
            <a:avLst/>
          </a:prstGeom>
          <a:noFill/>
          <a:ln w="571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38495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0" descr="A screenshot of a computer&#10;&#10;Description automatically generated">
            <a:extLst>
              <a:ext uri="{FF2B5EF4-FFF2-40B4-BE49-F238E27FC236}">
                <a16:creationId xmlns:a16="http://schemas.microsoft.com/office/drawing/2014/main" id="{3F8501D4-C28F-59C9-6AB5-EB0EF57156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130" y="643326"/>
            <a:ext cx="11573853" cy="572090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73F4CB8-327E-49AD-7140-D17A2F81A596}"/>
              </a:ext>
            </a:extLst>
          </p:cNvPr>
          <p:cNvSpPr/>
          <p:nvPr/>
        </p:nvSpPr>
        <p:spPr>
          <a:xfrm>
            <a:off x="197620" y="1239006"/>
            <a:ext cx="11796888" cy="546047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1A4447B-97A0-777D-E915-60B818005408}"/>
              </a:ext>
            </a:extLst>
          </p:cNvPr>
          <p:cNvSpPr/>
          <p:nvPr/>
        </p:nvSpPr>
        <p:spPr>
          <a:xfrm>
            <a:off x="204675" y="2045976"/>
            <a:ext cx="11796888" cy="1194763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B22669-7CD8-1BC8-6104-2B6EE3590E54}"/>
              </a:ext>
            </a:extLst>
          </p:cNvPr>
          <p:cNvSpPr/>
          <p:nvPr/>
        </p:nvSpPr>
        <p:spPr>
          <a:xfrm>
            <a:off x="254064" y="3685371"/>
            <a:ext cx="11803943" cy="1010000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3D60C0F-5523-84B7-EAC3-016CF0CE9A85}"/>
              </a:ext>
            </a:extLst>
          </p:cNvPr>
          <p:cNvSpPr/>
          <p:nvPr/>
        </p:nvSpPr>
        <p:spPr>
          <a:xfrm>
            <a:off x="254064" y="4966448"/>
            <a:ext cx="11804009" cy="254728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20">
            <a:extLst>
              <a:ext uri="{FF2B5EF4-FFF2-40B4-BE49-F238E27FC236}">
                <a16:creationId xmlns:a16="http://schemas.microsoft.com/office/drawing/2014/main" id="{A5DFD6CB-BD0A-7364-C55F-F5E8E7D2F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219" y="6225547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dirty="0" smtClean="0"/>
              <a:pPr algn="l"/>
              <a:t>15</a:t>
            </a:fld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4342EE-DDCF-90A9-FF7C-2FEDFAFC6B87}"/>
              </a:ext>
            </a:extLst>
          </p:cNvPr>
          <p:cNvSpPr txBox="1"/>
          <p:nvPr/>
        </p:nvSpPr>
        <p:spPr>
          <a:xfrm>
            <a:off x="7477933" y="38746"/>
            <a:ext cx="4843219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FF9900"/>
                </a:solidFill>
                <a:latin typeface="Calibri Light"/>
                <a:ea typeface="+mn-lt"/>
                <a:cs typeface="+mn-lt"/>
              </a:rPr>
              <a:t>Idea 2:</a:t>
            </a:r>
            <a:r>
              <a:rPr lang="en-US">
                <a:solidFill>
                  <a:srgbClr val="FF9900"/>
                </a:solidFill>
                <a:latin typeface="Calibri Light"/>
                <a:ea typeface="+mn-lt"/>
                <a:cs typeface="+mn-lt"/>
              </a:rPr>
              <a:t> Evaluation of state, U.S. territories, and District of Columbia, data centers 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7D02965-8831-D2FA-9F8D-4F2DFF6E0B30}"/>
              </a:ext>
            </a:extLst>
          </p:cNvPr>
          <p:cNvSpPr/>
          <p:nvPr/>
        </p:nvSpPr>
        <p:spPr>
          <a:xfrm>
            <a:off x="204213" y="5507681"/>
            <a:ext cx="11804009" cy="325942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76007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D9D79-B581-B58D-0354-9E6BFA3CC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>
                <a:ea typeface="+mj-lt"/>
                <a:cs typeface="+mj-lt"/>
              </a:rPr>
              <a:t>Scrapable Websites</a:t>
            </a:r>
          </a:p>
        </p:txBody>
      </p:sp>
      <p:pic>
        <p:nvPicPr>
          <p:cNvPr id="48" name="Picture 4">
            <a:extLst>
              <a:ext uri="{FF2B5EF4-FFF2-40B4-BE49-F238E27FC236}">
                <a16:creationId xmlns:a16="http://schemas.microsoft.com/office/drawing/2014/main" id="{A2A52563-AF5F-5B53-0046-849BA4322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5495" y="6115933"/>
            <a:ext cx="2743200" cy="582460"/>
          </a:xfrm>
          <a:prstGeom prst="rect">
            <a:avLst/>
          </a:prstGeom>
        </p:spPr>
      </p:pic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E69BDBD-C4F7-13C2-3E57-5046FAB6A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219" y="6225547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dirty="0" smtClean="0"/>
              <a:pPr algn="l"/>
              <a:t>16</a:t>
            </a:fld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B57E253-96CE-9DF1-EE2E-32926DB2994D}"/>
              </a:ext>
            </a:extLst>
          </p:cNvPr>
          <p:cNvSpPr>
            <a:spLocks noGrp="1"/>
          </p:cNvSpPr>
          <p:nvPr/>
        </p:nvSpPr>
        <p:spPr>
          <a:xfrm>
            <a:off x="841821" y="1565454"/>
            <a:ext cx="10511979" cy="441344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>
                <a:ea typeface="Calibri"/>
                <a:cs typeface="Calibri"/>
              </a:rPr>
              <a:t>Simplicity</a:t>
            </a:r>
          </a:p>
          <a:p>
            <a:pPr lvl="1"/>
            <a:r>
              <a:rPr lang="en-US" sz="3200">
                <a:ea typeface="Calibri"/>
                <a:cs typeface="Calibri"/>
              </a:rPr>
              <a:t>A page that contains all data sources that being used / data tools that the SDC developed</a:t>
            </a:r>
          </a:p>
          <a:p>
            <a:pPr lvl="1"/>
            <a:r>
              <a:rPr lang="en-US" sz="3200">
                <a:ea typeface="Calibri"/>
                <a:cs typeface="Calibri"/>
              </a:rPr>
              <a:t>No extra weblinks</a:t>
            </a:r>
          </a:p>
          <a:p>
            <a:pPr marL="457200" lvl="1" indent="0">
              <a:buNone/>
            </a:pPr>
            <a:endParaRPr lang="en-US" sz="1000">
              <a:ea typeface="Calibri"/>
              <a:cs typeface="Calibri"/>
            </a:endParaRPr>
          </a:p>
          <a:p>
            <a:pPr marL="228600" lvl="1"/>
            <a:r>
              <a:rPr lang="en-US" sz="3200">
                <a:ea typeface="Calibri"/>
                <a:cs typeface="Calibri"/>
              </a:rPr>
              <a:t>Well Organized</a:t>
            </a:r>
          </a:p>
          <a:p>
            <a:pPr marL="685800" lvl="2"/>
            <a:r>
              <a:rPr lang="en-US" sz="3200">
                <a:ea typeface="Calibri"/>
                <a:cs typeface="Calibri"/>
              </a:rPr>
              <a:t>Classified data/tools by different category</a:t>
            </a:r>
          </a:p>
          <a:p>
            <a:pPr marL="685800" lvl="2"/>
            <a:r>
              <a:rPr lang="en-US" sz="3200">
                <a:ea typeface="Calibri"/>
                <a:cs typeface="Calibri"/>
              </a:rPr>
              <a:t>Data source, name, and links are explicitly listed out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218EB8-D199-56CC-DC1B-71C217BC7F02}"/>
              </a:ext>
            </a:extLst>
          </p:cNvPr>
          <p:cNvSpPr txBox="1"/>
          <p:nvPr/>
        </p:nvSpPr>
        <p:spPr>
          <a:xfrm>
            <a:off x="7452102" y="77490"/>
            <a:ext cx="4869049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chemeClr val="accent2"/>
                </a:solidFill>
                <a:latin typeface="Calibri Light"/>
                <a:ea typeface="+mn-lt"/>
                <a:cs typeface="+mn-lt"/>
              </a:rPr>
              <a:t>Idea 2:</a:t>
            </a:r>
            <a:r>
              <a:rPr lang="en-US">
                <a:solidFill>
                  <a:schemeClr val="accent2"/>
                </a:solidFill>
                <a:latin typeface="Calibri Light"/>
                <a:ea typeface="+mn-lt"/>
                <a:cs typeface="+mn-lt"/>
              </a:rPr>
              <a:t> Evaluation of state, U.S. territories, and District of Columbia, data centers </a:t>
            </a:r>
            <a:endParaRPr lang="en-US">
              <a:solidFill>
                <a:schemeClr val="accent2"/>
              </a:solidFill>
            </a:endParaRP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8850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D9D79-B581-B58D-0354-9E6BFA3CC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>
                <a:ea typeface="+mj-lt"/>
                <a:cs typeface="+mj-lt"/>
              </a:rPr>
              <a:t>Result Example: Colorado SDC Site</a:t>
            </a:r>
            <a:endParaRPr lang="en-US">
              <a:ea typeface="+mj-lt"/>
              <a:cs typeface="+mj-lt"/>
            </a:endParaRPr>
          </a:p>
        </p:txBody>
      </p:sp>
      <p:pic>
        <p:nvPicPr>
          <p:cNvPr id="48" name="Picture 4">
            <a:extLst>
              <a:ext uri="{FF2B5EF4-FFF2-40B4-BE49-F238E27FC236}">
                <a16:creationId xmlns:a16="http://schemas.microsoft.com/office/drawing/2014/main" id="{A2A52563-AF5F-5B53-0046-849BA43224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5495" y="6115933"/>
            <a:ext cx="2743200" cy="582460"/>
          </a:xfrm>
          <a:prstGeom prst="rect">
            <a:avLst/>
          </a:prstGeom>
        </p:spPr>
      </p:pic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E69BDBD-C4F7-13C2-3E57-5046FAB6A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219" y="6225547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dirty="0" smtClean="0"/>
              <a:pPr algn="l"/>
              <a:t>17</a:t>
            </a:fld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B57E253-96CE-9DF1-EE2E-32926DB2994D}"/>
              </a:ext>
            </a:extLst>
          </p:cNvPr>
          <p:cNvSpPr>
            <a:spLocks noGrp="1"/>
          </p:cNvSpPr>
          <p:nvPr/>
        </p:nvSpPr>
        <p:spPr>
          <a:xfrm>
            <a:off x="834719" y="1560872"/>
            <a:ext cx="5569662" cy="94527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Manual search vs. web scraping</a:t>
            </a:r>
          </a:p>
        </p:txBody>
      </p:sp>
      <p:pic>
        <p:nvPicPr>
          <p:cNvPr id="4" name="Picture 6" descr="A picture containing text, screenshot, font, number&#10;&#10;Description automatically generated">
            <a:extLst>
              <a:ext uri="{FF2B5EF4-FFF2-40B4-BE49-F238E27FC236}">
                <a16:creationId xmlns:a16="http://schemas.microsoft.com/office/drawing/2014/main" id="{12216163-6697-7A30-2D05-8C489D1453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0" y="2133600"/>
            <a:ext cx="12179179" cy="1807434"/>
          </a:xfrm>
          <a:prstGeom prst="rect">
            <a:avLst/>
          </a:prstGeom>
        </p:spPr>
      </p:pic>
      <p:pic>
        <p:nvPicPr>
          <p:cNvPr id="7" name="Picture 7" descr="A picture containing text, screenshot, font, number&#10;&#10;Description automatically generated">
            <a:extLst>
              <a:ext uri="{FF2B5EF4-FFF2-40B4-BE49-F238E27FC236}">
                <a16:creationId xmlns:a16="http://schemas.microsoft.com/office/drawing/2014/main" id="{C41B7572-2167-B892-A11C-085E7586AA8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0" r="-90" b="10730"/>
          <a:stretch/>
        </p:blipFill>
        <p:spPr>
          <a:xfrm>
            <a:off x="-2378" y="4132390"/>
            <a:ext cx="12187742" cy="17255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AC7EE18-A9F3-9780-04AA-9C1FCEAED34D}"/>
              </a:ext>
            </a:extLst>
          </p:cNvPr>
          <p:cNvSpPr txBox="1"/>
          <p:nvPr/>
        </p:nvSpPr>
        <p:spPr>
          <a:xfrm>
            <a:off x="7529593" y="51660"/>
            <a:ext cx="489488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chemeClr val="accent2"/>
                </a:solidFill>
                <a:latin typeface="Calibri Light"/>
                <a:ea typeface="+mn-lt"/>
                <a:cs typeface="+mn-lt"/>
              </a:rPr>
              <a:t>Idea 2: </a:t>
            </a:r>
            <a:r>
              <a:rPr lang="en-US">
                <a:solidFill>
                  <a:schemeClr val="accent2"/>
                </a:solidFill>
                <a:latin typeface="Calibri Light"/>
                <a:ea typeface="+mn-lt"/>
                <a:cs typeface="+mn-lt"/>
              </a:rPr>
              <a:t>Evaluation of state, U.S. territories, and District of Columbia, data centers </a:t>
            </a:r>
            <a:endParaRPr lang="en-US">
              <a:solidFill>
                <a:schemeClr val="accent2"/>
              </a:solidFill>
              <a:latin typeface="Calibri Light"/>
            </a:endParaRP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9714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1F88D-6D05-FA5E-917E-419D15A2F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319"/>
            <a:ext cx="10515600" cy="1325563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 b="1">
                <a:solidFill>
                  <a:schemeClr val="accent2"/>
                </a:solidFill>
                <a:cs typeface="Calibri Light"/>
              </a:rPr>
              <a:t>Idea 3</a:t>
            </a:r>
            <a:r>
              <a:rPr lang="en-US" b="1">
                <a:cs typeface="Calibri Light"/>
              </a:rPr>
              <a:t>: </a:t>
            </a:r>
            <a:r>
              <a:rPr lang="en-US">
                <a:latin typeface="Calibri Light"/>
                <a:cs typeface="Arial"/>
              </a:rPr>
              <a:t>Text analysis of State Data Center mission statements </a:t>
            </a:r>
            <a:endParaRPr lang="en-US">
              <a:latin typeface="Calibri Ligh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7CBA17-FE56-CD47-8C8F-3D392109E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7310" y="6356350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smtClean="0"/>
              <a:pPr algn="l"/>
              <a:t>18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F1F0DED-D305-073A-76A1-2483FEC73D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94335"/>
            <a:ext cx="4075636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>
                <a:cs typeface="Calibri"/>
              </a:rPr>
              <a:t>Collection of SDC mission statements</a:t>
            </a:r>
          </a:p>
          <a:p>
            <a:r>
              <a:rPr lang="en-US" sz="3200">
                <a:cs typeface="Calibri"/>
              </a:rPr>
              <a:t>Word-clouds</a:t>
            </a:r>
            <a:endParaRPr lang="en-US" sz="3200">
              <a:ea typeface="Calibri"/>
              <a:cs typeface="Calibri"/>
            </a:endParaRPr>
          </a:p>
          <a:p>
            <a:pPr lvl="1"/>
            <a:r>
              <a:rPr lang="en-US" sz="2800">
                <a:cs typeface="Calibri"/>
              </a:rPr>
              <a:t>Individual (Maryland) vs. Combination</a:t>
            </a:r>
            <a:endParaRPr lang="en-US" sz="2800">
              <a:ea typeface="Calibri"/>
              <a:cs typeface="Calibri"/>
            </a:endParaRP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33773168-4CE5-7084-B0CF-0D47A66721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6334" y="6152804"/>
            <a:ext cx="2743200" cy="582460"/>
          </a:xfrm>
          <a:prstGeom prst="rect">
            <a:avLst/>
          </a:prstGeom>
        </p:spPr>
      </p:pic>
      <p:pic>
        <p:nvPicPr>
          <p:cNvPr id="3" name="Picture 4" descr="A close-up of words&#10;&#10;Description automatically generated">
            <a:extLst>
              <a:ext uri="{FF2B5EF4-FFF2-40B4-BE49-F238E27FC236}">
                <a16:creationId xmlns:a16="http://schemas.microsoft.com/office/drawing/2014/main" id="{5EFF74F7-EC85-A491-CB47-E8CC96E7A38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862" t="18792" r="19719" b="20096"/>
          <a:stretch/>
        </p:blipFill>
        <p:spPr>
          <a:xfrm>
            <a:off x="5867401" y="1459261"/>
            <a:ext cx="5425217" cy="4397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1843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5529D3-8C0E-3D98-E803-F711EF15E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3116" y="6294898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smtClean="0"/>
              <a:pPr algn="l"/>
              <a:t>19</a:t>
            </a:fld>
            <a:endParaRPr lang="en-US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0E2701C7-E34B-CF2B-1B51-4E3AB0067F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0302" y="6177385"/>
            <a:ext cx="2743200" cy="5824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411BA59-D53C-E649-AC94-F025D4B7040E}"/>
              </a:ext>
            </a:extLst>
          </p:cNvPr>
          <p:cNvSpPr txBox="1"/>
          <p:nvPr/>
        </p:nvSpPr>
        <p:spPr>
          <a:xfrm>
            <a:off x="725129" y="1831257"/>
            <a:ext cx="4500716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 algn="ctr">
              <a:buFont typeface="Arial"/>
              <a:buChar char="•"/>
            </a:pPr>
            <a:r>
              <a:rPr lang="en-US" sz="3200">
                <a:cs typeface="Calibri" panose="020F0502020204030204"/>
              </a:rPr>
              <a:t>Combination of 38 SDC mission statements</a:t>
            </a:r>
            <a:endParaRPr lang="en-US">
              <a:cs typeface="Calibri" panose="020F0502020204030204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00A556-1F8C-8ADF-C903-7B1698003B3F}"/>
              </a:ext>
            </a:extLst>
          </p:cNvPr>
          <p:cNvSpPr txBox="1"/>
          <p:nvPr/>
        </p:nvSpPr>
        <p:spPr>
          <a:xfrm>
            <a:off x="8175356" y="103322"/>
            <a:ext cx="414579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accent2"/>
                </a:solidFill>
                <a:latin typeface="Calibri Light"/>
                <a:ea typeface="+mn-lt"/>
                <a:cs typeface="+mn-lt"/>
              </a:rPr>
              <a:t>Idea 3: Text analysis of data center mission statements </a:t>
            </a:r>
            <a:endParaRPr lang="en-US" dirty="0">
              <a:solidFill>
                <a:schemeClr val="accent2"/>
              </a:solidFill>
              <a:latin typeface="Calibri Light"/>
            </a:endParaRPr>
          </a:p>
        </p:txBody>
      </p:sp>
      <p:pic>
        <p:nvPicPr>
          <p:cNvPr id="5" name="Picture 6" descr="A close up of words&#10;&#10;Description automatically generated">
            <a:extLst>
              <a:ext uri="{FF2B5EF4-FFF2-40B4-BE49-F238E27FC236}">
                <a16:creationId xmlns:a16="http://schemas.microsoft.com/office/drawing/2014/main" id="{9A1F137E-15C2-CAA5-E4B2-B427F3089C4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5216" t="26168" r="22625" b="26324"/>
          <a:stretch/>
        </p:blipFill>
        <p:spPr>
          <a:xfrm>
            <a:off x="5775109" y="859526"/>
            <a:ext cx="5103570" cy="5139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4470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9DC2C-8DB2-4F30-7811-48862A2B1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chemeClr val="accent2"/>
                </a:solidFill>
                <a:ea typeface="+mj-lt"/>
                <a:cs typeface="+mj-lt"/>
              </a:rPr>
              <a:t>Idea 4</a:t>
            </a:r>
            <a:r>
              <a:rPr lang="en-US" b="1">
                <a:ea typeface="+mj-lt"/>
                <a:cs typeface="+mj-lt"/>
              </a:rPr>
              <a:t>: </a:t>
            </a:r>
            <a:r>
              <a:rPr lang="en-US">
                <a:ea typeface="+mj-lt"/>
                <a:cs typeface="+mj-lt"/>
              </a:rPr>
              <a:t>Email survey sent to all 56 FSCPE contacts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AAC72D-6444-480D-EEF2-23BBE2174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0303"/>
            <a:ext cx="10515600" cy="3866513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r>
              <a:rPr lang="en-US" sz="3200">
                <a:latin typeface="Arial"/>
                <a:cs typeface="Arial"/>
              </a:rPr>
              <a:t>Reached out to all 56 contacts on the Federal-State Cooperative for Population Estimates (FSCPE) website on July 10th</a:t>
            </a:r>
          </a:p>
          <a:p>
            <a:pPr marL="0" indent="0">
              <a:buNone/>
            </a:pPr>
            <a:endParaRPr lang="en-US" sz="1100">
              <a:latin typeface="Arial"/>
              <a:cs typeface="Arial"/>
            </a:endParaRPr>
          </a:p>
          <a:p>
            <a:r>
              <a:rPr lang="en-US" sz="3200">
                <a:latin typeface="Arial"/>
                <a:cs typeface="Arial"/>
              </a:rPr>
              <a:t>Asked for top 6 priority data applications with their corresponding data sources, a brief description/objective, and related web links</a:t>
            </a:r>
          </a:p>
          <a:p>
            <a:endParaRPr lang="en-US" sz="1100">
              <a:latin typeface="Arial"/>
              <a:cs typeface="Arial"/>
            </a:endParaRPr>
          </a:p>
          <a:p>
            <a:r>
              <a:rPr lang="en-US" sz="3200">
                <a:latin typeface="Arial"/>
                <a:cs typeface="Arial"/>
              </a:rPr>
              <a:t>Received 4 replies so far (New York, Virginia, Kansas, and Guam). </a:t>
            </a:r>
          </a:p>
          <a:p>
            <a:endParaRPr lang="en-US" sz="1100">
              <a:latin typeface="Arial"/>
              <a:cs typeface="Arial"/>
            </a:endParaRPr>
          </a:p>
          <a:p>
            <a:r>
              <a:rPr lang="en-US" sz="3200">
                <a:latin typeface="Arial"/>
                <a:cs typeface="Arial"/>
              </a:rPr>
              <a:t>Still collecting responses...</a:t>
            </a:r>
            <a:endParaRPr lang="en-US" sz="320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5529D3-8C0E-3D98-E803-F711EF15E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3116" y="6294898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smtClean="0"/>
              <a:pPr algn="l"/>
              <a:t>20</a:t>
            </a:fld>
            <a:endParaRPr lang="en-US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0E2701C7-E34B-CF2B-1B51-4E3AB0067F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0302" y="6177385"/>
            <a:ext cx="2743200" cy="582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23581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5529D3-8C0E-3D98-E803-F711EF15E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3116" y="6294898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smtClean="0"/>
              <a:pPr algn="l"/>
              <a:t>21</a:t>
            </a:fld>
            <a:endParaRPr lang="en-US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0E2701C7-E34B-CF2B-1B51-4E3AB0067F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0302" y="6177385"/>
            <a:ext cx="2743200" cy="582460"/>
          </a:xfrm>
          <a:prstGeom prst="rect">
            <a:avLst/>
          </a:prstGeom>
        </p:spPr>
      </p:pic>
      <p:pic>
        <p:nvPicPr>
          <p:cNvPr id="11" name="Picture 6" descr="A table of data sources&#10;&#10;Description automatically generated">
            <a:extLst>
              <a:ext uri="{FF2B5EF4-FFF2-40B4-BE49-F238E27FC236}">
                <a16:creationId xmlns:a16="http://schemas.microsoft.com/office/drawing/2014/main" id="{68E8C8CD-EAC8-BDB1-1FC5-48BC9D56BB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512" y="1142728"/>
            <a:ext cx="11459109" cy="4778024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5F00764-C307-0DA2-A5F2-FE091483D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6560" y="-3032"/>
            <a:ext cx="10515600" cy="1325563"/>
          </a:xfrm>
        </p:spPr>
        <p:txBody>
          <a:bodyPr/>
          <a:lstStyle/>
          <a:p>
            <a:r>
              <a:rPr lang="en-US" sz="3600" b="1">
                <a:ea typeface="+mj-lt"/>
                <a:cs typeface="+mj-lt"/>
              </a:rPr>
              <a:t>Kansas FSCPE Responses 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45F33C-EBC0-7133-8920-280AAD23DF32}"/>
              </a:ext>
            </a:extLst>
          </p:cNvPr>
          <p:cNvSpPr txBox="1"/>
          <p:nvPr/>
        </p:nvSpPr>
        <p:spPr>
          <a:xfrm>
            <a:off x="8575729" y="90407"/>
            <a:ext cx="3500033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chemeClr val="accent2"/>
                </a:solidFill>
                <a:latin typeface="Calibri Light"/>
                <a:ea typeface="+mn-lt"/>
                <a:cs typeface="+mn-lt"/>
              </a:rPr>
              <a:t>Idea 4: Email survey sent to all 56 FSCPE contacts </a:t>
            </a:r>
            <a:endParaRPr lang="en-US" sz="2000" b="1">
              <a:solidFill>
                <a:schemeClr val="accent2"/>
              </a:solidFill>
              <a:latin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296191208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5529D3-8C0E-3D98-E803-F711EF15E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3116" y="6294898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smtClean="0"/>
              <a:pPr algn="l"/>
              <a:t>22</a:t>
            </a:fld>
            <a:endParaRPr lang="en-US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0E2701C7-E34B-CF2B-1B51-4E3AB0067F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0302" y="6177385"/>
            <a:ext cx="2743200" cy="58246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5F00764-C307-0DA2-A5F2-FE091483D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6560" y="-3032"/>
            <a:ext cx="10515600" cy="1325563"/>
          </a:xfrm>
        </p:spPr>
        <p:txBody>
          <a:bodyPr/>
          <a:lstStyle/>
          <a:p>
            <a:r>
              <a:rPr lang="en-US" sz="3600" b="1">
                <a:ea typeface="+mj-lt"/>
                <a:cs typeface="+mj-lt"/>
              </a:rPr>
              <a:t>Collected FSCPE Responses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45F33C-EBC0-7133-8920-280AAD23DF32}"/>
              </a:ext>
            </a:extLst>
          </p:cNvPr>
          <p:cNvSpPr txBox="1"/>
          <p:nvPr/>
        </p:nvSpPr>
        <p:spPr>
          <a:xfrm>
            <a:off x="8575729" y="90407"/>
            <a:ext cx="3500033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chemeClr val="accent2"/>
                </a:solidFill>
                <a:latin typeface="Calibri Light"/>
                <a:ea typeface="+mn-lt"/>
                <a:cs typeface="+mn-lt"/>
              </a:rPr>
              <a:t>Idea 4: Email survey sent to all 56 FSCPE contacts </a:t>
            </a:r>
            <a:endParaRPr lang="en-US" sz="2000">
              <a:solidFill>
                <a:schemeClr val="accent2"/>
              </a:solidFill>
              <a:latin typeface="Calibri Light"/>
              <a:cs typeface="Calibri Light"/>
            </a:endParaRPr>
          </a:p>
        </p:txBody>
      </p:sp>
      <p:pic>
        <p:nvPicPr>
          <p:cNvPr id="5" name="Picture 7" descr="A screenshot of a web link to data tool&#10;&#10;Description automatically generated">
            <a:extLst>
              <a:ext uri="{FF2B5EF4-FFF2-40B4-BE49-F238E27FC236}">
                <a16:creationId xmlns:a16="http://schemas.microsoft.com/office/drawing/2014/main" id="{2A55AA8B-A5AE-22C6-BD27-0812CB4AF1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1" y="1032238"/>
            <a:ext cx="11887198" cy="5026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2259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9DC2C-8DB2-4F30-7811-48862A2B1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6833"/>
            <a:ext cx="10515600" cy="1325563"/>
          </a:xfrm>
        </p:spPr>
        <p:txBody>
          <a:bodyPr>
            <a:normAutofit/>
          </a:bodyPr>
          <a:lstStyle/>
          <a:p>
            <a:r>
              <a:rPr lang="en-US" b="1">
                <a:ea typeface="+mj-lt"/>
                <a:cs typeface="+mj-lt"/>
              </a:rPr>
              <a:t>Statistics So Far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AAC72D-6444-480D-EEF2-23BBE2174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291" y="1192724"/>
            <a:ext cx="10515600" cy="474518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Calibri"/>
                <a:cs typeface="Arial"/>
              </a:rPr>
              <a:t>Data Sources:</a:t>
            </a:r>
          </a:p>
          <a:p>
            <a:pPr lvl="1"/>
            <a:r>
              <a:rPr lang="en-US">
                <a:latin typeface="Calibri"/>
                <a:cs typeface="Arial"/>
              </a:rPr>
              <a:t>U.S. Census Bureau: </a:t>
            </a:r>
            <a:r>
              <a:rPr lang="en-US" b="1">
                <a:latin typeface="Calibri"/>
                <a:cs typeface="Arial"/>
              </a:rPr>
              <a:t>9 times</a:t>
            </a:r>
            <a:endParaRPr lang="en-US" b="1">
              <a:latin typeface="Calibri"/>
              <a:ea typeface="Calibri"/>
              <a:cs typeface="Arial"/>
            </a:endParaRPr>
          </a:p>
          <a:p>
            <a:pPr lvl="1"/>
            <a:r>
              <a:rPr lang="en-US">
                <a:ea typeface="+mn-lt"/>
                <a:cs typeface="+mn-lt"/>
              </a:rPr>
              <a:t>State administrative data: </a:t>
            </a:r>
            <a:r>
              <a:rPr lang="en-US" b="1">
                <a:ea typeface="+mn-lt"/>
                <a:cs typeface="+mn-lt"/>
              </a:rPr>
              <a:t>5 times</a:t>
            </a:r>
            <a:endParaRPr lang="en-US" b="1">
              <a:latin typeface="Calibri"/>
              <a:cs typeface="Arial"/>
            </a:endParaRPr>
          </a:p>
          <a:p>
            <a:pPr lvl="1"/>
            <a:r>
              <a:rPr lang="en-US">
                <a:latin typeface="Calibri"/>
                <a:cs typeface="Arial"/>
              </a:rPr>
              <a:t>State Department/projects (</a:t>
            </a:r>
            <a:r>
              <a:rPr lang="en-US">
                <a:ea typeface="+mn-lt"/>
                <a:cs typeface="+mn-lt"/>
              </a:rPr>
              <a:t>Kansas Department of Health and Environment</a:t>
            </a:r>
            <a:r>
              <a:rPr lang="en-US">
                <a:latin typeface="Calibri"/>
                <a:cs typeface="Calibri"/>
              </a:rPr>
              <a:t>, </a:t>
            </a:r>
            <a:r>
              <a:rPr lang="en-US">
                <a:ea typeface="+mn-lt"/>
                <a:cs typeface="+mn-lt"/>
              </a:rPr>
              <a:t>NY Education department</a:t>
            </a:r>
            <a:r>
              <a:rPr lang="en-US">
                <a:latin typeface="Calibri"/>
                <a:cs typeface="Calibri"/>
              </a:rPr>
              <a:t>, </a:t>
            </a:r>
            <a:r>
              <a:rPr lang="en-US">
                <a:ea typeface="+mn-lt"/>
                <a:cs typeface="+mn-lt"/>
              </a:rPr>
              <a:t>Cornell projections</a:t>
            </a:r>
            <a:r>
              <a:rPr lang="en-US">
                <a:latin typeface="Calibri"/>
                <a:cs typeface="Calibri"/>
              </a:rPr>
              <a:t>, etc.</a:t>
            </a:r>
            <a:r>
              <a:rPr lang="en-US">
                <a:latin typeface="Calibri"/>
                <a:cs typeface="Arial"/>
              </a:rPr>
              <a:t>): </a:t>
            </a:r>
            <a:r>
              <a:rPr lang="en-US" b="1">
                <a:latin typeface="Calibri"/>
                <a:cs typeface="Arial"/>
              </a:rPr>
              <a:t>3 times</a:t>
            </a:r>
            <a:endParaRPr lang="en-US" b="1">
              <a:latin typeface="Calibri"/>
              <a:ea typeface="Calibri"/>
              <a:cs typeface="Arial"/>
            </a:endParaRPr>
          </a:p>
          <a:p>
            <a:pPr lvl="1"/>
            <a:r>
              <a:rPr lang="en-US">
                <a:latin typeface="Calibri"/>
                <a:cs typeface="Arial"/>
              </a:rPr>
              <a:t>Other sources: </a:t>
            </a:r>
            <a:r>
              <a:rPr lang="en-US">
                <a:ea typeface="+mn-lt"/>
                <a:cs typeface="+mn-lt"/>
              </a:rPr>
              <a:t>Bureau of Economic Analysis, U.S. Bureau of Labor Statistics, National Agricultural Statistics Service …</a:t>
            </a:r>
            <a:endParaRPr lang="en-US">
              <a:ea typeface="+mn-lt"/>
              <a:cs typeface="Calibri"/>
            </a:endParaRPr>
          </a:p>
          <a:p>
            <a:pPr marL="228600" lvl="1"/>
            <a:r>
              <a:rPr lang="en-US" sz="2800">
                <a:ea typeface="+mn-lt"/>
                <a:cs typeface="Calibri"/>
              </a:rPr>
              <a:t>Topics:</a:t>
            </a:r>
          </a:p>
          <a:p>
            <a:pPr marL="685800" lvl="2"/>
            <a:r>
              <a:rPr lang="en-US" sz="2400">
                <a:ea typeface="Calibri"/>
                <a:cs typeface="Calibri"/>
              </a:rPr>
              <a:t>Population:</a:t>
            </a:r>
            <a:r>
              <a:rPr lang="en-US" sz="2400" b="1">
                <a:ea typeface="Calibri"/>
                <a:cs typeface="Calibri"/>
              </a:rPr>
              <a:t> 12 times</a:t>
            </a:r>
          </a:p>
          <a:p>
            <a:pPr marL="685800" lvl="2"/>
            <a:r>
              <a:rPr lang="en-US" sz="2400">
                <a:ea typeface="Calibri"/>
                <a:cs typeface="Calibri"/>
              </a:rPr>
              <a:t>Economy: </a:t>
            </a:r>
            <a:r>
              <a:rPr lang="en-US" sz="2400" b="1">
                <a:ea typeface="Calibri"/>
                <a:cs typeface="Calibri"/>
              </a:rPr>
              <a:t>4 times</a:t>
            </a:r>
          </a:p>
          <a:p>
            <a:pPr marL="685800" lvl="2"/>
            <a:r>
              <a:rPr lang="en-US" sz="2400">
                <a:ea typeface="Calibri" panose="020F0502020204030204"/>
                <a:cs typeface="Calibri"/>
              </a:rPr>
              <a:t>Education: </a:t>
            </a:r>
            <a:r>
              <a:rPr lang="en-US" sz="2400" b="1">
                <a:ea typeface="Calibri" panose="020F0502020204030204"/>
                <a:cs typeface="Calibri"/>
              </a:rPr>
              <a:t>3 times</a:t>
            </a:r>
          </a:p>
          <a:p>
            <a:pPr marL="685800" lvl="2"/>
            <a:r>
              <a:rPr lang="en-US" sz="2400">
                <a:ea typeface="Calibri" panose="020F0502020204030204"/>
                <a:cs typeface="Calibri"/>
              </a:rPr>
              <a:t>Other topics: housing, agriculture, health ...</a:t>
            </a:r>
          </a:p>
          <a:p>
            <a:pPr marL="685800" lvl="2"/>
            <a:endParaRPr lang="en-US">
              <a:ea typeface="Calibri" panose="020F0502020204030204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5529D3-8C0E-3D98-E803-F711EF15E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3116" y="6294898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smtClean="0"/>
              <a:pPr algn="l"/>
              <a:t>23</a:t>
            </a:fld>
            <a:endParaRPr lang="en-US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0E2701C7-E34B-CF2B-1B51-4E3AB0067F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0302" y="6177385"/>
            <a:ext cx="2743200" cy="5824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B89D29A-4FB2-3078-A3AD-53562F3465A5}"/>
              </a:ext>
            </a:extLst>
          </p:cNvPr>
          <p:cNvSpPr txBox="1"/>
          <p:nvPr/>
        </p:nvSpPr>
        <p:spPr>
          <a:xfrm>
            <a:off x="8381999" y="116237"/>
            <a:ext cx="3603356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chemeClr val="accent2"/>
                </a:solidFill>
                <a:latin typeface="Calibri Light"/>
                <a:ea typeface="+mn-lt"/>
                <a:cs typeface="+mn-lt"/>
              </a:rPr>
              <a:t>Idea 4: Email survey sent to all 56 FSCPE contacts </a:t>
            </a:r>
            <a:endParaRPr lang="en-US" sz="2000" b="1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05755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CC6E7-D7C5-6ABD-FBAA-921A85250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chemeClr val="accent2"/>
                </a:solidFill>
                <a:cs typeface="Calibri Light"/>
              </a:rPr>
              <a:t>Idea 5: </a:t>
            </a:r>
            <a:r>
              <a:rPr lang="en-US" b="1">
                <a:solidFill>
                  <a:schemeClr val="accent2"/>
                </a:solidFill>
                <a:ea typeface="+mj-lt"/>
                <a:cs typeface="+mj-lt"/>
              </a:rPr>
              <a:t>Search of Library Databases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CFB25-6E43-4717-2C25-3F727174F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15325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971550" lvl="1" indent="-514350">
              <a:buAutoNum type="arabicPeriod"/>
            </a:pPr>
            <a:r>
              <a:rPr lang="en-US" sz="3200">
                <a:latin typeface="Calibri"/>
                <a:cs typeface="Arial"/>
              </a:rPr>
              <a:t>Policy Commons Database</a:t>
            </a:r>
          </a:p>
          <a:p>
            <a:pPr marL="971550" lvl="1" indent="-514350">
              <a:buAutoNum type="arabicPeriod"/>
            </a:pPr>
            <a:r>
              <a:rPr lang="en-US" sz="3200">
                <a:latin typeface="Calibri"/>
                <a:cs typeface="Arial"/>
              </a:rPr>
              <a:t>Policy File Index Database</a:t>
            </a:r>
          </a:p>
          <a:p>
            <a:pPr marL="971550" lvl="1" indent="-514350">
              <a:buAutoNum type="arabicPeriod"/>
            </a:pPr>
            <a:r>
              <a:rPr lang="en-US" sz="3200">
                <a:latin typeface="Calibri"/>
                <a:cs typeface="Arial"/>
              </a:rPr>
              <a:t>State and Local Government Databases</a:t>
            </a:r>
          </a:p>
          <a:p>
            <a:pPr marL="971550" lvl="1" indent="-514350">
              <a:buAutoNum type="arabicPeriod"/>
            </a:pPr>
            <a:r>
              <a:rPr lang="en-US" sz="3200">
                <a:latin typeface="Calibri"/>
                <a:cs typeface="Arial"/>
              </a:rPr>
              <a:t>Policy Map Customer Stories</a:t>
            </a:r>
            <a:endParaRPr lang="en-US" sz="3200">
              <a:latin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E864A8-A3E0-FE2C-E672-25676F359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3116" y="6307189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smtClean="0"/>
              <a:pPr algn="l"/>
              <a:t>24</a:t>
            </a:fld>
            <a:endParaRPr lang="en-US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9079368F-219A-D0A0-0194-9E5CD5F0C1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3431" y="6177385"/>
            <a:ext cx="2743200" cy="582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3073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8">
            <a:extLst>
              <a:ext uri="{FF2B5EF4-FFF2-40B4-BE49-F238E27FC236}">
                <a16:creationId xmlns:a16="http://schemas.microsoft.com/office/drawing/2014/main" id="{A8908DB7-C3A6-4FCB-9820-CEE02B398C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8B52B0-D642-6301-9952-A626ECB1DE83}"/>
              </a:ext>
            </a:extLst>
          </p:cNvPr>
          <p:cNvSpPr/>
          <p:nvPr/>
        </p:nvSpPr>
        <p:spPr>
          <a:xfrm>
            <a:off x="2286000" y="1972655"/>
            <a:ext cx="7548785" cy="740634"/>
          </a:xfrm>
          <a:prstGeom prst="rect">
            <a:avLst/>
          </a:prstGeom>
          <a:solidFill>
            <a:srgbClr val="1D325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818696"/>
            <a:ext cx="7548785" cy="107614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400" b="1">
                <a:solidFill>
                  <a:schemeClr val="bg1"/>
                </a:solidFill>
                <a:ea typeface="+mj-lt"/>
                <a:cs typeface="+mj-lt"/>
              </a:rPr>
              <a:t>Questions!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08849813-2D6A-8A27-50F6-D231152C8E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5424" y="4088033"/>
            <a:ext cx="4448586" cy="946751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FF1B38-9768-127B-EA7F-A70E2383E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7686" y="6217771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dirty="0" smtClean="0"/>
              <a:pPr algn="l"/>
              <a:t>25</a:t>
            </a:fld>
            <a:endParaRPr lang="en-US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9" name="Picture 9">
            <a:extLst>
              <a:ext uri="{FF2B5EF4-FFF2-40B4-BE49-F238E27FC236}">
                <a16:creationId xmlns:a16="http://schemas.microsoft.com/office/drawing/2014/main" id="{85A21957-17FA-FCF4-7E30-1721297C12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 flipH="1">
            <a:off x="6006913" y="-202872"/>
            <a:ext cx="183293" cy="6593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06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Image Small Placeholde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llie Keller Keynote Datapalooza 2019 V.4" id="{B378DE51-6AD5-2B46-B3FB-C787098E7B24}" vid="{C8502BE9-6D23-4040-AE2D-16AC44A52F5F}"/>
    </a:ext>
  </a:extLst>
</a:theme>
</file>

<file path=ppt/theme/theme3.xml><?xml version="1.0" encoding="utf-8"?>
<a:theme xmlns:a="http://schemas.openxmlformats.org/drawingml/2006/main" name="AccentBoxVTI">
  <a:themeElements>
    <a:clrScheme name="AnalogousFromLightSeed_2SEEDS">
      <a:dk1>
        <a:srgbClr val="000000"/>
      </a:dk1>
      <a:lt1>
        <a:srgbClr val="FFFFFF"/>
      </a:lt1>
      <a:dk2>
        <a:srgbClr val="412429"/>
      </a:dk2>
      <a:lt2>
        <a:srgbClr val="E2E8E7"/>
      </a:lt2>
      <a:accent1>
        <a:srgbClr val="BB7E89"/>
      </a:accent1>
      <a:accent2>
        <a:srgbClr val="C795B3"/>
      </a:accent2>
      <a:accent3>
        <a:srgbClr val="C49B8F"/>
      </a:accent3>
      <a:accent4>
        <a:srgbClr val="75ADA1"/>
      </a:accent4>
      <a:accent5>
        <a:srgbClr val="7AA9B5"/>
      </a:accent5>
      <a:accent6>
        <a:srgbClr val="7E95BB"/>
      </a:accent6>
      <a:hlink>
        <a:srgbClr val="568E84"/>
      </a:hlink>
      <a:folHlink>
        <a:srgbClr val="7F7F7F"/>
      </a:folHlink>
    </a:clrScheme>
    <a:fontScheme name="Avenir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5AE3D1135F4E41AB498540A40487BD" ma:contentTypeVersion="17" ma:contentTypeDescription="Create a new document." ma:contentTypeScope="" ma:versionID="e87a22b1668461aaba1cb243e9c1a54a">
  <xsd:schema xmlns:xsd="http://www.w3.org/2001/XMLSchema" xmlns:xs="http://www.w3.org/2001/XMLSchema" xmlns:p="http://schemas.microsoft.com/office/2006/metadata/properties" xmlns:ns2="7a2657dd-b8a5-4c99-8d51-b0b9d254c989" xmlns:ns3="5ba80a41-9917-4a22-8f13-cb051ddce64c" targetNamespace="http://schemas.microsoft.com/office/2006/metadata/properties" ma:root="true" ma:fieldsID="f50a2de1385131c5aef9d9d9626e0b05" ns2:_="" ns3:_="">
    <xsd:import namespace="7a2657dd-b8a5-4c99-8d51-b0b9d254c989"/>
    <xsd:import namespace="5ba80a41-9917-4a22-8f13-cb051ddce6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2657dd-b8a5-4c99-8d51-b0b9d254c9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d038b50-52dc-447d-ac2e-a29bd036c4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a80a41-9917-4a22-8f13-cb051ddce64c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fceef030-0fd2-4c4f-af00-feafa4f18198}" ma:internalName="TaxCatchAll" ma:showField="CatchAllData" ma:web="5ba80a41-9917-4a22-8f13-cb051ddce64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a2657dd-b8a5-4c99-8d51-b0b9d254c989">
      <Terms xmlns="http://schemas.microsoft.com/office/infopath/2007/PartnerControls"/>
    </lcf76f155ced4ddcb4097134ff3c332f>
    <TaxCatchAll xmlns="5ba80a41-9917-4a22-8f13-cb051ddce64c" xsi:nil="true"/>
  </documentManagement>
</p:properties>
</file>

<file path=customXml/itemProps1.xml><?xml version="1.0" encoding="utf-8"?>
<ds:datastoreItem xmlns:ds="http://schemas.openxmlformats.org/officeDocument/2006/customXml" ds:itemID="{44F5AAB0-B7B4-4230-931D-462DE9C394D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B3C1F3A-D3AB-44A5-B7AF-AB29DB086D72}"/>
</file>

<file path=customXml/itemProps3.xml><?xml version="1.0" encoding="utf-8"?>
<ds:datastoreItem xmlns:ds="http://schemas.openxmlformats.org/officeDocument/2006/customXml" ds:itemID="{0E531778-5A00-44D2-B72D-1BE0B3231DF5}">
  <ds:schemaRefs>
    <ds:schemaRef ds:uri="5ba80a41-9917-4a22-8f13-cb051ddce64c"/>
    <ds:schemaRef ds:uri="7a2657dd-b8a5-4c99-8d51-b0b9d254c98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25</Slides>
  <Notes>3</Notes>
  <HiddenSlides>0</HiddenSlide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office theme</vt:lpstr>
      <vt:lpstr>3_Image Small Placeholder</vt:lpstr>
      <vt:lpstr>AccentBoxVTI</vt:lpstr>
      <vt:lpstr>State Data Use and Needs Survey   Work in Progress</vt:lpstr>
      <vt:lpstr>Project Team</vt:lpstr>
      <vt:lpstr>Project Goals</vt:lpstr>
      <vt:lpstr>Our ideas:</vt:lpstr>
      <vt:lpstr>Idea 1: Text analysis of state constitutions and amendments </vt:lpstr>
      <vt:lpstr>Manual Search</vt:lpstr>
      <vt:lpstr>Computer Search</vt:lpstr>
      <vt:lpstr>Topic Modeling using GENSIM</vt:lpstr>
      <vt:lpstr>Topic Modeling using BERT</vt:lpstr>
      <vt:lpstr>Idea 2: Evaluation of state, U.S. territories, and District of Columbia, data centers</vt:lpstr>
      <vt:lpstr>PowerPoint Presentation</vt:lpstr>
      <vt:lpstr>State Data Centers</vt:lpstr>
      <vt:lpstr>PowerPoint Presentation</vt:lpstr>
      <vt:lpstr>PowerPoint Presentation</vt:lpstr>
      <vt:lpstr>PowerPoint Presentation</vt:lpstr>
      <vt:lpstr>Scrapable Websites</vt:lpstr>
      <vt:lpstr>Result Example: Colorado SDC Site</vt:lpstr>
      <vt:lpstr>Idea 3: Text analysis of State Data Center mission statements </vt:lpstr>
      <vt:lpstr>PowerPoint Presentation</vt:lpstr>
      <vt:lpstr>Idea 4: Email survey sent to all 56 FSCPE contacts</vt:lpstr>
      <vt:lpstr>Kansas FSCPE Responses  </vt:lpstr>
      <vt:lpstr>Collected FSCPE Responses</vt:lpstr>
      <vt:lpstr>Statistics So Far</vt:lpstr>
      <vt:lpstr>Idea 5: Search of Library Databases</vt:lpstr>
      <vt:lpstr>Questions!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revision>5</cp:revision>
  <dcterms:created xsi:type="dcterms:W3CDTF">2023-06-27T19:59:03Z</dcterms:created>
  <dcterms:modified xsi:type="dcterms:W3CDTF">2023-07-24T14:59:01Z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0x010100D45AE3D1135F4E41AB498540A40487BD</vt:lpwstr>
  </property>
  <property fmtid="{D5CDD505-2E9C-101B-9397-08002B2CF9AE}" pid="3" name="MediaServiceImageTags">
    <vt:lpwstr/>
  </property>
</Properties>
</file>
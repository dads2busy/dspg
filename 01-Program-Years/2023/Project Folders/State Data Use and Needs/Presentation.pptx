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Lst>
  <p:sldIdLst>
    <p:sldId id="274" r:id="rId5"/>
    <p:sldId id="256" r:id="rId6"/>
    <p:sldId id="257" r:id="rId7"/>
    <p:sldId id="260" r:id="rId8"/>
    <p:sldId id="258" r:id="rId9"/>
    <p:sldId id="269" r:id="rId10"/>
    <p:sldId id="259" r:id="rId11"/>
    <p:sldId id="261" r:id="rId12"/>
    <p:sldId id="262" r:id="rId13"/>
    <p:sldId id="263" r:id="rId14"/>
    <p:sldId id="265" r:id="rId15"/>
    <p:sldId id="271" r:id="rId16"/>
    <p:sldId id="272" r:id="rId17"/>
    <p:sldId id="266" r:id="rId18"/>
    <p:sldId id="270"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A2066A-8BDD-43AD-9539-ECBDE85376EC}" v="449" dt="2023-06-27T03:22:26.172"/>
    <p1510:client id="{2747742E-F630-0B0E-6A38-9D3D46404F25}" v="45" dt="2023-06-27T19:27:12.583"/>
    <p1510:client id="{556E53EC-28D4-40F1-9D9D-3B5AB330B786}" v="181" dt="2023-06-26T16:37:37.509"/>
    <p1510:client id="{79B19A0C-3F86-4B5B-AD0A-5A0F13BED180}" v="341" dt="2023-06-26T16:17:14.838"/>
    <p1510:client id="{B58ED4B5-58E7-4F0F-A981-414CFA03608C}" v="49" dt="2023-06-26T22:15:40.614"/>
    <p1510:client id="{C1F60175-2F46-4F18-B2DA-9E5A526F2257}" v="16" dt="2023-06-26T22:24:19.150"/>
    <p1510:client id="{C2E78090-8AA7-4713-9B0E-A6B8E1B191C5}" v="183" dt="2023-06-27T15:21:38.653"/>
    <p1510:client id="{FB46A7B0-5D86-2798-6BF0-485AB7567A82}" v="723" dt="2023-06-27T20:58:46.5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i, Jianing (jc2ry)" userId="S::jc2ry@virginia.edu::3eb8c475-cb9e-4e33-8bb6-1bbdb68e17e3" providerId="AD" clId="Web-{2747742E-F630-0B0E-6A38-9D3D46404F25}"/>
    <pc:docChg chg="modSld">
      <pc:chgData name="Cai, Jianing (jc2ry)" userId="S::jc2ry@virginia.edu::3eb8c475-cb9e-4e33-8bb6-1bbdb68e17e3" providerId="AD" clId="Web-{2747742E-F630-0B0E-6A38-9D3D46404F25}" dt="2023-06-27T19:27:12.583" v="44" actId="14100"/>
      <pc:docMkLst>
        <pc:docMk/>
      </pc:docMkLst>
      <pc:sldChg chg="addSp modSp">
        <pc:chgData name="Cai, Jianing (jc2ry)" userId="S::jc2ry@virginia.edu::3eb8c475-cb9e-4e33-8bb6-1bbdb68e17e3" providerId="AD" clId="Web-{2747742E-F630-0B0E-6A38-9D3D46404F25}" dt="2023-06-27T19:27:12.583" v="44" actId="14100"/>
        <pc:sldMkLst>
          <pc:docMk/>
          <pc:sldMk cId="1778827202" sldId="259"/>
        </pc:sldMkLst>
        <pc:spChg chg="add mod">
          <ac:chgData name="Cai, Jianing (jc2ry)" userId="S::jc2ry@virginia.edu::3eb8c475-cb9e-4e33-8bb6-1bbdb68e17e3" providerId="AD" clId="Web-{2747742E-F630-0B0E-6A38-9D3D46404F25}" dt="2023-06-27T19:27:12.583" v="44" actId="14100"/>
          <ac:spMkLst>
            <pc:docMk/>
            <pc:sldMk cId="1778827202" sldId="259"/>
            <ac:spMk id="3" creationId="{04D521EB-0593-5462-F2E8-9572C9809E9C}"/>
          </ac:spMkLst>
        </pc:spChg>
        <pc:spChg chg="add mod">
          <ac:chgData name="Cai, Jianing (jc2ry)" userId="S::jc2ry@virginia.edu::3eb8c475-cb9e-4e33-8bb6-1bbdb68e17e3" providerId="AD" clId="Web-{2747742E-F630-0B0E-6A38-9D3D46404F25}" dt="2023-06-27T19:23:36.076" v="7" actId="1076"/>
          <ac:spMkLst>
            <pc:docMk/>
            <pc:sldMk cId="1778827202" sldId="259"/>
            <ac:spMk id="6" creationId="{48966D3D-18CB-31C3-FFED-150EC9E50310}"/>
          </ac:spMkLst>
        </pc:spChg>
        <pc:spChg chg="add mod">
          <ac:chgData name="Cai, Jianing (jc2ry)" userId="S::jc2ry@virginia.edu::3eb8c475-cb9e-4e33-8bb6-1bbdb68e17e3" providerId="AD" clId="Web-{2747742E-F630-0B0E-6A38-9D3D46404F25}" dt="2023-06-27T19:23:39.435" v="9" actId="1076"/>
          <ac:spMkLst>
            <pc:docMk/>
            <pc:sldMk cId="1778827202" sldId="259"/>
            <ac:spMk id="7" creationId="{489E8CCA-86B5-B198-3705-B965F96A57A0}"/>
          </ac:spMkLst>
        </pc:spChg>
        <pc:spChg chg="add mod">
          <ac:chgData name="Cai, Jianing (jc2ry)" userId="S::jc2ry@virginia.edu::3eb8c475-cb9e-4e33-8bb6-1bbdb68e17e3" providerId="AD" clId="Web-{2747742E-F630-0B0E-6A38-9D3D46404F25}" dt="2023-06-27T19:23:42.670" v="11" actId="1076"/>
          <ac:spMkLst>
            <pc:docMk/>
            <pc:sldMk cId="1778827202" sldId="259"/>
            <ac:spMk id="8" creationId="{BE84DDB8-7C2C-1A90-9E5F-FA8F01B32B1B}"/>
          </ac:spMkLst>
        </pc:spChg>
        <pc:spChg chg="add mod">
          <ac:chgData name="Cai, Jianing (jc2ry)" userId="S::jc2ry@virginia.edu::3eb8c475-cb9e-4e33-8bb6-1bbdb68e17e3" providerId="AD" clId="Web-{2747742E-F630-0B0E-6A38-9D3D46404F25}" dt="2023-06-27T19:23:47.498" v="13" actId="1076"/>
          <ac:spMkLst>
            <pc:docMk/>
            <pc:sldMk cId="1778827202" sldId="259"/>
            <ac:spMk id="9" creationId="{A8EDF096-2F82-11F7-286F-537DC6F51A3C}"/>
          </ac:spMkLst>
        </pc:spChg>
        <pc:spChg chg="add mod">
          <ac:chgData name="Cai, Jianing (jc2ry)" userId="S::jc2ry@virginia.edu::3eb8c475-cb9e-4e33-8bb6-1bbdb68e17e3" providerId="AD" clId="Web-{2747742E-F630-0B0E-6A38-9D3D46404F25}" dt="2023-06-27T19:24:10.186" v="18"/>
          <ac:spMkLst>
            <pc:docMk/>
            <pc:sldMk cId="1778827202" sldId="259"/>
            <ac:spMk id="10" creationId="{D451C7CC-BBAE-054C-D243-E31300E79A78}"/>
          </ac:spMkLst>
        </pc:spChg>
        <pc:spChg chg="add mod">
          <ac:chgData name="Cai, Jianing (jc2ry)" userId="S::jc2ry@virginia.edu::3eb8c475-cb9e-4e33-8bb6-1bbdb68e17e3" providerId="AD" clId="Web-{2747742E-F630-0B0E-6A38-9D3D46404F25}" dt="2023-06-27T19:24:17.233" v="20" actId="1076"/>
          <ac:spMkLst>
            <pc:docMk/>
            <pc:sldMk cId="1778827202" sldId="259"/>
            <ac:spMk id="11" creationId="{1EF8905A-10F9-CEBB-9055-D38AF9A1AD79}"/>
          </ac:spMkLst>
        </pc:spChg>
        <pc:spChg chg="add mod">
          <ac:chgData name="Cai, Jianing (jc2ry)" userId="S::jc2ry@virginia.edu::3eb8c475-cb9e-4e33-8bb6-1bbdb68e17e3" providerId="AD" clId="Web-{2747742E-F630-0B0E-6A38-9D3D46404F25}" dt="2023-06-27T19:24:25.624" v="22" actId="1076"/>
          <ac:spMkLst>
            <pc:docMk/>
            <pc:sldMk cId="1778827202" sldId="259"/>
            <ac:spMk id="12" creationId="{3041EFC7-F168-2D26-A08B-F93093FFCD79}"/>
          </ac:spMkLst>
        </pc:spChg>
        <pc:spChg chg="add mod">
          <ac:chgData name="Cai, Jianing (jc2ry)" userId="S::jc2ry@virginia.edu::3eb8c475-cb9e-4e33-8bb6-1bbdb68e17e3" providerId="AD" clId="Web-{2747742E-F630-0B0E-6A38-9D3D46404F25}" dt="2023-06-27T19:24:30.312" v="24" actId="1076"/>
          <ac:spMkLst>
            <pc:docMk/>
            <pc:sldMk cId="1778827202" sldId="259"/>
            <ac:spMk id="13" creationId="{331DDBEA-3367-5B9B-CEBD-7155DE652530}"/>
          </ac:spMkLst>
        </pc:spChg>
        <pc:spChg chg="add mod">
          <ac:chgData name="Cai, Jianing (jc2ry)" userId="S::jc2ry@virginia.edu::3eb8c475-cb9e-4e33-8bb6-1bbdb68e17e3" providerId="AD" clId="Web-{2747742E-F630-0B0E-6A38-9D3D46404F25}" dt="2023-06-27T19:24:36.781" v="26" actId="1076"/>
          <ac:spMkLst>
            <pc:docMk/>
            <pc:sldMk cId="1778827202" sldId="259"/>
            <ac:spMk id="14" creationId="{F907EE6C-9B83-B2BE-2F51-D3A126C60B3F}"/>
          </ac:spMkLst>
        </pc:spChg>
        <pc:spChg chg="add mod">
          <ac:chgData name="Cai, Jianing (jc2ry)" userId="S::jc2ry@virginia.edu::3eb8c475-cb9e-4e33-8bb6-1bbdb68e17e3" providerId="AD" clId="Web-{2747742E-F630-0B0E-6A38-9D3D46404F25}" dt="2023-06-27T19:25:28.345" v="30" actId="14100"/>
          <ac:spMkLst>
            <pc:docMk/>
            <pc:sldMk cId="1778827202" sldId="259"/>
            <ac:spMk id="15" creationId="{62662F0A-CF8E-21AD-B107-46801AD75BAA}"/>
          </ac:spMkLst>
        </pc:spChg>
        <pc:spChg chg="add mod">
          <ac:chgData name="Cai, Jianing (jc2ry)" userId="S::jc2ry@virginia.edu::3eb8c475-cb9e-4e33-8bb6-1bbdb68e17e3" providerId="AD" clId="Web-{2747742E-F630-0B0E-6A38-9D3D46404F25}" dt="2023-06-27T19:25:33.892" v="32" actId="1076"/>
          <ac:spMkLst>
            <pc:docMk/>
            <pc:sldMk cId="1778827202" sldId="259"/>
            <ac:spMk id="16" creationId="{A1353695-ADE1-5889-AC65-E5A49350B8E1}"/>
          </ac:spMkLst>
        </pc:spChg>
        <pc:spChg chg="add mod">
          <ac:chgData name="Cai, Jianing (jc2ry)" userId="S::jc2ry@virginia.edu::3eb8c475-cb9e-4e33-8bb6-1bbdb68e17e3" providerId="AD" clId="Web-{2747742E-F630-0B0E-6A38-9D3D46404F25}" dt="2023-06-27T19:25:40.767" v="34" actId="1076"/>
          <ac:spMkLst>
            <pc:docMk/>
            <pc:sldMk cId="1778827202" sldId="259"/>
            <ac:spMk id="17" creationId="{6FF99CFC-6FC0-056F-CC16-E9B6DFDC6277}"/>
          </ac:spMkLst>
        </pc:spChg>
        <pc:spChg chg="add mod">
          <ac:chgData name="Cai, Jianing (jc2ry)" userId="S::jc2ry@virginia.edu::3eb8c475-cb9e-4e33-8bb6-1bbdb68e17e3" providerId="AD" clId="Web-{2747742E-F630-0B0E-6A38-9D3D46404F25}" dt="2023-06-27T19:25:56.283" v="38" actId="1076"/>
          <ac:spMkLst>
            <pc:docMk/>
            <pc:sldMk cId="1778827202" sldId="259"/>
            <ac:spMk id="18" creationId="{A6D58284-322C-C704-E1C9-A810ECEC3923}"/>
          </ac:spMkLst>
        </pc:spChg>
        <pc:spChg chg="add mod">
          <ac:chgData name="Cai, Jianing (jc2ry)" userId="S::jc2ry@virginia.edu::3eb8c475-cb9e-4e33-8bb6-1bbdb68e17e3" providerId="AD" clId="Web-{2747742E-F630-0B0E-6A38-9D3D46404F25}" dt="2023-06-27T19:26:05.659" v="40" actId="1076"/>
          <ac:spMkLst>
            <pc:docMk/>
            <pc:sldMk cId="1778827202" sldId="259"/>
            <ac:spMk id="19" creationId="{AD2840D4-93A9-1739-F26D-56727B093123}"/>
          </ac:spMkLst>
        </pc:spChg>
        <pc:picChg chg="mod">
          <ac:chgData name="Cai, Jianing (jc2ry)" userId="S::jc2ry@virginia.edu::3eb8c475-cb9e-4e33-8bb6-1bbdb68e17e3" providerId="AD" clId="Web-{2747742E-F630-0B0E-6A38-9D3D46404F25}" dt="2023-06-27T19:27:12.583" v="43" actId="14100"/>
          <ac:picMkLst>
            <pc:docMk/>
            <pc:sldMk cId="1778827202" sldId="259"/>
            <ac:picMk id="4" creationId="{CFF3A325-69C9-65D1-CCE4-01F0660E23EB}"/>
          </ac:picMkLst>
        </pc:picChg>
      </pc:sldChg>
    </pc:docChg>
  </pc:docChgLst>
  <pc:docChgLst>
    <pc:chgData name="Marijke van der Geer" userId="S::mvandergeer0853_sdsu.edu#ext#@myuva.onmicrosoft.com::292b19e6-28e4-4adb-9813-3fd544a69f93" providerId="AD" clId="Web-{C1F60175-2F46-4F18-B2DA-9E5A526F2257}"/>
    <pc:docChg chg="addSld modSld">
      <pc:chgData name="Marijke van der Geer" userId="S::mvandergeer0853_sdsu.edu#ext#@myuva.onmicrosoft.com::292b19e6-28e4-4adb-9813-3fd544a69f93" providerId="AD" clId="Web-{C1F60175-2F46-4F18-B2DA-9E5A526F2257}" dt="2023-06-26T22:24:17.993" v="14" actId="20577"/>
      <pc:docMkLst>
        <pc:docMk/>
      </pc:docMkLst>
      <pc:sldChg chg="modSp new">
        <pc:chgData name="Marijke van der Geer" userId="S::mvandergeer0853_sdsu.edu#ext#@myuva.onmicrosoft.com::292b19e6-28e4-4adb-9813-3fd544a69f93" providerId="AD" clId="Web-{C1F60175-2F46-4F18-B2DA-9E5A526F2257}" dt="2023-06-26T22:24:17.993" v="14" actId="20577"/>
        <pc:sldMkLst>
          <pc:docMk/>
          <pc:sldMk cId="2618712666" sldId="268"/>
        </pc:sldMkLst>
        <pc:spChg chg="mod">
          <ac:chgData name="Marijke van der Geer" userId="S::mvandergeer0853_sdsu.edu#ext#@myuva.onmicrosoft.com::292b19e6-28e4-4adb-9813-3fd544a69f93" providerId="AD" clId="Web-{C1F60175-2F46-4F18-B2DA-9E5A526F2257}" dt="2023-06-26T22:24:17.993" v="14" actId="20577"/>
          <ac:spMkLst>
            <pc:docMk/>
            <pc:sldMk cId="2618712666" sldId="268"/>
            <ac:spMk id="2" creationId="{448D0AE7-84E3-2723-DAA1-9BBDDA9E47FA}"/>
          </ac:spMkLst>
        </pc:spChg>
      </pc:sldChg>
    </pc:docChg>
  </pc:docChgLst>
  <pc:docChgLst>
    <pc:chgData name="Marijke van der Geer" userId="S::mvandergeer0853_sdsu.edu#ext#@myuva.onmicrosoft.com::292b19e6-28e4-4adb-9813-3fd544a69f93" providerId="AD" clId="Web-{C2E78090-8AA7-4713-9B0E-A6B8E1B191C5}"/>
    <pc:docChg chg="addSld delSld modSld">
      <pc:chgData name="Marijke van der Geer" userId="S::mvandergeer0853_sdsu.edu#ext#@myuva.onmicrosoft.com::292b19e6-28e4-4adb-9813-3fd544a69f93" providerId="AD" clId="Web-{C2E78090-8AA7-4713-9B0E-A6B8E1B191C5}" dt="2023-06-27T15:21:38.653" v="174" actId="14100"/>
      <pc:docMkLst>
        <pc:docMk/>
      </pc:docMkLst>
      <pc:sldChg chg="modSp">
        <pc:chgData name="Marijke van der Geer" userId="S::mvandergeer0853_sdsu.edu#ext#@myuva.onmicrosoft.com::292b19e6-28e4-4adb-9813-3fd544a69f93" providerId="AD" clId="Web-{C2E78090-8AA7-4713-9B0E-A6B8E1B191C5}" dt="2023-06-27T14:40:44.074" v="162" actId="20577"/>
        <pc:sldMkLst>
          <pc:docMk/>
          <pc:sldMk cId="2752034520" sldId="257"/>
        </pc:sldMkLst>
        <pc:spChg chg="mod">
          <ac:chgData name="Marijke van der Geer" userId="S::mvandergeer0853_sdsu.edu#ext#@myuva.onmicrosoft.com::292b19e6-28e4-4adb-9813-3fd544a69f93" providerId="AD" clId="Web-{C2E78090-8AA7-4713-9B0E-A6B8E1B191C5}" dt="2023-06-27T14:40:44.074" v="162" actId="20577"/>
          <ac:spMkLst>
            <pc:docMk/>
            <pc:sldMk cId="2752034520" sldId="257"/>
            <ac:spMk id="3" creationId="{EB46229B-4B1E-4155-CAEA-0C98BD01D221}"/>
          </ac:spMkLst>
        </pc:spChg>
      </pc:sldChg>
      <pc:sldChg chg="addSp modSp">
        <pc:chgData name="Marijke van der Geer" userId="S::mvandergeer0853_sdsu.edu#ext#@myuva.onmicrosoft.com::292b19e6-28e4-4adb-9813-3fd544a69f93" providerId="AD" clId="Web-{C2E78090-8AA7-4713-9B0E-A6B8E1B191C5}" dt="2023-06-27T15:21:38.653" v="174" actId="14100"/>
        <pc:sldMkLst>
          <pc:docMk/>
          <pc:sldMk cId="107528949" sldId="261"/>
        </pc:sldMkLst>
        <pc:spChg chg="mod">
          <ac:chgData name="Marijke van der Geer" userId="S::mvandergeer0853_sdsu.edu#ext#@myuva.onmicrosoft.com::292b19e6-28e4-4adb-9813-3fd544a69f93" providerId="AD" clId="Web-{C2E78090-8AA7-4713-9B0E-A6B8E1B191C5}" dt="2023-06-27T15:13:16.256" v="172" actId="20577"/>
          <ac:spMkLst>
            <pc:docMk/>
            <pc:sldMk cId="107528949" sldId="261"/>
            <ac:spMk id="3" creationId="{B0E28096-0B7C-5EE1-C35D-04439B860F12}"/>
          </ac:spMkLst>
        </pc:spChg>
        <pc:picChg chg="add mod">
          <ac:chgData name="Marijke van der Geer" userId="S::mvandergeer0853_sdsu.edu#ext#@myuva.onmicrosoft.com::292b19e6-28e4-4adb-9813-3fd544a69f93" providerId="AD" clId="Web-{C2E78090-8AA7-4713-9B0E-A6B8E1B191C5}" dt="2023-06-27T15:21:38.653" v="174" actId="14100"/>
          <ac:picMkLst>
            <pc:docMk/>
            <pc:sldMk cId="107528949" sldId="261"/>
            <ac:picMk id="4" creationId="{B7C68486-86B4-13F3-DE5C-34D128549E95}"/>
          </ac:picMkLst>
        </pc:picChg>
      </pc:sldChg>
      <pc:sldChg chg="addSp modSp del mod modClrScheme chgLayout">
        <pc:chgData name="Marijke van der Geer" userId="S::mvandergeer0853_sdsu.edu#ext#@myuva.onmicrosoft.com::292b19e6-28e4-4adb-9813-3fd544a69f93" providerId="AD" clId="Web-{C2E78090-8AA7-4713-9B0E-A6B8E1B191C5}" dt="2023-06-27T13:56:03.657" v="58"/>
        <pc:sldMkLst>
          <pc:docMk/>
          <pc:sldMk cId="3898864978" sldId="264"/>
        </pc:sldMkLst>
        <pc:spChg chg="mod ord">
          <ac:chgData name="Marijke van der Geer" userId="S::mvandergeer0853_sdsu.edu#ext#@myuva.onmicrosoft.com::292b19e6-28e4-4adb-9813-3fd544a69f93" providerId="AD" clId="Web-{C2E78090-8AA7-4713-9B0E-A6B8E1B191C5}" dt="2023-06-27T13:50:01.719" v="36" actId="14100"/>
          <ac:spMkLst>
            <pc:docMk/>
            <pc:sldMk cId="3898864978" sldId="264"/>
            <ac:spMk id="2" creationId="{508CBD45-537E-7246-458E-ECF2A50E9984}"/>
          </ac:spMkLst>
        </pc:spChg>
        <pc:picChg chg="add mod">
          <ac:chgData name="Marijke van der Geer" userId="S::mvandergeer0853_sdsu.edu#ext#@myuva.onmicrosoft.com::292b19e6-28e4-4adb-9813-3fd544a69f93" providerId="AD" clId="Web-{C2E78090-8AA7-4713-9B0E-A6B8E1B191C5}" dt="2023-06-27T13:50:13.642" v="38" actId="14100"/>
          <ac:picMkLst>
            <pc:docMk/>
            <pc:sldMk cId="3898864978" sldId="264"/>
            <ac:picMk id="3" creationId="{EA2E7961-51B9-4B44-130A-2158F3D4D8F7}"/>
          </ac:picMkLst>
        </pc:picChg>
      </pc:sldChg>
      <pc:sldChg chg="modSp">
        <pc:chgData name="Marijke van der Geer" userId="S::mvandergeer0853_sdsu.edu#ext#@myuva.onmicrosoft.com::292b19e6-28e4-4adb-9813-3fd544a69f93" providerId="AD" clId="Web-{C2E78090-8AA7-4713-9B0E-A6B8E1B191C5}" dt="2023-06-27T14:18:26.921" v="136" actId="20577"/>
        <pc:sldMkLst>
          <pc:docMk/>
          <pc:sldMk cId="794976424" sldId="265"/>
        </pc:sldMkLst>
        <pc:spChg chg="mod">
          <ac:chgData name="Marijke van der Geer" userId="S::mvandergeer0853_sdsu.edu#ext#@myuva.onmicrosoft.com::292b19e6-28e4-4adb-9813-3fd544a69f93" providerId="AD" clId="Web-{C2E78090-8AA7-4713-9B0E-A6B8E1B191C5}" dt="2023-06-27T14:18:26.921" v="136" actId="20577"/>
          <ac:spMkLst>
            <pc:docMk/>
            <pc:sldMk cId="794976424" sldId="265"/>
            <ac:spMk id="3" creationId="{5E8F4ACF-A0B1-932C-318B-8876F52A0C62}"/>
          </ac:spMkLst>
        </pc:spChg>
      </pc:sldChg>
      <pc:sldChg chg="addSp modSp">
        <pc:chgData name="Marijke van der Geer" userId="S::mvandergeer0853_sdsu.edu#ext#@myuva.onmicrosoft.com::292b19e6-28e4-4adb-9813-3fd544a69f93" providerId="AD" clId="Web-{C2E78090-8AA7-4713-9B0E-A6B8E1B191C5}" dt="2023-06-27T13:56:36.378" v="60" actId="14100"/>
        <pc:sldMkLst>
          <pc:docMk/>
          <pc:sldMk cId="266384320" sldId="266"/>
        </pc:sldMkLst>
        <pc:picChg chg="add mod">
          <ac:chgData name="Marijke van der Geer" userId="S::mvandergeer0853_sdsu.edu#ext#@myuva.onmicrosoft.com::292b19e6-28e4-4adb-9813-3fd544a69f93" providerId="AD" clId="Web-{C2E78090-8AA7-4713-9B0E-A6B8E1B191C5}" dt="2023-06-27T13:56:36.378" v="60" actId="14100"/>
          <ac:picMkLst>
            <pc:docMk/>
            <pc:sldMk cId="266384320" sldId="266"/>
            <ac:picMk id="4" creationId="{CF8EB67B-8DF4-011B-238F-D1DE2FCAD756}"/>
          </ac:picMkLst>
        </pc:picChg>
      </pc:sldChg>
      <pc:sldChg chg="del">
        <pc:chgData name="Marijke van der Geer" userId="S::mvandergeer0853_sdsu.edu#ext#@myuva.onmicrosoft.com::292b19e6-28e4-4adb-9813-3fd544a69f93" providerId="AD" clId="Web-{C2E78090-8AA7-4713-9B0E-A6B8E1B191C5}" dt="2023-06-27T14:18:29.405" v="137"/>
        <pc:sldMkLst>
          <pc:docMk/>
          <pc:sldMk cId="3734681121" sldId="267"/>
        </pc:sldMkLst>
      </pc:sldChg>
      <pc:sldChg chg="del">
        <pc:chgData name="Marijke van der Geer" userId="S::mvandergeer0853_sdsu.edu#ext#@myuva.onmicrosoft.com::292b19e6-28e4-4adb-9813-3fd544a69f93" providerId="AD" clId="Web-{C2E78090-8AA7-4713-9B0E-A6B8E1B191C5}" dt="2023-06-27T13:35:30.852" v="0"/>
        <pc:sldMkLst>
          <pc:docMk/>
          <pc:sldMk cId="3431475616" sldId="270"/>
        </pc:sldMkLst>
      </pc:sldChg>
      <pc:sldChg chg="delSp modSp new">
        <pc:chgData name="Marijke van der Geer" userId="S::mvandergeer0853_sdsu.edu#ext#@myuva.onmicrosoft.com::292b19e6-28e4-4adb-9813-3fd544a69f93" providerId="AD" clId="Web-{C2E78090-8AA7-4713-9B0E-A6B8E1B191C5}" dt="2023-06-27T14:12:37.639" v="133" actId="20577"/>
        <pc:sldMkLst>
          <pc:docMk/>
          <pc:sldMk cId="4023299703" sldId="270"/>
        </pc:sldMkLst>
        <pc:spChg chg="mod">
          <ac:chgData name="Marijke van der Geer" userId="S::mvandergeer0853_sdsu.edu#ext#@myuva.onmicrosoft.com::292b19e6-28e4-4adb-9813-3fd544a69f93" providerId="AD" clId="Web-{C2E78090-8AA7-4713-9B0E-A6B8E1B191C5}" dt="2023-06-27T13:40:42.319" v="9" actId="20577"/>
          <ac:spMkLst>
            <pc:docMk/>
            <pc:sldMk cId="4023299703" sldId="270"/>
            <ac:spMk id="2" creationId="{2D219428-A476-9410-6D0C-9BEC7B76498A}"/>
          </ac:spMkLst>
        </pc:spChg>
        <pc:spChg chg="mod">
          <ac:chgData name="Marijke van der Geer" userId="S::mvandergeer0853_sdsu.edu#ext#@myuva.onmicrosoft.com::292b19e6-28e4-4adb-9813-3fd544a69f93" providerId="AD" clId="Web-{C2E78090-8AA7-4713-9B0E-A6B8E1B191C5}" dt="2023-06-27T14:12:37.639" v="133" actId="20577"/>
          <ac:spMkLst>
            <pc:docMk/>
            <pc:sldMk cId="4023299703" sldId="270"/>
            <ac:spMk id="3" creationId="{29EAA496-25DA-DA77-7F94-69E16D8B088F}"/>
          </ac:spMkLst>
        </pc:spChg>
        <pc:spChg chg="del">
          <ac:chgData name="Marijke van der Geer" userId="S::mvandergeer0853_sdsu.edu#ext#@myuva.onmicrosoft.com::292b19e6-28e4-4adb-9813-3fd544a69f93" providerId="AD" clId="Web-{C2E78090-8AA7-4713-9B0E-A6B8E1B191C5}" dt="2023-06-27T14:02:07.783" v="92"/>
          <ac:spMkLst>
            <pc:docMk/>
            <pc:sldMk cId="4023299703" sldId="270"/>
            <ac:spMk id="4" creationId="{3392CCCD-A233-70A7-0EA8-D96E66374902}"/>
          </ac:spMkLst>
        </pc:spChg>
      </pc:sldChg>
      <pc:sldChg chg="addSp modSp add del replId">
        <pc:chgData name="Marijke van der Geer" userId="S::mvandergeer0853_sdsu.edu#ext#@myuva.onmicrosoft.com::292b19e6-28e4-4adb-9813-3fd544a69f93" providerId="AD" clId="Web-{C2E78090-8AA7-4713-9B0E-A6B8E1B191C5}" dt="2023-06-27T13:55:38.578" v="55"/>
        <pc:sldMkLst>
          <pc:docMk/>
          <pc:sldMk cId="477238610" sldId="271"/>
        </pc:sldMkLst>
        <pc:picChg chg="mod modCrop">
          <ac:chgData name="Marijke van der Geer" userId="S::mvandergeer0853_sdsu.edu#ext#@myuva.onmicrosoft.com::292b19e6-28e4-4adb-9813-3fd544a69f93" providerId="AD" clId="Web-{C2E78090-8AA7-4713-9B0E-A6B8E1B191C5}" dt="2023-06-27T13:55:31.453" v="53" actId="1076"/>
          <ac:picMkLst>
            <pc:docMk/>
            <pc:sldMk cId="477238610" sldId="271"/>
            <ac:picMk id="4" creationId="{CF8EB67B-8DF4-011B-238F-D1DE2FCAD756}"/>
          </ac:picMkLst>
        </pc:picChg>
        <pc:picChg chg="add mod modCrop">
          <ac:chgData name="Marijke van der Geer" userId="S::mvandergeer0853_sdsu.edu#ext#@myuva.onmicrosoft.com::292b19e6-28e4-4adb-9813-3fd544a69f93" providerId="AD" clId="Web-{C2E78090-8AA7-4713-9B0E-A6B8E1B191C5}" dt="2023-06-27T13:55:35.719" v="54" actId="1076"/>
          <ac:picMkLst>
            <pc:docMk/>
            <pc:sldMk cId="477238610" sldId="271"/>
            <ac:picMk id="5" creationId="{1AC6A181-7D31-EABB-71BA-71EBD9A5CF01}"/>
          </ac:picMkLst>
        </pc:picChg>
      </pc:sldChg>
    </pc:docChg>
  </pc:docChgLst>
  <pc:docChgLst>
    <pc:chgData name="Marijke van der Geer" userId="S::mvandergeer0853_sdsu.edu#ext#@myuva.onmicrosoft.com::292b19e6-28e4-4adb-9813-3fd544a69f93" providerId="AD" clId="Web-{0BA2066A-8BDD-43AD-9539-ECBDE85376EC}"/>
    <pc:docChg chg="addSld delSld modSld">
      <pc:chgData name="Marijke van der Geer" userId="S::mvandergeer0853_sdsu.edu#ext#@myuva.onmicrosoft.com::292b19e6-28e4-4adb-9813-3fd544a69f93" providerId="AD" clId="Web-{0BA2066A-8BDD-43AD-9539-ECBDE85376EC}" dt="2023-06-27T03:22:26.172" v="428" actId="20577"/>
      <pc:docMkLst>
        <pc:docMk/>
      </pc:docMkLst>
      <pc:sldChg chg="modSp">
        <pc:chgData name="Marijke van der Geer" userId="S::mvandergeer0853_sdsu.edu#ext#@myuva.onmicrosoft.com::292b19e6-28e4-4adb-9813-3fd544a69f93" providerId="AD" clId="Web-{0BA2066A-8BDD-43AD-9539-ECBDE85376EC}" dt="2023-06-27T03:20:49.025" v="424" actId="20577"/>
        <pc:sldMkLst>
          <pc:docMk/>
          <pc:sldMk cId="2344492200" sldId="258"/>
        </pc:sldMkLst>
        <pc:spChg chg="mod">
          <ac:chgData name="Marijke van der Geer" userId="S::mvandergeer0853_sdsu.edu#ext#@myuva.onmicrosoft.com::292b19e6-28e4-4adb-9813-3fd544a69f93" providerId="AD" clId="Web-{0BA2066A-8BDD-43AD-9539-ECBDE85376EC}" dt="2023-06-27T03:20:49.025" v="424" actId="20577"/>
          <ac:spMkLst>
            <pc:docMk/>
            <pc:sldMk cId="2344492200" sldId="258"/>
            <ac:spMk id="3" creationId="{C717FE46-B27C-83DA-C489-4BF1A560C4AD}"/>
          </ac:spMkLst>
        </pc:spChg>
      </pc:sldChg>
      <pc:sldChg chg="modSp">
        <pc:chgData name="Marijke van der Geer" userId="S::mvandergeer0853_sdsu.edu#ext#@myuva.onmicrosoft.com::292b19e6-28e4-4adb-9813-3fd544a69f93" providerId="AD" clId="Web-{0BA2066A-8BDD-43AD-9539-ECBDE85376EC}" dt="2023-06-27T03:20:36.961" v="420" actId="20577"/>
        <pc:sldMkLst>
          <pc:docMk/>
          <pc:sldMk cId="1088556243" sldId="263"/>
        </pc:sldMkLst>
        <pc:spChg chg="mod">
          <ac:chgData name="Marijke van der Geer" userId="S::mvandergeer0853_sdsu.edu#ext#@myuva.onmicrosoft.com::292b19e6-28e4-4adb-9813-3fd544a69f93" providerId="AD" clId="Web-{0BA2066A-8BDD-43AD-9539-ECBDE85376EC}" dt="2023-06-27T03:20:36.961" v="420" actId="20577"/>
          <ac:spMkLst>
            <pc:docMk/>
            <pc:sldMk cId="1088556243" sldId="263"/>
            <ac:spMk id="3" creationId="{36D9514D-A03B-CB11-0082-A282D33A8BAF}"/>
          </ac:spMkLst>
        </pc:spChg>
      </pc:sldChg>
      <pc:sldChg chg="delSp modSp">
        <pc:chgData name="Marijke van der Geer" userId="S::mvandergeer0853_sdsu.edu#ext#@myuva.onmicrosoft.com::292b19e6-28e4-4adb-9813-3fd544a69f93" providerId="AD" clId="Web-{0BA2066A-8BDD-43AD-9539-ECBDE85376EC}" dt="2023-06-27T02:41:55.753" v="90"/>
        <pc:sldMkLst>
          <pc:docMk/>
          <pc:sldMk cId="3898864978" sldId="264"/>
        </pc:sldMkLst>
        <pc:spChg chg="del mod">
          <ac:chgData name="Marijke van der Geer" userId="S::mvandergeer0853_sdsu.edu#ext#@myuva.onmicrosoft.com::292b19e6-28e4-4adb-9813-3fd544a69f93" providerId="AD" clId="Web-{0BA2066A-8BDD-43AD-9539-ECBDE85376EC}" dt="2023-06-27T02:41:55.753" v="90"/>
          <ac:spMkLst>
            <pc:docMk/>
            <pc:sldMk cId="3898864978" sldId="264"/>
            <ac:spMk id="3" creationId="{4152264C-7027-B6FB-2863-5BE64974E92D}"/>
          </ac:spMkLst>
        </pc:spChg>
      </pc:sldChg>
      <pc:sldChg chg="delSp modSp">
        <pc:chgData name="Marijke van der Geer" userId="S::mvandergeer0853_sdsu.edu#ext#@myuva.onmicrosoft.com::292b19e6-28e4-4adb-9813-3fd544a69f93" providerId="AD" clId="Web-{0BA2066A-8BDD-43AD-9539-ECBDE85376EC}" dt="2023-06-27T03:16:53.899" v="386" actId="20577"/>
        <pc:sldMkLst>
          <pc:docMk/>
          <pc:sldMk cId="794976424" sldId="265"/>
        </pc:sldMkLst>
        <pc:spChg chg="mod">
          <ac:chgData name="Marijke van der Geer" userId="S::mvandergeer0853_sdsu.edu#ext#@myuva.onmicrosoft.com::292b19e6-28e4-4adb-9813-3fd544a69f93" providerId="AD" clId="Web-{0BA2066A-8BDD-43AD-9539-ECBDE85376EC}" dt="2023-06-27T03:16:53.899" v="386" actId="20577"/>
          <ac:spMkLst>
            <pc:docMk/>
            <pc:sldMk cId="794976424" sldId="265"/>
            <ac:spMk id="3" creationId="{5E8F4ACF-A0B1-932C-318B-8876F52A0C62}"/>
          </ac:spMkLst>
        </pc:spChg>
        <pc:spChg chg="del">
          <ac:chgData name="Marijke van der Geer" userId="S::mvandergeer0853_sdsu.edu#ext#@myuva.onmicrosoft.com::292b19e6-28e4-4adb-9813-3fd544a69f93" providerId="AD" clId="Web-{0BA2066A-8BDD-43AD-9539-ECBDE85376EC}" dt="2023-06-27T03:00:49.488" v="259"/>
          <ac:spMkLst>
            <pc:docMk/>
            <pc:sldMk cId="794976424" sldId="265"/>
            <ac:spMk id="4" creationId="{FADF2E20-A9E5-7FAB-E899-800AAC056C2D}"/>
          </ac:spMkLst>
        </pc:spChg>
      </pc:sldChg>
      <pc:sldChg chg="delSp modSp">
        <pc:chgData name="Marijke van der Geer" userId="S::mvandergeer0853_sdsu.edu#ext#@myuva.onmicrosoft.com::292b19e6-28e4-4adb-9813-3fd544a69f93" providerId="AD" clId="Web-{0BA2066A-8BDD-43AD-9539-ECBDE85376EC}" dt="2023-06-27T03:19:24.753" v="411" actId="20577"/>
        <pc:sldMkLst>
          <pc:docMk/>
          <pc:sldMk cId="266384320" sldId="266"/>
        </pc:sldMkLst>
        <pc:spChg chg="mod">
          <ac:chgData name="Marijke van der Geer" userId="S::mvandergeer0853_sdsu.edu#ext#@myuva.onmicrosoft.com::292b19e6-28e4-4adb-9813-3fd544a69f93" providerId="AD" clId="Web-{0BA2066A-8BDD-43AD-9539-ECBDE85376EC}" dt="2023-06-27T03:19:24.753" v="411" actId="20577"/>
          <ac:spMkLst>
            <pc:docMk/>
            <pc:sldMk cId="266384320" sldId="266"/>
            <ac:spMk id="2" creationId="{9F71B6F2-08D1-8DDC-B996-51CF69881EB7}"/>
          </ac:spMkLst>
        </pc:spChg>
        <pc:spChg chg="mod">
          <ac:chgData name="Marijke van der Geer" userId="S::mvandergeer0853_sdsu.edu#ext#@myuva.onmicrosoft.com::292b19e6-28e4-4adb-9813-3fd544a69f93" providerId="AD" clId="Web-{0BA2066A-8BDD-43AD-9539-ECBDE85376EC}" dt="2023-06-27T03:02:07.462" v="281" actId="20577"/>
          <ac:spMkLst>
            <pc:docMk/>
            <pc:sldMk cId="266384320" sldId="266"/>
            <ac:spMk id="3" creationId="{C0DA1251-BDA4-A86A-A634-EB8663C20F15}"/>
          </ac:spMkLst>
        </pc:spChg>
        <pc:spChg chg="del mod">
          <ac:chgData name="Marijke van der Geer" userId="S::mvandergeer0853_sdsu.edu#ext#@myuva.onmicrosoft.com::292b19e6-28e4-4adb-9813-3fd544a69f93" providerId="AD" clId="Web-{0BA2066A-8BDD-43AD-9539-ECBDE85376EC}" dt="2023-06-27T03:01:28.460" v="263"/>
          <ac:spMkLst>
            <pc:docMk/>
            <pc:sldMk cId="266384320" sldId="266"/>
            <ac:spMk id="4" creationId="{EA0D5D4D-1B27-5B38-1DE5-E572A8CCD608}"/>
          </ac:spMkLst>
        </pc:spChg>
      </pc:sldChg>
      <pc:sldChg chg="delSp modSp">
        <pc:chgData name="Marijke van der Geer" userId="S::mvandergeer0853_sdsu.edu#ext#@myuva.onmicrosoft.com::292b19e6-28e4-4adb-9813-3fd544a69f93" providerId="AD" clId="Web-{0BA2066A-8BDD-43AD-9539-ECBDE85376EC}" dt="2023-06-27T03:22:26.172" v="428" actId="20577"/>
        <pc:sldMkLst>
          <pc:docMk/>
          <pc:sldMk cId="3734681121" sldId="267"/>
        </pc:sldMkLst>
        <pc:spChg chg="mod">
          <ac:chgData name="Marijke van der Geer" userId="S::mvandergeer0853_sdsu.edu#ext#@myuva.onmicrosoft.com::292b19e6-28e4-4adb-9813-3fd544a69f93" providerId="AD" clId="Web-{0BA2066A-8BDD-43AD-9539-ECBDE85376EC}" dt="2023-06-27T03:22:26.172" v="428" actId="20577"/>
          <ac:spMkLst>
            <pc:docMk/>
            <pc:sldMk cId="3734681121" sldId="267"/>
            <ac:spMk id="3" creationId="{5556E3B2-8950-35DC-13FB-D45DAABC2B6B}"/>
          </ac:spMkLst>
        </pc:spChg>
        <pc:spChg chg="del mod">
          <ac:chgData name="Marijke van der Geer" userId="S::mvandergeer0853_sdsu.edu#ext#@myuva.onmicrosoft.com::292b19e6-28e4-4adb-9813-3fd544a69f93" providerId="AD" clId="Web-{0BA2066A-8BDD-43AD-9539-ECBDE85376EC}" dt="2023-06-27T03:00:09.454" v="239"/>
          <ac:spMkLst>
            <pc:docMk/>
            <pc:sldMk cId="3734681121" sldId="267"/>
            <ac:spMk id="4" creationId="{9A0C3124-8698-348E-1282-8BA54F883C21}"/>
          </ac:spMkLst>
        </pc:spChg>
      </pc:sldChg>
      <pc:sldChg chg="modSp del">
        <pc:chgData name="Marijke van der Geer" userId="S::mvandergeer0853_sdsu.edu#ext#@myuva.onmicrosoft.com::292b19e6-28e4-4adb-9813-3fd544a69f93" providerId="AD" clId="Web-{0BA2066A-8BDD-43AD-9539-ECBDE85376EC}" dt="2023-06-27T02:51:49.888" v="173"/>
        <pc:sldMkLst>
          <pc:docMk/>
          <pc:sldMk cId="2618712666" sldId="268"/>
        </pc:sldMkLst>
        <pc:spChg chg="mod">
          <ac:chgData name="Marijke van der Geer" userId="S::mvandergeer0853_sdsu.edu#ext#@myuva.onmicrosoft.com::292b19e6-28e4-4adb-9813-3fd544a69f93" providerId="AD" clId="Web-{0BA2066A-8BDD-43AD-9539-ECBDE85376EC}" dt="2023-06-27T02:44:08.449" v="114" actId="20577"/>
          <ac:spMkLst>
            <pc:docMk/>
            <pc:sldMk cId="2618712666" sldId="268"/>
            <ac:spMk id="3" creationId="{2B0B1712-7321-2516-1A21-0584E709C231}"/>
          </ac:spMkLst>
        </pc:spChg>
      </pc:sldChg>
      <pc:sldChg chg="modSp new">
        <pc:chgData name="Marijke van der Geer" userId="S::mvandergeer0853_sdsu.edu#ext#@myuva.onmicrosoft.com::292b19e6-28e4-4adb-9813-3fd544a69f93" providerId="AD" clId="Web-{0BA2066A-8BDD-43AD-9539-ECBDE85376EC}" dt="2023-06-27T02:51:45.731" v="172" actId="20577"/>
        <pc:sldMkLst>
          <pc:docMk/>
          <pc:sldMk cId="2204200227" sldId="269"/>
        </pc:sldMkLst>
        <pc:spChg chg="mod">
          <ac:chgData name="Marijke van der Geer" userId="S::mvandergeer0853_sdsu.edu#ext#@myuva.onmicrosoft.com::292b19e6-28e4-4adb-9813-3fd544a69f93" providerId="AD" clId="Web-{0BA2066A-8BDD-43AD-9539-ECBDE85376EC}" dt="2023-06-27T01:44:39.794" v="22" actId="20577"/>
          <ac:spMkLst>
            <pc:docMk/>
            <pc:sldMk cId="2204200227" sldId="269"/>
            <ac:spMk id="2" creationId="{5704E553-1E18-339D-E66D-D3175404E443}"/>
          </ac:spMkLst>
        </pc:spChg>
        <pc:spChg chg="mod">
          <ac:chgData name="Marijke van der Geer" userId="S::mvandergeer0853_sdsu.edu#ext#@myuva.onmicrosoft.com::292b19e6-28e4-4adb-9813-3fd544a69f93" providerId="AD" clId="Web-{0BA2066A-8BDD-43AD-9539-ECBDE85376EC}" dt="2023-06-27T02:51:45.731" v="172" actId="20577"/>
          <ac:spMkLst>
            <pc:docMk/>
            <pc:sldMk cId="2204200227" sldId="269"/>
            <ac:spMk id="3" creationId="{1CC99941-B0E6-086B-8742-CB95E5129085}"/>
          </ac:spMkLst>
        </pc:spChg>
      </pc:sldChg>
      <pc:sldChg chg="delSp modSp new">
        <pc:chgData name="Marijke van der Geer" userId="S::mvandergeer0853_sdsu.edu#ext#@myuva.onmicrosoft.com::292b19e6-28e4-4adb-9813-3fd544a69f93" providerId="AD" clId="Web-{0BA2066A-8BDD-43AD-9539-ECBDE85376EC}" dt="2023-06-27T02:42:08.957" v="97"/>
        <pc:sldMkLst>
          <pc:docMk/>
          <pc:sldMk cId="3431475616" sldId="270"/>
        </pc:sldMkLst>
        <pc:spChg chg="mod">
          <ac:chgData name="Marijke van der Geer" userId="S::mvandergeer0853_sdsu.edu#ext#@myuva.onmicrosoft.com::292b19e6-28e4-4adb-9813-3fd544a69f93" providerId="AD" clId="Web-{0BA2066A-8BDD-43AD-9539-ECBDE85376EC}" dt="2023-06-27T02:42:04.753" v="96" actId="20577"/>
          <ac:spMkLst>
            <pc:docMk/>
            <pc:sldMk cId="3431475616" sldId="270"/>
            <ac:spMk id="2" creationId="{FD644A49-D2FD-3CC3-5EF5-9C2F5098C26A}"/>
          </ac:spMkLst>
        </pc:spChg>
        <pc:spChg chg="del">
          <ac:chgData name="Marijke van der Geer" userId="S::mvandergeer0853_sdsu.edu#ext#@myuva.onmicrosoft.com::292b19e6-28e4-4adb-9813-3fd544a69f93" providerId="AD" clId="Web-{0BA2066A-8BDD-43AD-9539-ECBDE85376EC}" dt="2023-06-27T02:42:08.957" v="97"/>
          <ac:spMkLst>
            <pc:docMk/>
            <pc:sldMk cId="3431475616" sldId="270"/>
            <ac:spMk id="3" creationId="{5E739F34-2962-51E3-012C-A8B49FE73104}"/>
          </ac:spMkLst>
        </pc:spChg>
      </pc:sldChg>
      <pc:sldChg chg="new del">
        <pc:chgData name="Marijke van der Geer" userId="S::mvandergeer0853_sdsu.edu#ext#@myuva.onmicrosoft.com::292b19e6-28e4-4adb-9813-3fd544a69f93" providerId="AD" clId="Web-{0BA2066A-8BDD-43AD-9539-ECBDE85376EC}" dt="2023-06-27T02:52:56.361" v="174"/>
        <pc:sldMkLst>
          <pc:docMk/>
          <pc:sldMk cId="3469773788" sldId="271"/>
        </pc:sldMkLst>
      </pc:sldChg>
    </pc:docChg>
  </pc:docChgLst>
  <pc:docChgLst>
    <pc:chgData name="Cai, Jianing (jc2ry)" userId="S::jc2ry@virginia.edu::3eb8c475-cb9e-4e33-8bb6-1bbdb68e17e3" providerId="AD" clId="Web-{79B19A0C-3F86-4B5B-AD0A-5A0F13BED180}"/>
    <pc:docChg chg="addSld modSld addMainMaster delMainMaster">
      <pc:chgData name="Cai, Jianing (jc2ry)" userId="S::jc2ry@virginia.edu::3eb8c475-cb9e-4e33-8bb6-1bbdb68e17e3" providerId="AD" clId="Web-{79B19A0C-3F86-4B5B-AD0A-5A0F13BED180}" dt="2023-06-26T16:17:14.838" v="326"/>
      <pc:docMkLst>
        <pc:docMk/>
      </pc:docMkLst>
      <pc:sldChg chg="addSp modSp mod setBg modClrScheme chgLayout">
        <pc:chgData name="Cai, Jianing (jc2ry)" userId="S::jc2ry@virginia.edu::3eb8c475-cb9e-4e33-8bb6-1bbdb68e17e3" providerId="AD" clId="Web-{79B19A0C-3F86-4B5B-AD0A-5A0F13BED180}" dt="2023-06-26T15:01:55.697" v="16" actId="20577"/>
        <pc:sldMkLst>
          <pc:docMk/>
          <pc:sldMk cId="109857222" sldId="256"/>
        </pc:sldMkLst>
        <pc:spChg chg="mod">
          <ac:chgData name="Cai, Jianing (jc2ry)" userId="S::jc2ry@virginia.edu::3eb8c475-cb9e-4e33-8bb6-1bbdb68e17e3" providerId="AD" clId="Web-{79B19A0C-3F86-4B5B-AD0A-5A0F13BED180}" dt="2023-06-26T15:01:38.775" v="9" actId="20577"/>
          <ac:spMkLst>
            <pc:docMk/>
            <pc:sldMk cId="109857222" sldId="256"/>
            <ac:spMk id="2" creationId="{00000000-0000-0000-0000-000000000000}"/>
          </ac:spMkLst>
        </pc:spChg>
        <pc:spChg chg="mod">
          <ac:chgData name="Cai, Jianing (jc2ry)" userId="S::jc2ry@virginia.edu::3eb8c475-cb9e-4e33-8bb6-1bbdb68e17e3" providerId="AD" clId="Web-{79B19A0C-3F86-4B5B-AD0A-5A0F13BED180}" dt="2023-06-26T15:01:55.697" v="16" actId="20577"/>
          <ac:spMkLst>
            <pc:docMk/>
            <pc:sldMk cId="109857222" sldId="256"/>
            <ac:spMk id="3" creationId="{00000000-0000-0000-0000-000000000000}"/>
          </ac:spMkLst>
        </pc:spChg>
        <pc:spChg chg="add">
          <ac:chgData name="Cai, Jianing (jc2ry)" userId="S::jc2ry@virginia.edu::3eb8c475-cb9e-4e33-8bb6-1bbdb68e17e3" providerId="AD" clId="Web-{79B19A0C-3F86-4B5B-AD0A-5A0F13BED180}" dt="2023-06-26T14:58:36.503" v="0"/>
          <ac:spMkLst>
            <pc:docMk/>
            <pc:sldMk cId="109857222" sldId="256"/>
            <ac:spMk id="9" creationId="{C7B352FC-1F44-4AB9-A2BD-FBF231C6B1C1}"/>
          </ac:spMkLst>
        </pc:spChg>
        <pc:spChg chg="add">
          <ac:chgData name="Cai, Jianing (jc2ry)" userId="S::jc2ry@virginia.edu::3eb8c475-cb9e-4e33-8bb6-1bbdb68e17e3" providerId="AD" clId="Web-{79B19A0C-3F86-4B5B-AD0A-5A0F13BED180}" dt="2023-06-26T14:58:36.503" v="0"/>
          <ac:spMkLst>
            <pc:docMk/>
            <pc:sldMk cId="109857222" sldId="256"/>
            <ac:spMk id="11" creationId="{0ADDB668-2CA4-4D2B-9C34-3487CA330BA8}"/>
          </ac:spMkLst>
        </pc:spChg>
        <pc:spChg chg="add">
          <ac:chgData name="Cai, Jianing (jc2ry)" userId="S::jc2ry@virginia.edu::3eb8c475-cb9e-4e33-8bb6-1bbdb68e17e3" providerId="AD" clId="Web-{79B19A0C-3F86-4B5B-AD0A-5A0F13BED180}" dt="2023-06-26T14:58:36.503" v="0"/>
          <ac:spMkLst>
            <pc:docMk/>
            <pc:sldMk cId="109857222" sldId="256"/>
            <ac:spMk id="13" creationId="{2568BC19-F052-4108-93E1-6A3D1DEC072F}"/>
          </ac:spMkLst>
        </pc:spChg>
        <pc:spChg chg="add">
          <ac:chgData name="Cai, Jianing (jc2ry)" userId="S::jc2ry@virginia.edu::3eb8c475-cb9e-4e33-8bb6-1bbdb68e17e3" providerId="AD" clId="Web-{79B19A0C-3F86-4B5B-AD0A-5A0F13BED180}" dt="2023-06-26T14:58:36.503" v="0"/>
          <ac:spMkLst>
            <pc:docMk/>
            <pc:sldMk cId="109857222" sldId="256"/>
            <ac:spMk id="15" creationId="{D5FD337D-4D6B-4C8B-B6F5-121097E09881}"/>
          </ac:spMkLst>
        </pc:spChg>
        <pc:picChg chg="add">
          <ac:chgData name="Cai, Jianing (jc2ry)" userId="S::jc2ry@virginia.edu::3eb8c475-cb9e-4e33-8bb6-1bbdb68e17e3" providerId="AD" clId="Web-{79B19A0C-3F86-4B5B-AD0A-5A0F13BED180}" dt="2023-06-26T14:58:36.503" v="0"/>
          <ac:picMkLst>
            <pc:docMk/>
            <pc:sldMk cId="109857222" sldId="256"/>
            <ac:picMk id="4" creationId="{1D388085-51A3-A0B8-360F-383F4F3A9DBB}"/>
          </ac:picMkLst>
        </pc:picChg>
      </pc:sldChg>
      <pc:sldChg chg="modSp new">
        <pc:chgData name="Cai, Jianing (jc2ry)" userId="S::jc2ry@virginia.edu::3eb8c475-cb9e-4e33-8bb6-1bbdb68e17e3" providerId="AD" clId="Web-{79B19A0C-3F86-4B5B-AD0A-5A0F13BED180}" dt="2023-06-26T16:09:02.506" v="232" actId="20577"/>
        <pc:sldMkLst>
          <pc:docMk/>
          <pc:sldMk cId="2752034520" sldId="257"/>
        </pc:sldMkLst>
        <pc:spChg chg="mod">
          <ac:chgData name="Cai, Jianing (jc2ry)" userId="S::jc2ry@virginia.edu::3eb8c475-cb9e-4e33-8bb6-1bbdb68e17e3" providerId="AD" clId="Web-{79B19A0C-3F86-4B5B-AD0A-5A0F13BED180}" dt="2023-06-26T16:03:45.618" v="117" actId="20577"/>
          <ac:spMkLst>
            <pc:docMk/>
            <pc:sldMk cId="2752034520" sldId="257"/>
            <ac:spMk id="2" creationId="{737B7637-0C20-CA83-503F-0F867DC3E740}"/>
          </ac:spMkLst>
        </pc:spChg>
        <pc:spChg chg="mod">
          <ac:chgData name="Cai, Jianing (jc2ry)" userId="S::jc2ry@virginia.edu::3eb8c475-cb9e-4e33-8bb6-1bbdb68e17e3" providerId="AD" clId="Web-{79B19A0C-3F86-4B5B-AD0A-5A0F13BED180}" dt="2023-06-26T16:09:02.506" v="232" actId="20577"/>
          <ac:spMkLst>
            <pc:docMk/>
            <pc:sldMk cId="2752034520" sldId="257"/>
            <ac:spMk id="3" creationId="{EB46229B-4B1E-4155-CAEA-0C98BD01D221}"/>
          </ac:spMkLst>
        </pc:spChg>
      </pc:sldChg>
      <pc:sldChg chg="modSp new">
        <pc:chgData name="Cai, Jianing (jc2ry)" userId="S::jc2ry@virginia.edu::3eb8c475-cb9e-4e33-8bb6-1bbdb68e17e3" providerId="AD" clId="Web-{79B19A0C-3F86-4B5B-AD0A-5A0F13BED180}" dt="2023-06-26T16:15:35.037" v="284" actId="20577"/>
        <pc:sldMkLst>
          <pc:docMk/>
          <pc:sldMk cId="2344492200" sldId="258"/>
        </pc:sldMkLst>
        <pc:spChg chg="mod">
          <ac:chgData name="Cai, Jianing (jc2ry)" userId="S::jc2ry@virginia.edu::3eb8c475-cb9e-4e33-8bb6-1bbdb68e17e3" providerId="AD" clId="Web-{79B19A0C-3F86-4B5B-AD0A-5A0F13BED180}" dt="2023-06-26T16:13:51.908" v="270" actId="20577"/>
          <ac:spMkLst>
            <pc:docMk/>
            <pc:sldMk cId="2344492200" sldId="258"/>
            <ac:spMk id="2" creationId="{81828252-D70C-21DE-8A3C-15211AA96790}"/>
          </ac:spMkLst>
        </pc:spChg>
        <pc:spChg chg="mod">
          <ac:chgData name="Cai, Jianing (jc2ry)" userId="S::jc2ry@virginia.edu::3eb8c475-cb9e-4e33-8bb6-1bbdb68e17e3" providerId="AD" clId="Web-{79B19A0C-3F86-4B5B-AD0A-5A0F13BED180}" dt="2023-06-26T16:15:35.037" v="284" actId="20577"/>
          <ac:spMkLst>
            <pc:docMk/>
            <pc:sldMk cId="2344492200" sldId="258"/>
            <ac:spMk id="3" creationId="{C717FE46-B27C-83DA-C489-4BF1A560C4AD}"/>
          </ac:spMkLst>
        </pc:spChg>
      </pc:sldChg>
      <pc:sldChg chg="modSp new">
        <pc:chgData name="Cai, Jianing (jc2ry)" userId="S::jc2ry@virginia.edu::3eb8c475-cb9e-4e33-8bb6-1bbdb68e17e3" providerId="AD" clId="Web-{79B19A0C-3F86-4B5B-AD0A-5A0F13BED180}" dt="2023-06-26T16:15:58.069" v="295" actId="20577"/>
        <pc:sldMkLst>
          <pc:docMk/>
          <pc:sldMk cId="1778827202" sldId="259"/>
        </pc:sldMkLst>
        <pc:spChg chg="mod">
          <ac:chgData name="Cai, Jianing (jc2ry)" userId="S::jc2ry@virginia.edu::3eb8c475-cb9e-4e33-8bb6-1bbdb68e17e3" providerId="AD" clId="Web-{79B19A0C-3F86-4B5B-AD0A-5A0F13BED180}" dt="2023-06-26T16:15:58.069" v="295" actId="20577"/>
          <ac:spMkLst>
            <pc:docMk/>
            <pc:sldMk cId="1778827202" sldId="259"/>
            <ac:spMk id="2" creationId="{805890F6-C8B1-CD02-028A-482478483BE5}"/>
          </ac:spMkLst>
        </pc:spChg>
      </pc:sldChg>
      <pc:sldChg chg="addSp delSp modSp new mod setBg">
        <pc:chgData name="Cai, Jianing (jc2ry)" userId="S::jc2ry@virginia.edu::3eb8c475-cb9e-4e33-8bb6-1bbdb68e17e3" providerId="AD" clId="Web-{79B19A0C-3F86-4B5B-AD0A-5A0F13BED180}" dt="2023-06-26T16:17:14.838" v="326"/>
        <pc:sldMkLst>
          <pc:docMk/>
          <pc:sldMk cId="170707972" sldId="260"/>
        </pc:sldMkLst>
        <pc:spChg chg="mod">
          <ac:chgData name="Cai, Jianing (jc2ry)" userId="S::jc2ry@virginia.edu::3eb8c475-cb9e-4e33-8bb6-1bbdb68e17e3" providerId="AD" clId="Web-{79B19A0C-3F86-4B5B-AD0A-5A0F13BED180}" dt="2023-06-26T16:17:13.744" v="325" actId="1076"/>
          <ac:spMkLst>
            <pc:docMk/>
            <pc:sldMk cId="170707972" sldId="260"/>
            <ac:spMk id="2" creationId="{A8BF0ADF-EE1D-BC9D-ACB1-7C47E2AD40FB}"/>
          </ac:spMkLst>
        </pc:spChg>
        <pc:spChg chg="add del mod">
          <ac:chgData name="Cai, Jianing (jc2ry)" userId="S::jc2ry@virginia.edu::3eb8c475-cb9e-4e33-8bb6-1bbdb68e17e3" providerId="AD" clId="Web-{79B19A0C-3F86-4B5B-AD0A-5A0F13BED180}" dt="2023-06-26T16:17:14.838" v="326"/>
          <ac:spMkLst>
            <pc:docMk/>
            <pc:sldMk cId="170707972" sldId="260"/>
            <ac:spMk id="3" creationId="{3A075CBD-39B4-7768-1904-56403874E5A0}"/>
          </ac:spMkLst>
        </pc:spChg>
        <pc:spChg chg="add">
          <ac:chgData name="Cai, Jianing (jc2ry)" userId="S::jc2ry@virginia.edu::3eb8c475-cb9e-4e33-8bb6-1bbdb68e17e3" providerId="AD" clId="Web-{79B19A0C-3F86-4B5B-AD0A-5A0F13BED180}" dt="2023-06-26T16:12:17.920" v="238"/>
          <ac:spMkLst>
            <pc:docMk/>
            <pc:sldMk cId="170707972" sldId="260"/>
            <ac:spMk id="12" creationId="{8D06CE56-3881-4ADA-8CEF-D18B02C242A3}"/>
          </ac:spMkLst>
        </pc:spChg>
        <pc:spChg chg="add">
          <ac:chgData name="Cai, Jianing (jc2ry)" userId="S::jc2ry@virginia.edu::3eb8c475-cb9e-4e33-8bb6-1bbdb68e17e3" providerId="AD" clId="Web-{79B19A0C-3F86-4B5B-AD0A-5A0F13BED180}" dt="2023-06-26T16:12:17.920" v="238"/>
          <ac:spMkLst>
            <pc:docMk/>
            <pc:sldMk cId="170707972" sldId="260"/>
            <ac:spMk id="14" creationId="{79F3C543-62EC-4433-9C93-A2CD8764E9B4}"/>
          </ac:spMkLst>
        </pc:spChg>
        <pc:spChg chg="add">
          <ac:chgData name="Cai, Jianing (jc2ry)" userId="S::jc2ry@virginia.edu::3eb8c475-cb9e-4e33-8bb6-1bbdb68e17e3" providerId="AD" clId="Web-{79B19A0C-3F86-4B5B-AD0A-5A0F13BED180}" dt="2023-06-26T16:12:17.920" v="238"/>
          <ac:spMkLst>
            <pc:docMk/>
            <pc:sldMk cId="170707972" sldId="260"/>
            <ac:spMk id="16" creationId="{E91DC736-0EF8-4F87-9146-EBF1D2EE4D3D}"/>
          </ac:spMkLst>
        </pc:spChg>
        <pc:spChg chg="add">
          <ac:chgData name="Cai, Jianing (jc2ry)" userId="S::jc2ry@virginia.edu::3eb8c475-cb9e-4e33-8bb6-1bbdb68e17e3" providerId="AD" clId="Web-{79B19A0C-3F86-4B5B-AD0A-5A0F13BED180}" dt="2023-06-26T16:12:17.920" v="238"/>
          <ac:spMkLst>
            <pc:docMk/>
            <pc:sldMk cId="170707972" sldId="260"/>
            <ac:spMk id="18" creationId="{097CD68E-23E3-4007-8847-CD0944C4F7BE}"/>
          </ac:spMkLst>
        </pc:spChg>
        <pc:spChg chg="add">
          <ac:chgData name="Cai, Jianing (jc2ry)" userId="S::jc2ry@virginia.edu::3eb8c475-cb9e-4e33-8bb6-1bbdb68e17e3" providerId="AD" clId="Web-{79B19A0C-3F86-4B5B-AD0A-5A0F13BED180}" dt="2023-06-26T16:12:17.920" v="238"/>
          <ac:spMkLst>
            <pc:docMk/>
            <pc:sldMk cId="170707972" sldId="260"/>
            <ac:spMk id="20" creationId="{AF2F604E-43BE-4DC3-B983-E071523364F8}"/>
          </ac:spMkLst>
        </pc:spChg>
        <pc:spChg chg="add">
          <ac:chgData name="Cai, Jianing (jc2ry)" userId="S::jc2ry@virginia.edu::3eb8c475-cb9e-4e33-8bb6-1bbdb68e17e3" providerId="AD" clId="Web-{79B19A0C-3F86-4B5B-AD0A-5A0F13BED180}" dt="2023-06-26T16:12:17.920" v="238"/>
          <ac:spMkLst>
            <pc:docMk/>
            <pc:sldMk cId="170707972" sldId="260"/>
            <ac:spMk id="22" creationId="{08C9B587-E65E-4B52-B37C-ABEBB6E87928}"/>
          </ac:spMkLst>
        </pc:spChg>
        <pc:picChg chg="add del">
          <ac:chgData name="Cai, Jianing (jc2ry)" userId="S::jc2ry@virginia.edu::3eb8c475-cb9e-4e33-8bb6-1bbdb68e17e3" providerId="AD" clId="Web-{79B19A0C-3F86-4B5B-AD0A-5A0F13BED180}" dt="2023-06-26T16:11:45.606" v="236"/>
          <ac:picMkLst>
            <pc:docMk/>
            <pc:sldMk cId="170707972" sldId="260"/>
            <ac:picMk id="5" creationId="{0C66E520-39B8-5E14-37C5-A7A025CA55DB}"/>
          </ac:picMkLst>
        </pc:picChg>
        <pc:picChg chg="add mod ord">
          <ac:chgData name="Cai, Jianing (jc2ry)" userId="S::jc2ry@virginia.edu::3eb8c475-cb9e-4e33-8bb6-1bbdb68e17e3" providerId="AD" clId="Web-{79B19A0C-3F86-4B5B-AD0A-5A0F13BED180}" dt="2023-06-26T16:12:17.920" v="238"/>
          <ac:picMkLst>
            <pc:docMk/>
            <pc:sldMk cId="170707972" sldId="260"/>
            <ac:picMk id="7" creationId="{B561114F-E210-8F10-64F3-162E71C4D795}"/>
          </ac:picMkLst>
        </pc:picChg>
      </pc:sldChg>
      <pc:sldChg chg="modSp new">
        <pc:chgData name="Cai, Jianing (jc2ry)" userId="S::jc2ry@virginia.edu::3eb8c475-cb9e-4e33-8bb6-1bbdb68e17e3" providerId="AD" clId="Web-{79B19A0C-3F86-4B5B-AD0A-5A0F13BED180}" dt="2023-06-26T16:16:13.101" v="307" actId="20577"/>
        <pc:sldMkLst>
          <pc:docMk/>
          <pc:sldMk cId="107528949" sldId="261"/>
        </pc:sldMkLst>
        <pc:spChg chg="mod">
          <ac:chgData name="Cai, Jianing (jc2ry)" userId="S::jc2ry@virginia.edu::3eb8c475-cb9e-4e33-8bb6-1bbdb68e17e3" providerId="AD" clId="Web-{79B19A0C-3F86-4B5B-AD0A-5A0F13BED180}" dt="2023-06-26T16:16:13.101" v="307" actId="20577"/>
          <ac:spMkLst>
            <pc:docMk/>
            <pc:sldMk cId="107528949" sldId="261"/>
            <ac:spMk id="2" creationId="{D2986A52-8F17-7C8C-3C57-23BD8E656DF5}"/>
          </ac:spMkLst>
        </pc:spChg>
      </pc:sldChg>
      <pc:sldChg chg="modSp add replId">
        <pc:chgData name="Cai, Jianing (jc2ry)" userId="S::jc2ry@virginia.edu::3eb8c475-cb9e-4e33-8bb6-1bbdb68e17e3" providerId="AD" clId="Web-{79B19A0C-3F86-4B5B-AD0A-5A0F13BED180}" dt="2023-06-26T16:16:53.197" v="322" actId="20577"/>
        <pc:sldMkLst>
          <pc:docMk/>
          <pc:sldMk cId="2713102640" sldId="262"/>
        </pc:sldMkLst>
        <pc:spChg chg="mod">
          <ac:chgData name="Cai, Jianing (jc2ry)" userId="S::jc2ry@virginia.edu::3eb8c475-cb9e-4e33-8bb6-1bbdb68e17e3" providerId="AD" clId="Web-{79B19A0C-3F86-4B5B-AD0A-5A0F13BED180}" dt="2023-06-26T16:16:53.197" v="322" actId="20577"/>
          <ac:spMkLst>
            <pc:docMk/>
            <pc:sldMk cId="2713102640" sldId="262"/>
            <ac:spMk id="2" creationId="{A8BF0ADF-EE1D-BC9D-ACB1-7C47E2AD40FB}"/>
          </ac:spMkLst>
        </pc:spChg>
      </pc:sldChg>
      <pc:sldMasterChg chg="del delSldLayout">
        <pc:chgData name="Cai, Jianing (jc2ry)" userId="S::jc2ry@virginia.edu::3eb8c475-cb9e-4e33-8bb6-1bbdb68e17e3" providerId="AD" clId="Web-{79B19A0C-3F86-4B5B-AD0A-5A0F13BED180}" dt="2023-06-26T14:58:36.503" v="0"/>
        <pc:sldMasterMkLst>
          <pc:docMk/>
          <pc:sldMasterMk cId="2460954070" sldId="2147483660"/>
        </pc:sldMasterMkLst>
        <pc:sldLayoutChg chg="del">
          <pc:chgData name="Cai, Jianing (jc2ry)" userId="S::jc2ry@virginia.edu::3eb8c475-cb9e-4e33-8bb6-1bbdb68e17e3" providerId="AD" clId="Web-{79B19A0C-3F86-4B5B-AD0A-5A0F13BED180}" dt="2023-06-26T14:58:36.503" v="0"/>
          <pc:sldLayoutMkLst>
            <pc:docMk/>
            <pc:sldMasterMk cId="2460954070" sldId="2147483660"/>
            <pc:sldLayoutMk cId="2385387890" sldId="2147483661"/>
          </pc:sldLayoutMkLst>
        </pc:sldLayoutChg>
        <pc:sldLayoutChg chg="del">
          <pc:chgData name="Cai, Jianing (jc2ry)" userId="S::jc2ry@virginia.edu::3eb8c475-cb9e-4e33-8bb6-1bbdb68e17e3" providerId="AD" clId="Web-{79B19A0C-3F86-4B5B-AD0A-5A0F13BED180}" dt="2023-06-26T14:58:36.503" v="0"/>
          <pc:sldLayoutMkLst>
            <pc:docMk/>
            <pc:sldMasterMk cId="2460954070" sldId="2147483660"/>
            <pc:sldLayoutMk cId="949138452" sldId="2147483662"/>
          </pc:sldLayoutMkLst>
        </pc:sldLayoutChg>
        <pc:sldLayoutChg chg="del">
          <pc:chgData name="Cai, Jianing (jc2ry)" userId="S::jc2ry@virginia.edu::3eb8c475-cb9e-4e33-8bb6-1bbdb68e17e3" providerId="AD" clId="Web-{79B19A0C-3F86-4B5B-AD0A-5A0F13BED180}" dt="2023-06-26T14:58:36.503" v="0"/>
          <pc:sldLayoutMkLst>
            <pc:docMk/>
            <pc:sldMasterMk cId="2460954070" sldId="2147483660"/>
            <pc:sldLayoutMk cId="2591524520" sldId="2147483663"/>
          </pc:sldLayoutMkLst>
        </pc:sldLayoutChg>
        <pc:sldLayoutChg chg="del">
          <pc:chgData name="Cai, Jianing (jc2ry)" userId="S::jc2ry@virginia.edu::3eb8c475-cb9e-4e33-8bb6-1bbdb68e17e3" providerId="AD" clId="Web-{79B19A0C-3F86-4B5B-AD0A-5A0F13BED180}" dt="2023-06-26T14:58:36.503" v="0"/>
          <pc:sldLayoutMkLst>
            <pc:docMk/>
            <pc:sldMasterMk cId="2460954070" sldId="2147483660"/>
            <pc:sldLayoutMk cId="1203092039" sldId="2147483664"/>
          </pc:sldLayoutMkLst>
        </pc:sldLayoutChg>
        <pc:sldLayoutChg chg="del">
          <pc:chgData name="Cai, Jianing (jc2ry)" userId="S::jc2ry@virginia.edu::3eb8c475-cb9e-4e33-8bb6-1bbdb68e17e3" providerId="AD" clId="Web-{79B19A0C-3F86-4B5B-AD0A-5A0F13BED180}" dt="2023-06-26T14:58:36.503" v="0"/>
          <pc:sldLayoutMkLst>
            <pc:docMk/>
            <pc:sldMasterMk cId="2460954070" sldId="2147483660"/>
            <pc:sldLayoutMk cId="3733172339" sldId="2147483665"/>
          </pc:sldLayoutMkLst>
        </pc:sldLayoutChg>
        <pc:sldLayoutChg chg="del">
          <pc:chgData name="Cai, Jianing (jc2ry)" userId="S::jc2ry@virginia.edu::3eb8c475-cb9e-4e33-8bb6-1bbdb68e17e3" providerId="AD" clId="Web-{79B19A0C-3F86-4B5B-AD0A-5A0F13BED180}" dt="2023-06-26T14:58:36.503" v="0"/>
          <pc:sldLayoutMkLst>
            <pc:docMk/>
            <pc:sldMasterMk cId="2460954070" sldId="2147483660"/>
            <pc:sldLayoutMk cId="3210312558" sldId="2147483666"/>
          </pc:sldLayoutMkLst>
        </pc:sldLayoutChg>
        <pc:sldLayoutChg chg="del">
          <pc:chgData name="Cai, Jianing (jc2ry)" userId="S::jc2ry@virginia.edu::3eb8c475-cb9e-4e33-8bb6-1bbdb68e17e3" providerId="AD" clId="Web-{79B19A0C-3F86-4B5B-AD0A-5A0F13BED180}" dt="2023-06-26T14:58:36.503" v="0"/>
          <pc:sldLayoutMkLst>
            <pc:docMk/>
            <pc:sldMasterMk cId="2460954070" sldId="2147483660"/>
            <pc:sldLayoutMk cId="3146388984" sldId="2147483667"/>
          </pc:sldLayoutMkLst>
        </pc:sldLayoutChg>
        <pc:sldLayoutChg chg="del">
          <pc:chgData name="Cai, Jianing (jc2ry)" userId="S::jc2ry@virginia.edu::3eb8c475-cb9e-4e33-8bb6-1bbdb68e17e3" providerId="AD" clId="Web-{79B19A0C-3F86-4B5B-AD0A-5A0F13BED180}" dt="2023-06-26T14:58:36.503" v="0"/>
          <pc:sldLayoutMkLst>
            <pc:docMk/>
            <pc:sldMasterMk cId="2460954070" sldId="2147483660"/>
            <pc:sldLayoutMk cId="3171841454" sldId="2147483668"/>
          </pc:sldLayoutMkLst>
        </pc:sldLayoutChg>
        <pc:sldLayoutChg chg="del">
          <pc:chgData name="Cai, Jianing (jc2ry)" userId="S::jc2ry@virginia.edu::3eb8c475-cb9e-4e33-8bb6-1bbdb68e17e3" providerId="AD" clId="Web-{79B19A0C-3F86-4B5B-AD0A-5A0F13BED180}" dt="2023-06-26T14:58:36.503" v="0"/>
          <pc:sldLayoutMkLst>
            <pc:docMk/>
            <pc:sldMasterMk cId="2460954070" sldId="2147483660"/>
            <pc:sldLayoutMk cId="1718958274" sldId="2147483669"/>
          </pc:sldLayoutMkLst>
        </pc:sldLayoutChg>
        <pc:sldLayoutChg chg="del">
          <pc:chgData name="Cai, Jianing (jc2ry)" userId="S::jc2ry@virginia.edu::3eb8c475-cb9e-4e33-8bb6-1bbdb68e17e3" providerId="AD" clId="Web-{79B19A0C-3F86-4B5B-AD0A-5A0F13BED180}" dt="2023-06-26T14:58:36.503" v="0"/>
          <pc:sldLayoutMkLst>
            <pc:docMk/>
            <pc:sldMasterMk cId="2460954070" sldId="2147483660"/>
            <pc:sldLayoutMk cId="2202905451" sldId="2147483670"/>
          </pc:sldLayoutMkLst>
        </pc:sldLayoutChg>
        <pc:sldLayoutChg chg="del">
          <pc:chgData name="Cai, Jianing (jc2ry)" userId="S::jc2ry@virginia.edu::3eb8c475-cb9e-4e33-8bb6-1bbdb68e17e3" providerId="AD" clId="Web-{79B19A0C-3F86-4B5B-AD0A-5A0F13BED180}" dt="2023-06-26T14:58:36.503" v="0"/>
          <pc:sldLayoutMkLst>
            <pc:docMk/>
            <pc:sldMasterMk cId="2460954070" sldId="2147483660"/>
            <pc:sldLayoutMk cId="3479445657" sldId="2147483671"/>
          </pc:sldLayoutMkLst>
        </pc:sldLayoutChg>
      </pc:sldMasterChg>
      <pc:sldMasterChg chg="add addSldLayout">
        <pc:chgData name="Cai, Jianing (jc2ry)" userId="S::jc2ry@virginia.edu::3eb8c475-cb9e-4e33-8bb6-1bbdb68e17e3" providerId="AD" clId="Web-{79B19A0C-3F86-4B5B-AD0A-5A0F13BED180}" dt="2023-06-26T14:58:36.503" v="0"/>
        <pc:sldMasterMkLst>
          <pc:docMk/>
          <pc:sldMasterMk cId="1025884988" sldId="2147483763"/>
        </pc:sldMasterMkLst>
        <pc:sldLayoutChg chg="add">
          <pc:chgData name="Cai, Jianing (jc2ry)" userId="S::jc2ry@virginia.edu::3eb8c475-cb9e-4e33-8bb6-1bbdb68e17e3" providerId="AD" clId="Web-{79B19A0C-3F86-4B5B-AD0A-5A0F13BED180}" dt="2023-06-26T14:58:36.503" v="0"/>
          <pc:sldLayoutMkLst>
            <pc:docMk/>
            <pc:sldMasterMk cId="1025884988" sldId="2147483763"/>
            <pc:sldLayoutMk cId="2819184484" sldId="2147483752"/>
          </pc:sldLayoutMkLst>
        </pc:sldLayoutChg>
        <pc:sldLayoutChg chg="add">
          <pc:chgData name="Cai, Jianing (jc2ry)" userId="S::jc2ry@virginia.edu::3eb8c475-cb9e-4e33-8bb6-1bbdb68e17e3" providerId="AD" clId="Web-{79B19A0C-3F86-4B5B-AD0A-5A0F13BED180}" dt="2023-06-26T14:58:36.503" v="0"/>
          <pc:sldLayoutMkLst>
            <pc:docMk/>
            <pc:sldMasterMk cId="1025884988" sldId="2147483763"/>
            <pc:sldLayoutMk cId="1632911958" sldId="2147483753"/>
          </pc:sldLayoutMkLst>
        </pc:sldLayoutChg>
        <pc:sldLayoutChg chg="add">
          <pc:chgData name="Cai, Jianing (jc2ry)" userId="S::jc2ry@virginia.edu::3eb8c475-cb9e-4e33-8bb6-1bbdb68e17e3" providerId="AD" clId="Web-{79B19A0C-3F86-4B5B-AD0A-5A0F13BED180}" dt="2023-06-26T14:58:36.503" v="0"/>
          <pc:sldLayoutMkLst>
            <pc:docMk/>
            <pc:sldMasterMk cId="1025884988" sldId="2147483763"/>
            <pc:sldLayoutMk cId="2453267562" sldId="2147483754"/>
          </pc:sldLayoutMkLst>
        </pc:sldLayoutChg>
        <pc:sldLayoutChg chg="add">
          <pc:chgData name="Cai, Jianing (jc2ry)" userId="S::jc2ry@virginia.edu::3eb8c475-cb9e-4e33-8bb6-1bbdb68e17e3" providerId="AD" clId="Web-{79B19A0C-3F86-4B5B-AD0A-5A0F13BED180}" dt="2023-06-26T14:58:36.503" v="0"/>
          <pc:sldLayoutMkLst>
            <pc:docMk/>
            <pc:sldMasterMk cId="1025884988" sldId="2147483763"/>
            <pc:sldLayoutMk cId="2167703982" sldId="2147483755"/>
          </pc:sldLayoutMkLst>
        </pc:sldLayoutChg>
        <pc:sldLayoutChg chg="add">
          <pc:chgData name="Cai, Jianing (jc2ry)" userId="S::jc2ry@virginia.edu::3eb8c475-cb9e-4e33-8bb6-1bbdb68e17e3" providerId="AD" clId="Web-{79B19A0C-3F86-4B5B-AD0A-5A0F13BED180}" dt="2023-06-26T14:58:36.503" v="0"/>
          <pc:sldLayoutMkLst>
            <pc:docMk/>
            <pc:sldMasterMk cId="1025884988" sldId="2147483763"/>
            <pc:sldLayoutMk cId="905316040" sldId="2147483756"/>
          </pc:sldLayoutMkLst>
        </pc:sldLayoutChg>
        <pc:sldLayoutChg chg="add">
          <pc:chgData name="Cai, Jianing (jc2ry)" userId="S::jc2ry@virginia.edu::3eb8c475-cb9e-4e33-8bb6-1bbdb68e17e3" providerId="AD" clId="Web-{79B19A0C-3F86-4B5B-AD0A-5A0F13BED180}" dt="2023-06-26T14:58:36.503" v="0"/>
          <pc:sldLayoutMkLst>
            <pc:docMk/>
            <pc:sldMasterMk cId="1025884988" sldId="2147483763"/>
            <pc:sldLayoutMk cId="2099879668" sldId="2147483757"/>
          </pc:sldLayoutMkLst>
        </pc:sldLayoutChg>
        <pc:sldLayoutChg chg="add">
          <pc:chgData name="Cai, Jianing (jc2ry)" userId="S::jc2ry@virginia.edu::3eb8c475-cb9e-4e33-8bb6-1bbdb68e17e3" providerId="AD" clId="Web-{79B19A0C-3F86-4B5B-AD0A-5A0F13BED180}" dt="2023-06-26T14:58:36.503" v="0"/>
          <pc:sldLayoutMkLst>
            <pc:docMk/>
            <pc:sldMasterMk cId="1025884988" sldId="2147483763"/>
            <pc:sldLayoutMk cId="917714270" sldId="2147483758"/>
          </pc:sldLayoutMkLst>
        </pc:sldLayoutChg>
        <pc:sldLayoutChg chg="add">
          <pc:chgData name="Cai, Jianing (jc2ry)" userId="S::jc2ry@virginia.edu::3eb8c475-cb9e-4e33-8bb6-1bbdb68e17e3" providerId="AD" clId="Web-{79B19A0C-3F86-4B5B-AD0A-5A0F13BED180}" dt="2023-06-26T14:58:36.503" v="0"/>
          <pc:sldLayoutMkLst>
            <pc:docMk/>
            <pc:sldMasterMk cId="1025884988" sldId="2147483763"/>
            <pc:sldLayoutMk cId="2151758624" sldId="2147483759"/>
          </pc:sldLayoutMkLst>
        </pc:sldLayoutChg>
        <pc:sldLayoutChg chg="add">
          <pc:chgData name="Cai, Jianing (jc2ry)" userId="S::jc2ry@virginia.edu::3eb8c475-cb9e-4e33-8bb6-1bbdb68e17e3" providerId="AD" clId="Web-{79B19A0C-3F86-4B5B-AD0A-5A0F13BED180}" dt="2023-06-26T14:58:36.503" v="0"/>
          <pc:sldLayoutMkLst>
            <pc:docMk/>
            <pc:sldMasterMk cId="1025884988" sldId="2147483763"/>
            <pc:sldLayoutMk cId="645659329" sldId="2147483760"/>
          </pc:sldLayoutMkLst>
        </pc:sldLayoutChg>
        <pc:sldLayoutChg chg="add">
          <pc:chgData name="Cai, Jianing (jc2ry)" userId="S::jc2ry@virginia.edu::3eb8c475-cb9e-4e33-8bb6-1bbdb68e17e3" providerId="AD" clId="Web-{79B19A0C-3F86-4B5B-AD0A-5A0F13BED180}" dt="2023-06-26T14:58:36.503" v="0"/>
          <pc:sldLayoutMkLst>
            <pc:docMk/>
            <pc:sldMasterMk cId="1025884988" sldId="2147483763"/>
            <pc:sldLayoutMk cId="31899378" sldId="2147483761"/>
          </pc:sldLayoutMkLst>
        </pc:sldLayoutChg>
        <pc:sldLayoutChg chg="add">
          <pc:chgData name="Cai, Jianing (jc2ry)" userId="S::jc2ry@virginia.edu::3eb8c475-cb9e-4e33-8bb6-1bbdb68e17e3" providerId="AD" clId="Web-{79B19A0C-3F86-4B5B-AD0A-5A0F13BED180}" dt="2023-06-26T14:58:36.503" v="0"/>
          <pc:sldLayoutMkLst>
            <pc:docMk/>
            <pc:sldMasterMk cId="1025884988" sldId="2147483763"/>
            <pc:sldLayoutMk cId="1535038384" sldId="2147483762"/>
          </pc:sldLayoutMkLst>
        </pc:sldLayoutChg>
      </pc:sldMasterChg>
    </pc:docChg>
  </pc:docChgLst>
  <pc:docChgLst>
    <pc:chgData name="Cai, Jianing (jc2ry)" userId="S::jc2ry@virginia.edu::3eb8c475-cb9e-4e33-8bb6-1bbdb68e17e3" providerId="AD" clId="Web-{FB46A7B0-5D86-2798-6BF0-485AB7567A82}"/>
    <pc:docChg chg="addSld delSld modSld sldOrd">
      <pc:chgData name="Cai, Jianing (jc2ry)" userId="S::jc2ry@virginia.edu::3eb8c475-cb9e-4e33-8bb6-1bbdb68e17e3" providerId="AD" clId="Web-{FB46A7B0-5D86-2798-6BF0-485AB7567A82}" dt="2023-06-27T18:20:42.858" v="585" actId="20577"/>
      <pc:docMkLst>
        <pc:docMk/>
      </pc:docMkLst>
      <pc:sldChg chg="addSp delSp modSp">
        <pc:chgData name="Cai, Jianing (jc2ry)" userId="S::jc2ry@virginia.edu::3eb8c475-cb9e-4e33-8bb6-1bbdb68e17e3" providerId="AD" clId="Web-{FB46A7B0-5D86-2798-6BF0-485AB7567A82}" dt="2023-06-27T16:41:32.095" v="537" actId="20577"/>
        <pc:sldMkLst>
          <pc:docMk/>
          <pc:sldMk cId="2752034520" sldId="257"/>
        </pc:sldMkLst>
        <pc:spChg chg="add del mod">
          <ac:chgData name="Cai, Jianing (jc2ry)" userId="S::jc2ry@virginia.edu::3eb8c475-cb9e-4e33-8bb6-1bbdb68e17e3" providerId="AD" clId="Web-{FB46A7B0-5D86-2798-6BF0-485AB7567A82}" dt="2023-06-27T16:41:32.095" v="537" actId="20577"/>
          <ac:spMkLst>
            <pc:docMk/>
            <pc:sldMk cId="2752034520" sldId="257"/>
            <ac:spMk id="3" creationId="{EB46229B-4B1E-4155-CAEA-0C98BD01D221}"/>
          </ac:spMkLst>
        </pc:spChg>
        <pc:spChg chg="add del mod">
          <ac:chgData name="Cai, Jianing (jc2ry)" userId="S::jc2ry@virginia.edu::3eb8c475-cb9e-4e33-8bb6-1bbdb68e17e3" providerId="AD" clId="Web-{FB46A7B0-5D86-2798-6BF0-485AB7567A82}" dt="2023-06-27T16:41:30.126" v="536"/>
          <ac:spMkLst>
            <pc:docMk/>
            <pc:sldMk cId="2752034520" sldId="257"/>
            <ac:spMk id="5" creationId="{A0328CB4-15D9-3B14-37EE-AEDD2B45FF38}"/>
          </ac:spMkLst>
        </pc:spChg>
      </pc:sldChg>
      <pc:sldChg chg="addSp delSp modSp">
        <pc:chgData name="Cai, Jianing (jc2ry)" userId="S::jc2ry@virginia.edu::3eb8c475-cb9e-4e33-8bb6-1bbdb68e17e3" providerId="AD" clId="Web-{FB46A7B0-5D86-2798-6BF0-485AB7567A82}" dt="2023-06-27T15:04:56.223" v="416" actId="14100"/>
        <pc:sldMkLst>
          <pc:docMk/>
          <pc:sldMk cId="1778827202" sldId="259"/>
        </pc:sldMkLst>
        <pc:spChg chg="del">
          <ac:chgData name="Cai, Jianing (jc2ry)" userId="S::jc2ry@virginia.edu::3eb8c475-cb9e-4e33-8bb6-1bbdb68e17e3" providerId="AD" clId="Web-{FB46A7B0-5D86-2798-6BF0-485AB7567A82}" dt="2023-06-27T13:52:27.704" v="3"/>
          <ac:spMkLst>
            <pc:docMk/>
            <pc:sldMk cId="1778827202" sldId="259"/>
            <ac:spMk id="3" creationId="{CBF54B12-3B60-1118-CF4F-E705BE8985CC}"/>
          </ac:spMkLst>
        </pc:spChg>
        <pc:spChg chg="add mod">
          <ac:chgData name="Cai, Jianing (jc2ry)" userId="S::jc2ry@virginia.edu::3eb8c475-cb9e-4e33-8bb6-1bbdb68e17e3" providerId="AD" clId="Web-{FB46A7B0-5D86-2798-6BF0-485AB7567A82}" dt="2023-06-27T15:04:43.191" v="415" actId="20577"/>
          <ac:spMkLst>
            <pc:docMk/>
            <pc:sldMk cId="1778827202" sldId="259"/>
            <ac:spMk id="5" creationId="{0806F5D9-7FBD-51DE-DCED-5013F1BDD318}"/>
          </ac:spMkLst>
        </pc:spChg>
        <pc:picChg chg="add mod ord">
          <ac:chgData name="Cai, Jianing (jc2ry)" userId="S::jc2ry@virginia.edu::3eb8c475-cb9e-4e33-8bb6-1bbdb68e17e3" providerId="AD" clId="Web-{FB46A7B0-5D86-2798-6BF0-485AB7567A82}" dt="2023-06-27T15:04:56.223" v="416" actId="14100"/>
          <ac:picMkLst>
            <pc:docMk/>
            <pc:sldMk cId="1778827202" sldId="259"/>
            <ac:picMk id="4" creationId="{CFF3A325-69C9-65D1-CCE4-01F0660E23EB}"/>
          </ac:picMkLst>
        </pc:picChg>
      </pc:sldChg>
      <pc:sldChg chg="modSp ord">
        <pc:chgData name="Cai, Jianing (jc2ry)" userId="S::jc2ry@virginia.edu::3eb8c475-cb9e-4e33-8bb6-1bbdb68e17e3" providerId="AD" clId="Web-{FB46A7B0-5D86-2798-6BF0-485AB7567A82}" dt="2023-06-27T15:26:00.774" v="421" actId="1076"/>
        <pc:sldMkLst>
          <pc:docMk/>
          <pc:sldMk cId="266384320" sldId="266"/>
        </pc:sldMkLst>
        <pc:spChg chg="mod">
          <ac:chgData name="Cai, Jianing (jc2ry)" userId="S::jc2ry@virginia.edu::3eb8c475-cb9e-4e33-8bb6-1bbdb68e17e3" providerId="AD" clId="Web-{FB46A7B0-5D86-2798-6BF0-485AB7567A82}" dt="2023-06-27T14:35:10.104" v="335" actId="20577"/>
          <ac:spMkLst>
            <pc:docMk/>
            <pc:sldMk cId="266384320" sldId="266"/>
            <ac:spMk id="3" creationId="{C0DA1251-BDA4-A86A-A634-EB8663C20F15}"/>
          </ac:spMkLst>
        </pc:spChg>
        <pc:picChg chg="mod">
          <ac:chgData name="Cai, Jianing (jc2ry)" userId="S::jc2ry@virginia.edu::3eb8c475-cb9e-4e33-8bb6-1bbdb68e17e3" providerId="AD" clId="Web-{FB46A7B0-5D86-2798-6BF0-485AB7567A82}" dt="2023-06-27T15:26:00.774" v="421" actId="1076"/>
          <ac:picMkLst>
            <pc:docMk/>
            <pc:sldMk cId="266384320" sldId="266"/>
            <ac:picMk id="4" creationId="{CF8EB67B-8DF4-011B-238F-D1DE2FCAD756}"/>
          </ac:picMkLst>
        </pc:picChg>
      </pc:sldChg>
      <pc:sldChg chg="modSp">
        <pc:chgData name="Cai, Jianing (jc2ry)" userId="S::jc2ry@virginia.edu::3eb8c475-cb9e-4e33-8bb6-1bbdb68e17e3" providerId="AD" clId="Web-{FB46A7B0-5D86-2798-6BF0-485AB7567A82}" dt="2023-06-27T14:28:44.886" v="333" actId="20577"/>
        <pc:sldMkLst>
          <pc:docMk/>
          <pc:sldMk cId="2204200227" sldId="269"/>
        </pc:sldMkLst>
        <pc:spChg chg="mod">
          <ac:chgData name="Cai, Jianing (jc2ry)" userId="S::jc2ry@virginia.edu::3eb8c475-cb9e-4e33-8bb6-1bbdb68e17e3" providerId="AD" clId="Web-{FB46A7B0-5D86-2798-6BF0-485AB7567A82}" dt="2023-06-27T14:28:44.886" v="333" actId="20577"/>
          <ac:spMkLst>
            <pc:docMk/>
            <pc:sldMk cId="2204200227" sldId="269"/>
            <ac:spMk id="3" creationId="{1CC99941-B0E6-086B-8742-CB95E5129085}"/>
          </ac:spMkLst>
        </pc:spChg>
      </pc:sldChg>
      <pc:sldChg chg="modSp">
        <pc:chgData name="Cai, Jianing (jc2ry)" userId="S::jc2ry@virginia.edu::3eb8c475-cb9e-4e33-8bb6-1bbdb68e17e3" providerId="AD" clId="Web-{FB46A7B0-5D86-2798-6BF0-485AB7567A82}" dt="2023-06-27T14:41:07.134" v="387" actId="20577"/>
        <pc:sldMkLst>
          <pc:docMk/>
          <pc:sldMk cId="4023299703" sldId="270"/>
        </pc:sldMkLst>
        <pc:spChg chg="mod">
          <ac:chgData name="Cai, Jianing (jc2ry)" userId="S::jc2ry@virginia.edu::3eb8c475-cb9e-4e33-8bb6-1bbdb68e17e3" providerId="AD" clId="Web-{FB46A7B0-5D86-2798-6BF0-485AB7567A82}" dt="2023-06-27T14:41:07.134" v="387" actId="20577"/>
          <ac:spMkLst>
            <pc:docMk/>
            <pc:sldMk cId="4023299703" sldId="270"/>
            <ac:spMk id="3" creationId="{29EAA496-25DA-DA77-7F94-69E16D8B088F}"/>
          </ac:spMkLst>
        </pc:spChg>
      </pc:sldChg>
      <pc:sldChg chg="new del">
        <pc:chgData name="Cai, Jianing (jc2ry)" userId="S::jc2ry@virginia.edu::3eb8c475-cb9e-4e33-8bb6-1bbdb68e17e3" providerId="AD" clId="Web-{FB46A7B0-5D86-2798-6BF0-485AB7567A82}" dt="2023-06-27T13:44:18.075" v="2"/>
        <pc:sldMkLst>
          <pc:docMk/>
          <pc:sldMk cId="1623618158" sldId="271"/>
        </pc:sldMkLst>
      </pc:sldChg>
      <pc:sldChg chg="addSp delSp modSp new addAnim">
        <pc:chgData name="Cai, Jianing (jc2ry)" userId="S::jc2ry@virginia.edu::3eb8c475-cb9e-4e33-8bb6-1bbdb68e17e3" providerId="AD" clId="Web-{FB46A7B0-5D86-2798-6BF0-485AB7567A82}" dt="2023-06-27T14:05:48.502" v="220"/>
        <pc:sldMkLst>
          <pc:docMk/>
          <pc:sldMk cId="3611801843" sldId="271"/>
        </pc:sldMkLst>
        <pc:spChg chg="del">
          <ac:chgData name="Cai, Jianing (jc2ry)" userId="S::jc2ry@virginia.edu::3eb8c475-cb9e-4e33-8bb6-1bbdb68e17e3" providerId="AD" clId="Web-{FB46A7B0-5D86-2798-6BF0-485AB7567A82}" dt="2023-06-27T14:00:08.254" v="157"/>
          <ac:spMkLst>
            <pc:docMk/>
            <pc:sldMk cId="3611801843" sldId="271"/>
            <ac:spMk id="3" creationId="{0EC565B7-C10B-60F1-899E-AB48824CB21F}"/>
          </ac:spMkLst>
        </pc:spChg>
        <pc:spChg chg="del mod">
          <ac:chgData name="Cai, Jianing (jc2ry)" userId="S::jc2ry@virginia.edu::3eb8c475-cb9e-4e33-8bb6-1bbdb68e17e3" providerId="AD" clId="Web-{FB46A7B0-5D86-2798-6BF0-485AB7567A82}" dt="2023-06-27T14:00:11.160" v="159"/>
          <ac:spMkLst>
            <pc:docMk/>
            <pc:sldMk cId="3611801843" sldId="271"/>
            <ac:spMk id="4" creationId="{F9171662-551A-6186-86D7-8E5EC34B6411}"/>
          </ac:spMkLst>
        </pc:spChg>
        <pc:spChg chg="add mod">
          <ac:chgData name="Cai, Jianing (jc2ry)" userId="S::jc2ry@virginia.edu::3eb8c475-cb9e-4e33-8bb6-1bbdb68e17e3" providerId="AD" clId="Web-{FB46A7B0-5D86-2798-6BF0-485AB7567A82}" dt="2023-06-27T14:05:48.455" v="216"/>
          <ac:spMkLst>
            <pc:docMk/>
            <pc:sldMk cId="3611801843" sldId="271"/>
            <ac:spMk id="6" creationId="{873F4CB8-327E-49AD-7140-D17A2F81A596}"/>
          </ac:spMkLst>
        </pc:spChg>
        <pc:spChg chg="add mod">
          <ac:chgData name="Cai, Jianing (jc2ry)" userId="S::jc2ry@virginia.edu::3eb8c475-cb9e-4e33-8bb6-1bbdb68e17e3" providerId="AD" clId="Web-{FB46A7B0-5D86-2798-6BF0-485AB7567A82}" dt="2023-06-27T14:05:48.471" v="217"/>
          <ac:spMkLst>
            <pc:docMk/>
            <pc:sldMk cId="3611801843" sldId="271"/>
            <ac:spMk id="7" creationId="{1D3F9D3C-C854-56DF-6E2D-0A8BE4D82224}"/>
          </ac:spMkLst>
        </pc:spChg>
        <pc:spChg chg="add mod">
          <ac:chgData name="Cai, Jianing (jc2ry)" userId="S::jc2ry@virginia.edu::3eb8c475-cb9e-4e33-8bb6-1bbdb68e17e3" providerId="AD" clId="Web-{FB46A7B0-5D86-2798-6BF0-485AB7567A82}" dt="2023-06-27T14:05:48.486" v="218"/>
          <ac:spMkLst>
            <pc:docMk/>
            <pc:sldMk cId="3611801843" sldId="271"/>
            <ac:spMk id="8" creationId="{D221A287-1281-1C82-8CE2-4D254DE3D08F}"/>
          </ac:spMkLst>
        </pc:spChg>
        <pc:spChg chg="add mod">
          <ac:chgData name="Cai, Jianing (jc2ry)" userId="S::jc2ry@virginia.edu::3eb8c475-cb9e-4e33-8bb6-1bbdb68e17e3" providerId="AD" clId="Web-{FB46A7B0-5D86-2798-6BF0-485AB7567A82}" dt="2023-06-27T14:05:48.502" v="219"/>
          <ac:spMkLst>
            <pc:docMk/>
            <pc:sldMk cId="3611801843" sldId="271"/>
            <ac:spMk id="9" creationId="{327DB224-ABED-EEF3-1151-C7825DA9B439}"/>
          </ac:spMkLst>
        </pc:spChg>
        <pc:spChg chg="add mod">
          <ac:chgData name="Cai, Jianing (jc2ry)" userId="S::jc2ry@virginia.edu::3eb8c475-cb9e-4e33-8bb6-1bbdb68e17e3" providerId="AD" clId="Web-{FB46A7B0-5D86-2798-6BF0-485AB7567A82}" dt="2023-06-27T14:05:48.502" v="220"/>
          <ac:spMkLst>
            <pc:docMk/>
            <pc:sldMk cId="3611801843" sldId="271"/>
            <ac:spMk id="10" creationId="{9C047DDC-2756-DE39-A558-1F4FC421D033}"/>
          </ac:spMkLst>
        </pc:spChg>
        <pc:grpChg chg="add">
          <ac:chgData name="Cai, Jianing (jc2ry)" userId="S::jc2ry@virginia.edu::3eb8c475-cb9e-4e33-8bb6-1bbdb68e17e3" providerId="AD" clId="Web-{FB46A7B0-5D86-2798-6BF0-485AB7567A82}" dt="2023-06-27T14:03:51.919" v="190"/>
          <ac:grpSpMkLst>
            <pc:docMk/>
            <pc:sldMk cId="3611801843" sldId="271"/>
            <ac:grpSpMk id="11" creationId="{DFFCD109-DB24-3FB6-8B95-44F4E7833B86}"/>
          </ac:grpSpMkLst>
        </pc:grpChg>
        <pc:picChg chg="add mod ord">
          <ac:chgData name="Cai, Jianing (jc2ry)" userId="S::jc2ry@virginia.edu::3eb8c475-cb9e-4e33-8bb6-1bbdb68e17e3" providerId="AD" clId="Web-{FB46A7B0-5D86-2798-6BF0-485AB7567A82}" dt="2023-06-27T14:01:36.585" v="170" actId="14100"/>
          <ac:picMkLst>
            <pc:docMk/>
            <pc:sldMk cId="3611801843" sldId="271"/>
            <ac:picMk id="5" creationId="{F0ADF0C0-9796-3D5A-89CA-11123DFC29F2}"/>
          </ac:picMkLst>
        </pc:picChg>
      </pc:sldChg>
      <pc:sldChg chg="addSp delSp modSp add replId addAnim delAnim">
        <pc:chgData name="Cai, Jianing (jc2ry)" userId="S::jc2ry@virginia.edu::3eb8c475-cb9e-4e33-8bb6-1bbdb68e17e3" providerId="AD" clId="Web-{FB46A7B0-5D86-2798-6BF0-485AB7567A82}" dt="2023-06-27T14:06:24.253" v="222"/>
        <pc:sldMkLst>
          <pc:docMk/>
          <pc:sldMk cId="4206549180" sldId="272"/>
        </pc:sldMkLst>
        <pc:spChg chg="add mod">
          <ac:chgData name="Cai, Jianing (jc2ry)" userId="S::jc2ry@virginia.edu::3eb8c475-cb9e-4e33-8bb6-1bbdb68e17e3" providerId="AD" clId="Web-{FB46A7B0-5D86-2798-6BF0-485AB7567A82}" dt="2023-06-27T14:05:06.578" v="204" actId="14100"/>
          <ac:spMkLst>
            <pc:docMk/>
            <pc:sldMk cId="4206549180" sldId="272"/>
            <ac:spMk id="3" creationId="{C1A4447B-97A0-777D-E915-60B818005408}"/>
          </ac:spMkLst>
        </pc:spChg>
        <pc:spChg chg="add mod">
          <ac:chgData name="Cai, Jianing (jc2ry)" userId="S::jc2ry@virginia.edu::3eb8c475-cb9e-4e33-8bb6-1bbdb68e17e3" providerId="AD" clId="Web-{FB46A7B0-5D86-2798-6BF0-485AB7567A82}" dt="2023-06-27T14:05:14.657" v="207" actId="14100"/>
          <ac:spMkLst>
            <pc:docMk/>
            <pc:sldMk cId="4206549180" sldId="272"/>
            <ac:spMk id="4" creationId="{8AB22669-7CD8-1BC8-6104-2B6EE3590E54}"/>
          </ac:spMkLst>
        </pc:spChg>
        <pc:spChg chg="mod topLvl">
          <ac:chgData name="Cai, Jianing (jc2ry)" userId="S::jc2ry@virginia.edu::3eb8c475-cb9e-4e33-8bb6-1bbdb68e17e3" providerId="AD" clId="Web-{FB46A7B0-5D86-2798-6BF0-485AB7567A82}" dt="2023-06-27T14:04:57.547" v="201" actId="1076"/>
          <ac:spMkLst>
            <pc:docMk/>
            <pc:sldMk cId="4206549180" sldId="272"/>
            <ac:spMk id="6" creationId="{873F4CB8-327E-49AD-7140-D17A2F81A596}"/>
          </ac:spMkLst>
        </pc:spChg>
        <pc:spChg chg="del topLvl">
          <ac:chgData name="Cai, Jianing (jc2ry)" userId="S::jc2ry@virginia.edu::3eb8c475-cb9e-4e33-8bb6-1bbdb68e17e3" providerId="AD" clId="Web-{FB46A7B0-5D86-2798-6BF0-485AB7567A82}" dt="2023-06-27T14:04:37.452" v="194"/>
          <ac:spMkLst>
            <pc:docMk/>
            <pc:sldMk cId="4206549180" sldId="272"/>
            <ac:spMk id="7" creationId="{1D3F9D3C-C854-56DF-6E2D-0A8BE4D82224}"/>
          </ac:spMkLst>
        </pc:spChg>
        <pc:spChg chg="del topLvl">
          <ac:chgData name="Cai, Jianing (jc2ry)" userId="S::jc2ry@virginia.edu::3eb8c475-cb9e-4e33-8bb6-1bbdb68e17e3" providerId="AD" clId="Web-{FB46A7B0-5D86-2798-6BF0-485AB7567A82}" dt="2023-06-27T14:04:38.796" v="195"/>
          <ac:spMkLst>
            <pc:docMk/>
            <pc:sldMk cId="4206549180" sldId="272"/>
            <ac:spMk id="8" creationId="{D221A287-1281-1C82-8CE2-4D254DE3D08F}"/>
          </ac:spMkLst>
        </pc:spChg>
        <pc:spChg chg="del topLvl">
          <ac:chgData name="Cai, Jianing (jc2ry)" userId="S::jc2ry@virginia.edu::3eb8c475-cb9e-4e33-8bb6-1bbdb68e17e3" providerId="AD" clId="Web-{FB46A7B0-5D86-2798-6BF0-485AB7567A82}" dt="2023-06-27T14:04:39.702" v="196"/>
          <ac:spMkLst>
            <pc:docMk/>
            <pc:sldMk cId="4206549180" sldId="272"/>
            <ac:spMk id="9" creationId="{327DB224-ABED-EEF3-1151-C7825DA9B439}"/>
          </ac:spMkLst>
        </pc:spChg>
        <pc:spChg chg="del topLvl">
          <ac:chgData name="Cai, Jianing (jc2ry)" userId="S::jc2ry@virginia.edu::3eb8c475-cb9e-4e33-8bb6-1bbdb68e17e3" providerId="AD" clId="Web-{FB46A7B0-5D86-2798-6BF0-485AB7567A82}" dt="2023-06-27T14:04:40.452" v="197"/>
          <ac:spMkLst>
            <pc:docMk/>
            <pc:sldMk cId="4206549180" sldId="272"/>
            <ac:spMk id="10" creationId="{9C047DDC-2756-DE39-A558-1F4FC421D033}"/>
          </ac:spMkLst>
        </pc:spChg>
        <pc:spChg chg="add mod">
          <ac:chgData name="Cai, Jianing (jc2ry)" userId="S::jc2ry@virginia.edu::3eb8c475-cb9e-4e33-8bb6-1bbdb68e17e3" providerId="AD" clId="Web-{FB46A7B0-5D86-2798-6BF0-485AB7567A82}" dt="2023-06-27T14:05:23.548" v="210" actId="14100"/>
          <ac:spMkLst>
            <pc:docMk/>
            <pc:sldMk cId="4206549180" sldId="272"/>
            <ac:spMk id="12" creationId="{63D60C0F-5523-84B7-EAC3-016CF0CE9A85}"/>
          </ac:spMkLst>
        </pc:spChg>
        <pc:grpChg chg="del">
          <ac:chgData name="Cai, Jianing (jc2ry)" userId="S::jc2ry@virginia.edu::3eb8c475-cb9e-4e33-8bb6-1bbdb68e17e3" providerId="AD" clId="Web-{FB46A7B0-5D86-2798-6BF0-485AB7567A82}" dt="2023-06-27T14:04:34.577" v="193"/>
          <ac:grpSpMkLst>
            <pc:docMk/>
            <pc:sldMk cId="4206549180" sldId="272"/>
            <ac:grpSpMk id="11" creationId="{DFFCD109-DB24-3FB6-8B95-44F4E7833B86}"/>
          </ac:grpSpMkLst>
        </pc:grpChg>
        <pc:grpChg chg="add">
          <ac:chgData name="Cai, Jianing (jc2ry)" userId="S::jc2ry@virginia.edu::3eb8c475-cb9e-4e33-8bb6-1bbdb68e17e3" providerId="AD" clId="Web-{FB46A7B0-5D86-2798-6BF0-485AB7567A82}" dt="2023-06-27T14:06:22.566" v="221"/>
          <ac:grpSpMkLst>
            <pc:docMk/>
            <pc:sldMk cId="4206549180" sldId="272"/>
            <ac:grpSpMk id="13" creationId="{F0195564-6AC3-9999-0A99-DC71E1FC4875}"/>
          </ac:grpSpMkLst>
        </pc:grpChg>
      </pc:sldChg>
      <pc:sldChg chg="addSp delSp modSp new mod setBg setClrOvrMap">
        <pc:chgData name="Cai, Jianing (jc2ry)" userId="S::jc2ry@virginia.edu::3eb8c475-cb9e-4e33-8bb6-1bbdb68e17e3" providerId="AD" clId="Web-{FB46A7B0-5D86-2798-6BF0-485AB7567A82}" dt="2023-06-27T14:44:10.189" v="413"/>
        <pc:sldMkLst>
          <pc:docMk/>
          <pc:sldMk cId="3201441792" sldId="273"/>
        </pc:sldMkLst>
        <pc:spChg chg="del">
          <ac:chgData name="Cai, Jianing (jc2ry)" userId="S::jc2ry@virginia.edu::3eb8c475-cb9e-4e33-8bb6-1bbdb68e17e3" providerId="AD" clId="Web-{FB46A7B0-5D86-2798-6BF0-485AB7567A82}" dt="2023-06-27T14:12:34.128" v="226"/>
          <ac:spMkLst>
            <pc:docMk/>
            <pc:sldMk cId="3201441792" sldId="273"/>
            <ac:spMk id="2" creationId="{1E068A8D-FD8B-D5CC-4670-648974A45968}"/>
          </ac:spMkLst>
        </pc:spChg>
        <pc:spChg chg="del">
          <ac:chgData name="Cai, Jianing (jc2ry)" userId="S::jc2ry@virginia.edu::3eb8c475-cb9e-4e33-8bb6-1bbdb68e17e3" providerId="AD" clId="Web-{FB46A7B0-5D86-2798-6BF0-485AB7567A82}" dt="2023-06-27T14:12:36.565" v="227"/>
          <ac:spMkLst>
            <pc:docMk/>
            <pc:sldMk cId="3201441792" sldId="273"/>
            <ac:spMk id="3" creationId="{E2218C09-4689-222B-B9D6-DDE1D99A2807}"/>
          </ac:spMkLst>
        </pc:spChg>
        <pc:spChg chg="del">
          <ac:chgData name="Cai, Jianing (jc2ry)" userId="S::jc2ry@virginia.edu::3eb8c475-cb9e-4e33-8bb6-1bbdb68e17e3" providerId="AD" clId="Web-{FB46A7B0-5D86-2798-6BF0-485AB7567A82}" dt="2023-06-27T14:12:36.753" v="228"/>
          <ac:spMkLst>
            <pc:docMk/>
            <pc:sldMk cId="3201441792" sldId="273"/>
            <ac:spMk id="4" creationId="{5D2FE972-548C-DB61-2B12-2ECEA9741D50}"/>
          </ac:spMkLst>
        </pc:spChg>
        <pc:spChg chg="add del mod">
          <ac:chgData name="Cai, Jianing (jc2ry)" userId="S::jc2ry@virginia.edu::3eb8c475-cb9e-4e33-8bb6-1bbdb68e17e3" providerId="AD" clId="Web-{FB46A7B0-5D86-2798-6BF0-485AB7567A82}" dt="2023-06-27T14:44:09.017" v="412"/>
          <ac:spMkLst>
            <pc:docMk/>
            <pc:sldMk cId="3201441792" sldId="273"/>
            <ac:spMk id="7" creationId="{B43AF5BA-0C2D-3F09-2781-BF064B2086C1}"/>
          </ac:spMkLst>
        </pc:spChg>
        <pc:spChg chg="add del">
          <ac:chgData name="Cai, Jianing (jc2ry)" userId="S::jc2ry@virginia.edu::3eb8c475-cb9e-4e33-8bb6-1bbdb68e17e3" providerId="AD" clId="Web-{FB46A7B0-5D86-2798-6BF0-485AB7567A82}" dt="2023-06-27T14:41:59.761" v="389"/>
          <ac:spMkLst>
            <pc:docMk/>
            <pc:sldMk cId="3201441792" sldId="273"/>
            <ac:spMk id="12" creationId="{8D06CE56-3881-4ADA-8CEF-D18B02C242A3}"/>
          </ac:spMkLst>
        </pc:spChg>
        <pc:spChg chg="add del">
          <ac:chgData name="Cai, Jianing (jc2ry)" userId="S::jc2ry@virginia.edu::3eb8c475-cb9e-4e33-8bb6-1bbdb68e17e3" providerId="AD" clId="Web-{FB46A7B0-5D86-2798-6BF0-485AB7567A82}" dt="2023-06-27T14:41:59.761" v="389"/>
          <ac:spMkLst>
            <pc:docMk/>
            <pc:sldMk cId="3201441792" sldId="273"/>
            <ac:spMk id="14" creationId="{79F3C543-62EC-4433-9C93-A2CD8764E9B4}"/>
          </ac:spMkLst>
        </pc:spChg>
        <pc:spChg chg="add del">
          <ac:chgData name="Cai, Jianing (jc2ry)" userId="S::jc2ry@virginia.edu::3eb8c475-cb9e-4e33-8bb6-1bbdb68e17e3" providerId="AD" clId="Web-{FB46A7B0-5D86-2798-6BF0-485AB7567A82}" dt="2023-06-27T14:41:59.761" v="389"/>
          <ac:spMkLst>
            <pc:docMk/>
            <pc:sldMk cId="3201441792" sldId="273"/>
            <ac:spMk id="16" creationId="{0671A8AE-40A1-4631-A6B8-581AFF065482}"/>
          </ac:spMkLst>
        </pc:spChg>
        <pc:spChg chg="add del">
          <ac:chgData name="Cai, Jianing (jc2ry)" userId="S::jc2ry@virginia.edu::3eb8c475-cb9e-4e33-8bb6-1bbdb68e17e3" providerId="AD" clId="Web-{FB46A7B0-5D86-2798-6BF0-485AB7567A82}" dt="2023-06-27T14:41:59.761" v="389"/>
          <ac:spMkLst>
            <pc:docMk/>
            <pc:sldMk cId="3201441792" sldId="273"/>
            <ac:spMk id="18" creationId="{A44CD100-6267-4E62-AA64-2182A3A6A1C0}"/>
          </ac:spMkLst>
        </pc:spChg>
        <pc:spChg chg="add del">
          <ac:chgData name="Cai, Jianing (jc2ry)" userId="S::jc2ry@virginia.edu::3eb8c475-cb9e-4e33-8bb6-1bbdb68e17e3" providerId="AD" clId="Web-{FB46A7B0-5D86-2798-6BF0-485AB7567A82}" dt="2023-06-27T14:41:59.761" v="389"/>
          <ac:spMkLst>
            <pc:docMk/>
            <pc:sldMk cId="3201441792" sldId="273"/>
            <ac:spMk id="20" creationId="{AF2F604E-43BE-4DC3-B983-E071523364F8}"/>
          </ac:spMkLst>
        </pc:spChg>
        <pc:spChg chg="add del">
          <ac:chgData name="Cai, Jianing (jc2ry)" userId="S::jc2ry@virginia.edu::3eb8c475-cb9e-4e33-8bb6-1bbdb68e17e3" providerId="AD" clId="Web-{FB46A7B0-5D86-2798-6BF0-485AB7567A82}" dt="2023-06-27T14:41:59.761" v="389"/>
          <ac:spMkLst>
            <pc:docMk/>
            <pc:sldMk cId="3201441792" sldId="273"/>
            <ac:spMk id="22" creationId="{08C9B587-E65E-4B52-B37C-ABEBB6E87928}"/>
          </ac:spMkLst>
        </pc:spChg>
        <pc:spChg chg="add del">
          <ac:chgData name="Cai, Jianing (jc2ry)" userId="S::jc2ry@virginia.edu::3eb8c475-cb9e-4e33-8bb6-1bbdb68e17e3" providerId="AD" clId="Web-{FB46A7B0-5D86-2798-6BF0-485AB7567A82}" dt="2023-06-27T14:42:03.308" v="391"/>
          <ac:spMkLst>
            <pc:docMk/>
            <pc:sldMk cId="3201441792" sldId="273"/>
            <ac:spMk id="24" creationId="{8D06CE56-3881-4ADA-8CEF-D18B02C242A3}"/>
          </ac:spMkLst>
        </pc:spChg>
        <pc:spChg chg="add del">
          <ac:chgData name="Cai, Jianing (jc2ry)" userId="S::jc2ry@virginia.edu::3eb8c475-cb9e-4e33-8bb6-1bbdb68e17e3" providerId="AD" clId="Web-{FB46A7B0-5D86-2798-6BF0-485AB7567A82}" dt="2023-06-27T14:42:03.308" v="391"/>
          <ac:spMkLst>
            <pc:docMk/>
            <pc:sldMk cId="3201441792" sldId="273"/>
            <ac:spMk id="25" creationId="{79F3C543-62EC-4433-9C93-A2CD8764E9B4}"/>
          </ac:spMkLst>
        </pc:spChg>
        <pc:spChg chg="add del">
          <ac:chgData name="Cai, Jianing (jc2ry)" userId="S::jc2ry@virginia.edu::3eb8c475-cb9e-4e33-8bb6-1bbdb68e17e3" providerId="AD" clId="Web-{FB46A7B0-5D86-2798-6BF0-485AB7567A82}" dt="2023-06-27T14:42:03.308" v="391"/>
          <ac:spMkLst>
            <pc:docMk/>
            <pc:sldMk cId="3201441792" sldId="273"/>
            <ac:spMk id="26" creationId="{5A59F003-E00A-43F9-91DC-CC54E3B87466}"/>
          </ac:spMkLst>
        </pc:spChg>
        <pc:spChg chg="add del">
          <ac:chgData name="Cai, Jianing (jc2ry)" userId="S::jc2ry@virginia.edu::3eb8c475-cb9e-4e33-8bb6-1bbdb68e17e3" providerId="AD" clId="Web-{FB46A7B0-5D86-2798-6BF0-485AB7567A82}" dt="2023-06-27T14:42:03.308" v="391"/>
          <ac:spMkLst>
            <pc:docMk/>
            <pc:sldMk cId="3201441792" sldId="273"/>
            <ac:spMk id="27" creationId="{D74A4382-E3AD-430A-9A1F-DFA3E0E77A7D}"/>
          </ac:spMkLst>
        </pc:spChg>
        <pc:spChg chg="add del">
          <ac:chgData name="Cai, Jianing (jc2ry)" userId="S::jc2ry@virginia.edu::3eb8c475-cb9e-4e33-8bb6-1bbdb68e17e3" providerId="AD" clId="Web-{FB46A7B0-5D86-2798-6BF0-485AB7567A82}" dt="2023-06-27T14:42:05.527" v="393"/>
          <ac:spMkLst>
            <pc:docMk/>
            <pc:sldMk cId="3201441792" sldId="273"/>
            <ac:spMk id="29" creationId="{8D06CE56-3881-4ADA-8CEF-D18B02C242A3}"/>
          </ac:spMkLst>
        </pc:spChg>
        <pc:spChg chg="add del">
          <ac:chgData name="Cai, Jianing (jc2ry)" userId="S::jc2ry@virginia.edu::3eb8c475-cb9e-4e33-8bb6-1bbdb68e17e3" providerId="AD" clId="Web-{FB46A7B0-5D86-2798-6BF0-485AB7567A82}" dt="2023-06-27T14:42:05.527" v="393"/>
          <ac:spMkLst>
            <pc:docMk/>
            <pc:sldMk cId="3201441792" sldId="273"/>
            <ac:spMk id="30" creationId="{79F3C543-62EC-4433-9C93-A2CD8764E9B4}"/>
          </ac:spMkLst>
        </pc:spChg>
        <pc:spChg chg="add del">
          <ac:chgData name="Cai, Jianing (jc2ry)" userId="S::jc2ry@virginia.edu::3eb8c475-cb9e-4e33-8bb6-1bbdb68e17e3" providerId="AD" clId="Web-{FB46A7B0-5D86-2798-6BF0-485AB7567A82}" dt="2023-06-27T14:42:05.527" v="393"/>
          <ac:spMkLst>
            <pc:docMk/>
            <pc:sldMk cId="3201441792" sldId="273"/>
            <ac:spMk id="31" creationId="{55666830-9A19-4E01-8505-D6C7F9AC5665}"/>
          </ac:spMkLst>
        </pc:spChg>
        <pc:spChg chg="add del">
          <ac:chgData name="Cai, Jianing (jc2ry)" userId="S::jc2ry@virginia.edu::3eb8c475-cb9e-4e33-8bb6-1bbdb68e17e3" providerId="AD" clId="Web-{FB46A7B0-5D86-2798-6BF0-485AB7567A82}" dt="2023-06-27T14:42:05.527" v="393"/>
          <ac:spMkLst>
            <pc:docMk/>
            <pc:sldMk cId="3201441792" sldId="273"/>
            <ac:spMk id="32" creationId="{AE9FC877-7FB6-4D22-9988-35420644E202}"/>
          </ac:spMkLst>
        </pc:spChg>
        <pc:spChg chg="add del">
          <ac:chgData name="Cai, Jianing (jc2ry)" userId="S::jc2ry@virginia.edu::3eb8c475-cb9e-4e33-8bb6-1bbdb68e17e3" providerId="AD" clId="Web-{FB46A7B0-5D86-2798-6BF0-485AB7567A82}" dt="2023-06-27T14:42:05.527" v="393"/>
          <ac:spMkLst>
            <pc:docMk/>
            <pc:sldMk cId="3201441792" sldId="273"/>
            <ac:spMk id="33" creationId="{E41809D1-F12E-46BB-B804-5F209D325E8B}"/>
          </ac:spMkLst>
        </pc:spChg>
        <pc:spChg chg="add del">
          <ac:chgData name="Cai, Jianing (jc2ry)" userId="S::jc2ry@virginia.edu::3eb8c475-cb9e-4e33-8bb6-1bbdb68e17e3" providerId="AD" clId="Web-{FB46A7B0-5D86-2798-6BF0-485AB7567A82}" dt="2023-06-27T14:42:05.527" v="393"/>
          <ac:spMkLst>
            <pc:docMk/>
            <pc:sldMk cId="3201441792" sldId="273"/>
            <ac:spMk id="34" creationId="{AF2F604E-43BE-4DC3-B983-E071523364F8}"/>
          </ac:spMkLst>
        </pc:spChg>
        <pc:spChg chg="add del">
          <ac:chgData name="Cai, Jianing (jc2ry)" userId="S::jc2ry@virginia.edu::3eb8c475-cb9e-4e33-8bb6-1bbdb68e17e3" providerId="AD" clId="Web-{FB46A7B0-5D86-2798-6BF0-485AB7567A82}" dt="2023-06-27T14:42:05.527" v="393"/>
          <ac:spMkLst>
            <pc:docMk/>
            <pc:sldMk cId="3201441792" sldId="273"/>
            <ac:spMk id="35" creationId="{08C9B587-E65E-4B52-B37C-ABEBB6E87928}"/>
          </ac:spMkLst>
        </pc:spChg>
        <pc:spChg chg="add del">
          <ac:chgData name="Cai, Jianing (jc2ry)" userId="S::jc2ry@virginia.edu::3eb8c475-cb9e-4e33-8bb6-1bbdb68e17e3" providerId="AD" clId="Web-{FB46A7B0-5D86-2798-6BF0-485AB7567A82}" dt="2023-06-27T14:42:08.277" v="395"/>
          <ac:spMkLst>
            <pc:docMk/>
            <pc:sldMk cId="3201441792" sldId="273"/>
            <ac:spMk id="37" creationId="{8D06CE56-3881-4ADA-8CEF-D18B02C242A3}"/>
          </ac:spMkLst>
        </pc:spChg>
        <pc:spChg chg="add del">
          <ac:chgData name="Cai, Jianing (jc2ry)" userId="S::jc2ry@virginia.edu::3eb8c475-cb9e-4e33-8bb6-1bbdb68e17e3" providerId="AD" clId="Web-{FB46A7B0-5D86-2798-6BF0-485AB7567A82}" dt="2023-06-27T14:42:08.277" v="395"/>
          <ac:spMkLst>
            <pc:docMk/>
            <pc:sldMk cId="3201441792" sldId="273"/>
            <ac:spMk id="38" creationId="{79F3C543-62EC-4433-9C93-A2CD8764E9B4}"/>
          </ac:spMkLst>
        </pc:spChg>
        <pc:spChg chg="add del">
          <ac:chgData name="Cai, Jianing (jc2ry)" userId="S::jc2ry@virginia.edu::3eb8c475-cb9e-4e33-8bb6-1bbdb68e17e3" providerId="AD" clId="Web-{FB46A7B0-5D86-2798-6BF0-485AB7567A82}" dt="2023-06-27T14:42:08.277" v="395"/>
          <ac:spMkLst>
            <pc:docMk/>
            <pc:sldMk cId="3201441792" sldId="273"/>
            <ac:spMk id="39" creationId="{526E0BFB-CDF1-4990-8C11-AC849311E0A8}"/>
          </ac:spMkLst>
        </pc:spChg>
        <pc:spChg chg="add del">
          <ac:chgData name="Cai, Jianing (jc2ry)" userId="S::jc2ry@virginia.edu::3eb8c475-cb9e-4e33-8bb6-1bbdb68e17e3" providerId="AD" clId="Web-{FB46A7B0-5D86-2798-6BF0-485AB7567A82}" dt="2023-06-27T14:42:08.277" v="395"/>
          <ac:spMkLst>
            <pc:docMk/>
            <pc:sldMk cId="3201441792" sldId="273"/>
            <ac:spMk id="40" creationId="{6069A1F8-9BEB-4786-9694-FC48B2D75D21}"/>
          </ac:spMkLst>
        </pc:spChg>
        <pc:spChg chg="add del">
          <ac:chgData name="Cai, Jianing (jc2ry)" userId="S::jc2ry@virginia.edu::3eb8c475-cb9e-4e33-8bb6-1bbdb68e17e3" providerId="AD" clId="Web-{FB46A7B0-5D86-2798-6BF0-485AB7567A82}" dt="2023-06-27T14:42:08.277" v="395"/>
          <ac:spMkLst>
            <pc:docMk/>
            <pc:sldMk cId="3201441792" sldId="273"/>
            <ac:spMk id="41" creationId="{AF2F604E-43BE-4DC3-B983-E071523364F8}"/>
          </ac:spMkLst>
        </pc:spChg>
        <pc:spChg chg="add del">
          <ac:chgData name="Cai, Jianing (jc2ry)" userId="S::jc2ry@virginia.edu::3eb8c475-cb9e-4e33-8bb6-1bbdb68e17e3" providerId="AD" clId="Web-{FB46A7B0-5D86-2798-6BF0-485AB7567A82}" dt="2023-06-27T14:42:08.277" v="395"/>
          <ac:spMkLst>
            <pc:docMk/>
            <pc:sldMk cId="3201441792" sldId="273"/>
            <ac:spMk id="42" creationId="{08C9B587-E65E-4B52-B37C-ABEBB6E87928}"/>
          </ac:spMkLst>
        </pc:spChg>
        <pc:spChg chg="add del">
          <ac:chgData name="Cai, Jianing (jc2ry)" userId="S::jc2ry@virginia.edu::3eb8c475-cb9e-4e33-8bb6-1bbdb68e17e3" providerId="AD" clId="Web-{FB46A7B0-5D86-2798-6BF0-485AB7567A82}" dt="2023-06-27T14:42:12.574" v="397"/>
          <ac:spMkLst>
            <pc:docMk/>
            <pc:sldMk cId="3201441792" sldId="273"/>
            <ac:spMk id="44" creationId="{8D06CE56-3881-4ADA-8CEF-D18B02C242A3}"/>
          </ac:spMkLst>
        </pc:spChg>
        <pc:spChg chg="add del">
          <ac:chgData name="Cai, Jianing (jc2ry)" userId="S::jc2ry@virginia.edu::3eb8c475-cb9e-4e33-8bb6-1bbdb68e17e3" providerId="AD" clId="Web-{FB46A7B0-5D86-2798-6BF0-485AB7567A82}" dt="2023-06-27T14:42:12.574" v="397"/>
          <ac:spMkLst>
            <pc:docMk/>
            <pc:sldMk cId="3201441792" sldId="273"/>
            <ac:spMk id="45" creationId="{79F3C543-62EC-4433-9C93-A2CD8764E9B4}"/>
          </ac:spMkLst>
        </pc:spChg>
        <pc:spChg chg="add del">
          <ac:chgData name="Cai, Jianing (jc2ry)" userId="S::jc2ry@virginia.edu::3eb8c475-cb9e-4e33-8bb6-1bbdb68e17e3" providerId="AD" clId="Web-{FB46A7B0-5D86-2798-6BF0-485AB7567A82}" dt="2023-06-27T14:42:12.574" v="397"/>
          <ac:spMkLst>
            <pc:docMk/>
            <pc:sldMk cId="3201441792" sldId="273"/>
            <ac:spMk id="46" creationId="{D5B012D8-7F27-4758-9AC6-C889B154BD73}"/>
          </ac:spMkLst>
        </pc:spChg>
        <pc:spChg chg="add del">
          <ac:chgData name="Cai, Jianing (jc2ry)" userId="S::jc2ry@virginia.edu::3eb8c475-cb9e-4e33-8bb6-1bbdb68e17e3" providerId="AD" clId="Web-{FB46A7B0-5D86-2798-6BF0-485AB7567A82}" dt="2023-06-27T14:42:12.574" v="397"/>
          <ac:spMkLst>
            <pc:docMk/>
            <pc:sldMk cId="3201441792" sldId="273"/>
            <ac:spMk id="47" creationId="{4063B759-00FC-46D1-9898-8E8625268FAF}"/>
          </ac:spMkLst>
        </pc:spChg>
        <pc:spChg chg="add del">
          <ac:chgData name="Cai, Jianing (jc2ry)" userId="S::jc2ry@virginia.edu::3eb8c475-cb9e-4e33-8bb6-1bbdb68e17e3" providerId="AD" clId="Web-{FB46A7B0-5D86-2798-6BF0-485AB7567A82}" dt="2023-06-27T14:42:26.294" v="399"/>
          <ac:spMkLst>
            <pc:docMk/>
            <pc:sldMk cId="3201441792" sldId="273"/>
            <ac:spMk id="49" creationId="{8D06CE56-3881-4ADA-8CEF-D18B02C242A3}"/>
          </ac:spMkLst>
        </pc:spChg>
        <pc:spChg chg="add del">
          <ac:chgData name="Cai, Jianing (jc2ry)" userId="S::jc2ry@virginia.edu::3eb8c475-cb9e-4e33-8bb6-1bbdb68e17e3" providerId="AD" clId="Web-{FB46A7B0-5D86-2798-6BF0-485AB7567A82}" dt="2023-06-27T14:42:26.294" v="399"/>
          <ac:spMkLst>
            <pc:docMk/>
            <pc:sldMk cId="3201441792" sldId="273"/>
            <ac:spMk id="50" creationId="{79F3C543-62EC-4433-9C93-A2CD8764E9B4}"/>
          </ac:spMkLst>
        </pc:spChg>
        <pc:spChg chg="add del">
          <ac:chgData name="Cai, Jianing (jc2ry)" userId="S::jc2ry@virginia.edu::3eb8c475-cb9e-4e33-8bb6-1bbdb68e17e3" providerId="AD" clId="Web-{FB46A7B0-5D86-2798-6BF0-485AB7567A82}" dt="2023-06-27T14:42:26.294" v="399"/>
          <ac:spMkLst>
            <pc:docMk/>
            <pc:sldMk cId="3201441792" sldId="273"/>
            <ac:spMk id="51" creationId="{0671A8AE-40A1-4631-A6B8-581AFF065482}"/>
          </ac:spMkLst>
        </pc:spChg>
        <pc:spChg chg="add del">
          <ac:chgData name="Cai, Jianing (jc2ry)" userId="S::jc2ry@virginia.edu::3eb8c475-cb9e-4e33-8bb6-1bbdb68e17e3" providerId="AD" clId="Web-{FB46A7B0-5D86-2798-6BF0-485AB7567A82}" dt="2023-06-27T14:42:26.294" v="399"/>
          <ac:spMkLst>
            <pc:docMk/>
            <pc:sldMk cId="3201441792" sldId="273"/>
            <ac:spMk id="52" creationId="{A44CD100-6267-4E62-AA64-2182A3A6A1C0}"/>
          </ac:spMkLst>
        </pc:spChg>
        <pc:spChg chg="add del">
          <ac:chgData name="Cai, Jianing (jc2ry)" userId="S::jc2ry@virginia.edu::3eb8c475-cb9e-4e33-8bb6-1bbdb68e17e3" providerId="AD" clId="Web-{FB46A7B0-5D86-2798-6BF0-485AB7567A82}" dt="2023-06-27T14:42:26.294" v="399"/>
          <ac:spMkLst>
            <pc:docMk/>
            <pc:sldMk cId="3201441792" sldId="273"/>
            <ac:spMk id="53" creationId="{AF2F604E-43BE-4DC3-B983-E071523364F8}"/>
          </ac:spMkLst>
        </pc:spChg>
        <pc:spChg chg="add del">
          <ac:chgData name="Cai, Jianing (jc2ry)" userId="S::jc2ry@virginia.edu::3eb8c475-cb9e-4e33-8bb6-1bbdb68e17e3" providerId="AD" clId="Web-{FB46A7B0-5D86-2798-6BF0-485AB7567A82}" dt="2023-06-27T14:42:26.294" v="399"/>
          <ac:spMkLst>
            <pc:docMk/>
            <pc:sldMk cId="3201441792" sldId="273"/>
            <ac:spMk id="54" creationId="{08C9B587-E65E-4B52-B37C-ABEBB6E87928}"/>
          </ac:spMkLst>
        </pc:spChg>
        <pc:spChg chg="add del">
          <ac:chgData name="Cai, Jianing (jc2ry)" userId="S::jc2ry@virginia.edu::3eb8c475-cb9e-4e33-8bb6-1bbdb68e17e3" providerId="AD" clId="Web-{FB46A7B0-5D86-2798-6BF0-485AB7567A82}" dt="2023-06-27T14:42:33.263" v="401"/>
          <ac:spMkLst>
            <pc:docMk/>
            <pc:sldMk cId="3201441792" sldId="273"/>
            <ac:spMk id="56" creationId="{8D06CE56-3881-4ADA-8CEF-D18B02C242A3}"/>
          </ac:spMkLst>
        </pc:spChg>
        <pc:spChg chg="add del">
          <ac:chgData name="Cai, Jianing (jc2ry)" userId="S::jc2ry@virginia.edu::3eb8c475-cb9e-4e33-8bb6-1bbdb68e17e3" providerId="AD" clId="Web-{FB46A7B0-5D86-2798-6BF0-485AB7567A82}" dt="2023-06-27T14:42:33.263" v="401"/>
          <ac:spMkLst>
            <pc:docMk/>
            <pc:sldMk cId="3201441792" sldId="273"/>
            <ac:spMk id="57" creationId="{79F3C543-62EC-4433-9C93-A2CD8764E9B4}"/>
          </ac:spMkLst>
        </pc:spChg>
        <pc:spChg chg="add del">
          <ac:chgData name="Cai, Jianing (jc2ry)" userId="S::jc2ry@virginia.edu::3eb8c475-cb9e-4e33-8bb6-1bbdb68e17e3" providerId="AD" clId="Web-{FB46A7B0-5D86-2798-6BF0-485AB7567A82}" dt="2023-06-27T14:42:33.263" v="401"/>
          <ac:spMkLst>
            <pc:docMk/>
            <pc:sldMk cId="3201441792" sldId="273"/>
            <ac:spMk id="58" creationId="{5A59F003-E00A-43F9-91DC-CC54E3B87466}"/>
          </ac:spMkLst>
        </pc:spChg>
        <pc:spChg chg="add del">
          <ac:chgData name="Cai, Jianing (jc2ry)" userId="S::jc2ry@virginia.edu::3eb8c475-cb9e-4e33-8bb6-1bbdb68e17e3" providerId="AD" clId="Web-{FB46A7B0-5D86-2798-6BF0-485AB7567A82}" dt="2023-06-27T14:42:33.263" v="401"/>
          <ac:spMkLst>
            <pc:docMk/>
            <pc:sldMk cId="3201441792" sldId="273"/>
            <ac:spMk id="59" creationId="{D74A4382-E3AD-430A-9A1F-DFA3E0E77A7D}"/>
          </ac:spMkLst>
        </pc:spChg>
        <pc:spChg chg="add del">
          <ac:chgData name="Cai, Jianing (jc2ry)" userId="S::jc2ry@virginia.edu::3eb8c475-cb9e-4e33-8bb6-1bbdb68e17e3" providerId="AD" clId="Web-{FB46A7B0-5D86-2798-6BF0-485AB7567A82}" dt="2023-06-27T14:43:33.656" v="407"/>
          <ac:spMkLst>
            <pc:docMk/>
            <pc:sldMk cId="3201441792" sldId="273"/>
            <ac:spMk id="61" creationId="{8D06CE56-3881-4ADA-8CEF-D18B02C242A3}"/>
          </ac:spMkLst>
        </pc:spChg>
        <pc:spChg chg="add del">
          <ac:chgData name="Cai, Jianing (jc2ry)" userId="S::jc2ry@virginia.edu::3eb8c475-cb9e-4e33-8bb6-1bbdb68e17e3" providerId="AD" clId="Web-{FB46A7B0-5D86-2798-6BF0-485AB7567A82}" dt="2023-06-27T14:43:33.656" v="407"/>
          <ac:spMkLst>
            <pc:docMk/>
            <pc:sldMk cId="3201441792" sldId="273"/>
            <ac:spMk id="62" creationId="{79F3C543-62EC-4433-9C93-A2CD8764E9B4}"/>
          </ac:spMkLst>
        </pc:spChg>
        <pc:spChg chg="add del">
          <ac:chgData name="Cai, Jianing (jc2ry)" userId="S::jc2ry@virginia.edu::3eb8c475-cb9e-4e33-8bb6-1bbdb68e17e3" providerId="AD" clId="Web-{FB46A7B0-5D86-2798-6BF0-485AB7567A82}" dt="2023-06-27T14:43:33.656" v="407"/>
          <ac:spMkLst>
            <pc:docMk/>
            <pc:sldMk cId="3201441792" sldId="273"/>
            <ac:spMk id="63" creationId="{0671A8AE-40A1-4631-A6B8-581AFF065482}"/>
          </ac:spMkLst>
        </pc:spChg>
        <pc:spChg chg="add del">
          <ac:chgData name="Cai, Jianing (jc2ry)" userId="S::jc2ry@virginia.edu::3eb8c475-cb9e-4e33-8bb6-1bbdb68e17e3" providerId="AD" clId="Web-{FB46A7B0-5D86-2798-6BF0-485AB7567A82}" dt="2023-06-27T14:43:33.656" v="407"/>
          <ac:spMkLst>
            <pc:docMk/>
            <pc:sldMk cId="3201441792" sldId="273"/>
            <ac:spMk id="64" creationId="{A44CD100-6267-4E62-AA64-2182A3A6A1C0}"/>
          </ac:spMkLst>
        </pc:spChg>
        <pc:spChg chg="add del">
          <ac:chgData name="Cai, Jianing (jc2ry)" userId="S::jc2ry@virginia.edu::3eb8c475-cb9e-4e33-8bb6-1bbdb68e17e3" providerId="AD" clId="Web-{FB46A7B0-5D86-2798-6BF0-485AB7567A82}" dt="2023-06-27T14:43:33.656" v="407"/>
          <ac:spMkLst>
            <pc:docMk/>
            <pc:sldMk cId="3201441792" sldId="273"/>
            <ac:spMk id="65" creationId="{AF2F604E-43BE-4DC3-B983-E071523364F8}"/>
          </ac:spMkLst>
        </pc:spChg>
        <pc:spChg chg="add del">
          <ac:chgData name="Cai, Jianing (jc2ry)" userId="S::jc2ry@virginia.edu::3eb8c475-cb9e-4e33-8bb6-1bbdb68e17e3" providerId="AD" clId="Web-{FB46A7B0-5D86-2798-6BF0-485AB7567A82}" dt="2023-06-27T14:43:33.656" v="407"/>
          <ac:spMkLst>
            <pc:docMk/>
            <pc:sldMk cId="3201441792" sldId="273"/>
            <ac:spMk id="66" creationId="{08C9B587-E65E-4B52-B37C-ABEBB6E87928}"/>
          </ac:spMkLst>
        </pc:spChg>
        <pc:spChg chg="add del">
          <ac:chgData name="Cai, Jianing (jc2ry)" userId="S::jc2ry@virginia.edu::3eb8c475-cb9e-4e33-8bb6-1bbdb68e17e3" providerId="AD" clId="Web-{FB46A7B0-5D86-2798-6BF0-485AB7567A82}" dt="2023-06-27T14:43:33.656" v="407"/>
          <ac:spMkLst>
            <pc:docMk/>
            <pc:sldMk cId="3201441792" sldId="273"/>
            <ac:spMk id="71" creationId="{8D06CE56-3881-4ADA-8CEF-D18B02C242A3}"/>
          </ac:spMkLst>
        </pc:spChg>
        <pc:spChg chg="add del">
          <ac:chgData name="Cai, Jianing (jc2ry)" userId="S::jc2ry@virginia.edu::3eb8c475-cb9e-4e33-8bb6-1bbdb68e17e3" providerId="AD" clId="Web-{FB46A7B0-5D86-2798-6BF0-485AB7567A82}" dt="2023-06-27T14:43:33.656" v="407"/>
          <ac:spMkLst>
            <pc:docMk/>
            <pc:sldMk cId="3201441792" sldId="273"/>
            <ac:spMk id="73" creationId="{79F3C543-62EC-4433-9C93-A2CD8764E9B4}"/>
          </ac:spMkLst>
        </pc:spChg>
        <pc:spChg chg="add del">
          <ac:chgData name="Cai, Jianing (jc2ry)" userId="S::jc2ry@virginia.edu::3eb8c475-cb9e-4e33-8bb6-1bbdb68e17e3" providerId="AD" clId="Web-{FB46A7B0-5D86-2798-6BF0-485AB7567A82}" dt="2023-06-27T14:43:33.656" v="407"/>
          <ac:spMkLst>
            <pc:docMk/>
            <pc:sldMk cId="3201441792" sldId="273"/>
            <ac:spMk id="75" creationId="{007891EC-4501-44ED-A8C8-B11B6DB767AB}"/>
          </ac:spMkLst>
        </pc:spChg>
        <pc:picChg chg="add del mod ord">
          <ac:chgData name="Cai, Jianing (jc2ry)" userId="S::jc2ry@virginia.edu::3eb8c475-cb9e-4e33-8bb6-1bbdb68e17e3" providerId="AD" clId="Web-{FB46A7B0-5D86-2798-6BF0-485AB7567A82}" dt="2023-06-27T14:44:10.189" v="413"/>
          <ac:picMkLst>
            <pc:docMk/>
            <pc:sldMk cId="3201441792" sldId="273"/>
            <ac:picMk id="6" creationId="{8ABE0A84-99D0-D311-55E0-9F8E835A15A2}"/>
          </ac:picMkLst>
        </pc:picChg>
        <pc:picChg chg="add del">
          <ac:chgData name="Cai, Jianing (jc2ry)" userId="S::jc2ry@virginia.edu::3eb8c475-cb9e-4e33-8bb6-1bbdb68e17e3" providerId="AD" clId="Web-{FB46A7B0-5D86-2798-6BF0-485AB7567A82}" dt="2023-06-27T14:44:02.063" v="410"/>
          <ac:picMkLst>
            <pc:docMk/>
            <pc:sldMk cId="3201441792" sldId="273"/>
            <ac:picMk id="9" creationId="{06C30DE1-3F43-82B7-2A6E-0BF96FD35AFB}"/>
          </ac:picMkLst>
        </pc:picChg>
        <pc:cxnChg chg="add del">
          <ac:chgData name="Cai, Jianing (jc2ry)" userId="S::jc2ry@virginia.edu::3eb8c475-cb9e-4e33-8bb6-1bbdb68e17e3" providerId="AD" clId="Web-{FB46A7B0-5D86-2798-6BF0-485AB7567A82}" dt="2023-06-27T14:43:33.656" v="407"/>
          <ac:cxnSpMkLst>
            <pc:docMk/>
            <pc:sldMk cId="3201441792" sldId="273"/>
            <ac:cxnSpMk id="77" creationId="{34E5597F-CE67-4085-9548-E6A8036DA3BB}"/>
          </ac:cxnSpMkLst>
        </pc:cxnChg>
      </pc:sldChg>
      <pc:sldChg chg="new del">
        <pc:chgData name="Cai, Jianing (jc2ry)" userId="S::jc2ry@virginia.edu::3eb8c475-cb9e-4e33-8bb6-1bbdb68e17e3" providerId="AD" clId="Web-{FB46A7B0-5D86-2798-6BF0-485AB7567A82}" dt="2023-06-27T14:12:45.815" v="230"/>
        <pc:sldMkLst>
          <pc:docMk/>
          <pc:sldMk cId="391669309" sldId="274"/>
        </pc:sldMkLst>
      </pc:sldChg>
      <pc:sldChg chg="modSp new ord">
        <pc:chgData name="Cai, Jianing (jc2ry)" userId="S::jc2ry@virginia.edu::3eb8c475-cb9e-4e33-8bb6-1bbdb68e17e3" providerId="AD" clId="Web-{FB46A7B0-5D86-2798-6BF0-485AB7567A82}" dt="2023-06-27T18:20:42.858" v="585" actId="20577"/>
        <pc:sldMkLst>
          <pc:docMk/>
          <pc:sldMk cId="3124018521" sldId="274"/>
        </pc:sldMkLst>
        <pc:spChg chg="mod">
          <ac:chgData name="Cai, Jianing (jc2ry)" userId="S::jc2ry@virginia.edu::3eb8c475-cb9e-4e33-8bb6-1bbdb68e17e3" providerId="AD" clId="Web-{FB46A7B0-5D86-2798-6BF0-485AB7567A82}" dt="2023-06-27T16:03:46.397" v="443" actId="1076"/>
          <ac:spMkLst>
            <pc:docMk/>
            <pc:sldMk cId="3124018521" sldId="274"/>
            <ac:spMk id="2" creationId="{B12DA40D-3911-0C31-BE61-2BED6E6D8C54}"/>
          </ac:spMkLst>
        </pc:spChg>
        <pc:spChg chg="mod">
          <ac:chgData name="Cai, Jianing (jc2ry)" userId="S::jc2ry@virginia.edu::3eb8c475-cb9e-4e33-8bb6-1bbdb68e17e3" providerId="AD" clId="Web-{FB46A7B0-5D86-2798-6BF0-485AB7567A82}" dt="2023-06-27T18:20:42.858" v="585" actId="20577"/>
          <ac:spMkLst>
            <pc:docMk/>
            <pc:sldMk cId="3124018521" sldId="274"/>
            <ac:spMk id="3" creationId="{FF01D906-49E1-AB1D-C626-8F44581CEE58}"/>
          </ac:spMkLst>
        </pc:spChg>
      </pc:sldChg>
    </pc:docChg>
  </pc:docChgLst>
  <pc:docChgLst>
    <pc:chgData name="Marijke van der Geer" userId="S::mvandergeer0853_sdsu.edu#ext#@myuva.onmicrosoft.com::292b19e6-28e4-4adb-9813-3fd544a69f93" providerId="AD" clId="Web-{B58ED4B5-58E7-4F0F-A981-414CFA03608C}"/>
    <pc:docChg chg="addSld modSld">
      <pc:chgData name="Marijke van der Geer" userId="S::mvandergeer0853_sdsu.edu#ext#@myuva.onmicrosoft.com::292b19e6-28e4-4adb-9813-3fd544a69f93" providerId="AD" clId="Web-{B58ED4B5-58E7-4F0F-A981-414CFA03608C}" dt="2023-06-26T22:15:39.458" v="43" actId="20577"/>
      <pc:docMkLst>
        <pc:docMk/>
      </pc:docMkLst>
      <pc:sldChg chg="modSp">
        <pc:chgData name="Marijke van der Geer" userId="S::mvandergeer0853_sdsu.edu#ext#@myuva.onmicrosoft.com::292b19e6-28e4-4adb-9813-3fd544a69f93" providerId="AD" clId="Web-{B58ED4B5-58E7-4F0F-A981-414CFA03608C}" dt="2023-06-26T22:14:32.378" v="7" actId="20577"/>
        <pc:sldMkLst>
          <pc:docMk/>
          <pc:sldMk cId="1088556243" sldId="263"/>
        </pc:sldMkLst>
        <pc:spChg chg="mod">
          <ac:chgData name="Marijke van der Geer" userId="S::mvandergeer0853_sdsu.edu#ext#@myuva.onmicrosoft.com::292b19e6-28e4-4adb-9813-3fd544a69f93" providerId="AD" clId="Web-{B58ED4B5-58E7-4F0F-A981-414CFA03608C}" dt="2023-06-26T22:14:32.378" v="7" actId="20577"/>
          <ac:spMkLst>
            <pc:docMk/>
            <pc:sldMk cId="1088556243" sldId="263"/>
            <ac:spMk id="3" creationId="{36D9514D-A03B-CB11-0082-A282D33A8BAF}"/>
          </ac:spMkLst>
        </pc:spChg>
      </pc:sldChg>
      <pc:sldChg chg="modSp new">
        <pc:chgData name="Marijke van der Geer" userId="S::mvandergeer0853_sdsu.edu#ext#@myuva.onmicrosoft.com::292b19e6-28e4-4adb-9813-3fd544a69f93" providerId="AD" clId="Web-{B58ED4B5-58E7-4F0F-A981-414CFA03608C}" dt="2023-06-26T22:15:09.254" v="26" actId="20577"/>
        <pc:sldMkLst>
          <pc:docMk/>
          <pc:sldMk cId="794976424" sldId="265"/>
        </pc:sldMkLst>
        <pc:spChg chg="mod">
          <ac:chgData name="Marijke van der Geer" userId="S::mvandergeer0853_sdsu.edu#ext#@myuva.onmicrosoft.com::292b19e6-28e4-4adb-9813-3fd544a69f93" providerId="AD" clId="Web-{B58ED4B5-58E7-4F0F-A981-414CFA03608C}" dt="2023-06-26T22:15:09.254" v="26" actId="20577"/>
          <ac:spMkLst>
            <pc:docMk/>
            <pc:sldMk cId="794976424" sldId="265"/>
            <ac:spMk id="2" creationId="{4B75A7CC-3C24-0990-B0BD-9D6AB37A8238}"/>
          </ac:spMkLst>
        </pc:spChg>
      </pc:sldChg>
      <pc:sldChg chg="modSp new">
        <pc:chgData name="Marijke van der Geer" userId="S::mvandergeer0853_sdsu.edu#ext#@myuva.onmicrosoft.com::292b19e6-28e4-4adb-9813-3fd544a69f93" providerId="AD" clId="Web-{B58ED4B5-58E7-4F0F-A981-414CFA03608C}" dt="2023-06-26T22:15:00.629" v="18" actId="20577"/>
        <pc:sldMkLst>
          <pc:docMk/>
          <pc:sldMk cId="266384320" sldId="266"/>
        </pc:sldMkLst>
        <pc:spChg chg="mod">
          <ac:chgData name="Marijke van der Geer" userId="S::mvandergeer0853_sdsu.edu#ext#@myuva.onmicrosoft.com::292b19e6-28e4-4adb-9813-3fd544a69f93" providerId="AD" clId="Web-{B58ED4B5-58E7-4F0F-A981-414CFA03608C}" dt="2023-06-26T22:15:00.629" v="18" actId="20577"/>
          <ac:spMkLst>
            <pc:docMk/>
            <pc:sldMk cId="266384320" sldId="266"/>
            <ac:spMk id="2" creationId="{9F71B6F2-08D1-8DDC-B996-51CF69881EB7}"/>
          </ac:spMkLst>
        </pc:spChg>
      </pc:sldChg>
      <pc:sldChg chg="modSp new">
        <pc:chgData name="Marijke van der Geer" userId="S::mvandergeer0853_sdsu.edu#ext#@myuva.onmicrosoft.com::292b19e6-28e4-4adb-9813-3fd544a69f93" providerId="AD" clId="Web-{B58ED4B5-58E7-4F0F-A981-414CFA03608C}" dt="2023-06-26T22:15:39.458" v="43" actId="20577"/>
        <pc:sldMkLst>
          <pc:docMk/>
          <pc:sldMk cId="3734681121" sldId="267"/>
        </pc:sldMkLst>
        <pc:spChg chg="mod">
          <ac:chgData name="Marijke van der Geer" userId="S::mvandergeer0853_sdsu.edu#ext#@myuva.onmicrosoft.com::292b19e6-28e4-4adb-9813-3fd544a69f93" providerId="AD" clId="Web-{B58ED4B5-58E7-4F0F-A981-414CFA03608C}" dt="2023-06-26T22:15:39.458" v="43" actId="20577"/>
          <ac:spMkLst>
            <pc:docMk/>
            <pc:sldMk cId="3734681121" sldId="267"/>
            <ac:spMk id="2" creationId="{4E4413C1-7C51-13C9-CDE1-B93FA2097B46}"/>
          </ac:spMkLst>
        </pc:spChg>
      </pc:sldChg>
    </pc:docChg>
  </pc:docChgLst>
  <pc:docChgLst>
    <pc:chgData name="Marijke van der Geer" userId="S::mvandergeer0853_sdsu.edu#ext#@myuva.onmicrosoft.com::292b19e6-28e4-4adb-9813-3fd544a69f93" providerId="AD" clId="Web-{556E53EC-28D4-40F1-9D9D-3B5AB330B786}"/>
    <pc:docChg chg="addSld modSld sldOrd">
      <pc:chgData name="Marijke van der Geer" userId="S::mvandergeer0853_sdsu.edu#ext#@myuva.onmicrosoft.com::292b19e6-28e4-4adb-9813-3fd544a69f93" providerId="AD" clId="Web-{556E53EC-28D4-40F1-9D9D-3B5AB330B786}" dt="2023-06-26T16:37:36.697" v="174" actId="20577"/>
      <pc:docMkLst>
        <pc:docMk/>
      </pc:docMkLst>
      <pc:sldChg chg="modSp">
        <pc:chgData name="Marijke van der Geer" userId="S::mvandergeer0853_sdsu.edu#ext#@myuva.onmicrosoft.com::292b19e6-28e4-4adb-9813-3fd544a69f93" providerId="AD" clId="Web-{556E53EC-28D4-40F1-9D9D-3B5AB330B786}" dt="2023-06-26T16:35:15.191" v="141" actId="14100"/>
        <pc:sldMkLst>
          <pc:docMk/>
          <pc:sldMk cId="109857222" sldId="256"/>
        </pc:sldMkLst>
        <pc:spChg chg="mod">
          <ac:chgData name="Marijke van der Geer" userId="S::mvandergeer0853_sdsu.edu#ext#@myuva.onmicrosoft.com::292b19e6-28e4-4adb-9813-3fd544a69f93" providerId="AD" clId="Web-{556E53EC-28D4-40F1-9D9D-3B5AB330B786}" dt="2023-06-26T16:35:15.191" v="141" actId="14100"/>
          <ac:spMkLst>
            <pc:docMk/>
            <pc:sldMk cId="109857222" sldId="256"/>
            <ac:spMk id="3" creationId="{00000000-0000-0000-0000-000000000000}"/>
          </ac:spMkLst>
        </pc:spChg>
      </pc:sldChg>
      <pc:sldChg chg="modSp">
        <pc:chgData name="Marijke van der Geer" userId="S::mvandergeer0853_sdsu.edu#ext#@myuva.onmicrosoft.com::292b19e6-28e4-4adb-9813-3fd544a69f93" providerId="AD" clId="Web-{556E53EC-28D4-40F1-9D9D-3B5AB330B786}" dt="2023-06-26T16:26:47.109" v="41" actId="20577"/>
        <pc:sldMkLst>
          <pc:docMk/>
          <pc:sldMk cId="2752034520" sldId="257"/>
        </pc:sldMkLst>
        <pc:spChg chg="mod">
          <ac:chgData name="Marijke van der Geer" userId="S::mvandergeer0853_sdsu.edu#ext#@myuva.onmicrosoft.com::292b19e6-28e4-4adb-9813-3fd544a69f93" providerId="AD" clId="Web-{556E53EC-28D4-40F1-9D9D-3B5AB330B786}" dt="2023-06-26T16:26:47.109" v="41" actId="20577"/>
          <ac:spMkLst>
            <pc:docMk/>
            <pc:sldMk cId="2752034520" sldId="257"/>
            <ac:spMk id="3" creationId="{EB46229B-4B1E-4155-CAEA-0C98BD01D221}"/>
          </ac:spMkLst>
        </pc:spChg>
      </pc:sldChg>
      <pc:sldChg chg="modSp">
        <pc:chgData name="Marijke van der Geer" userId="S::mvandergeer0853_sdsu.edu#ext#@myuva.onmicrosoft.com::292b19e6-28e4-4adb-9813-3fd544a69f93" providerId="AD" clId="Web-{556E53EC-28D4-40F1-9D9D-3B5AB330B786}" dt="2023-06-26T16:27:03.781" v="49" actId="20577"/>
        <pc:sldMkLst>
          <pc:docMk/>
          <pc:sldMk cId="2344492200" sldId="258"/>
        </pc:sldMkLst>
        <pc:spChg chg="mod">
          <ac:chgData name="Marijke van der Geer" userId="S::mvandergeer0853_sdsu.edu#ext#@myuva.onmicrosoft.com::292b19e6-28e4-4adb-9813-3fd544a69f93" providerId="AD" clId="Web-{556E53EC-28D4-40F1-9D9D-3B5AB330B786}" dt="2023-06-26T16:27:03.781" v="49" actId="20577"/>
          <ac:spMkLst>
            <pc:docMk/>
            <pc:sldMk cId="2344492200" sldId="258"/>
            <ac:spMk id="3" creationId="{C717FE46-B27C-83DA-C489-4BF1A560C4AD}"/>
          </ac:spMkLst>
        </pc:spChg>
      </pc:sldChg>
      <pc:sldChg chg="modSp">
        <pc:chgData name="Marijke van der Geer" userId="S::mvandergeer0853_sdsu.edu#ext#@myuva.onmicrosoft.com::292b19e6-28e4-4adb-9813-3fd544a69f93" providerId="AD" clId="Web-{556E53EC-28D4-40F1-9D9D-3B5AB330B786}" dt="2023-06-26T16:31:23.401" v="140" actId="20577"/>
        <pc:sldMkLst>
          <pc:docMk/>
          <pc:sldMk cId="107528949" sldId="261"/>
        </pc:sldMkLst>
        <pc:spChg chg="mod">
          <ac:chgData name="Marijke van der Geer" userId="S::mvandergeer0853_sdsu.edu#ext#@myuva.onmicrosoft.com::292b19e6-28e4-4adb-9813-3fd544a69f93" providerId="AD" clId="Web-{556E53EC-28D4-40F1-9D9D-3B5AB330B786}" dt="2023-06-26T16:31:23.401" v="140" actId="20577"/>
          <ac:spMkLst>
            <pc:docMk/>
            <pc:sldMk cId="107528949" sldId="261"/>
            <ac:spMk id="3" creationId="{B0E28096-0B7C-5EE1-C35D-04439B860F12}"/>
          </ac:spMkLst>
        </pc:spChg>
      </pc:sldChg>
      <pc:sldChg chg="modSp">
        <pc:chgData name="Marijke van der Geer" userId="S::mvandergeer0853_sdsu.edu#ext#@myuva.onmicrosoft.com::292b19e6-28e4-4adb-9813-3fd544a69f93" providerId="AD" clId="Web-{556E53EC-28D4-40F1-9D9D-3B5AB330B786}" dt="2023-06-26T16:25:09.371" v="19" actId="14100"/>
        <pc:sldMkLst>
          <pc:docMk/>
          <pc:sldMk cId="2713102640" sldId="262"/>
        </pc:sldMkLst>
        <pc:spChg chg="mod">
          <ac:chgData name="Marijke van der Geer" userId="S::mvandergeer0853_sdsu.edu#ext#@myuva.onmicrosoft.com::292b19e6-28e4-4adb-9813-3fd544a69f93" providerId="AD" clId="Web-{556E53EC-28D4-40F1-9D9D-3B5AB330B786}" dt="2023-06-26T16:25:09.371" v="19" actId="14100"/>
          <ac:spMkLst>
            <pc:docMk/>
            <pc:sldMk cId="2713102640" sldId="262"/>
            <ac:spMk id="2" creationId="{A8BF0ADF-EE1D-BC9D-ACB1-7C47E2AD40FB}"/>
          </ac:spMkLst>
        </pc:spChg>
      </pc:sldChg>
      <pc:sldChg chg="delSp modSp new">
        <pc:chgData name="Marijke van der Geer" userId="S::mvandergeer0853_sdsu.edu#ext#@myuva.onmicrosoft.com::292b19e6-28e4-4adb-9813-3fd544a69f93" providerId="AD" clId="Web-{556E53EC-28D4-40F1-9D9D-3B5AB330B786}" dt="2023-06-26T16:37:36.697" v="174" actId="20577"/>
        <pc:sldMkLst>
          <pc:docMk/>
          <pc:sldMk cId="1088556243" sldId="263"/>
        </pc:sldMkLst>
        <pc:spChg chg="mod">
          <ac:chgData name="Marijke van der Geer" userId="S::mvandergeer0853_sdsu.edu#ext#@myuva.onmicrosoft.com::292b19e6-28e4-4adb-9813-3fd544a69f93" providerId="AD" clId="Web-{556E53EC-28D4-40F1-9D9D-3B5AB330B786}" dt="2023-06-26T16:28:23.550" v="57" actId="20577"/>
          <ac:spMkLst>
            <pc:docMk/>
            <pc:sldMk cId="1088556243" sldId="263"/>
            <ac:spMk id="2" creationId="{8B29575B-1FB0-169D-E56C-3C0D47EFA856}"/>
          </ac:spMkLst>
        </pc:spChg>
        <pc:spChg chg="mod">
          <ac:chgData name="Marijke van der Geer" userId="S::mvandergeer0853_sdsu.edu#ext#@myuva.onmicrosoft.com::292b19e6-28e4-4adb-9813-3fd544a69f93" providerId="AD" clId="Web-{556E53EC-28D4-40F1-9D9D-3B5AB330B786}" dt="2023-06-26T16:37:36.697" v="174" actId="20577"/>
          <ac:spMkLst>
            <pc:docMk/>
            <pc:sldMk cId="1088556243" sldId="263"/>
            <ac:spMk id="3" creationId="{36D9514D-A03B-CB11-0082-A282D33A8BAF}"/>
          </ac:spMkLst>
        </pc:spChg>
        <pc:spChg chg="del">
          <ac:chgData name="Marijke van der Geer" userId="S::mvandergeer0853_sdsu.edu#ext#@myuva.onmicrosoft.com::292b19e6-28e4-4adb-9813-3fd544a69f93" providerId="AD" clId="Web-{556E53EC-28D4-40F1-9D9D-3B5AB330B786}" dt="2023-06-26T16:28:26.878" v="58"/>
          <ac:spMkLst>
            <pc:docMk/>
            <pc:sldMk cId="1088556243" sldId="263"/>
            <ac:spMk id="4" creationId="{B00ACC92-1BF2-ACB6-9703-B6946B986FFF}"/>
          </ac:spMkLst>
        </pc:spChg>
      </pc:sldChg>
      <pc:sldChg chg="modSp new ord">
        <pc:chgData name="Marijke van der Geer" userId="S::mvandergeer0853_sdsu.edu#ext#@myuva.onmicrosoft.com::292b19e6-28e4-4adb-9813-3fd544a69f93" providerId="AD" clId="Web-{556E53EC-28D4-40F1-9D9D-3B5AB330B786}" dt="2023-06-26T16:36:36.460" v="161"/>
        <pc:sldMkLst>
          <pc:docMk/>
          <pc:sldMk cId="3898864978" sldId="264"/>
        </pc:sldMkLst>
        <pc:spChg chg="mod">
          <ac:chgData name="Marijke van der Geer" userId="S::mvandergeer0853_sdsu.edu#ext#@myuva.onmicrosoft.com::292b19e6-28e4-4adb-9813-3fd544a69f93" providerId="AD" clId="Web-{556E53EC-28D4-40F1-9D9D-3B5AB330B786}" dt="2023-06-26T16:36:34.007" v="160" actId="20577"/>
          <ac:spMkLst>
            <pc:docMk/>
            <pc:sldMk cId="3898864978" sldId="264"/>
            <ac:spMk id="2" creationId="{508CBD45-537E-7246-458E-ECF2A50E998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6/27/2023</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7714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6/27/2023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51758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6/27/2023</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645659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6/27/2023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899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6/27/2023</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535038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6/27/2023</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905316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6/27/2023</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19184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6/27/2023</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32911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6/27/2023</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53267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6/27/2023</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67703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6/27/2023</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099879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6/27/2023</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025884988"/>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56" r:id="rId6"/>
    <p:sldLayoutId id="2147483752" r:id="rId7"/>
    <p:sldLayoutId id="2147483753" r:id="rId8"/>
    <p:sldLayoutId id="2147483754" r:id="rId9"/>
    <p:sldLayoutId id="2147483755" r:id="rId10"/>
    <p:sldLayoutId id="2147483757"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DA40D-3911-0C31-BE61-2BED6E6D8C54}"/>
              </a:ext>
            </a:extLst>
          </p:cNvPr>
          <p:cNvSpPr>
            <a:spLocks noGrp="1"/>
          </p:cNvSpPr>
          <p:nvPr>
            <p:ph type="title"/>
          </p:nvPr>
        </p:nvSpPr>
        <p:spPr>
          <a:xfrm>
            <a:off x="542182" y="-175637"/>
            <a:ext cx="10168128" cy="1179576"/>
          </a:xfrm>
        </p:spPr>
        <p:txBody>
          <a:bodyPr/>
          <a:lstStyle/>
          <a:p>
            <a:r>
              <a:rPr lang="en-US"/>
              <a:t>THINGS TO EDITED</a:t>
            </a:r>
          </a:p>
        </p:txBody>
      </p:sp>
      <p:sp>
        <p:nvSpPr>
          <p:cNvPr id="3" name="Content Placeholder 2">
            <a:extLst>
              <a:ext uri="{FF2B5EF4-FFF2-40B4-BE49-F238E27FC236}">
                <a16:creationId xmlns:a16="http://schemas.microsoft.com/office/drawing/2014/main" id="{FF01D906-49E1-AB1D-C626-8F44581CEE58}"/>
              </a:ext>
            </a:extLst>
          </p:cNvPr>
          <p:cNvSpPr>
            <a:spLocks noGrp="1"/>
          </p:cNvSpPr>
          <p:nvPr>
            <p:ph idx="1"/>
          </p:nvPr>
        </p:nvSpPr>
        <p:spPr>
          <a:xfrm>
            <a:off x="602539" y="667331"/>
            <a:ext cx="11420524" cy="5912275"/>
          </a:xfrm>
        </p:spPr>
        <p:txBody>
          <a:bodyPr vert="horz" lIns="91440" tIns="45720" rIns="91440" bIns="45720" rtlCol="0" anchor="t">
            <a:normAutofit/>
          </a:bodyPr>
          <a:lstStyle/>
          <a:p>
            <a:pPr>
              <a:buChar char="•"/>
            </a:pPr>
            <a:r>
              <a:rPr lang="en-US" sz="1600">
                <a:solidFill>
                  <a:srgbClr val="1D1C1D"/>
                </a:solidFill>
                <a:latin typeface="Slack-Lato"/>
                <a:ea typeface="Slack-Lato"/>
                <a:cs typeface="Slack-Lato"/>
              </a:rPr>
              <a:t>Intro/goal slide:</a:t>
            </a:r>
          </a:p>
          <a:p>
            <a:pPr lvl="1">
              <a:buChar char="•"/>
            </a:pPr>
            <a:r>
              <a:rPr lang="en-US" sz="1400">
                <a:solidFill>
                  <a:srgbClr val="1D1C1D"/>
                </a:solidFill>
                <a:latin typeface="Slack-Lato"/>
                <a:ea typeface="Slack-Lato"/>
                <a:cs typeface="Slack-Lato"/>
              </a:rPr>
              <a:t>Maybe clarify what a state data center is? Some people might not have heard of them</a:t>
            </a:r>
          </a:p>
          <a:p>
            <a:pPr>
              <a:buChar char="•"/>
            </a:pPr>
            <a:r>
              <a:rPr lang="en-US" sz="1600">
                <a:solidFill>
                  <a:srgbClr val="1D1C1D"/>
                </a:solidFill>
                <a:latin typeface="Slack-Lato"/>
                <a:ea typeface="Slack-Lato"/>
                <a:cs typeface="Slack-Lato"/>
              </a:rPr>
              <a:t>Topic modeling </a:t>
            </a:r>
            <a:r>
              <a:rPr lang="en-US" sz="1600" err="1">
                <a:solidFill>
                  <a:srgbClr val="1D1C1D"/>
                </a:solidFill>
                <a:latin typeface="Slack-Lato"/>
                <a:ea typeface="Slack-Lato"/>
                <a:cs typeface="Slack-Lato"/>
              </a:rPr>
              <a:t>gensim</a:t>
            </a:r>
            <a:r>
              <a:rPr lang="en-US" sz="1600">
                <a:solidFill>
                  <a:srgbClr val="1D1C1D"/>
                </a:solidFill>
                <a:latin typeface="Slack-Lato"/>
                <a:ea typeface="Slack-Lato"/>
                <a:cs typeface="Slack-Lato"/>
              </a:rPr>
              <a:t> slide:</a:t>
            </a:r>
          </a:p>
          <a:p>
            <a:pPr lvl="1">
              <a:buChar char="•"/>
            </a:pPr>
            <a:r>
              <a:rPr lang="en-US" sz="1400">
                <a:solidFill>
                  <a:srgbClr val="1D1C1D"/>
                </a:solidFill>
                <a:latin typeface="Slack-Lato"/>
                <a:ea typeface="Slack-Lato"/>
                <a:cs typeface="Slack-Lato"/>
              </a:rPr>
              <a:t>Maybe color/highlight the repeated words in each topic (e.g. red for law, purple for amendment across topics)</a:t>
            </a:r>
          </a:p>
          <a:p>
            <a:pPr>
              <a:buChar char="•"/>
            </a:pPr>
            <a:r>
              <a:rPr lang="en-US" sz="1600">
                <a:solidFill>
                  <a:srgbClr val="1D1C1D"/>
                </a:solidFill>
                <a:latin typeface="Slack-Lato"/>
                <a:ea typeface="Slack-Lato"/>
                <a:cs typeface="Slack-Lato"/>
              </a:rPr>
              <a:t>Clarify: In which methods do you specify the number of topics? Or was it all unsupervised</a:t>
            </a:r>
          </a:p>
          <a:p>
            <a:pPr>
              <a:buChar char="•"/>
            </a:pPr>
            <a:r>
              <a:rPr lang="en-US" sz="1600">
                <a:solidFill>
                  <a:srgbClr val="1D1C1D"/>
                </a:solidFill>
                <a:latin typeface="Slack-Lato"/>
                <a:ea typeface="Slack-Lato"/>
                <a:cs typeface="Slack-Lato"/>
              </a:rPr>
              <a:t>What goes into evaluating if a website is scrapable? Did you have rubric or a set of criteria?</a:t>
            </a:r>
          </a:p>
          <a:p>
            <a:pPr lvl="1">
              <a:buChar char="•"/>
            </a:pPr>
            <a:r>
              <a:rPr lang="en-US" sz="1400">
                <a:solidFill>
                  <a:srgbClr val="1D1C1D"/>
                </a:solidFill>
                <a:latin typeface="Slack-Lato"/>
                <a:ea typeface="Slack-Lato"/>
                <a:cs typeface="Slack-Lato"/>
              </a:rPr>
              <a:t>Maybe show an example of a scrapable versus non scrapable website</a:t>
            </a:r>
          </a:p>
          <a:p>
            <a:pPr>
              <a:buChar char="•"/>
            </a:pPr>
            <a:r>
              <a:rPr lang="en-US" sz="1600">
                <a:solidFill>
                  <a:srgbClr val="1D1C1D"/>
                </a:solidFill>
                <a:latin typeface="Slack-Lato"/>
                <a:ea typeface="Slack-Lato"/>
                <a:cs typeface="Slack-Lato"/>
              </a:rPr>
              <a:t>In general, I might assume the audience has less background on methods. They might not know what topic modeling is, what web scraping is. Maybe add more information on these things in the slides.</a:t>
            </a:r>
          </a:p>
          <a:p>
            <a:r>
              <a:rPr lang="en-US" sz="1600">
                <a:solidFill>
                  <a:srgbClr val="1D1C1D"/>
                </a:solidFill>
                <a:latin typeface="Slack-Lato"/>
              </a:rPr>
              <a:t>Add a project overview? Why we are doing this project, what census wants...</a:t>
            </a:r>
          </a:p>
          <a:p>
            <a:r>
              <a:rPr lang="en-US" sz="1600">
                <a:solidFill>
                  <a:srgbClr val="1D1C1D"/>
                </a:solidFill>
                <a:latin typeface="Slack-Lato"/>
              </a:rPr>
              <a:t>Add page numbers for people to reference</a:t>
            </a:r>
          </a:p>
          <a:p>
            <a:r>
              <a:rPr lang="en-US" sz="1600">
                <a:solidFill>
                  <a:srgbClr val="1D1C1D"/>
                </a:solidFill>
                <a:latin typeface="Slack-Lato"/>
              </a:rPr>
              <a:t>Include all team members, also sponsor</a:t>
            </a:r>
          </a:p>
          <a:p>
            <a:r>
              <a:rPr lang="en-US" sz="1600">
                <a:solidFill>
                  <a:srgbClr val="1D1C1D"/>
                </a:solidFill>
                <a:latin typeface="Slack-Lato"/>
              </a:rPr>
              <a:t>Example of scrapable website and not scrapable website</a:t>
            </a:r>
          </a:p>
          <a:p>
            <a:endParaRPr lang="en-US" sz="1600">
              <a:solidFill>
                <a:srgbClr val="1D1C1D"/>
              </a:solidFill>
              <a:latin typeface="Slack-Lato"/>
            </a:endParaRPr>
          </a:p>
          <a:p>
            <a:endParaRPr lang="en-US" sz="1600">
              <a:solidFill>
                <a:srgbClr val="1D1C1D"/>
              </a:solidFill>
              <a:latin typeface="Slack-Lato"/>
            </a:endParaRPr>
          </a:p>
          <a:p>
            <a:endParaRPr lang="en-US" sz="1600">
              <a:solidFill>
                <a:srgbClr val="1D1C1D"/>
              </a:solidFill>
              <a:latin typeface="Slack-Lato"/>
            </a:endParaRPr>
          </a:p>
        </p:txBody>
      </p:sp>
    </p:spTree>
    <p:extLst>
      <p:ext uri="{BB962C8B-B14F-4D97-AF65-F5344CB8AC3E}">
        <p14:creationId xmlns:p14="http://schemas.microsoft.com/office/powerpoint/2010/main" val="3124018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p!!Rectangle">
            <a:extLst>
              <a:ext uri="{FF2B5EF4-FFF2-40B4-BE49-F238E27FC236}">
                <a16:creationId xmlns:a16="http://schemas.microsoft.com/office/drawing/2014/main" id="{C7B352FC-1F44-4AB9-A2BD-FBF231C6B1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riangular abstract background">
            <a:extLst>
              <a:ext uri="{FF2B5EF4-FFF2-40B4-BE49-F238E27FC236}">
                <a16:creationId xmlns:a16="http://schemas.microsoft.com/office/drawing/2014/main" id="{1D388085-51A3-A0B8-360F-383F4F3A9DBB}"/>
              </a:ext>
            </a:extLst>
          </p:cNvPr>
          <p:cNvPicPr>
            <a:picLocks noChangeAspect="1"/>
          </p:cNvPicPr>
          <p:nvPr/>
        </p:nvPicPr>
        <p:blipFill rotWithShape="1">
          <a:blip r:embed="rId2"/>
          <a:srcRect t="15605" r="-2" b="-2"/>
          <a:stretch/>
        </p:blipFill>
        <p:spPr>
          <a:xfrm>
            <a:off x="-2" y="-1"/>
            <a:ext cx="12192001" cy="6858000"/>
          </a:xfrm>
          <a:prstGeom prst="rect">
            <a:avLst/>
          </a:prstGeom>
        </p:spPr>
      </p:pic>
      <p:sp>
        <p:nvSpPr>
          <p:cNvPr id="11" name="m!!text rectangle">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4716089"/>
            <a:ext cx="6288261" cy="1573149"/>
          </a:xfrm>
          <a:prstGeom prst="rect">
            <a:avLst/>
          </a:prstGeom>
          <a:solidFill>
            <a:schemeClr val="bg1">
              <a:alpha val="95000"/>
            </a:schemeClr>
          </a:solidFill>
          <a:ln w="12700">
            <a:solidFill>
              <a:schemeClr val="tx2">
                <a:lumMod val="10000"/>
                <a:lumOff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856210" y="4909985"/>
            <a:ext cx="3212386" cy="1185353"/>
          </a:xfrm>
        </p:spPr>
        <p:txBody>
          <a:bodyPr anchor="ctr">
            <a:normAutofit/>
          </a:bodyPr>
          <a:lstStyle/>
          <a:p>
            <a:r>
              <a:rPr lang="en-US" sz="2600"/>
              <a:t>Census &amp; Resilience Project</a:t>
            </a:r>
          </a:p>
        </p:txBody>
      </p:sp>
      <p:sp>
        <p:nvSpPr>
          <p:cNvPr id="3" name="Subtitle 2"/>
          <p:cNvSpPr>
            <a:spLocks noGrp="1"/>
          </p:cNvSpPr>
          <p:nvPr>
            <p:ph type="subTitle" idx="1"/>
          </p:nvPr>
        </p:nvSpPr>
        <p:spPr>
          <a:xfrm>
            <a:off x="4410734" y="4909984"/>
            <a:ext cx="2388939" cy="1185353"/>
          </a:xfrm>
        </p:spPr>
        <p:txBody>
          <a:bodyPr anchor="ctr">
            <a:normAutofit/>
          </a:bodyPr>
          <a:lstStyle/>
          <a:p>
            <a:r>
              <a:rPr lang="en-US" sz="1700"/>
              <a:t>Marijke van der Geer, </a:t>
            </a:r>
            <a:r>
              <a:rPr lang="en-US" sz="1700" err="1"/>
              <a:t>Jianing</a:t>
            </a:r>
            <a:r>
              <a:rPr lang="en-US" sz="1700"/>
              <a:t> Cai</a:t>
            </a:r>
          </a:p>
        </p:txBody>
      </p:sp>
      <p:sp>
        <p:nvSpPr>
          <p:cNvPr id="13" name="m!!accent">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5175711"/>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28936" y="5498088"/>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B7637-0C20-CA83-503F-0F867DC3E740}"/>
              </a:ext>
            </a:extLst>
          </p:cNvPr>
          <p:cNvSpPr>
            <a:spLocks noGrp="1"/>
          </p:cNvSpPr>
          <p:nvPr>
            <p:ph type="title"/>
          </p:nvPr>
        </p:nvSpPr>
        <p:spPr/>
        <p:txBody>
          <a:bodyPr/>
          <a:lstStyle/>
          <a:p>
            <a:r>
              <a:rPr lang="en-US"/>
              <a:t>Census Project Goals</a:t>
            </a:r>
          </a:p>
        </p:txBody>
      </p:sp>
      <p:sp>
        <p:nvSpPr>
          <p:cNvPr id="3" name="Content Placeholder 2">
            <a:extLst>
              <a:ext uri="{FF2B5EF4-FFF2-40B4-BE49-F238E27FC236}">
                <a16:creationId xmlns:a16="http://schemas.microsoft.com/office/drawing/2014/main" id="{EB46229B-4B1E-4155-CAEA-0C98BD01D221}"/>
              </a:ext>
            </a:extLst>
          </p:cNvPr>
          <p:cNvSpPr>
            <a:spLocks noGrp="1"/>
          </p:cNvSpPr>
          <p:nvPr>
            <p:ph idx="1"/>
          </p:nvPr>
        </p:nvSpPr>
        <p:spPr/>
        <p:txBody>
          <a:bodyPr vert="horz" lIns="91440" tIns="45720" rIns="91440" bIns="45720" rtlCol="0" anchor="t">
            <a:normAutofit/>
          </a:bodyPr>
          <a:lstStyle/>
          <a:p>
            <a:r>
              <a:rPr lang="en-US"/>
              <a:t>Goal 1: Identify data needs in State Constitutions</a:t>
            </a:r>
          </a:p>
          <a:p>
            <a:pPr lvl="1">
              <a:spcBef>
                <a:spcPts val="1000"/>
              </a:spcBef>
            </a:pPr>
            <a:r>
              <a:rPr lang="en-US">
                <a:solidFill>
                  <a:srgbClr val="000000"/>
                </a:solidFill>
                <a:ea typeface="+mn-lt"/>
                <a:cs typeface="+mn-lt"/>
              </a:rPr>
              <a:t>Does the constitution mention the use of data?</a:t>
            </a:r>
          </a:p>
          <a:p>
            <a:pPr lvl="1">
              <a:spcBef>
                <a:spcPts val="1000"/>
              </a:spcBef>
            </a:pPr>
            <a:r>
              <a:rPr lang="en-US">
                <a:solidFill>
                  <a:srgbClr val="000000"/>
                </a:solidFill>
                <a:ea typeface="+mn-lt"/>
                <a:cs typeface="+mn-lt"/>
              </a:rPr>
              <a:t>What kind of data would be helpful in assisting the state?</a:t>
            </a:r>
            <a:endParaRPr lang="en-US"/>
          </a:p>
          <a:p>
            <a:pPr marL="228600" lvl="1">
              <a:spcBef>
                <a:spcPts val="1000"/>
              </a:spcBef>
            </a:pPr>
            <a:r>
              <a:rPr lang="en-US" sz="2400"/>
              <a:t>Goal 2: Identify data tools and data applications in State Data Centers</a:t>
            </a:r>
          </a:p>
          <a:p>
            <a:pPr lvl="1">
              <a:spcBef>
                <a:spcPts val="1000"/>
              </a:spcBef>
            </a:pPr>
            <a:r>
              <a:rPr lang="en-US">
                <a:solidFill>
                  <a:srgbClr val="000000"/>
                </a:solidFill>
                <a:ea typeface="+mn-lt"/>
                <a:cs typeface="+mn-lt"/>
              </a:rPr>
              <a:t>Is the tool/application developed based on Census data?</a:t>
            </a:r>
          </a:p>
          <a:p>
            <a:pPr lvl="1">
              <a:spcBef>
                <a:spcPts val="1000"/>
              </a:spcBef>
            </a:pPr>
            <a:r>
              <a:rPr lang="en-US">
                <a:solidFill>
                  <a:srgbClr val="000000"/>
                </a:solidFill>
                <a:ea typeface="+mn-lt"/>
                <a:cs typeface="+mn-lt"/>
              </a:rPr>
              <a:t>Does the data center in each state use data sources other than Census?</a:t>
            </a:r>
          </a:p>
          <a:p>
            <a:pPr lvl="1">
              <a:spcBef>
                <a:spcPts val="1000"/>
              </a:spcBef>
            </a:pPr>
            <a:endParaRPr lang="en-US">
              <a:solidFill>
                <a:srgbClr val="000000"/>
              </a:solidFill>
              <a:ea typeface="+mn-lt"/>
              <a:cs typeface="+mn-lt"/>
            </a:endParaRPr>
          </a:p>
        </p:txBody>
      </p:sp>
    </p:spTree>
    <p:extLst>
      <p:ext uri="{BB962C8B-B14F-4D97-AF65-F5344CB8AC3E}">
        <p14:creationId xmlns:p14="http://schemas.microsoft.com/office/powerpoint/2010/main" val="2752034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riangular abstract background">
            <a:extLst>
              <a:ext uri="{FF2B5EF4-FFF2-40B4-BE49-F238E27FC236}">
                <a16:creationId xmlns:a16="http://schemas.microsoft.com/office/drawing/2014/main" id="{B561114F-E210-8F10-64F3-162E71C4D795}"/>
              </a:ext>
            </a:extLst>
          </p:cNvPr>
          <p:cNvPicPr>
            <a:picLocks noChangeAspect="1"/>
          </p:cNvPicPr>
          <p:nvPr/>
        </p:nvPicPr>
        <p:blipFill rotWithShape="1">
          <a:blip r:embed="rId2"/>
          <a:srcRect l="2944" r="12683" b="-1"/>
          <a:stretch/>
        </p:blipFill>
        <p:spPr>
          <a:xfrm>
            <a:off x="3523488" y="10"/>
            <a:ext cx="8668512" cy="6857990"/>
          </a:xfrm>
          <a:prstGeom prst="rect">
            <a:avLst/>
          </a:prstGeom>
        </p:spPr>
      </p:pic>
      <p:sp>
        <p:nvSpPr>
          <p:cNvPr id="18" name="Rectangle 17">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BF0ADF-EE1D-BC9D-ACB1-7C47E2AD40FB}"/>
              </a:ext>
            </a:extLst>
          </p:cNvPr>
          <p:cNvSpPr>
            <a:spLocks noGrp="1"/>
          </p:cNvSpPr>
          <p:nvPr>
            <p:ph type="title"/>
          </p:nvPr>
        </p:nvSpPr>
        <p:spPr>
          <a:xfrm>
            <a:off x="477981" y="1122363"/>
            <a:ext cx="4023360" cy="3204134"/>
          </a:xfrm>
        </p:spPr>
        <p:txBody>
          <a:bodyPr vert="horz" lIns="91440" tIns="45720" rIns="91440" bIns="45720" rtlCol="0" anchor="b">
            <a:normAutofit fontScale="90000"/>
          </a:bodyPr>
          <a:lstStyle/>
          <a:p>
            <a:r>
              <a:rPr lang="en-US" sz="4800"/>
              <a:t>Goal 1:</a:t>
            </a:r>
            <a:br>
              <a:rPr lang="en-US" sz="4800"/>
            </a:br>
            <a:r>
              <a:rPr lang="en-US" sz="4800" b="0">
                <a:ea typeface="+mj-lt"/>
                <a:cs typeface="+mj-lt"/>
              </a:rPr>
              <a:t>Identify data needs in State Constitutions</a:t>
            </a:r>
            <a:endParaRPr lang="en-US" sz="4800">
              <a:ea typeface="+mj-lt"/>
              <a:cs typeface="+mj-lt"/>
            </a:endParaRPr>
          </a:p>
        </p:txBody>
      </p:sp>
      <p:sp>
        <p:nvSpPr>
          <p:cNvPr id="3" name="Text Placeholder 2">
            <a:extLst>
              <a:ext uri="{FF2B5EF4-FFF2-40B4-BE49-F238E27FC236}">
                <a16:creationId xmlns:a16="http://schemas.microsoft.com/office/drawing/2014/main" id="{3A075CBD-39B4-7768-1904-56403874E5A0}"/>
              </a:ext>
            </a:extLst>
          </p:cNvPr>
          <p:cNvSpPr>
            <a:spLocks noGrp="1"/>
          </p:cNvSpPr>
          <p:nvPr>
            <p:ph type="body" idx="1"/>
          </p:nvPr>
        </p:nvSpPr>
        <p:spPr>
          <a:xfrm>
            <a:off x="477980" y="4872922"/>
            <a:ext cx="4023359" cy="1208141"/>
          </a:xfrm>
        </p:spPr>
        <p:txBody>
          <a:bodyPr vert="horz" lIns="91440" tIns="45720" rIns="91440" bIns="45720" rtlCol="0">
            <a:normAutofit/>
          </a:bodyPr>
          <a:lstStyle/>
          <a:p>
            <a:endParaRPr lang="en-US"/>
          </a:p>
        </p:txBody>
      </p:sp>
      <p:sp>
        <p:nvSpPr>
          <p:cNvPr id="20" name="Rectangle 1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707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28252-D70C-21DE-8A3C-15211AA96790}"/>
              </a:ext>
            </a:extLst>
          </p:cNvPr>
          <p:cNvSpPr>
            <a:spLocks noGrp="1"/>
          </p:cNvSpPr>
          <p:nvPr>
            <p:ph type="title"/>
          </p:nvPr>
        </p:nvSpPr>
        <p:spPr/>
        <p:txBody>
          <a:bodyPr/>
          <a:lstStyle/>
          <a:p>
            <a:r>
              <a:rPr lang="en-US"/>
              <a:t>Approaches</a:t>
            </a:r>
          </a:p>
        </p:txBody>
      </p:sp>
      <p:sp>
        <p:nvSpPr>
          <p:cNvPr id="3" name="Content Placeholder 2">
            <a:extLst>
              <a:ext uri="{FF2B5EF4-FFF2-40B4-BE49-F238E27FC236}">
                <a16:creationId xmlns:a16="http://schemas.microsoft.com/office/drawing/2014/main" id="{C717FE46-B27C-83DA-C489-4BF1A560C4AD}"/>
              </a:ext>
            </a:extLst>
          </p:cNvPr>
          <p:cNvSpPr>
            <a:spLocks noGrp="1"/>
          </p:cNvSpPr>
          <p:nvPr>
            <p:ph idx="1"/>
          </p:nvPr>
        </p:nvSpPr>
        <p:spPr/>
        <p:txBody>
          <a:bodyPr vert="horz" lIns="91440" tIns="45720" rIns="91440" bIns="45720" rtlCol="0" anchor="t">
            <a:normAutofit/>
          </a:bodyPr>
          <a:lstStyle/>
          <a:p>
            <a:r>
              <a:rPr lang="en-US"/>
              <a:t>Manual Search</a:t>
            </a:r>
          </a:p>
          <a:p>
            <a:r>
              <a:rPr lang="en-US"/>
              <a:t>Topic Modeling</a:t>
            </a:r>
          </a:p>
          <a:p>
            <a:pPr lvl="1"/>
            <a:r>
              <a:rPr lang="en-US" err="1"/>
              <a:t>Gensim</a:t>
            </a:r>
            <a:endParaRPr lang="en-US"/>
          </a:p>
          <a:p>
            <a:pPr lvl="1"/>
            <a:r>
              <a:rPr lang="en-US"/>
              <a:t>BERT</a:t>
            </a:r>
          </a:p>
        </p:txBody>
      </p:sp>
    </p:spTree>
    <p:extLst>
      <p:ext uri="{BB962C8B-B14F-4D97-AF65-F5344CB8AC3E}">
        <p14:creationId xmlns:p14="http://schemas.microsoft.com/office/powerpoint/2010/main" val="2344492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4E553-1E18-339D-E66D-D3175404E443}"/>
              </a:ext>
            </a:extLst>
          </p:cNvPr>
          <p:cNvSpPr>
            <a:spLocks noGrp="1"/>
          </p:cNvSpPr>
          <p:nvPr>
            <p:ph type="title"/>
          </p:nvPr>
        </p:nvSpPr>
        <p:spPr/>
        <p:txBody>
          <a:bodyPr/>
          <a:lstStyle/>
          <a:p>
            <a:r>
              <a:rPr lang="en-US"/>
              <a:t>Manual Search</a:t>
            </a:r>
          </a:p>
        </p:txBody>
      </p:sp>
      <p:sp>
        <p:nvSpPr>
          <p:cNvPr id="3" name="Content Placeholder 2">
            <a:extLst>
              <a:ext uri="{FF2B5EF4-FFF2-40B4-BE49-F238E27FC236}">
                <a16:creationId xmlns:a16="http://schemas.microsoft.com/office/drawing/2014/main" id="{1CC99941-B0E6-086B-8742-CB95E5129085}"/>
              </a:ext>
            </a:extLst>
          </p:cNvPr>
          <p:cNvSpPr>
            <a:spLocks noGrp="1"/>
          </p:cNvSpPr>
          <p:nvPr>
            <p:ph idx="1"/>
          </p:nvPr>
        </p:nvSpPr>
        <p:spPr/>
        <p:txBody>
          <a:bodyPr vert="horz" lIns="91440" tIns="45720" rIns="91440" bIns="45720" rtlCol="0" anchor="t">
            <a:normAutofit/>
          </a:bodyPr>
          <a:lstStyle/>
          <a:p>
            <a:r>
              <a:rPr lang="en-US"/>
              <a:t>Collection of constitutions</a:t>
            </a:r>
          </a:p>
          <a:p>
            <a:pPr lvl="1"/>
            <a:r>
              <a:rPr lang="en-US"/>
              <a:t>50 pdfs of state constitutions</a:t>
            </a:r>
          </a:p>
          <a:p>
            <a:r>
              <a:rPr lang="en-US"/>
              <a:t>Searched 2 constitutions each for key words</a:t>
            </a:r>
          </a:p>
          <a:p>
            <a:pPr lvl="1"/>
            <a:r>
              <a:rPr lang="en-US"/>
              <a:t>Data, census, information, </a:t>
            </a:r>
            <a:r>
              <a:rPr lang="en-US" err="1"/>
              <a:t>etc</a:t>
            </a:r>
            <a:endParaRPr lang="en-US"/>
          </a:p>
          <a:p>
            <a:r>
              <a:rPr lang="en-US"/>
              <a:t>Look for adjectives that could be "tested" by data</a:t>
            </a:r>
          </a:p>
          <a:p>
            <a:pPr lvl="1"/>
            <a:r>
              <a:rPr lang="en-US"/>
              <a:t>Minimum, maximum, annual, </a:t>
            </a:r>
            <a:r>
              <a:rPr lang="en-US" err="1"/>
              <a:t>etc</a:t>
            </a:r>
            <a:endParaRPr lang="en-US"/>
          </a:p>
        </p:txBody>
      </p:sp>
    </p:spTree>
    <p:extLst>
      <p:ext uri="{BB962C8B-B14F-4D97-AF65-F5344CB8AC3E}">
        <p14:creationId xmlns:p14="http://schemas.microsoft.com/office/powerpoint/2010/main" val="2204200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890F6-C8B1-CD02-028A-482478483BE5}"/>
              </a:ext>
            </a:extLst>
          </p:cNvPr>
          <p:cNvSpPr>
            <a:spLocks noGrp="1"/>
          </p:cNvSpPr>
          <p:nvPr>
            <p:ph type="title"/>
          </p:nvPr>
        </p:nvSpPr>
        <p:spPr/>
        <p:txBody>
          <a:bodyPr/>
          <a:lstStyle/>
          <a:p>
            <a:r>
              <a:rPr lang="en-US"/>
              <a:t>Topic Modeling using GENSIM</a:t>
            </a:r>
          </a:p>
        </p:txBody>
      </p:sp>
      <p:pic>
        <p:nvPicPr>
          <p:cNvPr id="4" name="Picture 4" descr="Text&#10;&#10;Description automatically generated">
            <a:extLst>
              <a:ext uri="{FF2B5EF4-FFF2-40B4-BE49-F238E27FC236}">
                <a16:creationId xmlns:a16="http://schemas.microsoft.com/office/drawing/2014/main" id="{CFF3A325-69C9-65D1-CCE4-01F0660E23EB}"/>
              </a:ext>
            </a:extLst>
          </p:cNvPr>
          <p:cNvPicPr>
            <a:picLocks noGrp="1" noChangeAspect="1"/>
          </p:cNvPicPr>
          <p:nvPr>
            <p:ph idx="1"/>
          </p:nvPr>
        </p:nvPicPr>
        <p:blipFill>
          <a:blip r:embed="rId2"/>
          <a:stretch>
            <a:fillRect/>
          </a:stretch>
        </p:blipFill>
        <p:spPr>
          <a:xfrm>
            <a:off x="4167231" y="2040580"/>
            <a:ext cx="7595420" cy="4728021"/>
          </a:xfrm>
        </p:spPr>
      </p:pic>
      <p:sp>
        <p:nvSpPr>
          <p:cNvPr id="5" name="TextBox 4">
            <a:extLst>
              <a:ext uri="{FF2B5EF4-FFF2-40B4-BE49-F238E27FC236}">
                <a16:creationId xmlns:a16="http://schemas.microsoft.com/office/drawing/2014/main" id="{0806F5D9-7FBD-51DE-DCED-5013F1BDD318}"/>
              </a:ext>
            </a:extLst>
          </p:cNvPr>
          <p:cNvSpPr txBox="1"/>
          <p:nvPr/>
        </p:nvSpPr>
        <p:spPr>
          <a:xfrm>
            <a:off x="762000" y="2278944"/>
            <a:ext cx="3393724"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t>Combine VT, VA, FL state's constitution together</a:t>
            </a:r>
          </a:p>
          <a:p>
            <a:pPr marL="285750" indent="-285750">
              <a:buFont typeface="Arial"/>
              <a:buChar char="•"/>
            </a:pPr>
            <a:endParaRPr lang="en-US" sz="2000"/>
          </a:p>
          <a:p>
            <a:pPr marL="285750" indent="-285750">
              <a:buFont typeface="Arial"/>
              <a:buChar char="•"/>
            </a:pPr>
            <a:r>
              <a:rPr lang="en-US" sz="2000"/>
              <a:t>Result:</a:t>
            </a:r>
          </a:p>
          <a:p>
            <a:pPr marL="742950" lvl="1" indent="-285750">
              <a:buFont typeface="Arial"/>
              <a:buChar char="•"/>
            </a:pPr>
            <a:r>
              <a:rPr lang="en-US" sz="2000"/>
              <a:t>Repetitive words and topic group</a:t>
            </a:r>
          </a:p>
          <a:p>
            <a:pPr marL="742950" lvl="1" indent="-285750">
              <a:buFont typeface="Arial"/>
              <a:buChar char="•"/>
            </a:pPr>
            <a:r>
              <a:rPr lang="en-US" sz="2000"/>
              <a:t>Have to manually exclude words</a:t>
            </a:r>
          </a:p>
          <a:p>
            <a:pPr marL="285750" indent="-285750">
              <a:buFont typeface="Arial"/>
              <a:buChar char="•"/>
            </a:pPr>
            <a:endParaRPr lang="en-US"/>
          </a:p>
        </p:txBody>
      </p:sp>
      <p:sp>
        <p:nvSpPr>
          <p:cNvPr id="3" name="Oval 2">
            <a:extLst>
              <a:ext uri="{FF2B5EF4-FFF2-40B4-BE49-F238E27FC236}">
                <a16:creationId xmlns:a16="http://schemas.microsoft.com/office/drawing/2014/main" id="{04D521EB-0593-5462-F2E8-9572C9809E9C}"/>
              </a:ext>
            </a:extLst>
          </p:cNvPr>
          <p:cNvSpPr/>
          <p:nvPr/>
        </p:nvSpPr>
        <p:spPr>
          <a:xfrm>
            <a:off x="4871104" y="2286000"/>
            <a:ext cx="569718" cy="192279"/>
          </a:xfrm>
          <a:prstGeom prst="ellipse">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8966D3D-18CB-31C3-FFED-150EC9E50310}"/>
              </a:ext>
            </a:extLst>
          </p:cNvPr>
          <p:cNvSpPr/>
          <p:nvPr/>
        </p:nvSpPr>
        <p:spPr>
          <a:xfrm>
            <a:off x="4871103" y="3119215"/>
            <a:ext cx="569718" cy="199400"/>
          </a:xfrm>
          <a:prstGeom prst="ellipse">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89E8CCA-86B5-B198-3705-B965F96A57A0}"/>
              </a:ext>
            </a:extLst>
          </p:cNvPr>
          <p:cNvSpPr/>
          <p:nvPr/>
        </p:nvSpPr>
        <p:spPr>
          <a:xfrm>
            <a:off x="4871103" y="3959551"/>
            <a:ext cx="569718" cy="199400"/>
          </a:xfrm>
          <a:prstGeom prst="ellipse">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E84DDB8-7C2C-1A90-9E5F-FA8F01B32B1B}"/>
              </a:ext>
            </a:extLst>
          </p:cNvPr>
          <p:cNvSpPr/>
          <p:nvPr/>
        </p:nvSpPr>
        <p:spPr>
          <a:xfrm>
            <a:off x="4871103" y="4799888"/>
            <a:ext cx="569718" cy="199400"/>
          </a:xfrm>
          <a:prstGeom prst="ellipse">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8EDF096-2F82-11F7-286F-537DC6F51A3C}"/>
              </a:ext>
            </a:extLst>
          </p:cNvPr>
          <p:cNvSpPr/>
          <p:nvPr/>
        </p:nvSpPr>
        <p:spPr>
          <a:xfrm>
            <a:off x="4871103" y="5654467"/>
            <a:ext cx="569718" cy="199400"/>
          </a:xfrm>
          <a:prstGeom prst="ellipse">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451C7CC-BBAE-054C-D243-E31300E79A78}"/>
              </a:ext>
            </a:extLst>
          </p:cNvPr>
          <p:cNvSpPr/>
          <p:nvPr/>
        </p:nvSpPr>
        <p:spPr>
          <a:xfrm>
            <a:off x="6551776" y="2478280"/>
            <a:ext cx="1153680" cy="242128"/>
          </a:xfrm>
          <a:prstGeom prst="ellipse">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lgn="ctr">
              <a:buFont typeface="Arial" panose="020B0604020202020204" pitchFamily="34" charset="0"/>
              <a:buChar char="•"/>
            </a:pPr>
            <a:endParaRPr lang="en-US"/>
          </a:p>
        </p:txBody>
      </p:sp>
      <p:sp>
        <p:nvSpPr>
          <p:cNvPr id="11" name="Oval 10">
            <a:extLst>
              <a:ext uri="{FF2B5EF4-FFF2-40B4-BE49-F238E27FC236}">
                <a16:creationId xmlns:a16="http://schemas.microsoft.com/office/drawing/2014/main" id="{1EF8905A-10F9-CEBB-9055-D38AF9A1AD79}"/>
              </a:ext>
            </a:extLst>
          </p:cNvPr>
          <p:cNvSpPr/>
          <p:nvPr/>
        </p:nvSpPr>
        <p:spPr>
          <a:xfrm>
            <a:off x="6551776" y="3318616"/>
            <a:ext cx="1153680" cy="242128"/>
          </a:xfrm>
          <a:prstGeom prst="ellipse">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lgn="ctr">
              <a:buFont typeface="Arial" panose="020B0604020202020204" pitchFamily="34" charset="0"/>
              <a:buChar char="•"/>
            </a:pPr>
            <a:endParaRPr lang="en-US"/>
          </a:p>
        </p:txBody>
      </p:sp>
      <p:sp>
        <p:nvSpPr>
          <p:cNvPr id="12" name="Oval 11">
            <a:extLst>
              <a:ext uri="{FF2B5EF4-FFF2-40B4-BE49-F238E27FC236}">
                <a16:creationId xmlns:a16="http://schemas.microsoft.com/office/drawing/2014/main" id="{3041EFC7-F168-2D26-A08B-F93093FFCD79}"/>
              </a:ext>
            </a:extLst>
          </p:cNvPr>
          <p:cNvSpPr/>
          <p:nvPr/>
        </p:nvSpPr>
        <p:spPr>
          <a:xfrm>
            <a:off x="4863981" y="4358354"/>
            <a:ext cx="1153680" cy="242128"/>
          </a:xfrm>
          <a:prstGeom prst="ellipse">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lgn="ctr">
              <a:buFont typeface="Arial" panose="020B0604020202020204" pitchFamily="34" charset="0"/>
              <a:buChar char="•"/>
            </a:pPr>
            <a:endParaRPr lang="en-US"/>
          </a:p>
        </p:txBody>
      </p:sp>
      <p:sp>
        <p:nvSpPr>
          <p:cNvPr id="13" name="Oval 12">
            <a:extLst>
              <a:ext uri="{FF2B5EF4-FFF2-40B4-BE49-F238E27FC236}">
                <a16:creationId xmlns:a16="http://schemas.microsoft.com/office/drawing/2014/main" id="{331DDBEA-3367-5B9B-CEBD-7155DE652530}"/>
              </a:ext>
            </a:extLst>
          </p:cNvPr>
          <p:cNvSpPr/>
          <p:nvPr/>
        </p:nvSpPr>
        <p:spPr>
          <a:xfrm>
            <a:off x="6509046" y="4999289"/>
            <a:ext cx="1153680" cy="242128"/>
          </a:xfrm>
          <a:prstGeom prst="ellipse">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lgn="ctr">
              <a:buFont typeface="Arial" panose="020B0604020202020204" pitchFamily="34" charset="0"/>
              <a:buChar char="•"/>
            </a:pPr>
            <a:endParaRPr lang="en-US"/>
          </a:p>
        </p:txBody>
      </p:sp>
      <p:sp>
        <p:nvSpPr>
          <p:cNvPr id="14" name="Oval 13">
            <a:extLst>
              <a:ext uri="{FF2B5EF4-FFF2-40B4-BE49-F238E27FC236}">
                <a16:creationId xmlns:a16="http://schemas.microsoft.com/office/drawing/2014/main" id="{F907EE6C-9B83-B2BE-2F51-D3A126C60B3F}"/>
              </a:ext>
            </a:extLst>
          </p:cNvPr>
          <p:cNvSpPr/>
          <p:nvPr/>
        </p:nvSpPr>
        <p:spPr>
          <a:xfrm>
            <a:off x="6309645" y="5633102"/>
            <a:ext cx="1153680" cy="242128"/>
          </a:xfrm>
          <a:prstGeom prst="ellipse">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lgn="ctr">
              <a:buFont typeface="Arial" panose="020B0604020202020204" pitchFamily="34" charset="0"/>
              <a:buChar char="•"/>
            </a:pPr>
            <a:endParaRPr lang="en-US"/>
          </a:p>
        </p:txBody>
      </p:sp>
      <p:sp>
        <p:nvSpPr>
          <p:cNvPr id="15" name="Oval 14">
            <a:extLst>
              <a:ext uri="{FF2B5EF4-FFF2-40B4-BE49-F238E27FC236}">
                <a16:creationId xmlns:a16="http://schemas.microsoft.com/office/drawing/2014/main" id="{62662F0A-CF8E-21AD-B107-46801AD75BAA}"/>
              </a:ext>
            </a:extLst>
          </p:cNvPr>
          <p:cNvSpPr/>
          <p:nvPr/>
        </p:nvSpPr>
        <p:spPr>
          <a:xfrm>
            <a:off x="4863982" y="2478280"/>
            <a:ext cx="740633" cy="235007"/>
          </a:xfrm>
          <a:prstGeom prst="ellipse">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1353695-ADE1-5889-AC65-E5A49350B8E1}"/>
              </a:ext>
            </a:extLst>
          </p:cNvPr>
          <p:cNvSpPr/>
          <p:nvPr/>
        </p:nvSpPr>
        <p:spPr>
          <a:xfrm>
            <a:off x="4871103" y="5241419"/>
            <a:ext cx="740633" cy="235007"/>
          </a:xfrm>
          <a:prstGeom prst="ellipse">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FF99CFC-6FC0-056F-CC16-E9B6DFDC6277}"/>
              </a:ext>
            </a:extLst>
          </p:cNvPr>
          <p:cNvSpPr/>
          <p:nvPr/>
        </p:nvSpPr>
        <p:spPr>
          <a:xfrm>
            <a:off x="4871102" y="6053269"/>
            <a:ext cx="740633" cy="235007"/>
          </a:xfrm>
          <a:prstGeom prst="ellipse">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6D58284-322C-C704-E1C9-A810ECEC3923}"/>
              </a:ext>
            </a:extLst>
          </p:cNvPr>
          <p:cNvSpPr/>
          <p:nvPr/>
        </p:nvSpPr>
        <p:spPr>
          <a:xfrm>
            <a:off x="8617009" y="3318614"/>
            <a:ext cx="740633" cy="235007"/>
          </a:xfrm>
          <a:prstGeom prst="ellipse">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D2840D4-93A9-1739-F26D-56727B093123}"/>
              </a:ext>
            </a:extLst>
          </p:cNvPr>
          <p:cNvSpPr/>
          <p:nvPr/>
        </p:nvSpPr>
        <p:spPr>
          <a:xfrm>
            <a:off x="10084037" y="3945306"/>
            <a:ext cx="740633" cy="235007"/>
          </a:xfrm>
          <a:prstGeom prst="ellipse">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8827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86A52-8F17-7C8C-3C57-23BD8E656DF5}"/>
              </a:ext>
            </a:extLst>
          </p:cNvPr>
          <p:cNvSpPr>
            <a:spLocks noGrp="1"/>
          </p:cNvSpPr>
          <p:nvPr>
            <p:ph type="title"/>
          </p:nvPr>
        </p:nvSpPr>
        <p:spPr/>
        <p:txBody>
          <a:bodyPr/>
          <a:lstStyle/>
          <a:p>
            <a:r>
              <a:rPr lang="en-US"/>
              <a:t>Topic Modeling using BERT</a:t>
            </a:r>
          </a:p>
        </p:txBody>
      </p:sp>
      <p:sp>
        <p:nvSpPr>
          <p:cNvPr id="3" name="Content Placeholder 2">
            <a:extLst>
              <a:ext uri="{FF2B5EF4-FFF2-40B4-BE49-F238E27FC236}">
                <a16:creationId xmlns:a16="http://schemas.microsoft.com/office/drawing/2014/main" id="{B0E28096-0B7C-5EE1-C35D-04439B860F12}"/>
              </a:ext>
            </a:extLst>
          </p:cNvPr>
          <p:cNvSpPr>
            <a:spLocks noGrp="1"/>
          </p:cNvSpPr>
          <p:nvPr>
            <p:ph idx="1"/>
          </p:nvPr>
        </p:nvSpPr>
        <p:spPr>
          <a:xfrm>
            <a:off x="539422" y="2561658"/>
            <a:ext cx="2720494" cy="3694176"/>
          </a:xfrm>
        </p:spPr>
        <p:txBody>
          <a:bodyPr vert="horz" lIns="91440" tIns="45720" rIns="91440" bIns="45720" rtlCol="0" anchor="t">
            <a:normAutofit/>
          </a:bodyPr>
          <a:lstStyle/>
          <a:p>
            <a:r>
              <a:rPr lang="en-US" sz="2000"/>
              <a:t>Top 5 states with the most constitutional amendments</a:t>
            </a:r>
          </a:p>
          <a:p>
            <a:pPr lvl="1"/>
            <a:r>
              <a:rPr lang="en-US"/>
              <a:t>CA, TX, HI, OR, MD</a:t>
            </a:r>
          </a:p>
          <a:p>
            <a:r>
              <a:rPr lang="en-US" sz="2000"/>
              <a:t>108 topics</a:t>
            </a:r>
          </a:p>
        </p:txBody>
      </p:sp>
      <p:pic>
        <p:nvPicPr>
          <p:cNvPr id="4" name="Picture 4" descr="Chart, scatter chart&#10;&#10;Description automatically generated">
            <a:extLst>
              <a:ext uri="{FF2B5EF4-FFF2-40B4-BE49-F238E27FC236}">
                <a16:creationId xmlns:a16="http://schemas.microsoft.com/office/drawing/2014/main" id="{B7C68486-86B4-13F3-DE5C-34D128549E95}"/>
              </a:ext>
            </a:extLst>
          </p:cNvPr>
          <p:cNvPicPr>
            <a:picLocks noChangeAspect="1"/>
          </p:cNvPicPr>
          <p:nvPr/>
        </p:nvPicPr>
        <p:blipFill>
          <a:blip r:embed="rId2"/>
          <a:stretch>
            <a:fillRect/>
          </a:stretch>
        </p:blipFill>
        <p:spPr>
          <a:xfrm>
            <a:off x="3560414" y="2082842"/>
            <a:ext cx="8454752" cy="4703127"/>
          </a:xfrm>
          <a:prstGeom prst="rect">
            <a:avLst/>
          </a:prstGeom>
        </p:spPr>
      </p:pic>
    </p:spTree>
    <p:extLst>
      <p:ext uri="{BB962C8B-B14F-4D97-AF65-F5344CB8AC3E}">
        <p14:creationId xmlns:p14="http://schemas.microsoft.com/office/powerpoint/2010/main" val="107528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riangular abstract background">
            <a:extLst>
              <a:ext uri="{FF2B5EF4-FFF2-40B4-BE49-F238E27FC236}">
                <a16:creationId xmlns:a16="http://schemas.microsoft.com/office/drawing/2014/main" id="{B561114F-E210-8F10-64F3-162E71C4D795}"/>
              </a:ext>
            </a:extLst>
          </p:cNvPr>
          <p:cNvPicPr>
            <a:picLocks noChangeAspect="1"/>
          </p:cNvPicPr>
          <p:nvPr/>
        </p:nvPicPr>
        <p:blipFill rotWithShape="1">
          <a:blip r:embed="rId2"/>
          <a:srcRect l="2944" r="12683" b="-1"/>
          <a:stretch/>
        </p:blipFill>
        <p:spPr>
          <a:xfrm>
            <a:off x="3523488" y="10"/>
            <a:ext cx="8668512" cy="6857990"/>
          </a:xfrm>
          <a:prstGeom prst="rect">
            <a:avLst/>
          </a:prstGeom>
        </p:spPr>
      </p:pic>
      <p:sp>
        <p:nvSpPr>
          <p:cNvPr id="18" name="Rectangle 17">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BF0ADF-EE1D-BC9D-ACB1-7C47E2AD40FB}"/>
              </a:ext>
            </a:extLst>
          </p:cNvPr>
          <p:cNvSpPr>
            <a:spLocks noGrp="1"/>
          </p:cNvSpPr>
          <p:nvPr>
            <p:ph type="title"/>
          </p:nvPr>
        </p:nvSpPr>
        <p:spPr>
          <a:xfrm>
            <a:off x="477981" y="1456898"/>
            <a:ext cx="5161711" cy="2897477"/>
          </a:xfrm>
        </p:spPr>
        <p:txBody>
          <a:bodyPr vert="horz" lIns="91440" tIns="45720" rIns="91440" bIns="45720" rtlCol="0" anchor="b">
            <a:normAutofit fontScale="90000"/>
          </a:bodyPr>
          <a:lstStyle/>
          <a:p>
            <a:r>
              <a:rPr lang="en-US" sz="4800"/>
              <a:t>Goal 2:</a:t>
            </a:r>
            <a:br>
              <a:rPr lang="en-US" sz="4800"/>
            </a:br>
            <a:r>
              <a:rPr lang="en-US" sz="4800" b="0">
                <a:ea typeface="+mj-lt"/>
                <a:cs typeface="+mj-lt"/>
              </a:rPr>
              <a:t>Identify data tools and data applications in State Data Centers</a:t>
            </a:r>
          </a:p>
        </p:txBody>
      </p:sp>
      <p:sp>
        <p:nvSpPr>
          <p:cNvPr id="3" name="Text Placeholder 2">
            <a:extLst>
              <a:ext uri="{FF2B5EF4-FFF2-40B4-BE49-F238E27FC236}">
                <a16:creationId xmlns:a16="http://schemas.microsoft.com/office/drawing/2014/main" id="{3A075CBD-39B4-7768-1904-56403874E5A0}"/>
              </a:ext>
            </a:extLst>
          </p:cNvPr>
          <p:cNvSpPr>
            <a:spLocks noGrp="1"/>
          </p:cNvSpPr>
          <p:nvPr>
            <p:ph type="body" idx="1"/>
          </p:nvPr>
        </p:nvSpPr>
        <p:spPr>
          <a:xfrm>
            <a:off x="477980" y="4872922"/>
            <a:ext cx="4023359" cy="1208141"/>
          </a:xfrm>
        </p:spPr>
        <p:txBody>
          <a:bodyPr vert="horz" lIns="91440" tIns="45720" rIns="91440" bIns="45720" rtlCol="0">
            <a:normAutofit/>
          </a:bodyPr>
          <a:lstStyle/>
          <a:p>
            <a:endParaRPr lang="en-US"/>
          </a:p>
        </p:txBody>
      </p:sp>
      <p:sp>
        <p:nvSpPr>
          <p:cNvPr id="20" name="Rectangle 1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3102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9575B-1FB0-169D-E56C-3C0D47EFA856}"/>
              </a:ext>
            </a:extLst>
          </p:cNvPr>
          <p:cNvSpPr>
            <a:spLocks noGrp="1"/>
          </p:cNvSpPr>
          <p:nvPr>
            <p:ph type="title"/>
          </p:nvPr>
        </p:nvSpPr>
        <p:spPr/>
        <p:txBody>
          <a:bodyPr/>
          <a:lstStyle/>
          <a:p>
            <a:r>
              <a:rPr lang="en-US"/>
              <a:t>Approaches</a:t>
            </a:r>
          </a:p>
        </p:txBody>
      </p:sp>
      <p:sp>
        <p:nvSpPr>
          <p:cNvPr id="3" name="Content Placeholder 2">
            <a:extLst>
              <a:ext uri="{FF2B5EF4-FFF2-40B4-BE49-F238E27FC236}">
                <a16:creationId xmlns:a16="http://schemas.microsoft.com/office/drawing/2014/main" id="{36D9514D-A03B-CB11-0082-A282D33A8BAF}"/>
              </a:ext>
            </a:extLst>
          </p:cNvPr>
          <p:cNvSpPr>
            <a:spLocks noGrp="1"/>
          </p:cNvSpPr>
          <p:nvPr>
            <p:ph sz="half" idx="1"/>
          </p:nvPr>
        </p:nvSpPr>
        <p:spPr>
          <a:xfrm>
            <a:off x="1115568" y="2478024"/>
            <a:ext cx="5328052" cy="3694176"/>
          </a:xfrm>
        </p:spPr>
        <p:txBody>
          <a:bodyPr vert="horz" lIns="91440" tIns="45720" rIns="91440" bIns="45720" rtlCol="0" anchor="t">
            <a:normAutofit/>
          </a:bodyPr>
          <a:lstStyle/>
          <a:p>
            <a:r>
              <a:rPr lang="en-US"/>
              <a:t>Web Scraping</a:t>
            </a:r>
          </a:p>
          <a:p>
            <a:pPr lvl="1"/>
            <a:r>
              <a:rPr lang="en-US"/>
              <a:t>Link Collection</a:t>
            </a:r>
          </a:p>
          <a:p>
            <a:pPr lvl="1"/>
            <a:r>
              <a:rPr lang="en-US"/>
              <a:t>Colorado SDC Site</a:t>
            </a:r>
          </a:p>
          <a:p>
            <a:r>
              <a:rPr lang="en-US"/>
              <a:t>Assessment of State Data Centers</a:t>
            </a:r>
          </a:p>
        </p:txBody>
      </p:sp>
    </p:spTree>
    <p:extLst>
      <p:ext uri="{BB962C8B-B14F-4D97-AF65-F5344CB8AC3E}">
        <p14:creationId xmlns:p14="http://schemas.microsoft.com/office/powerpoint/2010/main" val="1088556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5A7CC-3C24-0990-B0BD-9D6AB37A8238}"/>
              </a:ext>
            </a:extLst>
          </p:cNvPr>
          <p:cNvSpPr>
            <a:spLocks noGrp="1"/>
          </p:cNvSpPr>
          <p:nvPr>
            <p:ph type="title"/>
          </p:nvPr>
        </p:nvSpPr>
        <p:spPr/>
        <p:txBody>
          <a:bodyPr/>
          <a:lstStyle/>
          <a:p>
            <a:r>
              <a:rPr lang="en-US"/>
              <a:t>Link Collection</a:t>
            </a:r>
          </a:p>
        </p:txBody>
      </p:sp>
      <p:sp>
        <p:nvSpPr>
          <p:cNvPr id="3" name="Content Placeholder 2">
            <a:extLst>
              <a:ext uri="{FF2B5EF4-FFF2-40B4-BE49-F238E27FC236}">
                <a16:creationId xmlns:a16="http://schemas.microsoft.com/office/drawing/2014/main" id="{5E8F4ACF-A0B1-932C-318B-8876F52A0C62}"/>
              </a:ext>
            </a:extLst>
          </p:cNvPr>
          <p:cNvSpPr>
            <a:spLocks noGrp="1"/>
          </p:cNvSpPr>
          <p:nvPr>
            <p:ph sz="half" idx="1"/>
          </p:nvPr>
        </p:nvSpPr>
        <p:spPr>
          <a:xfrm>
            <a:off x="1115568" y="2478024"/>
            <a:ext cx="8626954" cy="3694176"/>
          </a:xfrm>
        </p:spPr>
        <p:txBody>
          <a:bodyPr vert="horz" lIns="91440" tIns="45720" rIns="91440" bIns="45720" rtlCol="0" anchor="t">
            <a:normAutofit/>
          </a:bodyPr>
          <a:lstStyle/>
          <a:p>
            <a:pPr marL="342900" indent="-342900"/>
            <a:r>
              <a:rPr lang="en-US"/>
              <a:t>Lead and secondary agencies</a:t>
            </a:r>
          </a:p>
          <a:p>
            <a:pPr marL="342900" indent="-342900"/>
            <a:r>
              <a:rPr lang="en-US"/>
              <a:t>Combination of code to scrape links and agency names</a:t>
            </a:r>
          </a:p>
          <a:p>
            <a:pPr marL="342900" indent="-342900"/>
            <a:r>
              <a:rPr lang="en-US"/>
              <a:t>Numerous types of agencies</a:t>
            </a:r>
          </a:p>
          <a:p>
            <a:pPr marL="800100" lvl="1" indent="-342900"/>
            <a:r>
              <a:rPr lang="en-US"/>
              <a:t>Universities, Libraries, Research Centers</a:t>
            </a:r>
          </a:p>
          <a:p>
            <a:pPr marL="342900"/>
            <a:r>
              <a:rPr lang="en-US">
                <a:ea typeface="+mn-lt"/>
                <a:cs typeface="+mn-lt"/>
              </a:rPr>
              <a:t>Determined whether sites for state data centers are scrapable</a:t>
            </a:r>
          </a:p>
          <a:p>
            <a:pPr marL="457200" lvl="1" indent="0">
              <a:buNone/>
            </a:pPr>
            <a:endParaRPr lang="en-US"/>
          </a:p>
        </p:txBody>
      </p:sp>
    </p:spTree>
    <p:extLst>
      <p:ext uri="{BB962C8B-B14F-4D97-AF65-F5344CB8AC3E}">
        <p14:creationId xmlns:p14="http://schemas.microsoft.com/office/powerpoint/2010/main" val="794976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50CB7-FB85-F9B8-3E00-2E81ACBFD853}"/>
              </a:ext>
            </a:extLst>
          </p:cNvPr>
          <p:cNvSpPr>
            <a:spLocks noGrp="1"/>
          </p:cNvSpPr>
          <p:nvPr>
            <p:ph type="title"/>
          </p:nvPr>
        </p:nvSpPr>
        <p:spPr/>
        <p:txBody>
          <a:bodyPr/>
          <a:lstStyle/>
          <a:p>
            <a:endParaRPr lang="en-US"/>
          </a:p>
        </p:txBody>
      </p:sp>
      <p:pic>
        <p:nvPicPr>
          <p:cNvPr id="5" name="Picture 5" descr="Table&#10;&#10;Description automatically generated">
            <a:extLst>
              <a:ext uri="{FF2B5EF4-FFF2-40B4-BE49-F238E27FC236}">
                <a16:creationId xmlns:a16="http://schemas.microsoft.com/office/drawing/2014/main" id="{F0ADF0C0-9796-3D5A-89CA-11123DFC29F2}"/>
              </a:ext>
            </a:extLst>
          </p:cNvPr>
          <p:cNvPicPr>
            <a:picLocks noGrp="1" noChangeAspect="1"/>
          </p:cNvPicPr>
          <p:nvPr>
            <p:ph sz="half" idx="1"/>
          </p:nvPr>
        </p:nvPicPr>
        <p:blipFill>
          <a:blip r:embed="rId2"/>
          <a:stretch>
            <a:fillRect/>
          </a:stretch>
        </p:blipFill>
        <p:spPr>
          <a:xfrm>
            <a:off x="198345" y="442659"/>
            <a:ext cx="11788704" cy="5591795"/>
          </a:xfrm>
        </p:spPr>
      </p:pic>
      <p:grpSp>
        <p:nvGrpSpPr>
          <p:cNvPr id="11" name="Group 10">
            <a:extLst>
              <a:ext uri="{FF2B5EF4-FFF2-40B4-BE49-F238E27FC236}">
                <a16:creationId xmlns:a16="http://schemas.microsoft.com/office/drawing/2014/main" id="{DFFCD109-DB24-3FB6-8B95-44F4E7833B86}"/>
              </a:ext>
            </a:extLst>
          </p:cNvPr>
          <p:cNvGrpSpPr/>
          <p:nvPr/>
        </p:nvGrpSpPr>
        <p:grpSpPr>
          <a:xfrm>
            <a:off x="141110" y="1241777"/>
            <a:ext cx="11825111" cy="3824110"/>
            <a:chOff x="141110" y="1241777"/>
            <a:chExt cx="11825111" cy="3824110"/>
          </a:xfrm>
        </p:grpSpPr>
        <p:sp>
          <p:nvSpPr>
            <p:cNvPr id="6" name="Rectangle 5">
              <a:extLst>
                <a:ext uri="{FF2B5EF4-FFF2-40B4-BE49-F238E27FC236}">
                  <a16:creationId xmlns:a16="http://schemas.microsoft.com/office/drawing/2014/main" id="{873F4CB8-327E-49AD-7140-D17A2F81A596}"/>
                </a:ext>
              </a:extLst>
            </p:cNvPr>
            <p:cNvSpPr/>
            <p:nvPr/>
          </p:nvSpPr>
          <p:spPr>
            <a:xfrm>
              <a:off x="169333" y="1241777"/>
              <a:ext cx="11796888" cy="310444"/>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D3F9D3C-C854-56DF-6E2D-0A8BE4D82224}"/>
                </a:ext>
              </a:extLst>
            </p:cNvPr>
            <p:cNvSpPr/>
            <p:nvPr/>
          </p:nvSpPr>
          <p:spPr>
            <a:xfrm>
              <a:off x="169333" y="1721555"/>
              <a:ext cx="11796888" cy="310444"/>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221A287-1281-1C82-8CE2-4D254DE3D08F}"/>
                </a:ext>
              </a:extLst>
            </p:cNvPr>
            <p:cNvSpPr/>
            <p:nvPr/>
          </p:nvSpPr>
          <p:spPr>
            <a:xfrm>
              <a:off x="155222" y="3118555"/>
              <a:ext cx="11796888" cy="310444"/>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27DB224-ABED-EEF3-1151-C7825DA9B439}"/>
                </a:ext>
              </a:extLst>
            </p:cNvPr>
            <p:cNvSpPr/>
            <p:nvPr/>
          </p:nvSpPr>
          <p:spPr>
            <a:xfrm>
              <a:off x="141110" y="4303888"/>
              <a:ext cx="11796888" cy="310444"/>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47DDC-2756-DE39-A558-1F4FC421D033}"/>
                </a:ext>
              </a:extLst>
            </p:cNvPr>
            <p:cNvSpPr/>
            <p:nvPr/>
          </p:nvSpPr>
          <p:spPr>
            <a:xfrm>
              <a:off x="141110" y="4755443"/>
              <a:ext cx="11796888" cy="310444"/>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11801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50CB7-FB85-F9B8-3E00-2E81ACBFD853}"/>
              </a:ext>
            </a:extLst>
          </p:cNvPr>
          <p:cNvSpPr>
            <a:spLocks noGrp="1"/>
          </p:cNvSpPr>
          <p:nvPr>
            <p:ph type="title"/>
          </p:nvPr>
        </p:nvSpPr>
        <p:spPr/>
        <p:txBody>
          <a:bodyPr/>
          <a:lstStyle/>
          <a:p>
            <a:endParaRPr lang="en-US"/>
          </a:p>
        </p:txBody>
      </p:sp>
      <p:pic>
        <p:nvPicPr>
          <p:cNvPr id="5" name="Picture 5" descr="Table&#10;&#10;Description automatically generated">
            <a:extLst>
              <a:ext uri="{FF2B5EF4-FFF2-40B4-BE49-F238E27FC236}">
                <a16:creationId xmlns:a16="http://schemas.microsoft.com/office/drawing/2014/main" id="{F0ADF0C0-9796-3D5A-89CA-11123DFC29F2}"/>
              </a:ext>
            </a:extLst>
          </p:cNvPr>
          <p:cNvPicPr>
            <a:picLocks noGrp="1" noChangeAspect="1"/>
          </p:cNvPicPr>
          <p:nvPr>
            <p:ph sz="half" idx="1"/>
          </p:nvPr>
        </p:nvPicPr>
        <p:blipFill>
          <a:blip r:embed="rId2"/>
          <a:stretch>
            <a:fillRect/>
          </a:stretch>
        </p:blipFill>
        <p:spPr>
          <a:xfrm>
            <a:off x="198345" y="442659"/>
            <a:ext cx="11788704" cy="5591795"/>
          </a:xfrm>
        </p:spPr>
      </p:pic>
      <p:grpSp>
        <p:nvGrpSpPr>
          <p:cNvPr id="13" name="Group 12">
            <a:extLst>
              <a:ext uri="{FF2B5EF4-FFF2-40B4-BE49-F238E27FC236}">
                <a16:creationId xmlns:a16="http://schemas.microsoft.com/office/drawing/2014/main" id="{F0195564-6AC3-9999-0A99-DC71E1FC4875}"/>
              </a:ext>
            </a:extLst>
          </p:cNvPr>
          <p:cNvGrpSpPr/>
          <p:nvPr/>
        </p:nvGrpSpPr>
        <p:grpSpPr>
          <a:xfrm>
            <a:off x="190499" y="1538109"/>
            <a:ext cx="11860387" cy="4437944"/>
            <a:chOff x="190499" y="1538109"/>
            <a:chExt cx="11860387" cy="4437944"/>
          </a:xfrm>
        </p:grpSpPr>
        <p:sp>
          <p:nvSpPr>
            <p:cNvPr id="6" name="Rectangle 5">
              <a:extLst>
                <a:ext uri="{FF2B5EF4-FFF2-40B4-BE49-F238E27FC236}">
                  <a16:creationId xmlns:a16="http://schemas.microsoft.com/office/drawing/2014/main" id="{873F4CB8-327E-49AD-7140-D17A2F81A596}"/>
                </a:ext>
              </a:extLst>
            </p:cNvPr>
            <p:cNvSpPr/>
            <p:nvPr/>
          </p:nvSpPr>
          <p:spPr>
            <a:xfrm>
              <a:off x="190499" y="1538109"/>
              <a:ext cx="11796888" cy="246945"/>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1A4447B-97A0-777D-E915-60B818005408}"/>
                </a:ext>
              </a:extLst>
            </p:cNvPr>
            <p:cNvSpPr/>
            <p:nvPr/>
          </p:nvSpPr>
          <p:spPr>
            <a:xfrm>
              <a:off x="197554" y="2060220"/>
              <a:ext cx="11796888" cy="938389"/>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AB22669-7CD8-1BC8-6104-2B6EE3590E54}"/>
                </a:ext>
              </a:extLst>
            </p:cNvPr>
            <p:cNvSpPr/>
            <p:nvPr/>
          </p:nvSpPr>
          <p:spPr>
            <a:xfrm>
              <a:off x="246943" y="3428998"/>
              <a:ext cx="11803943" cy="896056"/>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3D60C0F-5523-84B7-EAC3-016CF0CE9A85}"/>
                </a:ext>
              </a:extLst>
            </p:cNvPr>
            <p:cNvSpPr/>
            <p:nvPr/>
          </p:nvSpPr>
          <p:spPr>
            <a:xfrm>
              <a:off x="246943" y="5037664"/>
              <a:ext cx="11796888" cy="938389"/>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6549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1B6F2-08D1-8DDC-B996-51CF69881EB7}"/>
              </a:ext>
            </a:extLst>
          </p:cNvPr>
          <p:cNvSpPr>
            <a:spLocks noGrp="1"/>
          </p:cNvSpPr>
          <p:nvPr>
            <p:ph type="title"/>
          </p:nvPr>
        </p:nvSpPr>
        <p:spPr/>
        <p:txBody>
          <a:bodyPr/>
          <a:lstStyle/>
          <a:p>
            <a:r>
              <a:rPr lang="en-US"/>
              <a:t>Example: Colorado SDC Site</a:t>
            </a:r>
          </a:p>
        </p:txBody>
      </p:sp>
      <p:sp>
        <p:nvSpPr>
          <p:cNvPr id="3" name="Content Placeholder 2">
            <a:extLst>
              <a:ext uri="{FF2B5EF4-FFF2-40B4-BE49-F238E27FC236}">
                <a16:creationId xmlns:a16="http://schemas.microsoft.com/office/drawing/2014/main" id="{C0DA1251-BDA4-A86A-A634-EB8663C20F15}"/>
              </a:ext>
            </a:extLst>
          </p:cNvPr>
          <p:cNvSpPr>
            <a:spLocks noGrp="1"/>
          </p:cNvSpPr>
          <p:nvPr>
            <p:ph sz="half" idx="1"/>
          </p:nvPr>
        </p:nvSpPr>
        <p:spPr>
          <a:xfrm>
            <a:off x="1115568" y="2478024"/>
            <a:ext cx="5569662" cy="3694176"/>
          </a:xfrm>
        </p:spPr>
        <p:txBody>
          <a:bodyPr vert="horz" lIns="91440" tIns="45720" rIns="91440" bIns="45720" rtlCol="0" anchor="t">
            <a:normAutofit/>
          </a:bodyPr>
          <a:lstStyle/>
          <a:p>
            <a:r>
              <a:rPr lang="en-US"/>
              <a:t>Manual search vs. web scraping</a:t>
            </a:r>
          </a:p>
        </p:txBody>
      </p:sp>
      <p:pic>
        <p:nvPicPr>
          <p:cNvPr id="4" name="Picture 4" descr="Table&#10;&#10;Description automatically generated">
            <a:extLst>
              <a:ext uri="{FF2B5EF4-FFF2-40B4-BE49-F238E27FC236}">
                <a16:creationId xmlns:a16="http://schemas.microsoft.com/office/drawing/2014/main" id="{CF8EB67B-8DF4-011B-238F-D1DE2FCAD756}"/>
              </a:ext>
            </a:extLst>
          </p:cNvPr>
          <p:cNvPicPr>
            <a:picLocks noChangeAspect="1"/>
          </p:cNvPicPr>
          <p:nvPr/>
        </p:nvPicPr>
        <p:blipFill>
          <a:blip r:embed="rId2"/>
          <a:stretch>
            <a:fillRect/>
          </a:stretch>
        </p:blipFill>
        <p:spPr>
          <a:xfrm>
            <a:off x="57817" y="3228175"/>
            <a:ext cx="12064806" cy="2403660"/>
          </a:xfrm>
          <a:prstGeom prst="rect">
            <a:avLst/>
          </a:prstGeom>
        </p:spPr>
      </p:pic>
    </p:spTree>
    <p:extLst>
      <p:ext uri="{BB962C8B-B14F-4D97-AF65-F5344CB8AC3E}">
        <p14:creationId xmlns:p14="http://schemas.microsoft.com/office/powerpoint/2010/main" val="266384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19428-A476-9410-6D0C-9BEC7B76498A}"/>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29EAA496-25DA-DA77-7F94-69E16D8B088F}"/>
              </a:ext>
            </a:extLst>
          </p:cNvPr>
          <p:cNvSpPr>
            <a:spLocks noGrp="1"/>
          </p:cNvSpPr>
          <p:nvPr>
            <p:ph sz="half" idx="1"/>
          </p:nvPr>
        </p:nvSpPr>
        <p:spPr>
          <a:xfrm>
            <a:off x="1115568" y="2478024"/>
            <a:ext cx="10300548" cy="3694176"/>
          </a:xfrm>
        </p:spPr>
        <p:txBody>
          <a:bodyPr vert="horz" lIns="91440" tIns="45720" rIns="91440" bIns="45720" rtlCol="0" anchor="t">
            <a:normAutofit/>
          </a:bodyPr>
          <a:lstStyle/>
          <a:p>
            <a:r>
              <a:rPr lang="en-US"/>
              <a:t>Further analysis of state data centers</a:t>
            </a:r>
          </a:p>
          <a:p>
            <a:pPr lvl="1"/>
            <a:r>
              <a:rPr lang="en-US"/>
              <a:t>Collect data and group our findings by different categories</a:t>
            </a:r>
          </a:p>
          <a:p>
            <a:pPr lvl="1"/>
            <a:endParaRPr lang="en-US"/>
          </a:p>
          <a:p>
            <a:r>
              <a:rPr lang="en-US"/>
              <a:t>Creation of interactive webpage</a:t>
            </a:r>
          </a:p>
          <a:p>
            <a:pPr lvl="1"/>
            <a:r>
              <a:rPr lang="en-US"/>
              <a:t>Data visualization</a:t>
            </a:r>
          </a:p>
        </p:txBody>
      </p:sp>
    </p:spTree>
    <p:extLst>
      <p:ext uri="{BB962C8B-B14F-4D97-AF65-F5344CB8AC3E}">
        <p14:creationId xmlns:p14="http://schemas.microsoft.com/office/powerpoint/2010/main" val="4023299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Rectangle 72">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Triangular abstract background">
            <a:extLst>
              <a:ext uri="{FF2B5EF4-FFF2-40B4-BE49-F238E27FC236}">
                <a16:creationId xmlns:a16="http://schemas.microsoft.com/office/drawing/2014/main" id="{8ABE0A84-99D0-D311-55E0-9F8E835A15A2}"/>
              </a:ext>
            </a:extLst>
          </p:cNvPr>
          <p:cNvPicPr>
            <a:picLocks noChangeAspect="1"/>
          </p:cNvPicPr>
          <p:nvPr/>
        </p:nvPicPr>
        <p:blipFill rotWithShape="1">
          <a:blip r:embed="rId2"/>
          <a:srcRect t="15730"/>
          <a:stretch/>
        </p:blipFill>
        <p:spPr>
          <a:xfrm>
            <a:off x="-3047" y="10"/>
            <a:ext cx="12191999" cy="6857990"/>
          </a:xfrm>
          <a:prstGeom prst="rect">
            <a:avLst/>
          </a:prstGeom>
        </p:spPr>
      </p:pic>
      <p:sp>
        <p:nvSpPr>
          <p:cNvPr id="75" name="Rectangle 74">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43AF5BA-0C2D-3F09-2781-BF064B2086C1}"/>
              </a:ext>
            </a:extLst>
          </p:cNvPr>
          <p:cNvSpPr txBox="1"/>
          <p:nvPr/>
        </p:nvSpPr>
        <p:spPr>
          <a:xfrm>
            <a:off x="643466" y="643467"/>
            <a:ext cx="10905059" cy="3330353"/>
          </a:xfrm>
          <a:prstGeom prst="rect">
            <a:avLst/>
          </a:prstGeom>
          <a:effectLst>
            <a:outerShdw blurRad="50800" dist="38100" dir="2700000" algn="tl" rotWithShape="0">
              <a:prstClr val="black">
                <a:alpha val="40000"/>
              </a:prstClr>
            </a:outerShdw>
          </a:effectLst>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ctr">
              <a:lnSpc>
                <a:spcPct val="90000"/>
              </a:lnSpc>
              <a:spcBef>
                <a:spcPct val="0"/>
              </a:spcBef>
              <a:spcAft>
                <a:spcPts val="600"/>
              </a:spcAft>
            </a:pPr>
            <a:r>
              <a:rPr lang="en-US" sz="3600" b="1">
                <a:solidFill>
                  <a:schemeClr val="bg1"/>
                </a:solidFill>
                <a:latin typeface="+mj-lt"/>
                <a:ea typeface="+mj-ea"/>
                <a:cs typeface="+mj-cs"/>
              </a:rPr>
              <a:t>THANKS!</a:t>
            </a:r>
          </a:p>
        </p:txBody>
      </p:sp>
      <p:cxnSp>
        <p:nvCxnSpPr>
          <p:cNvPr id="77" name="Straight Connector 76">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1441792"/>
      </p:ext>
    </p:extLst>
  </p:cSld>
  <p:clrMapOvr>
    <a:masterClrMapping/>
  </p:clrMapOvr>
</p:sld>
</file>

<file path=ppt/theme/theme1.xml><?xml version="1.0" encoding="utf-8"?>
<a:theme xmlns:a="http://schemas.openxmlformats.org/drawingml/2006/main" name="AccentBoxVTI">
  <a:themeElements>
    <a:clrScheme name="AnalogousFromLightSeed_2SEEDS">
      <a:dk1>
        <a:srgbClr val="000000"/>
      </a:dk1>
      <a:lt1>
        <a:srgbClr val="FFFFFF"/>
      </a:lt1>
      <a:dk2>
        <a:srgbClr val="412429"/>
      </a:dk2>
      <a:lt2>
        <a:srgbClr val="E2E8E7"/>
      </a:lt2>
      <a:accent1>
        <a:srgbClr val="BB7E89"/>
      </a:accent1>
      <a:accent2>
        <a:srgbClr val="C795B3"/>
      </a:accent2>
      <a:accent3>
        <a:srgbClr val="C49B8F"/>
      </a:accent3>
      <a:accent4>
        <a:srgbClr val="75ADA1"/>
      </a:accent4>
      <a:accent5>
        <a:srgbClr val="7AA9B5"/>
      </a:accent5>
      <a:accent6>
        <a:srgbClr val="7E95BB"/>
      </a:accent6>
      <a:hlink>
        <a:srgbClr val="568E84"/>
      </a:hlink>
      <a:folHlink>
        <a:srgbClr val="7F7F7F"/>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7" ma:contentTypeDescription="Create a new document." ma:contentTypeScope="" ma:versionID="e87a22b1668461aaba1cb243e9c1a54a">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50a2de1385131c5aef9d9d9626e0b05"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7B2D31-A9E8-4A80-9AA3-121D1AA1D969}">
  <ds:schemaRefs>
    <ds:schemaRef ds:uri="5ba80a41-9917-4a22-8f13-cb051ddce64c"/>
    <ds:schemaRef ds:uri="7a2657dd-b8a5-4c99-8d51-b0b9d254c989"/>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B581EE6-EE04-40B8-8535-EB702EF139F5}">
  <ds:schemaRefs>
    <ds:schemaRef ds:uri="http://schemas.microsoft.com/sharepoint/v3/contenttype/forms"/>
  </ds:schemaRefs>
</ds:datastoreItem>
</file>

<file path=customXml/itemProps3.xml><?xml version="1.0" encoding="utf-8"?>
<ds:datastoreItem xmlns:ds="http://schemas.openxmlformats.org/officeDocument/2006/customXml" ds:itemID="{7C2DE8BD-CBCE-4346-BF4D-240B3C25579A}"/>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AccentBoxVTI</vt:lpstr>
      <vt:lpstr>THINGS TO EDITED</vt:lpstr>
      <vt:lpstr>Census &amp; Resilience Project</vt:lpstr>
      <vt:lpstr>Census Project Goals</vt:lpstr>
      <vt:lpstr>Goal 1: Identify data needs in State Constitutions</vt:lpstr>
      <vt:lpstr>Approaches</vt:lpstr>
      <vt:lpstr>Manual Search</vt:lpstr>
      <vt:lpstr>Topic Modeling using GENSIM</vt:lpstr>
      <vt:lpstr>Topic Modeling using BERT</vt:lpstr>
      <vt:lpstr>Goal 2: Identify data tools and data applications in State Data Centers</vt:lpstr>
      <vt:lpstr>Approaches</vt:lpstr>
      <vt:lpstr>Link Collection</vt:lpstr>
      <vt:lpstr>PowerPoint Presentation</vt:lpstr>
      <vt:lpstr>PowerPoint Presentation</vt:lpstr>
      <vt:lpstr>Example: Colorado SDC Site</vt:lpstr>
      <vt:lpstr>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cp:revision>
  <dcterms:created xsi:type="dcterms:W3CDTF">2023-06-26T14:58:11Z</dcterms:created>
  <dcterms:modified xsi:type="dcterms:W3CDTF">2023-06-27T20:59:04Z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y fmtid="{D5CDD505-2E9C-101B-9397-08002B2CF9AE}" pid="3" name="MediaServiceImageTags">
    <vt:lpwstr/>
  </property>
</Properties>
</file>
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omments/modernComment_10D_DC3F58DE.xml" ContentType="application/vnd.ms-powerpoint.comment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omments/modernComment_122_2F5F1D24.xml" ContentType="application/vnd.ms-powerpoint.comments+xml"/>
  <Override PartName="/ppt/comments/modernComment_113_22217E34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63" r:id="rId5"/>
    <p:sldMasterId id="2147483746" r:id="rId6"/>
  </p:sldMasterIdLst>
  <p:notesMasterIdLst>
    <p:notesMasterId r:id="rId36"/>
  </p:notesMasterIdLst>
  <p:sldIdLst>
    <p:sldId id="257" r:id="rId7"/>
    <p:sldId id="286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6" r:id="rId16"/>
    <p:sldId id="287" r:id="rId17"/>
    <p:sldId id="267" r:id="rId18"/>
    <p:sldId id="268" r:id="rId19"/>
    <p:sldId id="269" r:id="rId20"/>
    <p:sldId id="270" r:id="rId21"/>
    <p:sldId id="278" r:id="rId22"/>
    <p:sldId id="272" r:id="rId23"/>
    <p:sldId id="273" r:id="rId24"/>
    <p:sldId id="279" r:id="rId25"/>
    <p:sldId id="277" r:id="rId26"/>
    <p:sldId id="271" r:id="rId27"/>
    <p:sldId id="280" r:id="rId28"/>
    <p:sldId id="274" r:id="rId29"/>
    <p:sldId id="290" r:id="rId30"/>
    <p:sldId id="291" r:id="rId31"/>
    <p:sldId id="289" r:id="rId32"/>
    <p:sldId id="275" r:id="rId33"/>
    <p:sldId id="292" r:id="rId34"/>
    <p:sldId id="276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CD191B-7194-2EF3-411F-138FA8BA6B26}" name="Goswami, Treena (gcm8gw)" initials="G(" userId="S::gcm8gw@virginia.edu::afcc7bf1-7561-4a4f-9f29-309f7a9f78d7" providerId="AD"/>
  <p188:author id="{45E56AA4-AF93-74AD-2EAB-1A942D67DCEE}" name="Marijke van der Geer" initials="MG" userId="S::mvandergeer0853_sdsu.edu#ext#@myuva.onmicrosoft.com::292b19e6-28e4-4adb-9813-3fd544a69f93" providerId="AD"/>
  <p188:author id="{CD4EF0DB-C735-C4BF-F096-77EDD07D4ED8}" name="Cai, Jianing (jc2ry)" initials="C(" userId="S::jc2ry@virginia.edu::3eb8c475-cb9e-4e33-8bb6-1bbdb68e17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3259"/>
    <a:srgbClr val="30CF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7744CE-6FFB-4667-980C-FE258F3244CA}" v="18" dt="2023-06-28T13:46:15.728"/>
    <p1510:client id="{3A0280A1-A1A1-C626-B5BD-38BD40E5CF2D}" v="44" dt="2023-06-29T19:13:41.517"/>
    <p1510:client id="{4812222C-EFBF-1E3D-BD49-06A106DFC130}" v="2" dt="2023-07-12T13:02:42.971"/>
    <p1510:client id="{609E2C1D-E81A-A25E-CC63-BA89C6AE1CDC}" v="2" dt="2023-06-29T19:47:26.672"/>
    <p1510:client id="{72D53A61-9A60-6722-65E1-542DE1C5F217}" v="5" dt="2023-07-11T18:34:08.874"/>
    <p1510:client id="{9E96CEE4-C268-9861-E48B-2C68D3A18ADF}" v="131" dt="2023-07-09T21:09:48.907"/>
    <p1510:client id="{A403D9E7-8FCB-4C7C-882E-C5817E9CB62F}" v="17" dt="2023-06-30T13:18:35.328"/>
    <p1510:client id="{BD4D47B6-5CC4-4420-8DCB-4ACF6D4A02C2}" v="496" dt="2023-06-27T21:00:20.046"/>
    <p1510:client id="{BE0A37C9-0AFF-4879-B40D-62676AAB7604}" v="86" dt="2023-06-29T18:45:12.628"/>
    <p1510:client id="{CDBC2A5B-5801-BF02-A994-AC8ADAD21B0A}" v="565" dt="2023-06-30T01:37:30.094"/>
    <p1510:client id="{D2E4FE8A-A5B3-193A-D4D0-4B619A644FB9}" v="374" dt="2023-06-28T18:53:01.680"/>
    <p1510:client id="{DDC03DA7-8E77-0261-9870-B0831F467B5E}" v="69" dt="2023-07-10T15:55:00.072"/>
    <p1510:client id="{F45E1F6D-6FF0-440D-A8F8-4011909FE4ED}" v="396" dt="2023-06-29T19:29:38.1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theme" Target="theme/theme1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microsoft.com/office/2015/10/relationships/revisionInfo" Target="revisionInfo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microsoft.com/office/2018/10/relationships/authors" Target="author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swami, Treena (gcm8gw)" userId="S::gcm8gw@virginia.edu::afcc7bf1-7561-4a4f-9f29-309f7a9f78d7" providerId="AD" clId="Web-{609E2C1D-E81A-A25E-CC63-BA89C6AE1CDC}"/>
    <pc:docChg chg="mod">
      <pc:chgData name="Goswami, Treena (gcm8gw)" userId="S::gcm8gw@virginia.edu::afcc7bf1-7561-4a4f-9f29-309f7a9f78d7" providerId="AD" clId="Web-{609E2C1D-E81A-A25E-CC63-BA89C6AE1CDC}" dt="2023-06-29T19:47:26.672" v="1"/>
      <pc:docMkLst>
        <pc:docMk/>
      </pc:docMkLst>
      <pc:sldChg chg="addCm">
        <pc:chgData name="Goswami, Treena (gcm8gw)" userId="S::gcm8gw@virginia.edu::afcc7bf1-7561-4a4f-9f29-309f7a9f78d7" providerId="AD" clId="Web-{609E2C1D-E81A-A25E-CC63-BA89C6AE1CDC}" dt="2023-06-29T19:47:26.672" v="1"/>
        <pc:sldMkLst>
          <pc:docMk/>
          <pc:sldMk cId="572620340" sldId="27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Goswami, Treena (gcm8gw)" userId="S::gcm8gw@virginia.edu::afcc7bf1-7561-4a4f-9f29-309f7a9f78d7" providerId="AD" clId="Web-{609E2C1D-E81A-A25E-CC63-BA89C6AE1CDC}" dt="2023-06-29T19:47:26.672" v="1"/>
              <pc2:cmMkLst xmlns:pc2="http://schemas.microsoft.com/office/powerpoint/2019/9/main/command">
                <pc:docMk/>
                <pc:sldMk cId="572620340" sldId="275"/>
                <pc2:cmMk id="{9AB4A45D-0EB4-40FE-9C50-F36C0BF272DA}"/>
              </pc2:cmMkLst>
            </pc226:cmChg>
          </p:ext>
        </pc:extLst>
      </pc:sldChg>
    </pc:docChg>
  </pc:docChgLst>
  <pc:docChgLst>
    <pc:chgData name="Cai, Jianing (jc2ry)" userId="S::jc2ry@virginia.edu::3eb8c475-cb9e-4e33-8bb6-1bbdb68e17e3" providerId="AD" clId="Web-{BD4D47B6-5CC4-4420-8DCB-4ACF6D4A02C2}"/>
    <pc:docChg chg="mod addSld delSld modSld sldOrd addMainMaster modMainMaster">
      <pc:chgData name="Cai, Jianing (jc2ry)" userId="S::jc2ry@virginia.edu::3eb8c475-cb9e-4e33-8bb6-1bbdb68e17e3" providerId="AD" clId="Web-{BD4D47B6-5CC4-4420-8DCB-4ACF6D4A02C2}" dt="2023-06-27T21:00:20.046" v="478" actId="1076"/>
      <pc:docMkLst>
        <pc:docMk/>
      </pc:docMkLst>
      <pc:sldChg chg="addSp modSp del">
        <pc:chgData name="Cai, Jianing (jc2ry)" userId="S::jc2ry@virginia.edu::3eb8c475-cb9e-4e33-8bb6-1bbdb68e17e3" providerId="AD" clId="Web-{BD4D47B6-5CC4-4420-8DCB-4ACF6D4A02C2}" dt="2023-06-27T20:10:16.813" v="91"/>
        <pc:sldMkLst>
          <pc:docMk/>
          <pc:sldMk cId="109857222" sldId="256"/>
        </pc:sldMkLst>
        <pc:spChg chg="add mod">
          <ac:chgData name="Cai, Jianing (jc2ry)" userId="S::jc2ry@virginia.edu::3eb8c475-cb9e-4e33-8bb6-1bbdb68e17e3" providerId="AD" clId="Web-{BD4D47B6-5CC4-4420-8DCB-4ACF6D4A02C2}" dt="2023-06-27T20:07:11.526" v="63"/>
          <ac:spMkLst>
            <pc:docMk/>
            <pc:sldMk cId="109857222" sldId="256"/>
            <ac:spMk id="4" creationId="{68865640-1514-18F0-5A07-159B538797A7}"/>
          </ac:spMkLst>
        </pc:spChg>
      </pc:sldChg>
      <pc:sldChg chg="addSp delSp modSp add ord">
        <pc:chgData name="Cai, Jianing (jc2ry)" userId="S::jc2ry@virginia.edu::3eb8c475-cb9e-4e33-8bb6-1bbdb68e17e3" providerId="AD" clId="Web-{BD4D47B6-5CC4-4420-8DCB-4ACF6D4A02C2}" dt="2023-06-27T20:21:27.084" v="166" actId="20577"/>
        <pc:sldMkLst>
          <pc:docMk/>
          <pc:sldMk cId="1776905435" sldId="257"/>
        </pc:sldMkLst>
        <pc:spChg chg="mod">
          <ac:chgData name="Cai, Jianing (jc2ry)" userId="S::jc2ry@virginia.edu::3eb8c475-cb9e-4e33-8bb6-1bbdb68e17e3" providerId="AD" clId="Web-{BD4D47B6-5CC4-4420-8DCB-4ACF6D4A02C2}" dt="2023-06-27T20:21:27.084" v="166" actId="20577"/>
          <ac:spMkLst>
            <pc:docMk/>
            <pc:sldMk cId="1776905435" sldId="257"/>
            <ac:spMk id="2" creationId="{00000000-0000-0000-0000-000000000000}"/>
          </ac:spMkLst>
        </pc:spChg>
        <pc:spChg chg="mod">
          <ac:chgData name="Cai, Jianing (jc2ry)" userId="S::jc2ry@virginia.edu::3eb8c475-cb9e-4e33-8bb6-1bbdb68e17e3" providerId="AD" clId="Web-{BD4D47B6-5CC4-4420-8DCB-4ACF6D4A02C2}" dt="2023-06-27T20:03:19.613" v="46" actId="20577"/>
          <ac:spMkLst>
            <pc:docMk/>
            <pc:sldMk cId="1776905435" sldId="257"/>
            <ac:spMk id="3" creationId="{00000000-0000-0000-0000-000000000000}"/>
          </ac:spMkLst>
        </pc:spChg>
        <pc:spChg chg="add del mod">
          <ac:chgData name="Cai, Jianing (jc2ry)" userId="S::jc2ry@virginia.edu::3eb8c475-cb9e-4e33-8bb6-1bbdb68e17e3" providerId="AD" clId="Web-{BD4D47B6-5CC4-4420-8DCB-4ACF6D4A02C2}" dt="2023-06-27T20:07:22.667" v="65"/>
          <ac:spMkLst>
            <pc:docMk/>
            <pc:sldMk cId="1776905435" sldId="257"/>
            <ac:spMk id="5" creationId="{54DB9168-D2D9-4DE6-B44C-895233EDC056}"/>
          </ac:spMkLst>
        </pc:spChg>
        <pc:spChg chg="add del mod">
          <ac:chgData name="Cai, Jianing (jc2ry)" userId="S::jc2ry@virginia.edu::3eb8c475-cb9e-4e33-8bb6-1bbdb68e17e3" providerId="AD" clId="Web-{BD4D47B6-5CC4-4420-8DCB-4ACF6D4A02C2}" dt="2023-06-27T20:07:28.918" v="67"/>
          <ac:spMkLst>
            <pc:docMk/>
            <pc:sldMk cId="1776905435" sldId="257"/>
            <ac:spMk id="6" creationId="{494120B1-CAB8-B202-DCC8-82D087F813B3}"/>
          </ac:spMkLst>
        </pc:spChg>
        <pc:spChg chg="add mod">
          <ac:chgData name="Cai, Jianing (jc2ry)" userId="S::jc2ry@virginia.edu::3eb8c475-cb9e-4e33-8bb6-1bbdb68e17e3" providerId="AD" clId="Web-{BD4D47B6-5CC4-4420-8DCB-4ACF6D4A02C2}" dt="2023-06-27T20:09:35.265" v="85" actId="1076"/>
          <ac:spMkLst>
            <pc:docMk/>
            <pc:sldMk cId="1776905435" sldId="257"/>
            <ac:spMk id="7" creationId="{F7FF1B38-9768-127B-EA7F-A70E2383ED0F}"/>
          </ac:spMkLst>
        </pc:spChg>
      </pc:sldChg>
      <pc:sldChg chg="addSp delSp modSp add ord addCm modCm">
        <pc:chgData name="Cai, Jianing (jc2ry)" userId="S::jc2ry@virginia.edu::3eb8c475-cb9e-4e33-8bb6-1bbdb68e17e3" providerId="AD" clId="Web-{BD4D47B6-5CC4-4420-8DCB-4ACF6D4A02C2}" dt="2023-06-27T20:42:35.248" v="325" actId="20577"/>
        <pc:sldMkLst>
          <pc:docMk/>
          <pc:sldMk cId="1224941005" sldId="258"/>
        </pc:sldMkLst>
        <pc:spChg chg="mod">
          <ac:chgData name="Cai, Jianing (jc2ry)" userId="S::jc2ry@virginia.edu::3eb8c475-cb9e-4e33-8bb6-1bbdb68e17e3" providerId="AD" clId="Web-{BD4D47B6-5CC4-4420-8DCB-4ACF6D4A02C2}" dt="2023-06-27T20:42:35.248" v="325" actId="20577"/>
          <ac:spMkLst>
            <pc:docMk/>
            <pc:sldMk cId="1224941005" sldId="258"/>
            <ac:spMk id="2" creationId="{6CCD9D79-B581-B58D-0354-9E6BFA3CC488}"/>
          </ac:spMkLst>
        </pc:spChg>
        <pc:spChg chg="add mod">
          <ac:chgData name="Cai, Jianing (jc2ry)" userId="S::jc2ry@virginia.edu::3eb8c475-cb9e-4e33-8bb6-1bbdb68e17e3" providerId="AD" clId="Web-{BD4D47B6-5CC4-4420-8DCB-4ACF6D4A02C2}" dt="2023-06-27T20:03:56.614" v="50"/>
          <ac:spMkLst>
            <pc:docMk/>
            <pc:sldMk cId="1224941005" sldId="258"/>
            <ac:spMk id="20" creationId="{3080B752-8274-FF2A-7BC4-94A57846978A}"/>
          </ac:spMkLst>
        </pc:spChg>
        <pc:spChg chg="add mod">
          <ac:chgData name="Cai, Jianing (jc2ry)" userId="S::jc2ry@virginia.edu::3eb8c475-cb9e-4e33-8bb6-1bbdb68e17e3" providerId="AD" clId="Web-{BD4D47B6-5CC4-4420-8DCB-4ACF6D4A02C2}" dt="2023-06-27T20:10:09.735" v="89" actId="1076"/>
          <ac:spMkLst>
            <pc:docMk/>
            <pc:sldMk cId="1224941005" sldId="258"/>
            <ac:spMk id="21" creationId="{6E69BDBD-C4F7-13C2-3E57-5046FAB6AC64}"/>
          </ac:spMkLst>
        </pc:spChg>
        <pc:graphicFrameChg chg="del">
          <ac:chgData name="Cai, Jianing (jc2ry)" userId="S::jc2ry@virginia.edu::3eb8c475-cb9e-4e33-8bb6-1bbdb68e17e3" providerId="AD" clId="Web-{BD4D47B6-5CC4-4420-8DCB-4ACF6D4A02C2}" dt="2023-06-27T20:03:56.614" v="50"/>
          <ac:graphicFrameMkLst>
            <pc:docMk/>
            <pc:sldMk cId="1224941005" sldId="258"/>
            <ac:graphicFrameMk id="5" creationId="{9F03F96D-33B9-975E-4A02-2A3B01442ACB}"/>
          </ac:graphicFrameMkLst>
        </pc:graphicFrameChg>
        <pc:graphicFrameChg chg="del">
          <ac:chgData name="Cai, Jianing (jc2ry)" userId="S::jc2ry@virginia.edu::3eb8c475-cb9e-4e33-8bb6-1bbdb68e17e3" providerId="AD" clId="Web-{BD4D47B6-5CC4-4420-8DCB-4ACF6D4A02C2}" dt="2023-06-27T20:03:55.364" v="49"/>
          <ac:graphicFrameMkLst>
            <pc:docMk/>
            <pc:sldMk cId="1224941005" sldId="258"/>
            <ac:graphicFrameMk id="19" creationId="{816FE705-E226-B70B-7501-C99E68D5EA54}"/>
          </ac:graphicFrameMkLst>
        </pc:graphicFrameChg>
        <pc:picChg chg="mod">
          <ac:chgData name="Cai, Jianing (jc2ry)" userId="S::jc2ry@virginia.edu::3eb8c475-cb9e-4e33-8bb6-1bbdb68e17e3" providerId="AD" clId="Web-{BD4D47B6-5CC4-4420-8DCB-4ACF6D4A02C2}" dt="2023-06-27T20:07:47.199" v="73" actId="1076"/>
          <ac:picMkLst>
            <pc:docMk/>
            <pc:sldMk cId="1224941005" sldId="258"/>
            <ac:picMk id="48" creationId="{A2A52563-AF5F-5B53-0046-849BA43224BE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Cai, Jianing (jc2ry)" userId="S::jc2ry@virginia.edu::3eb8c475-cb9e-4e33-8bb6-1bbdb68e17e3" providerId="AD" clId="Web-{BD4D47B6-5CC4-4420-8DCB-4ACF6D4A02C2}" dt="2023-06-27T20:23:47.026" v="173"/>
              <pc2:cmMkLst xmlns:pc2="http://schemas.microsoft.com/office/powerpoint/2019/9/main/command">
                <pc:docMk/>
                <pc:sldMk cId="1224941005" sldId="258"/>
                <pc2:cmMk id="{62DC12DB-927D-43F4-BD63-D44B244D82A9}"/>
              </pc2:cmMkLst>
            </pc226:cmChg>
          </p:ext>
        </pc:extLst>
      </pc:sldChg>
      <pc:sldChg chg="addSp modSp add del replId">
        <pc:chgData name="Cai, Jianing (jc2ry)" userId="S::jc2ry@virginia.edu::3eb8c475-cb9e-4e33-8bb6-1bbdb68e17e3" providerId="AD" clId="Web-{BD4D47B6-5CC4-4420-8DCB-4ACF6D4A02C2}" dt="2023-06-27T20:10:17.267" v="92"/>
        <pc:sldMkLst>
          <pc:docMk/>
          <pc:sldMk cId="2446209333" sldId="259"/>
        </pc:sldMkLst>
        <pc:spChg chg="mod">
          <ac:chgData name="Cai, Jianing (jc2ry)" userId="S::jc2ry@virginia.edu::3eb8c475-cb9e-4e33-8bb6-1bbdb68e17e3" providerId="AD" clId="Web-{BD4D47B6-5CC4-4420-8DCB-4ACF6D4A02C2}" dt="2023-06-27T20:05:30.070" v="60" actId="20577"/>
          <ac:spMkLst>
            <pc:docMk/>
            <pc:sldMk cId="2446209333" sldId="259"/>
            <ac:spMk id="2" creationId="{6CCD9D79-B581-B58D-0354-9E6BFA3CC488}"/>
          </ac:spMkLst>
        </pc:spChg>
        <pc:spChg chg="add mod">
          <ac:chgData name="Cai, Jianing (jc2ry)" userId="S::jc2ry@virginia.edu::3eb8c475-cb9e-4e33-8bb6-1bbdb68e17e3" providerId="AD" clId="Web-{BD4D47B6-5CC4-4420-8DCB-4ACF6D4A02C2}" dt="2023-06-27T20:07:43.574" v="72" actId="1076"/>
          <ac:spMkLst>
            <pc:docMk/>
            <pc:sldMk cId="2446209333" sldId="259"/>
            <ac:spMk id="3" creationId="{AD70593C-F0CA-D96C-768C-973041D98C31}"/>
          </ac:spMkLst>
        </pc:spChg>
      </pc:sldChg>
      <pc:sldChg chg="modSp add replId addCm modCm">
        <pc:chgData name="Cai, Jianing (jc2ry)" userId="S::jc2ry@virginia.edu::3eb8c475-cb9e-4e33-8bb6-1bbdb68e17e3" providerId="AD" clId="Web-{BD4D47B6-5CC4-4420-8DCB-4ACF6D4A02C2}" dt="2023-06-27T20:45:48.378" v="327"/>
        <pc:sldMkLst>
          <pc:docMk/>
          <pc:sldMk cId="3559602542" sldId="259"/>
        </pc:sldMkLst>
        <pc:spChg chg="mod">
          <ac:chgData name="Cai, Jianing (jc2ry)" userId="S::jc2ry@virginia.edu::3eb8c475-cb9e-4e33-8bb6-1bbdb68e17e3" providerId="AD" clId="Web-{BD4D47B6-5CC4-4420-8DCB-4ACF6D4A02C2}" dt="2023-06-27T20:11:35.706" v="110" actId="20577"/>
          <ac:spMkLst>
            <pc:docMk/>
            <pc:sldMk cId="3559602542" sldId="259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BD4D47B6-5CC4-4420-8DCB-4ACF6D4A02C2}" dt="2023-06-27T20:13:30.147" v="129" actId="20577"/>
          <ac:spMkLst>
            <pc:docMk/>
            <pc:sldMk cId="3559602542" sldId="259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Cai, Jianing (jc2ry)" userId="S::jc2ry@virginia.edu::3eb8c475-cb9e-4e33-8bb6-1bbdb68e17e3" providerId="AD" clId="Web-{BD4D47B6-5CC4-4420-8DCB-4ACF6D4A02C2}" dt="2023-06-27T20:45:48.378" v="327"/>
              <pc2:cmMkLst xmlns:pc2="http://schemas.microsoft.com/office/powerpoint/2019/9/main/command">
                <pc:docMk/>
                <pc:sldMk cId="3559602542" sldId="259"/>
                <pc2:cmMk id="{8374726F-E10E-4F77-BAFB-7650D04029D9}"/>
              </pc2:cmMkLst>
            </pc226:cmChg>
          </p:ext>
        </pc:extLst>
      </pc:sldChg>
      <pc:sldChg chg="addSp delSp modSp add mod replId setBg">
        <pc:chgData name="Cai, Jianing (jc2ry)" userId="S::jc2ry@virginia.edu::3eb8c475-cb9e-4e33-8bb6-1bbdb68e17e3" providerId="AD" clId="Web-{BD4D47B6-5CC4-4420-8DCB-4ACF6D4A02C2}" dt="2023-06-27T20:28:38.847" v="226" actId="1076"/>
        <pc:sldMkLst>
          <pc:docMk/>
          <pc:sldMk cId="702347936" sldId="260"/>
        </pc:sldMkLst>
        <pc:spChg chg="del mod">
          <ac:chgData name="Cai, Jianing (jc2ry)" userId="S::jc2ry@virginia.edu::3eb8c475-cb9e-4e33-8bb6-1bbdb68e17e3" providerId="AD" clId="Web-{BD4D47B6-5CC4-4420-8DCB-4ACF6D4A02C2}" dt="2023-06-27T20:26:39.875" v="198"/>
          <ac:spMkLst>
            <pc:docMk/>
            <pc:sldMk cId="702347936" sldId="260"/>
            <ac:spMk id="2" creationId="{6CCD9D79-B581-B58D-0354-9E6BFA3CC488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18:11.015" v="141"/>
          <ac:spMkLst>
            <pc:docMk/>
            <pc:sldMk cId="702347936" sldId="260"/>
            <ac:spMk id="4" creationId="{82781E11-E686-94B3-1423-845365A9B323}"/>
          </ac:spMkLst>
        </pc:spChg>
        <pc:spChg chg="add del mod">
          <ac:chgData name="Cai, Jianing (jc2ry)" userId="S::jc2ry@virginia.edu::3eb8c475-cb9e-4e33-8bb6-1bbdb68e17e3" providerId="AD" clId="Web-{BD4D47B6-5CC4-4420-8DCB-4ACF6D4A02C2}" dt="2023-06-27T20:27:16.126" v="202"/>
          <ac:spMkLst>
            <pc:docMk/>
            <pc:sldMk cId="702347936" sldId="260"/>
            <ac:spMk id="6" creationId="{88CB8B00-436F-3656-9976-7C5103DEC844}"/>
          </ac:spMkLst>
        </pc:spChg>
        <pc:spChg chg="add del mod">
          <ac:chgData name="Cai, Jianing (jc2ry)" userId="S::jc2ry@virginia.edu::3eb8c475-cb9e-4e33-8bb6-1bbdb68e17e3" providerId="AD" clId="Web-{BD4D47B6-5CC4-4420-8DCB-4ACF6D4A02C2}" dt="2023-06-27T20:26:49.453" v="200"/>
          <ac:spMkLst>
            <pc:docMk/>
            <pc:sldMk cId="702347936" sldId="260"/>
            <ac:spMk id="8" creationId="{E66763CB-E4B8-7BFD-9CB1-CB61B8F75384}"/>
          </ac:spMkLst>
        </pc:spChg>
        <pc:spChg chg="add mod">
          <ac:chgData name="Cai, Jianing (jc2ry)" userId="S::jc2ry@virginia.edu::3eb8c475-cb9e-4e33-8bb6-1bbdb68e17e3" providerId="AD" clId="Web-{BD4D47B6-5CC4-4420-8DCB-4ACF6D4A02C2}" dt="2023-06-27T20:27:59.096" v="216" actId="20577"/>
          <ac:spMkLst>
            <pc:docMk/>
            <pc:sldMk cId="702347936" sldId="260"/>
            <ac:spMk id="10" creationId="{A2DB0332-A084-B1EA-240B-D6B1AB696C2C}"/>
          </ac:spMkLst>
        </pc:spChg>
        <pc:spChg chg="add del mod">
          <ac:chgData name="Cai, Jianing (jc2ry)" userId="S::jc2ry@virginia.edu::3eb8c475-cb9e-4e33-8bb6-1bbdb68e17e3" providerId="AD" clId="Web-{BD4D47B6-5CC4-4420-8DCB-4ACF6D4A02C2}" dt="2023-06-27T20:25:46.873" v="188"/>
          <ac:spMkLst>
            <pc:docMk/>
            <pc:sldMk cId="702347936" sldId="260"/>
            <ac:spMk id="20" creationId="{3080B752-8274-FF2A-7BC4-94A57846978A}"/>
          </ac:spMkLst>
        </pc:spChg>
        <pc:spChg chg="mod">
          <ac:chgData name="Cai, Jianing (jc2ry)" userId="S::jc2ry@virginia.edu::3eb8c475-cb9e-4e33-8bb6-1bbdb68e17e3" providerId="AD" clId="Web-{BD4D47B6-5CC4-4420-8DCB-4ACF6D4A02C2}" dt="2023-06-27T20:20:47.051" v="161"/>
          <ac:spMkLst>
            <pc:docMk/>
            <pc:sldMk cId="702347936" sldId="260"/>
            <ac:spMk id="21" creationId="{6E69BDBD-C4F7-13C2-3E57-5046FAB6AC64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02.175" v="157"/>
          <ac:spMkLst>
            <pc:docMk/>
            <pc:sldMk cId="702347936" sldId="260"/>
            <ac:spMk id="53" creationId="{19D32F93-50AC-4C46-A5DB-291C60DDB7BD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02.175" v="157"/>
          <ac:spMkLst>
            <pc:docMk/>
            <pc:sldMk cId="702347936" sldId="260"/>
            <ac:spMk id="55" creationId="{827DC2C4-B485-428A-BF4A-472D2967F47F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02.175" v="157"/>
          <ac:spMkLst>
            <pc:docMk/>
            <pc:sldMk cId="702347936" sldId="260"/>
            <ac:spMk id="57" creationId="{EE04B5EB-F158-4507-90DD-BD23620C7CC9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16.722" v="159"/>
          <ac:spMkLst>
            <pc:docMk/>
            <pc:sldMk cId="702347936" sldId="260"/>
            <ac:spMk id="59" creationId="{A8908DB7-C3A6-4FCB-9820-CEE02B398C4A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16.722" v="159"/>
          <ac:spMkLst>
            <pc:docMk/>
            <pc:sldMk cId="702347936" sldId="260"/>
            <ac:spMk id="60" creationId="{535742DD-1B16-4E9D-B715-0D74B4574A68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16.722" v="159"/>
          <ac:spMkLst>
            <pc:docMk/>
            <pc:sldMk cId="702347936" sldId="260"/>
            <ac:spMk id="61" creationId="{3080B752-8274-FF2A-7BC4-94A57846978A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47.051" v="161"/>
          <ac:spMkLst>
            <pc:docMk/>
            <pc:sldMk cId="702347936" sldId="260"/>
            <ac:spMk id="63" creationId="{7FF47CB7-972F-479F-A36D-9E72D26EC8DA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47.051" v="161"/>
          <ac:spMkLst>
            <pc:docMk/>
            <pc:sldMk cId="702347936" sldId="260"/>
            <ac:spMk id="64" creationId="{0D153B68-5844-490D-8E67-F616D6D721CA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47.051" v="161"/>
          <ac:spMkLst>
            <pc:docMk/>
            <pc:sldMk cId="702347936" sldId="260"/>
            <ac:spMk id="65" creationId="{3080B752-8274-FF2A-7BC4-94A57846978A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47.051" v="161"/>
          <ac:spMkLst>
            <pc:docMk/>
            <pc:sldMk cId="702347936" sldId="260"/>
            <ac:spMk id="66" creationId="{9A0D773F-7A7D-4DBB-9DEA-86BB8B8F4BC8}"/>
          </ac:spMkLst>
        </pc:spChg>
        <pc:picChg chg="add mod">
          <ac:chgData name="Cai, Jianing (jc2ry)" userId="S::jc2ry@virginia.edu::3eb8c475-cb9e-4e33-8bb6-1bbdb68e17e3" providerId="AD" clId="Web-{BD4D47B6-5CC4-4420-8DCB-4ACF6D4A02C2}" dt="2023-06-27T20:27:34.361" v="206" actId="1076"/>
          <ac:picMkLst>
            <pc:docMk/>
            <pc:sldMk cId="702347936" sldId="260"/>
            <ac:picMk id="9" creationId="{6F112661-B778-95BB-627C-FB100E4BB2C5}"/>
          </ac:picMkLst>
        </pc:picChg>
        <pc:picChg chg="add mod">
          <ac:chgData name="Cai, Jianing (jc2ry)" userId="S::jc2ry@virginia.edu::3eb8c475-cb9e-4e33-8bb6-1bbdb68e17e3" providerId="AD" clId="Web-{BD4D47B6-5CC4-4420-8DCB-4ACF6D4A02C2}" dt="2023-06-27T20:28:30.659" v="224" actId="1076"/>
          <ac:picMkLst>
            <pc:docMk/>
            <pc:sldMk cId="702347936" sldId="260"/>
            <ac:picMk id="11" creationId="{318C3195-A415-1CF5-B88A-27C5F7DB0833}"/>
          </ac:picMkLst>
        </pc:picChg>
        <pc:picChg chg="mod">
          <ac:chgData name="Cai, Jianing (jc2ry)" userId="S::jc2ry@virginia.edu::3eb8c475-cb9e-4e33-8bb6-1bbdb68e17e3" providerId="AD" clId="Web-{BD4D47B6-5CC4-4420-8DCB-4ACF6D4A02C2}" dt="2023-06-27T20:28:38.847" v="226" actId="1076"/>
          <ac:picMkLst>
            <pc:docMk/>
            <pc:sldMk cId="702347936" sldId="260"/>
            <ac:picMk id="48" creationId="{A2A52563-AF5F-5B53-0046-849BA43224BE}"/>
          </ac:picMkLst>
        </pc:picChg>
      </pc:sldChg>
      <pc:sldChg chg="addSp modSp add del replId">
        <pc:chgData name="Cai, Jianing (jc2ry)" userId="S::jc2ry@virginia.edu::3eb8c475-cb9e-4e33-8bb6-1bbdb68e17e3" providerId="AD" clId="Web-{BD4D47B6-5CC4-4420-8DCB-4ACF6D4A02C2}" dt="2023-06-27T20:10:16.079" v="90"/>
        <pc:sldMkLst>
          <pc:docMk/>
          <pc:sldMk cId="3046832420" sldId="260"/>
        </pc:sldMkLst>
        <pc:spChg chg="add mod">
          <ac:chgData name="Cai, Jianing (jc2ry)" userId="S::jc2ry@virginia.edu::3eb8c475-cb9e-4e33-8bb6-1bbdb68e17e3" providerId="AD" clId="Web-{BD4D47B6-5CC4-4420-8DCB-4ACF6D4A02C2}" dt="2023-06-27T20:07:11.526" v="63"/>
          <ac:spMkLst>
            <pc:docMk/>
            <pc:sldMk cId="3046832420" sldId="260"/>
            <ac:spMk id="3" creationId="{012769E1-F685-D8FD-82AC-FCA76BDEF66B}"/>
          </ac:spMkLst>
        </pc:spChg>
      </pc:sldChg>
      <pc:sldChg chg="addSp delSp modSp add replId">
        <pc:chgData name="Cai, Jianing (jc2ry)" userId="S::jc2ry@virginia.edu::3eb8c475-cb9e-4e33-8bb6-1bbdb68e17e3" providerId="AD" clId="Web-{BD4D47B6-5CC4-4420-8DCB-4ACF6D4A02C2}" dt="2023-06-27T20:27:44.048" v="210"/>
        <pc:sldMkLst>
          <pc:docMk/>
          <pc:sldMk cId="2440686047" sldId="261"/>
        </pc:sldMkLst>
        <pc:spChg chg="mod">
          <ac:chgData name="Cai, Jianing (jc2ry)" userId="S::jc2ry@virginia.edu::3eb8c475-cb9e-4e33-8bb6-1bbdb68e17e3" providerId="AD" clId="Web-{BD4D47B6-5CC4-4420-8DCB-4ACF6D4A02C2}" dt="2023-06-27T20:25:04.934" v="179" actId="20577"/>
          <ac:spMkLst>
            <pc:docMk/>
            <pc:sldMk cId="2440686047" sldId="261"/>
            <ac:spMk id="2" creationId="{6CCD9D79-B581-B58D-0354-9E6BFA3CC488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7:44.048" v="210"/>
          <ac:spMkLst>
            <pc:docMk/>
            <pc:sldMk cId="2440686047" sldId="261"/>
            <ac:spMk id="3" creationId="{55A12D5A-774E-B635-578E-7A233739A6F4}"/>
          </ac:spMkLst>
        </pc:spChg>
        <pc:spChg chg="mod">
          <ac:chgData name="Cai, Jianing (jc2ry)" userId="S::jc2ry@virginia.edu::3eb8c475-cb9e-4e33-8bb6-1bbdb68e17e3" providerId="AD" clId="Web-{BD4D47B6-5CC4-4420-8DCB-4ACF6D4A02C2}" dt="2023-06-27T20:24:48.840" v="177" actId="20577"/>
          <ac:spMkLst>
            <pc:docMk/>
            <pc:sldMk cId="2440686047" sldId="261"/>
            <ac:spMk id="20" creationId="{3080B752-8274-FF2A-7BC4-94A57846978A}"/>
          </ac:spMkLst>
        </pc:spChg>
      </pc:sldChg>
      <pc:sldChg chg="modSp add replId">
        <pc:chgData name="Cai, Jianing (jc2ry)" userId="S::jc2ry@virginia.edu::3eb8c475-cb9e-4e33-8bb6-1bbdb68e17e3" providerId="AD" clId="Web-{BD4D47B6-5CC4-4420-8DCB-4ACF6D4A02C2}" dt="2023-06-27T20:28:57.180" v="228" actId="20577"/>
        <pc:sldMkLst>
          <pc:docMk/>
          <pc:sldMk cId="1975988359" sldId="262"/>
        </pc:sldMkLst>
        <pc:spChg chg="mod">
          <ac:chgData name="Cai, Jianing (jc2ry)" userId="S::jc2ry@virginia.edu::3eb8c475-cb9e-4e33-8bb6-1bbdb68e17e3" providerId="AD" clId="Web-{BD4D47B6-5CC4-4420-8DCB-4ACF6D4A02C2}" dt="2023-06-27T20:25:15.403" v="183" actId="20577"/>
          <ac:spMkLst>
            <pc:docMk/>
            <pc:sldMk cId="1975988359" sldId="262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BD4D47B6-5CC4-4420-8DCB-4ACF6D4A02C2}" dt="2023-06-27T20:28:57.180" v="228" actId="20577"/>
          <ac:spMkLst>
            <pc:docMk/>
            <pc:sldMk cId="1975988359" sldId="262"/>
            <ac:spMk id="20" creationId="{3080B752-8274-FF2A-7BC4-94A57846978A}"/>
          </ac:spMkLst>
        </pc:spChg>
      </pc:sldChg>
      <pc:sldChg chg="modSp add replId">
        <pc:chgData name="Cai, Jianing (jc2ry)" userId="S::jc2ry@virginia.edu::3eb8c475-cb9e-4e33-8bb6-1bbdb68e17e3" providerId="AD" clId="Web-{BD4D47B6-5CC4-4420-8DCB-4ACF6D4A02C2}" dt="2023-06-27T20:32:47.776" v="267" actId="20577"/>
        <pc:sldMkLst>
          <pc:docMk/>
          <pc:sldMk cId="2426580113" sldId="263"/>
        </pc:sldMkLst>
        <pc:spChg chg="mod">
          <ac:chgData name="Cai, Jianing (jc2ry)" userId="S::jc2ry@virginia.edu::3eb8c475-cb9e-4e33-8bb6-1bbdb68e17e3" providerId="AD" clId="Web-{BD4D47B6-5CC4-4420-8DCB-4ACF6D4A02C2}" dt="2023-06-27T20:32:47.776" v="267" actId="20577"/>
          <ac:spMkLst>
            <pc:docMk/>
            <pc:sldMk cId="2426580113" sldId="263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BD4D47B6-5CC4-4420-8DCB-4ACF6D4A02C2}" dt="2023-06-27T20:32:32.698" v="266" actId="20577"/>
          <ac:spMkLst>
            <pc:docMk/>
            <pc:sldMk cId="2426580113" sldId="263"/>
            <ac:spMk id="20" creationId="{3080B752-8274-FF2A-7BC4-94A57846978A}"/>
          </ac:spMkLst>
        </pc:spChg>
      </pc:sldChg>
      <pc:sldChg chg="addSp delSp modSp add replId addCm">
        <pc:chgData name="Cai, Jianing (jc2ry)" userId="S::jc2ry@virginia.edu::3eb8c475-cb9e-4e33-8bb6-1bbdb68e17e3" providerId="AD" clId="Web-{BD4D47B6-5CC4-4420-8DCB-4ACF6D4A02C2}" dt="2023-06-27T20:41:20.542" v="312"/>
        <pc:sldMkLst>
          <pc:docMk/>
          <pc:sldMk cId="3984161121" sldId="264"/>
        </pc:sldMkLst>
        <pc:spChg chg="mod">
          <ac:chgData name="Cai, Jianing (jc2ry)" userId="S::jc2ry@virginia.edu::3eb8c475-cb9e-4e33-8bb6-1bbdb68e17e3" providerId="AD" clId="Web-{BD4D47B6-5CC4-4420-8DCB-4ACF6D4A02C2}" dt="2023-06-27T20:36:10.970" v="310" actId="1076"/>
          <ac:spMkLst>
            <pc:docMk/>
            <pc:sldMk cId="3984161121" sldId="264"/>
            <ac:spMk id="2" creationId="{6CCD9D79-B581-B58D-0354-9E6BFA3CC488}"/>
          </ac:spMkLst>
        </pc:spChg>
        <pc:spChg chg="add mod">
          <ac:chgData name="Cai, Jianing (jc2ry)" userId="S::jc2ry@virginia.edu::3eb8c475-cb9e-4e33-8bb6-1bbdb68e17e3" providerId="AD" clId="Web-{BD4D47B6-5CC4-4420-8DCB-4ACF6D4A02C2}" dt="2023-06-27T20:36:03.095" v="309" actId="20577"/>
          <ac:spMkLst>
            <pc:docMk/>
            <pc:sldMk cId="3984161121" sldId="264"/>
            <ac:spMk id="3" creationId="{094CC0CF-C72A-2A61-D1C2-E6A51DF40BAC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6" creationId="{98DCDB2A-02A0-1934-744C-4EC51ACA2E09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7" creationId="{D561B574-B990-A99B-7773-90F69D05A9FC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8" creationId="{D221F01B-7CC4-49DB-0330-3E7C702C4874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9" creationId="{672515F1-930B-01F8-17EC-85F2390D2C76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0" creationId="{A44DBE56-186E-4586-75C1-A0212732DD17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1" creationId="{A3452B88-4733-8895-84F6-9F9C7E878306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2" creationId="{21496194-D25F-9E0D-B067-D593F97B9FF5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3" creationId="{92786702-5C67-3024-2CE5-9BD73CAEA308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4" creationId="{929718D8-2BD2-6D2E-34BC-6BC376BF3E05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5" creationId="{802784E8-4543-0D41-DE8D-B5E6F6F20BD0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6" creationId="{F67C243C-E971-CFF1-91D8-4BEC206D1554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7" creationId="{80CF5F39-3FE0-17EA-0EBE-24C96A78DE18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8" creationId="{7C7E94CF-1688-3437-3711-146331552514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9" creationId="{647127B8-4F9E-3FD2-5FA2-CB3AEE25497E}"/>
          </ac:spMkLst>
        </pc:spChg>
        <pc:spChg chg="del">
          <ac:chgData name="Cai, Jianing (jc2ry)" userId="S::jc2ry@virginia.edu::3eb8c475-cb9e-4e33-8bb6-1bbdb68e17e3" providerId="AD" clId="Web-{BD4D47B6-5CC4-4420-8DCB-4ACF6D4A02C2}" dt="2023-06-27T20:33:04.153" v="273"/>
          <ac:spMkLst>
            <pc:docMk/>
            <pc:sldMk cId="3984161121" sldId="264"/>
            <ac:spMk id="20" creationId="{3080B752-8274-FF2A-7BC4-94A57846978A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22" creationId="{AA1B7BF9-2610-4658-644E-9FE7DA1E1C7A}"/>
          </ac:spMkLst>
        </pc:spChg>
        <pc:grpChg chg="add mod">
          <ac:chgData name="Cai, Jianing (jc2ry)" userId="S::jc2ry@virginia.edu::3eb8c475-cb9e-4e33-8bb6-1bbdb68e17e3" providerId="AD" clId="Web-{BD4D47B6-5CC4-4420-8DCB-4ACF6D4A02C2}" dt="2023-06-27T20:34:17.889" v="285" actId="1076"/>
          <ac:grpSpMkLst>
            <pc:docMk/>
            <pc:sldMk cId="3984161121" sldId="264"/>
            <ac:grpSpMk id="23" creationId="{4EADA6F6-9D2A-4A78-9384-13D3564EC6A5}"/>
          </ac:grpSpMkLst>
        </pc:grpChg>
        <pc:picChg chg="add del mod">
          <ac:chgData name="Cai, Jianing (jc2ry)" userId="S::jc2ry@virginia.edu::3eb8c475-cb9e-4e33-8bb6-1bbdb68e17e3" providerId="AD" clId="Web-{BD4D47B6-5CC4-4420-8DCB-4ACF6D4A02C2}" dt="2023-06-27T20:33:35.309" v="278"/>
          <ac:picMkLst>
            <pc:docMk/>
            <pc:sldMk cId="3984161121" sldId="264"/>
            <ac:picMk id="4" creationId="{6D6BD2D2-95F5-7E32-CC96-C23473825FA7}"/>
          </ac:picMkLst>
        </pc:picChg>
        <pc:picChg chg="add">
          <ac:chgData name="Cai, Jianing (jc2ry)" userId="S::jc2ry@virginia.edu::3eb8c475-cb9e-4e33-8bb6-1bbdb68e17e3" providerId="AD" clId="Web-{BD4D47B6-5CC4-4420-8DCB-4ACF6D4A02C2}" dt="2023-06-27T20:33:43.622" v="279"/>
          <ac:picMkLst>
            <pc:docMk/>
            <pc:sldMk cId="3984161121" sldId="264"/>
            <ac:picMk id="5" creationId="{1CDFB7AC-C49A-6C93-28FE-AB7228DCC892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Cai, Jianing (jc2ry)" userId="S::jc2ry@virginia.edu::3eb8c475-cb9e-4e33-8bb6-1bbdb68e17e3" providerId="AD" clId="Web-{BD4D47B6-5CC4-4420-8DCB-4ACF6D4A02C2}" dt="2023-06-27T20:41:20.542" v="312"/>
              <pc2:cmMkLst xmlns:pc2="http://schemas.microsoft.com/office/powerpoint/2019/9/main/command">
                <pc:docMk/>
                <pc:sldMk cId="3984161121" sldId="264"/>
                <pc2:cmMk id="{80AD4EF5-3793-4865-8EFE-8B209C335D84}"/>
              </pc2:cmMkLst>
            </pc226:cmChg>
          </p:ext>
        </pc:extLst>
      </pc:sldChg>
      <pc:sldChg chg="delSp modSp add del replId">
        <pc:chgData name="Cai, Jianing (jc2ry)" userId="S::jc2ry@virginia.edu::3eb8c475-cb9e-4e33-8bb6-1bbdb68e17e3" providerId="AD" clId="Web-{BD4D47B6-5CC4-4420-8DCB-4ACF6D4A02C2}" dt="2023-06-27T20:35:54.017" v="307"/>
        <pc:sldMkLst>
          <pc:docMk/>
          <pc:sldMk cId="142043529" sldId="265"/>
        </pc:sldMkLst>
        <pc:spChg chg="mod">
          <ac:chgData name="Cai, Jianing (jc2ry)" userId="S::jc2ry@virginia.edu::3eb8c475-cb9e-4e33-8bb6-1bbdb68e17e3" providerId="AD" clId="Web-{BD4D47B6-5CC4-4420-8DCB-4ACF6D4A02C2}" dt="2023-06-27T20:34:51.392" v="292" actId="20577"/>
          <ac:spMkLst>
            <pc:docMk/>
            <pc:sldMk cId="142043529" sldId="265"/>
            <ac:spMk id="2" creationId="{6CCD9D79-B581-B58D-0354-9E6BFA3CC488}"/>
          </ac:spMkLst>
        </pc:spChg>
        <pc:spChg chg="del">
          <ac:chgData name="Cai, Jianing (jc2ry)" userId="S::jc2ry@virginia.edu::3eb8c475-cb9e-4e33-8bb6-1bbdb68e17e3" providerId="AD" clId="Web-{BD4D47B6-5CC4-4420-8DCB-4ACF6D4A02C2}" dt="2023-06-27T20:34:57.624" v="293"/>
          <ac:spMkLst>
            <pc:docMk/>
            <pc:sldMk cId="142043529" sldId="265"/>
            <ac:spMk id="3" creationId="{094CC0CF-C72A-2A61-D1C2-E6A51DF40BAC}"/>
          </ac:spMkLst>
        </pc:spChg>
      </pc:sldChg>
      <pc:sldChg chg="new del">
        <pc:chgData name="Cai, Jianing (jc2ry)" userId="S::jc2ry@virginia.edu::3eb8c475-cb9e-4e33-8bb6-1bbdb68e17e3" providerId="AD" clId="Web-{BD4D47B6-5CC4-4420-8DCB-4ACF6D4A02C2}" dt="2023-06-27T20:34:38.108" v="287"/>
        <pc:sldMkLst>
          <pc:docMk/>
          <pc:sldMk cId="3145247503" sldId="265"/>
        </pc:sldMkLst>
      </pc:sldChg>
      <pc:sldChg chg="addSp delSp modSp add ord replId addCm">
        <pc:chgData name="Cai, Jianing (jc2ry)" userId="S::jc2ry@virginia.edu::3eb8c475-cb9e-4e33-8bb6-1bbdb68e17e3" providerId="AD" clId="Web-{BD4D47B6-5CC4-4420-8DCB-4ACF6D4A02C2}" dt="2023-06-27T20:38:48.303" v="311"/>
        <pc:sldMkLst>
          <pc:docMk/>
          <pc:sldMk cId="2166316645" sldId="266"/>
        </pc:sldMkLst>
        <pc:spChg chg="mod">
          <ac:chgData name="Cai, Jianing (jc2ry)" userId="S::jc2ry@virginia.edu::3eb8c475-cb9e-4e33-8bb6-1bbdb68e17e3" providerId="AD" clId="Web-{BD4D47B6-5CC4-4420-8DCB-4ACF6D4A02C2}" dt="2023-06-27T20:35:51.938" v="306" actId="20577"/>
          <ac:spMkLst>
            <pc:docMk/>
            <pc:sldMk cId="2166316645" sldId="266"/>
            <ac:spMk id="2" creationId="{6CCD9D79-B581-B58D-0354-9E6BFA3CC488}"/>
          </ac:spMkLst>
        </pc:spChg>
        <pc:spChg chg="del">
          <ac:chgData name="Cai, Jianing (jc2ry)" userId="S::jc2ry@virginia.edu::3eb8c475-cb9e-4e33-8bb6-1bbdb68e17e3" providerId="AD" clId="Web-{BD4D47B6-5CC4-4420-8DCB-4ACF6D4A02C2}" dt="2023-06-27T20:35:04.812" v="295"/>
          <ac:spMkLst>
            <pc:docMk/>
            <pc:sldMk cId="2166316645" sldId="266"/>
            <ac:spMk id="3" creationId="{094CC0CF-C72A-2A61-D1C2-E6A51DF40BAC}"/>
          </ac:spMkLst>
        </pc:spChg>
        <pc:spChg chg="add mod">
          <ac:chgData name="Cai, Jianing (jc2ry)" userId="S::jc2ry@virginia.edu::3eb8c475-cb9e-4e33-8bb6-1bbdb68e17e3" providerId="AD" clId="Web-{BD4D47B6-5CC4-4420-8DCB-4ACF6D4A02C2}" dt="2023-06-27T20:35:41.454" v="303" actId="20577"/>
          <ac:spMkLst>
            <pc:docMk/>
            <pc:sldMk cId="2166316645" sldId="266"/>
            <ac:spMk id="4" creationId="{DEF4D6CE-2411-C719-C2C7-E44B57309159}"/>
          </ac:spMkLst>
        </pc:spChg>
        <pc:grpChg chg="del">
          <ac:chgData name="Cai, Jianing (jc2ry)" userId="S::jc2ry@virginia.edu::3eb8c475-cb9e-4e33-8bb6-1bbdb68e17e3" providerId="AD" clId="Web-{BD4D47B6-5CC4-4420-8DCB-4ACF6D4A02C2}" dt="2023-06-27T20:35:11.218" v="298"/>
          <ac:grpSpMkLst>
            <pc:docMk/>
            <pc:sldMk cId="2166316645" sldId="266"/>
            <ac:grpSpMk id="23" creationId="{4EADA6F6-9D2A-4A78-9384-13D3564EC6A5}"/>
          </ac:grpSpMkLst>
        </pc:grpChg>
        <pc:picChg chg="add mod">
          <ac:chgData name="Cai, Jianing (jc2ry)" userId="S::jc2ry@virginia.edu::3eb8c475-cb9e-4e33-8bb6-1bbdb68e17e3" providerId="AD" clId="Web-{BD4D47B6-5CC4-4420-8DCB-4ACF6D4A02C2}" dt="2023-06-27T20:35:33.250" v="302" actId="14100"/>
          <ac:picMkLst>
            <pc:docMk/>
            <pc:sldMk cId="2166316645" sldId="266"/>
            <ac:picMk id="20" creationId="{69888CFC-3ED9-2873-F185-AD9BDF964FF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Cai, Jianing (jc2ry)" userId="S::jc2ry@virginia.edu::3eb8c475-cb9e-4e33-8bb6-1bbdb68e17e3" providerId="AD" clId="Web-{BD4D47B6-5CC4-4420-8DCB-4ACF6D4A02C2}" dt="2023-06-27T20:38:48.303" v="311"/>
              <pc2:cmMkLst xmlns:pc2="http://schemas.microsoft.com/office/powerpoint/2019/9/main/command">
                <pc:docMk/>
                <pc:sldMk cId="2166316645" sldId="266"/>
                <pc2:cmMk id="{B45E7000-A0E2-4C40-825C-E0E3218CC02E}"/>
              </pc2:cmMkLst>
            </pc226:cmChg>
          </p:ext>
        </pc:extLst>
      </pc:sldChg>
      <pc:sldChg chg="modSp add replId addCm modCm">
        <pc:chgData name="Cai, Jianing (jc2ry)" userId="S::jc2ry@virginia.edu::3eb8c475-cb9e-4e33-8bb6-1bbdb68e17e3" providerId="AD" clId="Web-{BD4D47B6-5CC4-4420-8DCB-4ACF6D4A02C2}" dt="2023-06-27T20:55:03.536" v="372"/>
        <pc:sldMkLst>
          <pc:docMk/>
          <pc:sldMk cId="637733739" sldId="267"/>
        </pc:sldMkLst>
        <pc:spChg chg="mod">
          <ac:chgData name="Cai, Jianing (jc2ry)" userId="S::jc2ry@virginia.edu::3eb8c475-cb9e-4e33-8bb6-1bbdb68e17e3" providerId="AD" clId="Web-{BD4D47B6-5CC4-4420-8DCB-4ACF6D4A02C2}" dt="2023-06-27T20:42:29.122" v="323" actId="20577"/>
          <ac:spMkLst>
            <pc:docMk/>
            <pc:sldMk cId="637733739" sldId="267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BD4D47B6-5CC4-4420-8DCB-4ACF6D4A02C2}" dt="2023-06-27T20:42:24.294" v="321" actId="20577"/>
          <ac:spMkLst>
            <pc:docMk/>
            <pc:sldMk cId="637733739" sldId="267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Cai, Jianing (jc2ry)" userId="S::jc2ry@virginia.edu::3eb8c475-cb9e-4e33-8bb6-1bbdb68e17e3" providerId="AD" clId="Web-{BD4D47B6-5CC4-4420-8DCB-4ACF6D4A02C2}" dt="2023-06-27T20:55:03.536" v="372"/>
              <pc2:cmMkLst xmlns:pc2="http://schemas.microsoft.com/office/powerpoint/2019/9/main/command">
                <pc:docMk/>
                <pc:sldMk cId="637733739" sldId="267"/>
                <pc2:cmMk id="{59809640-0E3E-434A-8D53-3EFF158BC8BE}"/>
              </pc2:cmMkLst>
            </pc226:cmChg>
          </p:ext>
        </pc:extLst>
      </pc:sldChg>
      <pc:sldChg chg="modSp add replId">
        <pc:chgData name="Cai, Jianing (jc2ry)" userId="S::jc2ry@virginia.edu::3eb8c475-cb9e-4e33-8bb6-1bbdb68e17e3" providerId="AD" clId="Web-{BD4D47B6-5CC4-4420-8DCB-4ACF6D4A02C2}" dt="2023-06-27T20:47:56.664" v="336" actId="20577"/>
        <pc:sldMkLst>
          <pc:docMk/>
          <pc:sldMk cId="80181313" sldId="268"/>
        </pc:sldMkLst>
        <pc:spChg chg="mod">
          <ac:chgData name="Cai, Jianing (jc2ry)" userId="S::jc2ry@virginia.edu::3eb8c475-cb9e-4e33-8bb6-1bbdb68e17e3" providerId="AD" clId="Web-{BD4D47B6-5CC4-4420-8DCB-4ACF6D4A02C2}" dt="2023-06-27T20:47:56.664" v="336" actId="20577"/>
          <ac:spMkLst>
            <pc:docMk/>
            <pc:sldMk cId="80181313" sldId="268"/>
            <ac:spMk id="10" creationId="{A2DB0332-A084-B1EA-240B-D6B1AB696C2C}"/>
          </ac:spMkLst>
        </pc:spChg>
      </pc:sldChg>
      <pc:sldChg chg="modSp add replId addCm modCm">
        <pc:chgData name="Cai, Jianing (jc2ry)" userId="S::jc2ry@virginia.edu::3eb8c475-cb9e-4e33-8bb6-1bbdb68e17e3" providerId="AD" clId="Web-{BD4D47B6-5CC4-4420-8DCB-4ACF6D4A02C2}" dt="2023-06-27T20:53:33.955" v="370" actId="20577"/>
        <pc:sldMkLst>
          <pc:docMk/>
          <pc:sldMk cId="3695139038" sldId="269"/>
        </pc:sldMkLst>
        <pc:spChg chg="mod">
          <ac:chgData name="Cai, Jianing (jc2ry)" userId="S::jc2ry@virginia.edu::3eb8c475-cb9e-4e33-8bb6-1bbdb68e17e3" providerId="AD" clId="Web-{BD4D47B6-5CC4-4420-8DCB-4ACF6D4A02C2}" dt="2023-06-27T20:53:33.955" v="370" actId="20577"/>
          <ac:spMkLst>
            <pc:docMk/>
            <pc:sldMk cId="3695139038" sldId="269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Cai, Jianing (jc2ry)" userId="S::jc2ry@virginia.edu::3eb8c475-cb9e-4e33-8bb6-1bbdb68e17e3" providerId="AD" clId="Web-{BD4D47B6-5CC4-4420-8DCB-4ACF6D4A02C2}" dt="2023-06-27T20:53:33.486" v="369"/>
              <pc2:cmMkLst xmlns:pc2="http://schemas.microsoft.com/office/powerpoint/2019/9/main/command">
                <pc:docMk/>
                <pc:sldMk cId="3695139038" sldId="269"/>
                <pc2:cmMk id="{5E3EDBC2-B3D5-493C-A1C8-D546F3999FC9}"/>
              </pc2:cmMkLst>
            </pc226:cmChg>
          </p:ext>
        </pc:extLst>
      </pc:sldChg>
      <pc:sldChg chg="modSp add replId delCm modCm">
        <pc:chgData name="Cai, Jianing (jc2ry)" userId="S::jc2ry@virginia.edu::3eb8c475-cb9e-4e33-8bb6-1bbdb68e17e3" providerId="AD" clId="Web-{BD4D47B6-5CC4-4420-8DCB-4ACF6D4A02C2}" dt="2023-06-27T20:56:16.710" v="382"/>
        <pc:sldMkLst>
          <pc:docMk/>
          <pc:sldMk cId="3051734558" sldId="270"/>
        </pc:sldMkLst>
        <pc:spChg chg="mod">
          <ac:chgData name="Cai, Jianing (jc2ry)" userId="S::jc2ry@virginia.edu::3eb8c475-cb9e-4e33-8bb6-1bbdb68e17e3" providerId="AD" clId="Web-{BD4D47B6-5CC4-4420-8DCB-4ACF6D4A02C2}" dt="2023-06-27T20:55:54.444" v="375" actId="20577"/>
          <ac:spMkLst>
            <pc:docMk/>
            <pc:sldMk cId="3051734558" sldId="270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BD4D47B6-5CC4-4420-8DCB-4ACF6D4A02C2}" dt="2023-06-27T20:56:05.538" v="380" actId="20577"/>
          <ac:spMkLst>
            <pc:docMk/>
            <pc:sldMk cId="3051734558" sldId="270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Cai, Jianing (jc2ry)" userId="S::jc2ry@virginia.edu::3eb8c475-cb9e-4e33-8bb6-1bbdb68e17e3" providerId="AD" clId="Web-{BD4D47B6-5CC4-4420-8DCB-4ACF6D4A02C2}" dt="2023-06-27T20:56:16.710" v="382"/>
              <pc2:cmMkLst xmlns:pc2="http://schemas.microsoft.com/office/powerpoint/2019/9/main/command">
                <pc:docMk/>
                <pc:sldMk cId="3051734558" sldId="270"/>
                <pc2:cmMk id="{456D9129-0BAB-4C3B-A003-6D0144577401}"/>
              </pc2:cmMkLst>
            </pc226:cmChg>
          </p:ext>
        </pc:extLst>
      </pc:sldChg>
      <pc:sldChg chg="modSp add replId delCm">
        <pc:chgData name="Cai, Jianing (jc2ry)" userId="S::jc2ry@virginia.edu::3eb8c475-cb9e-4e33-8bb6-1bbdb68e17e3" providerId="AD" clId="Web-{BD4D47B6-5CC4-4420-8DCB-4ACF6D4A02C2}" dt="2023-06-27T20:57:23.368" v="429" actId="20577"/>
        <pc:sldMkLst>
          <pc:docMk/>
          <pc:sldMk cId="1333186232" sldId="271"/>
        </pc:sldMkLst>
        <pc:spChg chg="mod">
          <ac:chgData name="Cai, Jianing (jc2ry)" userId="S::jc2ry@virginia.edu::3eb8c475-cb9e-4e33-8bb6-1bbdb68e17e3" providerId="AD" clId="Web-{BD4D47B6-5CC4-4420-8DCB-4ACF6D4A02C2}" dt="2023-06-27T20:56:44.523" v="391" actId="20577"/>
          <ac:spMkLst>
            <pc:docMk/>
            <pc:sldMk cId="1333186232" sldId="271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BD4D47B6-5CC4-4420-8DCB-4ACF6D4A02C2}" dt="2023-06-27T20:57:23.368" v="429" actId="20577"/>
          <ac:spMkLst>
            <pc:docMk/>
            <pc:sldMk cId="1333186232" sldId="271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Cai, Jianing (jc2ry)" userId="S::jc2ry@virginia.edu::3eb8c475-cb9e-4e33-8bb6-1bbdb68e17e3" providerId="AD" clId="Web-{BD4D47B6-5CC4-4420-8DCB-4ACF6D4A02C2}" dt="2023-06-27T20:56:19.945" v="383"/>
              <pc2:cmMkLst xmlns:pc2="http://schemas.microsoft.com/office/powerpoint/2019/9/main/command">
                <pc:docMk/>
                <pc:sldMk cId="1333186232" sldId="271"/>
                <pc2:cmMk id="{A83ABA70-2579-44BD-9017-D940D3BECB29}"/>
              </pc2:cmMkLst>
            </pc226:cmChg>
          </p:ext>
        </pc:extLst>
      </pc:sldChg>
      <pc:sldChg chg="add">
        <pc:chgData name="Cai, Jianing (jc2ry)" userId="S::jc2ry@virginia.edu::3eb8c475-cb9e-4e33-8bb6-1bbdb68e17e3" providerId="AD" clId="Web-{BD4D47B6-5CC4-4420-8DCB-4ACF6D4A02C2}" dt="2023-06-27T20:56:29.429" v="384"/>
        <pc:sldMkLst>
          <pc:docMk/>
          <pc:sldMk cId="3817464107" sldId="272"/>
        </pc:sldMkLst>
      </pc:sldChg>
      <pc:sldChg chg="add">
        <pc:chgData name="Cai, Jianing (jc2ry)" userId="S::jc2ry@virginia.edu::3eb8c475-cb9e-4e33-8bb6-1bbdb68e17e3" providerId="AD" clId="Web-{BD4D47B6-5CC4-4420-8DCB-4ACF6D4A02C2}" dt="2023-06-27T20:56:35.914" v="385"/>
        <pc:sldMkLst>
          <pc:docMk/>
          <pc:sldMk cId="769416256" sldId="273"/>
        </pc:sldMkLst>
      </pc:sldChg>
      <pc:sldChg chg="addSp delSp modSp add replId">
        <pc:chgData name="Cai, Jianing (jc2ry)" userId="S::jc2ry@virginia.edu::3eb8c475-cb9e-4e33-8bb6-1bbdb68e17e3" providerId="AD" clId="Web-{BD4D47B6-5CC4-4420-8DCB-4ACF6D4A02C2}" dt="2023-06-27T20:58:10.042" v="441" actId="1076"/>
        <pc:sldMkLst>
          <pc:docMk/>
          <pc:sldMk cId="664685242" sldId="274"/>
        </pc:sldMkLst>
        <pc:spChg chg="mod">
          <ac:chgData name="Cai, Jianing (jc2ry)" userId="S::jc2ry@virginia.edu::3eb8c475-cb9e-4e33-8bb6-1bbdb68e17e3" providerId="AD" clId="Web-{BD4D47B6-5CC4-4420-8DCB-4ACF6D4A02C2}" dt="2023-06-27T20:57:44.353" v="433" actId="20577"/>
          <ac:spMkLst>
            <pc:docMk/>
            <pc:sldMk cId="664685242" sldId="274"/>
            <ac:spMk id="2" creationId="{6CCD9D79-B581-B58D-0354-9E6BFA3CC488}"/>
          </ac:spMkLst>
        </pc:spChg>
        <pc:spChg chg="add del mod">
          <ac:chgData name="Cai, Jianing (jc2ry)" userId="S::jc2ry@virginia.edu::3eb8c475-cb9e-4e33-8bb6-1bbdb68e17e3" providerId="AD" clId="Web-{BD4D47B6-5CC4-4420-8DCB-4ACF6D4A02C2}" dt="2023-06-27T20:57:52.901" v="437"/>
          <ac:spMkLst>
            <pc:docMk/>
            <pc:sldMk cId="664685242" sldId="274"/>
            <ac:spMk id="4" creationId="{F845046A-E0A1-F3A4-8FFE-29E65C1D9CF9}"/>
          </ac:spMkLst>
        </pc:spChg>
        <pc:spChg chg="add mod">
          <ac:chgData name="Cai, Jianing (jc2ry)" userId="S::jc2ry@virginia.edu::3eb8c475-cb9e-4e33-8bb6-1bbdb68e17e3" providerId="AD" clId="Web-{BD4D47B6-5CC4-4420-8DCB-4ACF6D4A02C2}" dt="2023-06-27T20:58:10.042" v="441" actId="1076"/>
          <ac:spMkLst>
            <pc:docMk/>
            <pc:sldMk cId="664685242" sldId="274"/>
            <ac:spMk id="5" creationId="{4B57E253-96CE-9DF1-EE2E-32926DB2994D}"/>
          </ac:spMkLst>
        </pc:spChg>
        <pc:spChg chg="del mod">
          <ac:chgData name="Cai, Jianing (jc2ry)" userId="S::jc2ry@virginia.edu::3eb8c475-cb9e-4e33-8bb6-1bbdb68e17e3" providerId="AD" clId="Web-{BD4D47B6-5CC4-4420-8DCB-4ACF6D4A02C2}" dt="2023-06-27T20:57:49.932" v="435"/>
          <ac:spMkLst>
            <pc:docMk/>
            <pc:sldMk cId="664685242" sldId="274"/>
            <ac:spMk id="20" creationId="{3080B752-8274-FF2A-7BC4-94A57846978A}"/>
          </ac:spMkLst>
        </pc:spChg>
        <pc:picChg chg="add mod">
          <ac:chgData name="Cai, Jianing (jc2ry)" userId="S::jc2ry@virginia.edu::3eb8c475-cb9e-4e33-8bb6-1bbdb68e17e3" providerId="AD" clId="Web-{BD4D47B6-5CC4-4420-8DCB-4ACF6D4A02C2}" dt="2023-06-27T20:58:04.838" v="440" actId="14100"/>
          <ac:picMkLst>
            <pc:docMk/>
            <pc:sldMk cId="664685242" sldId="274"/>
            <ac:picMk id="6" creationId="{C5936289-127C-88BB-4674-DBC8278AD369}"/>
          </ac:picMkLst>
        </pc:picChg>
      </pc:sldChg>
      <pc:sldChg chg="addSp delSp modSp add replId">
        <pc:chgData name="Cai, Jianing (jc2ry)" userId="S::jc2ry@virginia.edu::3eb8c475-cb9e-4e33-8bb6-1bbdb68e17e3" providerId="AD" clId="Web-{BD4D47B6-5CC4-4420-8DCB-4ACF6D4A02C2}" dt="2023-06-27T20:58:39.652" v="449" actId="1076"/>
        <pc:sldMkLst>
          <pc:docMk/>
          <pc:sldMk cId="572620340" sldId="275"/>
        </pc:sldMkLst>
        <pc:spChg chg="mod">
          <ac:chgData name="Cai, Jianing (jc2ry)" userId="S::jc2ry@virginia.edu::3eb8c475-cb9e-4e33-8bb6-1bbdb68e17e3" providerId="AD" clId="Web-{BD4D47B6-5CC4-4420-8DCB-4ACF6D4A02C2}" dt="2023-06-27T20:58:24.448" v="445" actId="20577"/>
          <ac:spMkLst>
            <pc:docMk/>
            <pc:sldMk cId="572620340" sldId="275"/>
            <ac:spMk id="2" creationId="{6CCD9D79-B581-B58D-0354-9E6BFA3CC488}"/>
          </ac:spMkLst>
        </pc:spChg>
        <pc:spChg chg="add mod">
          <ac:chgData name="Cai, Jianing (jc2ry)" userId="S::jc2ry@virginia.edu::3eb8c475-cb9e-4e33-8bb6-1bbdb68e17e3" providerId="AD" clId="Web-{BD4D47B6-5CC4-4420-8DCB-4ACF6D4A02C2}" dt="2023-06-27T20:58:39.652" v="449" actId="1076"/>
          <ac:spMkLst>
            <pc:docMk/>
            <pc:sldMk cId="572620340" sldId="275"/>
            <ac:spMk id="3" creationId="{6FE17A82-D01D-08B2-DC00-7957DD2D1633}"/>
          </ac:spMkLst>
        </pc:spChg>
        <pc:spChg chg="del">
          <ac:chgData name="Cai, Jianing (jc2ry)" userId="S::jc2ry@virginia.edu::3eb8c475-cb9e-4e33-8bb6-1bbdb68e17e3" providerId="AD" clId="Web-{BD4D47B6-5CC4-4420-8DCB-4ACF6D4A02C2}" dt="2023-06-27T20:58:30.386" v="446"/>
          <ac:spMkLst>
            <pc:docMk/>
            <pc:sldMk cId="572620340" sldId="275"/>
            <ac:spMk id="5" creationId="{4B57E253-96CE-9DF1-EE2E-32926DB2994D}"/>
          </ac:spMkLst>
        </pc:spChg>
        <pc:picChg chg="del">
          <ac:chgData name="Cai, Jianing (jc2ry)" userId="S::jc2ry@virginia.edu::3eb8c475-cb9e-4e33-8bb6-1bbdb68e17e3" providerId="AD" clId="Web-{BD4D47B6-5CC4-4420-8DCB-4ACF6D4A02C2}" dt="2023-06-27T20:58:31.495" v="447"/>
          <ac:picMkLst>
            <pc:docMk/>
            <pc:sldMk cId="572620340" sldId="275"/>
            <ac:picMk id="6" creationId="{C5936289-127C-88BB-4674-DBC8278AD369}"/>
          </ac:picMkLst>
        </pc:picChg>
      </pc:sldChg>
      <pc:sldChg chg="addSp delSp modSp add replId">
        <pc:chgData name="Cai, Jianing (jc2ry)" userId="S::jc2ry@virginia.edu::3eb8c475-cb9e-4e33-8bb6-1bbdb68e17e3" providerId="AD" clId="Web-{BD4D47B6-5CC4-4420-8DCB-4ACF6D4A02C2}" dt="2023-06-27T21:00:20.046" v="478" actId="1076"/>
        <pc:sldMkLst>
          <pc:docMk/>
          <pc:sldMk cId="38110629" sldId="276"/>
        </pc:sldMkLst>
        <pc:spChg chg="mod">
          <ac:chgData name="Cai, Jianing (jc2ry)" userId="S::jc2ry@virginia.edu::3eb8c475-cb9e-4e33-8bb6-1bbdb68e17e3" providerId="AD" clId="Web-{BD4D47B6-5CC4-4420-8DCB-4ACF6D4A02C2}" dt="2023-06-27T21:00:20.046" v="478" actId="1076"/>
          <ac:spMkLst>
            <pc:docMk/>
            <pc:sldMk cId="38110629" sldId="276"/>
            <ac:spMk id="2" creationId="{00000000-0000-0000-0000-000000000000}"/>
          </ac:spMkLst>
        </pc:spChg>
        <pc:spChg chg="del">
          <ac:chgData name="Cai, Jianing (jc2ry)" userId="S::jc2ry@virginia.edu::3eb8c475-cb9e-4e33-8bb6-1bbdb68e17e3" providerId="AD" clId="Web-{BD4D47B6-5CC4-4420-8DCB-4ACF6D4A02C2}" dt="2023-06-27T20:59:03.559" v="460"/>
          <ac:spMkLst>
            <pc:docMk/>
            <pc:sldMk cId="38110629" sldId="276"/>
            <ac:spMk id="3" creationId="{00000000-0000-0000-0000-000000000000}"/>
          </ac:spMkLst>
        </pc:spChg>
        <pc:spChg chg="add del mod">
          <ac:chgData name="Cai, Jianing (jc2ry)" userId="S::jc2ry@virginia.edu::3eb8c475-cb9e-4e33-8bb6-1bbdb68e17e3" providerId="AD" clId="Web-{BD4D47B6-5CC4-4420-8DCB-4ACF6D4A02C2}" dt="2023-06-27T20:59:07.075" v="461"/>
          <ac:spMkLst>
            <pc:docMk/>
            <pc:sldMk cId="38110629" sldId="276"/>
            <ac:spMk id="6" creationId="{01603856-F08E-17F3-8EFA-55B4881F2505}"/>
          </ac:spMkLst>
        </pc:spChg>
        <pc:spChg chg="del">
          <ac:chgData name="Cai, Jianing (jc2ry)" userId="S::jc2ry@virginia.edu::3eb8c475-cb9e-4e33-8bb6-1bbdb68e17e3" providerId="AD" clId="Web-{BD4D47B6-5CC4-4420-8DCB-4ACF6D4A02C2}" dt="2023-06-27T20:59:09.762" v="462"/>
          <ac:spMkLst>
            <pc:docMk/>
            <pc:sldMk cId="38110629" sldId="276"/>
            <ac:spMk id="28" creationId="{535742DD-1B16-4E9D-B715-0D74B4574A68}"/>
          </ac:spMkLst>
        </pc:spChg>
        <pc:picChg chg="mod">
          <ac:chgData name="Cai, Jianing (jc2ry)" userId="S::jc2ry@virginia.edu::3eb8c475-cb9e-4e33-8bb6-1bbdb68e17e3" providerId="AD" clId="Web-{BD4D47B6-5CC4-4420-8DCB-4ACF6D4A02C2}" dt="2023-06-27T21:00:06.311" v="474" actId="1076"/>
          <ac:picMkLst>
            <pc:docMk/>
            <pc:sldMk cId="38110629" sldId="276"/>
            <ac:picMk id="4" creationId="{08849813-2D6A-8A27-50F6-D231152C8EF8}"/>
          </ac:picMkLst>
        </pc:picChg>
        <pc:picChg chg="add mod">
          <ac:chgData name="Cai, Jianing (jc2ry)" userId="S::jc2ry@virginia.edu::3eb8c475-cb9e-4e33-8bb6-1bbdb68e17e3" providerId="AD" clId="Web-{BD4D47B6-5CC4-4420-8DCB-4ACF6D4A02C2}" dt="2023-06-27T20:59:57.498" v="472" actId="1076"/>
          <ac:picMkLst>
            <pc:docMk/>
            <pc:sldMk cId="38110629" sldId="276"/>
            <ac:picMk id="9" creationId="{85A21957-17FA-FCF4-7E30-1721297C126C}"/>
          </ac:picMkLst>
        </pc:picChg>
      </pc:sldChg>
      <pc:sldMasterChg chg="mod modSldLayout">
        <pc:chgData name="Cai, Jianing (jc2ry)" userId="S::jc2ry@virginia.edu::3eb8c475-cb9e-4e33-8bb6-1bbdb68e17e3" providerId="AD" clId="Web-{BD4D47B6-5CC4-4420-8DCB-4ACF6D4A02C2}" dt="2023-06-27T20:08:35.686" v="78"/>
        <pc:sldMasterMkLst>
          <pc:docMk/>
          <pc:sldMasterMk cId="2460954070" sldId="2147483660"/>
        </pc:sldMasterMkLst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2385387890" sldId="2147483661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949138452" sldId="2147483662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2591524520" sldId="2147483663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1203092039" sldId="2147483664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3733172339" sldId="2147483665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3210312558" sldId="2147483666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3146388984" sldId="2147483667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3171841454" sldId="2147483668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1718958274" sldId="2147483669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2202905451" sldId="2147483670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">
        <pc:chgData name="Cai, Jianing (jc2ry)" userId="S::jc2ry@virginia.edu::3eb8c475-cb9e-4e33-8bb6-1bbdb68e17e3" providerId="AD" clId="Web-{BD4D47B6-5CC4-4420-8DCB-4ACF6D4A02C2}" dt="2023-06-27T20:56:29.429" v="384"/>
        <pc:sldMasterMkLst>
          <pc:docMk/>
          <pc:sldMasterMk cId="1025884988" sldId="2147483763"/>
        </pc:sldMasterMkLst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2819184484" sldId="2147483752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1632911958" sldId="2147483753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2453267562" sldId="2147483754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2167703982" sldId="2147483755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905316040" sldId="2147483756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2099879668" sldId="2147483757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917714270" sldId="2147483758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2151758624" sldId="2147483759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645659329" sldId="2147483760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31899378" sldId="2147483761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1535038384" sldId="2147483762"/>
          </pc:sldLayoutMkLst>
        </pc:sldLayoutChg>
      </pc:sldMasterChg>
    </pc:docChg>
  </pc:docChgLst>
  <pc:docChgLst>
    <pc:chgData name="Marijke van der Geer" userId="S::mvandergeer0853_sdsu.edu#ext#@myuva.onmicrosoft.com::292b19e6-28e4-4adb-9813-3fd544a69f93" providerId="AD" clId="Web-{F45E1F6D-6FF0-440D-A8F8-4011909FE4ED}"/>
    <pc:docChg chg="addSld delSld modSld">
      <pc:chgData name="Marijke van der Geer" userId="S::mvandergeer0853_sdsu.edu#ext#@myuva.onmicrosoft.com::292b19e6-28e4-4adb-9813-3fd544a69f93" providerId="AD" clId="Web-{F45E1F6D-6FF0-440D-A8F8-4011909FE4ED}" dt="2023-06-29T19:29:38.176" v="383" actId="1076"/>
      <pc:docMkLst>
        <pc:docMk/>
      </pc:docMkLst>
      <pc:sldChg chg="modSp">
        <pc:chgData name="Marijke van der Geer" userId="S::mvandergeer0853_sdsu.edu#ext#@myuva.onmicrosoft.com::292b19e6-28e4-4adb-9813-3fd544a69f93" providerId="AD" clId="Web-{F45E1F6D-6FF0-440D-A8F8-4011909FE4ED}" dt="2023-06-29T18:46:15.837" v="18" actId="20577"/>
        <pc:sldMkLst>
          <pc:docMk/>
          <pc:sldMk cId="1776905435" sldId="257"/>
        </pc:sldMkLst>
        <pc:spChg chg="mod">
          <ac:chgData name="Marijke van der Geer" userId="S::mvandergeer0853_sdsu.edu#ext#@myuva.onmicrosoft.com::292b19e6-28e4-4adb-9813-3fd544a69f93" providerId="AD" clId="Web-{F45E1F6D-6FF0-440D-A8F8-4011909FE4ED}" dt="2023-06-29T18:46:11.633" v="15" actId="20577"/>
          <ac:spMkLst>
            <pc:docMk/>
            <pc:sldMk cId="1776905435" sldId="257"/>
            <ac:spMk id="2" creationId="{00000000-0000-0000-0000-000000000000}"/>
          </ac:spMkLst>
        </pc:spChg>
        <pc:spChg chg="mod">
          <ac:chgData name="Marijke van der Geer" userId="S::mvandergeer0853_sdsu.edu#ext#@myuva.onmicrosoft.com::292b19e6-28e4-4adb-9813-3fd544a69f93" providerId="AD" clId="Web-{F45E1F6D-6FF0-440D-A8F8-4011909FE4ED}" dt="2023-06-29T18:46:15.837" v="18" actId="20577"/>
          <ac:spMkLst>
            <pc:docMk/>
            <pc:sldMk cId="1776905435" sldId="257"/>
            <ac:spMk id="3" creationId="{00000000-0000-0000-0000-000000000000}"/>
          </ac:spMkLst>
        </pc:spChg>
      </pc:sldChg>
      <pc:sldChg chg="modSp">
        <pc:chgData name="Marijke van der Geer" userId="S::mvandergeer0853_sdsu.edu#ext#@myuva.onmicrosoft.com::292b19e6-28e4-4adb-9813-3fd544a69f93" providerId="AD" clId="Web-{F45E1F6D-6FF0-440D-A8F8-4011909FE4ED}" dt="2023-06-29T19:21:14.255" v="316" actId="20577"/>
        <pc:sldMkLst>
          <pc:docMk/>
          <pc:sldMk cId="572620340" sldId="275"/>
        </pc:sldMkLst>
        <pc:spChg chg="mod">
          <ac:chgData name="Marijke van der Geer" userId="S::mvandergeer0853_sdsu.edu#ext#@myuva.onmicrosoft.com::292b19e6-28e4-4adb-9813-3fd544a69f93" providerId="AD" clId="Web-{F45E1F6D-6FF0-440D-A8F8-4011909FE4ED}" dt="2023-06-29T19:21:14.255" v="316" actId="20577"/>
          <ac:spMkLst>
            <pc:docMk/>
            <pc:sldMk cId="572620340" sldId="275"/>
            <ac:spMk id="3" creationId="{6FE17A82-D01D-08B2-DC00-7957DD2D1633}"/>
          </ac:spMkLst>
        </pc:spChg>
      </pc:sldChg>
      <pc:sldChg chg="del">
        <pc:chgData name="Marijke van der Geer" userId="S::mvandergeer0853_sdsu.edu#ext#@myuva.onmicrosoft.com::292b19e6-28e4-4adb-9813-3fd544a69f93" providerId="AD" clId="Web-{F45E1F6D-6FF0-440D-A8F8-4011909FE4ED}" dt="2023-06-29T18:58:28.373" v="184"/>
        <pc:sldMkLst>
          <pc:docMk/>
          <pc:sldMk cId="1573827306" sldId="282"/>
        </pc:sldMkLst>
      </pc:sldChg>
      <pc:sldChg chg="modSp">
        <pc:chgData name="Marijke van der Geer" userId="S::mvandergeer0853_sdsu.edu#ext#@myuva.onmicrosoft.com::292b19e6-28e4-4adb-9813-3fd544a69f93" providerId="AD" clId="Web-{F45E1F6D-6FF0-440D-A8F8-4011909FE4ED}" dt="2023-06-29T18:51:00.673" v="183" actId="20577"/>
        <pc:sldMkLst>
          <pc:docMk/>
          <pc:sldMk cId="1361820314" sldId="283"/>
        </pc:sldMkLst>
        <pc:spChg chg="mod">
          <ac:chgData name="Marijke van der Geer" userId="S::mvandergeer0853_sdsu.edu#ext#@myuva.onmicrosoft.com::292b19e6-28e4-4adb-9813-3fd544a69f93" providerId="AD" clId="Web-{F45E1F6D-6FF0-440D-A8F8-4011909FE4ED}" dt="2023-06-29T18:51:00.673" v="183" actId="20577"/>
          <ac:spMkLst>
            <pc:docMk/>
            <pc:sldMk cId="1361820314" sldId="283"/>
            <ac:spMk id="6" creationId="{08EB64AE-F81C-103B-8690-DF1AC0B2D523}"/>
          </ac:spMkLst>
        </pc:spChg>
      </pc:sldChg>
      <pc:sldChg chg="modSp new">
        <pc:chgData name="Marijke van der Geer" userId="S::mvandergeer0853_sdsu.edu#ext#@myuva.onmicrosoft.com::292b19e6-28e4-4adb-9813-3fd544a69f93" providerId="AD" clId="Web-{F45E1F6D-6FF0-440D-A8F8-4011909FE4ED}" dt="2023-06-29T19:23:30.697" v="344" actId="20577"/>
        <pc:sldMkLst>
          <pc:docMk/>
          <pc:sldMk cId="3640432228" sldId="284"/>
        </pc:sldMkLst>
        <pc:spChg chg="mod">
          <ac:chgData name="Marijke van der Geer" userId="S::mvandergeer0853_sdsu.edu#ext#@myuva.onmicrosoft.com::292b19e6-28e4-4adb-9813-3fd544a69f93" providerId="AD" clId="Web-{F45E1F6D-6FF0-440D-A8F8-4011909FE4ED}" dt="2023-06-29T19:04:41.821" v="197" actId="20577"/>
          <ac:spMkLst>
            <pc:docMk/>
            <pc:sldMk cId="3640432228" sldId="284"/>
            <ac:spMk id="2" creationId="{C54C5D59-0537-C8B0-8BA3-5CF808D64521}"/>
          </ac:spMkLst>
        </pc:spChg>
        <pc:spChg chg="mod">
          <ac:chgData name="Marijke van der Geer" userId="S::mvandergeer0853_sdsu.edu#ext#@myuva.onmicrosoft.com::292b19e6-28e4-4adb-9813-3fd544a69f93" providerId="AD" clId="Web-{F45E1F6D-6FF0-440D-A8F8-4011909FE4ED}" dt="2023-06-29T19:23:30.697" v="344" actId="20577"/>
          <ac:spMkLst>
            <pc:docMk/>
            <pc:sldMk cId="3640432228" sldId="284"/>
            <ac:spMk id="3" creationId="{6FFF0035-9623-6385-21EC-C479FFAABF9E}"/>
          </ac:spMkLst>
        </pc:spChg>
      </pc:sldChg>
      <pc:sldChg chg="new del">
        <pc:chgData name="Marijke van der Geer" userId="S::mvandergeer0853_sdsu.edu#ext#@myuva.onmicrosoft.com::292b19e6-28e4-4adb-9813-3fd544a69f93" providerId="AD" clId="Web-{F45E1F6D-6FF0-440D-A8F8-4011909FE4ED}" dt="2023-06-29T19:25:00.574" v="346"/>
        <pc:sldMkLst>
          <pc:docMk/>
          <pc:sldMk cId="2853417703" sldId="285"/>
        </pc:sldMkLst>
      </pc:sldChg>
      <pc:sldChg chg="addSp delSp modSp new">
        <pc:chgData name="Marijke van der Geer" userId="S::mvandergeer0853_sdsu.edu#ext#@myuva.onmicrosoft.com::292b19e6-28e4-4adb-9813-3fd544a69f93" providerId="AD" clId="Web-{F45E1F6D-6FF0-440D-A8F8-4011909FE4ED}" dt="2023-06-29T19:29:38.176" v="383" actId="1076"/>
        <pc:sldMkLst>
          <pc:docMk/>
          <pc:sldMk cId="2915125557" sldId="285"/>
        </pc:sldMkLst>
        <pc:spChg chg="mod">
          <ac:chgData name="Marijke van der Geer" userId="S::mvandergeer0853_sdsu.edu#ext#@myuva.onmicrosoft.com::292b19e6-28e4-4adb-9813-3fd544a69f93" providerId="AD" clId="Web-{F45E1F6D-6FF0-440D-A8F8-4011909FE4ED}" dt="2023-06-29T19:29:30.707" v="381" actId="20577"/>
          <ac:spMkLst>
            <pc:docMk/>
            <pc:sldMk cId="2915125557" sldId="285"/>
            <ac:spMk id="2" creationId="{C41B3124-ECBE-C402-EA44-8C1DBC6B9079}"/>
          </ac:spMkLst>
        </pc:spChg>
        <pc:spChg chg="del">
          <ac:chgData name="Marijke van der Geer" userId="S::mvandergeer0853_sdsu.edu#ext#@myuva.onmicrosoft.com::292b19e6-28e4-4adb-9813-3fd544a69f93" providerId="AD" clId="Web-{F45E1F6D-6FF0-440D-A8F8-4011909FE4ED}" dt="2023-06-29T19:28:40.346" v="348"/>
          <ac:spMkLst>
            <pc:docMk/>
            <pc:sldMk cId="2915125557" sldId="285"/>
            <ac:spMk id="3" creationId="{B52EE708-4473-AF42-6A1F-FD184E4CC231}"/>
          </ac:spMkLst>
        </pc:spChg>
        <pc:picChg chg="add mod ord">
          <ac:chgData name="Marijke van der Geer" userId="S::mvandergeer0853_sdsu.edu#ext#@myuva.onmicrosoft.com::292b19e6-28e4-4adb-9813-3fd544a69f93" providerId="AD" clId="Web-{F45E1F6D-6FF0-440D-A8F8-4011909FE4ED}" dt="2023-06-29T19:29:38.176" v="383" actId="1076"/>
          <ac:picMkLst>
            <pc:docMk/>
            <pc:sldMk cId="2915125557" sldId="285"/>
            <ac:picMk id="5" creationId="{21336566-8B85-7DA7-3899-FD48768FE8B4}"/>
          </ac:picMkLst>
        </pc:picChg>
      </pc:sldChg>
    </pc:docChg>
  </pc:docChgLst>
  <pc:docChgLst>
    <pc:chgData name="Marijke van der Geer" userId="S::mvandergeer0853_sdsu.edu#ext#@myuva.onmicrosoft.com::292b19e6-28e4-4adb-9813-3fd544a69f93" providerId="AD" clId="Web-{177744CE-6FFB-4667-980C-FE258F3244CA}"/>
    <pc:docChg chg="mod modSld">
      <pc:chgData name="Marijke van der Geer" userId="S::mvandergeer0853_sdsu.edu#ext#@myuva.onmicrosoft.com::292b19e6-28e4-4adb-9813-3fd544a69f93" providerId="AD" clId="Web-{177744CE-6FFB-4667-980C-FE258F3244CA}" dt="2023-06-28T13:46:11.368" v="15" actId="20577"/>
      <pc:docMkLst>
        <pc:docMk/>
      </pc:docMkLst>
      <pc:sldChg chg="modSp">
        <pc:chgData name="Marijke van der Geer" userId="S::mvandergeer0853_sdsu.edu#ext#@myuva.onmicrosoft.com::292b19e6-28e4-4adb-9813-3fd544a69f93" providerId="AD" clId="Web-{177744CE-6FFB-4667-980C-FE258F3244CA}" dt="2023-06-28T13:46:11.368" v="15" actId="20577"/>
        <pc:sldMkLst>
          <pc:docMk/>
          <pc:sldMk cId="1224941005" sldId="258"/>
        </pc:sldMkLst>
        <pc:spChg chg="mod">
          <ac:chgData name="Marijke van der Geer" userId="S::mvandergeer0853_sdsu.edu#ext#@myuva.onmicrosoft.com::292b19e6-28e4-4adb-9813-3fd544a69f93" providerId="AD" clId="Web-{177744CE-6FFB-4667-980C-FE258F3244CA}" dt="2023-06-28T13:46:11.368" v="15" actId="20577"/>
          <ac:spMkLst>
            <pc:docMk/>
            <pc:sldMk cId="1224941005" sldId="258"/>
            <ac:spMk id="20" creationId="{3080B752-8274-FF2A-7BC4-94A57846978A}"/>
          </ac:spMkLst>
        </pc:spChg>
      </pc:sldChg>
      <pc:sldChg chg="modSp">
        <pc:chgData name="Marijke van der Geer" userId="S::mvandergeer0853_sdsu.edu#ext#@myuva.onmicrosoft.com::292b19e6-28e4-4adb-9813-3fd544a69f93" providerId="AD" clId="Web-{177744CE-6FFB-4667-980C-FE258F3244CA}" dt="2023-06-28T13:43:14.229" v="7" actId="20577"/>
        <pc:sldMkLst>
          <pc:docMk/>
          <pc:sldMk cId="1975988359" sldId="262"/>
        </pc:sldMkLst>
        <pc:spChg chg="mod">
          <ac:chgData name="Marijke van der Geer" userId="S::mvandergeer0853_sdsu.edu#ext#@myuva.onmicrosoft.com::292b19e6-28e4-4adb-9813-3fd544a69f93" providerId="AD" clId="Web-{177744CE-6FFB-4667-980C-FE258F3244CA}" dt="2023-06-28T13:43:14.229" v="7" actId="20577"/>
          <ac:spMkLst>
            <pc:docMk/>
            <pc:sldMk cId="1975988359" sldId="262"/>
            <ac:spMk id="20" creationId="{3080B752-8274-FF2A-7BC4-94A57846978A}"/>
          </ac:spMkLst>
        </pc:spChg>
      </pc:sldChg>
      <pc:sldChg chg="modCm">
        <pc:chgData name="Marijke van der Geer" userId="S::mvandergeer0853_sdsu.edu#ext#@myuva.onmicrosoft.com::292b19e6-28e4-4adb-9813-3fd544a69f93" providerId="AD" clId="Web-{177744CE-6FFB-4667-980C-FE258F3244CA}" dt="2023-06-28T13:45:25.083" v="9"/>
        <pc:sldMkLst>
          <pc:docMk/>
          <pc:sldMk cId="3695139038" sldId="26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Marijke van der Geer" userId="S::mvandergeer0853_sdsu.edu#ext#@myuva.onmicrosoft.com::292b19e6-28e4-4adb-9813-3fd544a69f93" providerId="AD" clId="Web-{177744CE-6FFB-4667-980C-FE258F3244CA}" dt="2023-06-28T13:45:25.083" v="9"/>
              <pc2:cmMkLst xmlns:pc2="http://schemas.microsoft.com/office/powerpoint/2019/9/main/command">
                <pc:docMk/>
                <pc:sldMk cId="3695139038" sldId="269"/>
                <pc2:cmMk id="{5E3EDBC2-B3D5-493C-A1C8-D546F3999FC9}"/>
              </pc2:cmMkLst>
              <pc226:cmRplyChg chg="add">
                <pc226:chgData name="Marijke van der Geer" userId="S::mvandergeer0853_sdsu.edu#ext#@myuva.onmicrosoft.com::292b19e6-28e4-4adb-9813-3fd544a69f93" providerId="AD" clId="Web-{177744CE-6FFB-4667-980C-FE258F3244CA}" dt="2023-06-28T13:45:25.083" v="9"/>
                <pc2:cmRplyMkLst xmlns:pc2="http://schemas.microsoft.com/office/powerpoint/2019/9/main/command">
                  <pc:docMk/>
                  <pc:sldMk cId="3695139038" sldId="269"/>
                  <pc2:cmMk id="{5E3EDBC2-B3D5-493C-A1C8-D546F3999FC9}"/>
                  <pc2:cmRplyMk id="{A75469C0-C718-4CE0-A6F7-CECC5E7C5CA9}"/>
                </pc2:cmRplyMkLst>
              </pc226:cmRplyChg>
            </pc226:cmChg>
          </p:ext>
        </pc:extLst>
      </pc:sldChg>
    </pc:docChg>
  </pc:docChgLst>
  <pc:docChgLst>
    <pc:chgData name="Cai, Jianing (jc2ry)" userId="S::jc2ry@virginia.edu::3eb8c475-cb9e-4e33-8bb6-1bbdb68e17e3" providerId="AD" clId="Web-{4812222C-EFBF-1E3D-BD49-06A106DFC130}"/>
    <pc:docChg chg="modSld">
      <pc:chgData name="Cai, Jianing (jc2ry)" userId="S::jc2ry@virginia.edu::3eb8c475-cb9e-4e33-8bb6-1bbdb68e17e3" providerId="AD" clId="Web-{4812222C-EFBF-1E3D-BD49-06A106DFC130}" dt="2023-07-12T13:02:42.971" v="1" actId="20577"/>
      <pc:docMkLst>
        <pc:docMk/>
      </pc:docMkLst>
      <pc:sldChg chg="modSp">
        <pc:chgData name="Cai, Jianing (jc2ry)" userId="S::jc2ry@virginia.edu::3eb8c475-cb9e-4e33-8bb6-1bbdb68e17e3" providerId="AD" clId="Web-{4812222C-EFBF-1E3D-BD49-06A106DFC130}" dt="2023-07-12T13:02:42.971" v="1" actId="20577"/>
        <pc:sldMkLst>
          <pc:docMk/>
          <pc:sldMk cId="2015014807" sldId="286"/>
        </pc:sldMkLst>
        <pc:spChg chg="mod">
          <ac:chgData name="Cai, Jianing (jc2ry)" userId="S::jc2ry@virginia.edu::3eb8c475-cb9e-4e33-8bb6-1bbdb68e17e3" providerId="AD" clId="Web-{4812222C-EFBF-1E3D-BD49-06A106DFC130}" dt="2023-07-12T13:02:42.971" v="1" actId="20577"/>
          <ac:spMkLst>
            <pc:docMk/>
            <pc:sldMk cId="2015014807" sldId="286"/>
            <ac:spMk id="20" creationId="{3080B752-8274-FF2A-7BC4-94A57846978A}"/>
          </ac:spMkLst>
        </pc:spChg>
      </pc:sldChg>
    </pc:docChg>
  </pc:docChgLst>
  <pc:docChgLst>
    <pc:chgData name="Marijke van der Geer" userId="S::mvandergeer0853_sdsu.edu#ext#@myuva.onmicrosoft.com::292b19e6-28e4-4adb-9813-3fd544a69f93" providerId="AD" clId="Web-{BE0A37C9-0AFF-4879-B40D-62676AAB7604}"/>
    <pc:docChg chg="addSld modSld">
      <pc:chgData name="Marijke van der Geer" userId="S::mvandergeer0853_sdsu.edu#ext#@myuva.onmicrosoft.com::292b19e6-28e4-4adb-9813-3fd544a69f93" providerId="AD" clId="Web-{BE0A37C9-0AFF-4879-B40D-62676AAB7604}" dt="2023-06-29T18:45:12.628" v="83" actId="20577"/>
      <pc:docMkLst>
        <pc:docMk/>
      </pc:docMkLst>
      <pc:sldChg chg="modSp">
        <pc:chgData name="Marijke van der Geer" userId="S::mvandergeer0853_sdsu.edu#ext#@myuva.onmicrosoft.com::292b19e6-28e4-4adb-9813-3fd544a69f93" providerId="AD" clId="Web-{BE0A37C9-0AFF-4879-B40D-62676AAB7604}" dt="2023-06-29T18:45:12.628" v="83" actId="20577"/>
        <pc:sldMkLst>
          <pc:docMk/>
          <pc:sldMk cId="1776905435" sldId="257"/>
        </pc:sldMkLst>
        <pc:spChg chg="mod">
          <ac:chgData name="Marijke van der Geer" userId="S::mvandergeer0853_sdsu.edu#ext#@myuva.onmicrosoft.com::292b19e6-28e4-4adb-9813-3fd544a69f93" providerId="AD" clId="Web-{BE0A37C9-0AFF-4879-B40D-62676AAB7604}" dt="2023-06-29T18:45:12.628" v="83" actId="20577"/>
          <ac:spMkLst>
            <pc:docMk/>
            <pc:sldMk cId="1776905435" sldId="257"/>
            <ac:spMk id="3" creationId="{00000000-0000-0000-0000-000000000000}"/>
          </ac:spMkLst>
        </pc:spChg>
      </pc:sldChg>
      <pc:sldChg chg="modSp">
        <pc:chgData name="Marijke van der Geer" userId="S::mvandergeer0853_sdsu.edu#ext#@myuva.onmicrosoft.com::292b19e6-28e4-4adb-9813-3fd544a69f93" providerId="AD" clId="Web-{BE0A37C9-0AFF-4879-B40D-62676AAB7604}" dt="2023-06-29T14:18:42.749" v="71" actId="20577"/>
        <pc:sldMkLst>
          <pc:docMk/>
          <pc:sldMk cId="1224941005" sldId="258"/>
        </pc:sldMkLst>
        <pc:spChg chg="mod">
          <ac:chgData name="Marijke van der Geer" userId="S::mvandergeer0853_sdsu.edu#ext#@myuva.onmicrosoft.com::292b19e6-28e4-4adb-9813-3fd544a69f93" providerId="AD" clId="Web-{BE0A37C9-0AFF-4879-B40D-62676AAB7604}" dt="2023-06-29T14:18:42.749" v="71" actId="20577"/>
          <ac:spMkLst>
            <pc:docMk/>
            <pc:sldMk cId="1224941005" sldId="258"/>
            <ac:spMk id="20" creationId="{3080B752-8274-FF2A-7BC4-94A57846978A}"/>
          </ac:spMkLst>
        </pc:spChg>
      </pc:sldChg>
      <pc:sldChg chg="modSp">
        <pc:chgData name="Marijke van der Geer" userId="S::mvandergeer0853_sdsu.edu#ext#@myuva.onmicrosoft.com::292b19e6-28e4-4adb-9813-3fd544a69f93" providerId="AD" clId="Web-{BE0A37C9-0AFF-4879-B40D-62676AAB7604}" dt="2023-06-29T13:33:19.521" v="12" actId="20577"/>
        <pc:sldMkLst>
          <pc:docMk/>
          <pc:sldMk cId="1975988359" sldId="262"/>
        </pc:sldMkLst>
        <pc:spChg chg="mod">
          <ac:chgData name="Marijke van der Geer" userId="S::mvandergeer0853_sdsu.edu#ext#@myuva.onmicrosoft.com::292b19e6-28e4-4adb-9813-3fd544a69f93" providerId="AD" clId="Web-{BE0A37C9-0AFF-4879-B40D-62676AAB7604}" dt="2023-06-29T13:33:19.521" v="12" actId="20577"/>
          <ac:spMkLst>
            <pc:docMk/>
            <pc:sldMk cId="1975988359" sldId="262"/>
            <ac:spMk id="20" creationId="{3080B752-8274-FF2A-7BC4-94A57846978A}"/>
          </ac:spMkLst>
        </pc:spChg>
      </pc:sldChg>
      <pc:sldChg chg="modSp">
        <pc:chgData name="Marijke van der Geer" userId="S::mvandergeer0853_sdsu.edu#ext#@myuva.onmicrosoft.com::292b19e6-28e4-4adb-9813-3fd544a69f93" providerId="AD" clId="Web-{BE0A37C9-0AFF-4879-B40D-62676AAB7604}" dt="2023-06-29T14:05:07.837" v="34" actId="20577"/>
        <pc:sldMkLst>
          <pc:docMk/>
          <pc:sldMk cId="2166316645" sldId="266"/>
        </pc:sldMkLst>
        <pc:spChg chg="mod">
          <ac:chgData name="Marijke van der Geer" userId="S::mvandergeer0853_sdsu.edu#ext#@myuva.onmicrosoft.com::292b19e6-28e4-4adb-9813-3fd544a69f93" providerId="AD" clId="Web-{BE0A37C9-0AFF-4879-B40D-62676AAB7604}" dt="2023-06-29T14:05:07.837" v="34" actId="20577"/>
          <ac:spMkLst>
            <pc:docMk/>
            <pc:sldMk cId="2166316645" sldId="266"/>
            <ac:spMk id="4" creationId="{DEF4D6CE-2411-C719-C2C7-E44B57309159}"/>
          </ac:spMkLst>
        </pc:spChg>
      </pc:sldChg>
      <pc:sldChg chg="modSp modCm">
        <pc:chgData name="Marijke van der Geer" userId="S::mvandergeer0853_sdsu.edu#ext#@myuva.onmicrosoft.com::292b19e6-28e4-4adb-9813-3fd544a69f93" providerId="AD" clId="Web-{BE0A37C9-0AFF-4879-B40D-62676AAB7604}" dt="2023-06-29T13:34:39.366" v="14" actId="20577"/>
        <pc:sldMkLst>
          <pc:docMk/>
          <pc:sldMk cId="3695139038" sldId="269"/>
        </pc:sldMkLst>
        <pc:spChg chg="mod">
          <ac:chgData name="Marijke van der Geer" userId="S::mvandergeer0853_sdsu.edu#ext#@myuva.onmicrosoft.com::292b19e6-28e4-4adb-9813-3fd544a69f93" providerId="AD" clId="Web-{BE0A37C9-0AFF-4879-B40D-62676AAB7604}" dt="2023-06-29T13:34:39.366" v="14" actId="20577"/>
          <ac:spMkLst>
            <pc:docMk/>
            <pc:sldMk cId="3695139038" sldId="269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arijke van der Geer" userId="S::mvandergeer0853_sdsu.edu#ext#@myuva.onmicrosoft.com::292b19e6-28e4-4adb-9813-3fd544a69f93" providerId="AD" clId="Web-{BE0A37C9-0AFF-4879-B40D-62676AAB7604}" dt="2023-06-29T13:34:35.788" v="13" actId="20577"/>
              <pc2:cmMkLst xmlns:pc2="http://schemas.microsoft.com/office/powerpoint/2019/9/main/command">
                <pc:docMk/>
                <pc:sldMk cId="3695139038" sldId="269"/>
                <pc2:cmMk id="{5E3EDBC2-B3D5-493C-A1C8-D546F3999FC9}"/>
              </pc2:cmMkLst>
            </pc226:cmChg>
          </p:ext>
        </pc:extLst>
      </pc:sldChg>
      <pc:sldChg chg="addSp modSp">
        <pc:chgData name="Marijke van der Geer" userId="S::mvandergeer0853_sdsu.edu#ext#@myuva.onmicrosoft.com::292b19e6-28e4-4adb-9813-3fd544a69f93" providerId="AD" clId="Web-{BE0A37C9-0AFF-4879-B40D-62676AAB7604}" dt="2023-06-29T13:57:53.310" v="22" actId="1076"/>
        <pc:sldMkLst>
          <pc:docMk/>
          <pc:sldMk cId="1333186232" sldId="271"/>
        </pc:sldMkLst>
        <pc:picChg chg="add mod">
          <ac:chgData name="Marijke van der Geer" userId="S::mvandergeer0853_sdsu.edu#ext#@myuva.onmicrosoft.com::292b19e6-28e4-4adb-9813-3fd544a69f93" providerId="AD" clId="Web-{BE0A37C9-0AFF-4879-B40D-62676AAB7604}" dt="2023-06-29T13:57:53.310" v="22" actId="1076"/>
          <ac:picMkLst>
            <pc:docMk/>
            <pc:sldMk cId="1333186232" sldId="271"/>
            <ac:picMk id="3" creationId="{FD96BAA0-C43D-17A4-DB4D-8DFB50B18984}"/>
          </ac:picMkLst>
        </pc:picChg>
      </pc:sldChg>
      <pc:sldChg chg="modSp">
        <pc:chgData name="Marijke van der Geer" userId="S::mvandergeer0853_sdsu.edu#ext#@myuva.onmicrosoft.com::292b19e6-28e4-4adb-9813-3fd544a69f93" providerId="AD" clId="Web-{BE0A37C9-0AFF-4879-B40D-62676AAB7604}" dt="2023-06-29T14:12:26.005" v="53" actId="20577"/>
        <pc:sldMkLst>
          <pc:docMk/>
          <pc:sldMk cId="790253026" sldId="277"/>
        </pc:sldMkLst>
        <pc:spChg chg="mod">
          <ac:chgData name="Marijke van der Geer" userId="S::mvandergeer0853_sdsu.edu#ext#@myuva.onmicrosoft.com::292b19e6-28e4-4adb-9813-3fd544a69f93" providerId="AD" clId="Web-{BE0A37C9-0AFF-4879-B40D-62676AAB7604}" dt="2023-06-29T14:12:26.005" v="53" actId="20577"/>
          <ac:spMkLst>
            <pc:docMk/>
            <pc:sldMk cId="790253026" sldId="277"/>
            <ac:spMk id="2" creationId="{6CCD9D79-B581-B58D-0354-9E6BFA3CC488}"/>
          </ac:spMkLst>
        </pc:spChg>
      </pc:sldChg>
      <pc:sldChg chg="new">
        <pc:chgData name="Marijke van der Geer" userId="S::mvandergeer0853_sdsu.edu#ext#@myuva.onmicrosoft.com::292b19e6-28e4-4adb-9813-3fd544a69f93" providerId="AD" clId="Web-{BE0A37C9-0AFF-4879-B40D-62676AAB7604}" dt="2023-06-29T14:37:59.265" v="72"/>
        <pc:sldMkLst>
          <pc:docMk/>
          <pc:sldMk cId="872144385" sldId="281"/>
        </pc:sldMkLst>
      </pc:sldChg>
    </pc:docChg>
  </pc:docChgLst>
  <pc:docChgLst>
    <pc:chgData name="Goswami, Treena (gcm8gw)" userId="S::gcm8gw@virginia.edu::afcc7bf1-7561-4a4f-9f29-309f7a9f78d7" providerId="AD" clId="Web-{3A0280A1-A1A1-C626-B5BD-38BD40E5CF2D}"/>
    <pc:docChg chg="addSld delSld modSld addMainMaster">
      <pc:chgData name="Goswami, Treena (gcm8gw)" userId="S::gcm8gw@virginia.edu::afcc7bf1-7561-4a4f-9f29-309f7a9f78d7" providerId="AD" clId="Web-{3A0280A1-A1A1-C626-B5BD-38BD40E5CF2D}" dt="2023-06-29T19:13:41.298" v="45" actId="20577"/>
      <pc:docMkLst>
        <pc:docMk/>
      </pc:docMkLst>
      <pc:sldChg chg="modSp">
        <pc:chgData name="Goswami, Treena (gcm8gw)" userId="S::gcm8gw@virginia.edu::afcc7bf1-7561-4a4f-9f29-309f7a9f78d7" providerId="AD" clId="Web-{3A0280A1-A1A1-C626-B5BD-38BD40E5CF2D}" dt="2023-06-29T18:47:09.125" v="3" actId="14100"/>
        <pc:sldMkLst>
          <pc:docMk/>
          <pc:sldMk cId="1776905435" sldId="257"/>
        </pc:sldMkLst>
        <pc:spChg chg="mod">
          <ac:chgData name="Goswami, Treena (gcm8gw)" userId="S::gcm8gw@virginia.edu::afcc7bf1-7561-4a4f-9f29-309f7a9f78d7" providerId="AD" clId="Web-{3A0280A1-A1A1-C626-B5BD-38BD40E5CF2D}" dt="2023-06-29T18:44:11.214" v="0" actId="20577"/>
          <ac:spMkLst>
            <pc:docMk/>
            <pc:sldMk cId="1776905435" sldId="257"/>
            <ac:spMk id="3" creationId="{00000000-0000-0000-0000-000000000000}"/>
          </ac:spMkLst>
        </pc:spChg>
        <pc:spChg chg="mod">
          <ac:chgData name="Goswami, Treena (gcm8gw)" userId="S::gcm8gw@virginia.edu::afcc7bf1-7561-4a4f-9f29-309f7a9f78d7" providerId="AD" clId="Web-{3A0280A1-A1A1-C626-B5BD-38BD40E5CF2D}" dt="2023-06-29T18:47:09.125" v="3" actId="14100"/>
          <ac:spMkLst>
            <pc:docMk/>
            <pc:sldMk cId="1776905435" sldId="257"/>
            <ac:spMk id="5" creationId="{17A8523B-A73F-69A8-76AD-D4A2DB30BB3B}"/>
          </ac:spMkLst>
        </pc:spChg>
      </pc:sldChg>
      <pc:sldChg chg="modSp">
        <pc:chgData name="Goswami, Treena (gcm8gw)" userId="S::gcm8gw@virginia.edu::afcc7bf1-7561-4a4f-9f29-309f7a9f78d7" providerId="AD" clId="Web-{3A0280A1-A1A1-C626-B5BD-38BD40E5CF2D}" dt="2023-06-29T18:57:59.208" v="36" actId="20577"/>
        <pc:sldMkLst>
          <pc:docMk/>
          <pc:sldMk cId="1224941005" sldId="258"/>
        </pc:sldMkLst>
        <pc:spChg chg="mod">
          <ac:chgData name="Goswami, Treena (gcm8gw)" userId="S::gcm8gw@virginia.edu::afcc7bf1-7561-4a4f-9f29-309f7a9f78d7" providerId="AD" clId="Web-{3A0280A1-A1A1-C626-B5BD-38BD40E5CF2D}" dt="2023-06-29T18:57:59.208" v="36" actId="20577"/>
          <ac:spMkLst>
            <pc:docMk/>
            <pc:sldMk cId="1224941005" sldId="258"/>
            <ac:spMk id="20" creationId="{3080B752-8274-FF2A-7BC4-94A57846978A}"/>
          </ac:spMkLst>
        </pc:spChg>
      </pc:sldChg>
      <pc:sldChg chg="modSp modCm">
        <pc:chgData name="Goswami, Treena (gcm8gw)" userId="S::gcm8gw@virginia.edu::afcc7bf1-7561-4a4f-9f29-309f7a9f78d7" providerId="AD" clId="Web-{3A0280A1-A1A1-C626-B5BD-38BD40E5CF2D}" dt="2023-06-29T19:13:41.298" v="45" actId="20577"/>
        <pc:sldMkLst>
          <pc:docMk/>
          <pc:sldMk cId="3695139038" sldId="269"/>
        </pc:sldMkLst>
        <pc:spChg chg="mod">
          <ac:chgData name="Goswami, Treena (gcm8gw)" userId="S::gcm8gw@virginia.edu::afcc7bf1-7561-4a4f-9f29-309f7a9f78d7" providerId="AD" clId="Web-{3A0280A1-A1A1-C626-B5BD-38BD40E5CF2D}" dt="2023-06-29T19:13:41.298" v="45" actId="20577"/>
          <ac:spMkLst>
            <pc:docMk/>
            <pc:sldMk cId="3695139038" sldId="269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Goswami, Treena (gcm8gw)" userId="S::gcm8gw@virginia.edu::afcc7bf1-7561-4a4f-9f29-309f7a9f78d7" providerId="AD" clId="Web-{3A0280A1-A1A1-C626-B5BD-38BD40E5CF2D}" dt="2023-06-29T19:13:39.439" v="44" actId="20577"/>
              <pc2:cmMkLst xmlns:pc2="http://schemas.microsoft.com/office/powerpoint/2019/9/main/command">
                <pc:docMk/>
                <pc:sldMk cId="3695139038" sldId="269"/>
                <pc2:cmMk id="{5E3EDBC2-B3D5-493C-A1C8-D546F3999FC9}"/>
              </pc2:cmMkLst>
            </pc226:cmChg>
          </p:ext>
        </pc:extLst>
      </pc:sldChg>
      <pc:sldChg chg="modSp add">
        <pc:chgData name="Goswami, Treena (gcm8gw)" userId="S::gcm8gw@virginia.edu::afcc7bf1-7561-4a4f-9f29-309f7a9f78d7" providerId="AD" clId="Web-{3A0280A1-A1A1-C626-B5BD-38BD40E5CF2D}" dt="2023-06-29T18:59:29.913" v="39" actId="20577"/>
        <pc:sldMkLst>
          <pc:docMk/>
          <pc:sldMk cId="1361820314" sldId="283"/>
        </pc:sldMkLst>
        <pc:spChg chg="mod">
          <ac:chgData name="Goswami, Treena (gcm8gw)" userId="S::gcm8gw@virginia.edu::afcc7bf1-7561-4a4f-9f29-309f7a9f78d7" providerId="AD" clId="Web-{3A0280A1-A1A1-C626-B5BD-38BD40E5CF2D}" dt="2023-06-29T18:59:25.054" v="37" actId="20577"/>
          <ac:spMkLst>
            <pc:docMk/>
            <pc:sldMk cId="1361820314" sldId="283"/>
            <ac:spMk id="4" creationId="{54891CF4-A707-D034-BB1A-20147F3167FF}"/>
          </ac:spMkLst>
        </pc:spChg>
        <pc:spChg chg="mod">
          <ac:chgData name="Goswami, Treena (gcm8gw)" userId="S::gcm8gw@virginia.edu::afcc7bf1-7561-4a4f-9f29-309f7a9f78d7" providerId="AD" clId="Web-{3A0280A1-A1A1-C626-B5BD-38BD40E5CF2D}" dt="2023-06-29T18:59:29.913" v="39" actId="20577"/>
          <ac:spMkLst>
            <pc:docMk/>
            <pc:sldMk cId="1361820314" sldId="283"/>
            <ac:spMk id="6" creationId="{08EB64AE-F81C-103B-8690-DF1AC0B2D523}"/>
          </ac:spMkLst>
        </pc:spChg>
      </pc:sldChg>
      <pc:sldChg chg="addSp modSp new del">
        <pc:chgData name="Goswami, Treena (gcm8gw)" userId="S::gcm8gw@virginia.edu::afcc7bf1-7561-4a4f-9f29-309f7a9f78d7" providerId="AD" clId="Web-{3A0280A1-A1A1-C626-B5BD-38BD40E5CF2D}" dt="2023-06-29T18:54:26.857" v="13"/>
        <pc:sldMkLst>
          <pc:docMk/>
          <pc:sldMk cId="391610268" sldId="284"/>
        </pc:sldMkLst>
        <pc:spChg chg="add mod">
          <ac:chgData name="Goswami, Treena (gcm8gw)" userId="S::gcm8gw@virginia.edu::afcc7bf1-7561-4a4f-9f29-309f7a9f78d7" providerId="AD" clId="Web-{3A0280A1-A1A1-C626-B5BD-38BD40E5CF2D}" dt="2023-06-29T18:53:44.762" v="12" actId="20577"/>
          <ac:spMkLst>
            <pc:docMk/>
            <pc:sldMk cId="391610268" sldId="284"/>
            <ac:spMk id="2" creationId="{198529E1-70F9-CC3A-4AB1-04F530C14F25}"/>
          </ac:spMkLst>
        </pc:spChg>
      </pc:sldChg>
      <pc:sldMasterChg chg="add addSldLayout">
        <pc:chgData name="Goswami, Treena (gcm8gw)" userId="S::gcm8gw@virginia.edu::afcc7bf1-7561-4a4f-9f29-309f7a9f78d7" providerId="AD" clId="Web-{3A0280A1-A1A1-C626-B5BD-38BD40E5CF2D}" dt="2023-06-29T18:46:13.452" v="1"/>
        <pc:sldMasterMkLst>
          <pc:docMk/>
          <pc:sldMasterMk cId="850444542" sldId="2147483746"/>
        </pc:sldMasterMkLst>
        <pc:sldLayoutChg chg="add">
          <pc:chgData name="Goswami, Treena (gcm8gw)" userId="S::gcm8gw@virginia.edu::afcc7bf1-7561-4a4f-9f29-309f7a9f78d7" providerId="AD" clId="Web-{3A0280A1-A1A1-C626-B5BD-38BD40E5CF2D}" dt="2023-06-29T18:46:13.452" v="1"/>
          <pc:sldLayoutMkLst>
            <pc:docMk/>
            <pc:sldMasterMk cId="850444542" sldId="2147483746"/>
            <pc:sldLayoutMk cId="2393969936" sldId="2147483747"/>
          </pc:sldLayoutMkLst>
        </pc:sldLayoutChg>
        <pc:sldLayoutChg chg="add">
          <pc:chgData name="Goswami, Treena (gcm8gw)" userId="S::gcm8gw@virginia.edu::afcc7bf1-7561-4a4f-9f29-309f7a9f78d7" providerId="AD" clId="Web-{3A0280A1-A1A1-C626-B5BD-38BD40E5CF2D}" dt="2023-06-29T18:46:13.452" v="1"/>
          <pc:sldLayoutMkLst>
            <pc:docMk/>
            <pc:sldMasterMk cId="850444542" sldId="2147483746"/>
            <pc:sldLayoutMk cId="2934903214" sldId="2147483749"/>
          </pc:sldLayoutMkLst>
        </pc:sldLayoutChg>
        <pc:sldLayoutChg chg="add">
          <pc:chgData name="Goswami, Treena (gcm8gw)" userId="S::gcm8gw@virginia.edu::afcc7bf1-7561-4a4f-9f29-309f7a9f78d7" providerId="AD" clId="Web-{3A0280A1-A1A1-C626-B5BD-38BD40E5CF2D}" dt="2023-06-29T18:46:13.452" v="1"/>
          <pc:sldLayoutMkLst>
            <pc:docMk/>
            <pc:sldMasterMk cId="850444542" sldId="2147483746"/>
            <pc:sldLayoutMk cId="455293099" sldId="2147483751"/>
          </pc:sldLayoutMkLst>
        </pc:sldLayoutChg>
      </pc:sldMasterChg>
    </pc:docChg>
  </pc:docChgLst>
  <pc:docChgLst>
    <pc:chgData name="Lancaster, Vicki Ann (val7zv)" userId="S::val7zv@virginia.edu::1848b937-7720-42a5-9891-d77f8c3cb783" providerId="AD" clId="Web-{72D53A61-9A60-6722-65E1-542DE1C5F217}"/>
    <pc:docChg chg="modSld">
      <pc:chgData name="Lancaster, Vicki Ann (val7zv)" userId="S::val7zv@virginia.edu::1848b937-7720-42a5-9891-d77f8c3cb783" providerId="AD" clId="Web-{72D53A61-9A60-6722-65E1-542DE1C5F217}" dt="2023-07-11T18:34:08.874" v="4" actId="20577"/>
      <pc:docMkLst>
        <pc:docMk/>
      </pc:docMkLst>
      <pc:sldChg chg="modSp">
        <pc:chgData name="Lancaster, Vicki Ann (val7zv)" userId="S::val7zv@virginia.edu::1848b937-7720-42a5-9891-d77f8c3cb783" providerId="AD" clId="Web-{72D53A61-9A60-6722-65E1-542DE1C5F217}" dt="2023-07-11T18:34:08.874" v="4" actId="20577"/>
        <pc:sldMkLst>
          <pc:docMk/>
          <pc:sldMk cId="1224941005" sldId="258"/>
        </pc:sldMkLst>
        <pc:spChg chg="mod">
          <ac:chgData name="Lancaster, Vicki Ann (val7zv)" userId="S::val7zv@virginia.edu::1848b937-7720-42a5-9891-d77f8c3cb783" providerId="AD" clId="Web-{72D53A61-9A60-6722-65E1-542DE1C5F217}" dt="2023-07-11T18:34:08.874" v="4" actId="20577"/>
          <ac:spMkLst>
            <pc:docMk/>
            <pc:sldMk cId="1224941005" sldId="258"/>
            <ac:spMk id="20" creationId="{3080B752-8274-FF2A-7BC4-94A57846978A}"/>
          </ac:spMkLst>
        </pc:spChg>
      </pc:sldChg>
    </pc:docChg>
  </pc:docChgLst>
  <pc:docChgLst>
    <pc:chgData name="Cai, Jianing (jc2ry)" userId="S::jc2ry@virginia.edu::3eb8c475-cb9e-4e33-8bb6-1bbdb68e17e3" providerId="AD" clId="Web-{CDBC2A5B-5801-BF02-A994-AC8ADAD21B0A}"/>
    <pc:docChg chg="addSld delSld modSld sldOrd">
      <pc:chgData name="Cai, Jianing (jc2ry)" userId="S::jc2ry@virginia.edu::3eb8c475-cb9e-4e33-8bb6-1bbdb68e17e3" providerId="AD" clId="Web-{CDBC2A5B-5801-BF02-A994-AC8ADAD21B0A}" dt="2023-06-30T01:37:30.094" v="549" actId="14100"/>
      <pc:docMkLst>
        <pc:docMk/>
      </pc:docMkLst>
      <pc:sldChg chg="modSp">
        <pc:chgData name="Cai, Jianing (jc2ry)" userId="S::jc2ry@virginia.edu::3eb8c475-cb9e-4e33-8bb6-1bbdb68e17e3" providerId="AD" clId="Web-{CDBC2A5B-5801-BF02-A994-AC8ADAD21B0A}" dt="2023-06-29T18:47:07.831" v="321" actId="20577"/>
        <pc:sldMkLst>
          <pc:docMk/>
          <pc:sldMk cId="1776905435" sldId="257"/>
        </pc:sldMkLst>
        <pc:spChg chg="mod">
          <ac:chgData name="Cai, Jianing (jc2ry)" userId="S::jc2ry@virginia.edu::3eb8c475-cb9e-4e33-8bb6-1bbdb68e17e3" providerId="AD" clId="Web-{CDBC2A5B-5801-BF02-A994-AC8ADAD21B0A}" dt="2023-06-29T18:47:07.831" v="321" actId="20577"/>
          <ac:spMkLst>
            <pc:docMk/>
            <pc:sldMk cId="1776905435" sldId="257"/>
            <ac:spMk id="3" creationId="{00000000-0000-0000-0000-000000000000}"/>
          </ac:spMkLst>
        </pc:spChg>
      </pc:sldChg>
      <pc:sldChg chg="modSp delCm">
        <pc:chgData name="Cai, Jianing (jc2ry)" userId="S::jc2ry@virginia.edu::3eb8c475-cb9e-4e33-8bb6-1bbdb68e17e3" providerId="AD" clId="Web-{CDBC2A5B-5801-BF02-A994-AC8ADAD21B0A}" dt="2023-06-29T19:51:11.704" v="431"/>
        <pc:sldMkLst>
          <pc:docMk/>
          <pc:sldMk cId="1224941005" sldId="258"/>
        </pc:sldMkLst>
        <pc:spChg chg="mod">
          <ac:chgData name="Cai, Jianing (jc2ry)" userId="S::jc2ry@virginia.edu::3eb8c475-cb9e-4e33-8bb6-1bbdb68e17e3" providerId="AD" clId="Web-{CDBC2A5B-5801-BF02-A994-AC8ADAD21B0A}" dt="2023-06-29T14:15:44.665" v="170" actId="20577"/>
          <ac:spMkLst>
            <pc:docMk/>
            <pc:sldMk cId="1224941005" sldId="258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CDBC2A5B-5801-BF02-A994-AC8ADAD21B0A}" dt="2023-06-29T18:55:32.722" v="350" actId="20577"/>
          <ac:spMkLst>
            <pc:docMk/>
            <pc:sldMk cId="1224941005" sldId="258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Cai, Jianing (jc2ry)" userId="S::jc2ry@virginia.edu::3eb8c475-cb9e-4e33-8bb6-1bbdb68e17e3" providerId="AD" clId="Web-{CDBC2A5B-5801-BF02-A994-AC8ADAD21B0A}" dt="2023-06-29T19:51:11.704" v="431"/>
              <pc2:cmMkLst xmlns:pc2="http://schemas.microsoft.com/office/powerpoint/2019/9/main/command">
                <pc:docMk/>
                <pc:sldMk cId="1224941005" sldId="258"/>
                <pc2:cmMk id="{62DC12DB-927D-43F4-BD63-D44B244D82A9}"/>
              </pc2:cmMkLst>
            </pc226:cmChg>
          </p:ext>
        </pc:extLst>
      </pc:sldChg>
      <pc:sldChg chg="delCm">
        <pc:chgData name="Cai, Jianing (jc2ry)" userId="S::jc2ry@virginia.edu::3eb8c475-cb9e-4e33-8bb6-1bbdb68e17e3" providerId="AD" clId="Web-{CDBC2A5B-5801-BF02-A994-AC8ADAD21B0A}" dt="2023-06-29T19:51:23.283" v="432"/>
        <pc:sldMkLst>
          <pc:docMk/>
          <pc:sldMk cId="3559602542" sldId="25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Cai, Jianing (jc2ry)" userId="S::jc2ry@virginia.edu::3eb8c475-cb9e-4e33-8bb6-1bbdb68e17e3" providerId="AD" clId="Web-{CDBC2A5B-5801-BF02-A994-AC8ADAD21B0A}" dt="2023-06-29T19:51:23.283" v="432"/>
              <pc2:cmMkLst xmlns:pc2="http://schemas.microsoft.com/office/powerpoint/2019/9/main/command">
                <pc:docMk/>
                <pc:sldMk cId="3559602542" sldId="259"/>
                <pc2:cmMk id="{8374726F-E10E-4F77-BAFB-7650D04029D9}"/>
              </pc2:cmMkLst>
            </pc226:cmChg>
          </p:ext>
        </pc:extLst>
      </pc:sldChg>
      <pc:sldChg chg="modSp">
        <pc:chgData name="Cai, Jianing (jc2ry)" userId="S::jc2ry@virginia.edu::3eb8c475-cb9e-4e33-8bb6-1bbdb68e17e3" providerId="AD" clId="Web-{CDBC2A5B-5801-BF02-A994-AC8ADAD21B0A}" dt="2023-06-29T14:07:47.729" v="66" actId="20577"/>
        <pc:sldMkLst>
          <pc:docMk/>
          <pc:sldMk cId="702347936" sldId="260"/>
        </pc:sldMkLst>
        <pc:spChg chg="mod">
          <ac:chgData name="Cai, Jianing (jc2ry)" userId="S::jc2ry@virginia.edu::3eb8c475-cb9e-4e33-8bb6-1bbdb68e17e3" providerId="AD" clId="Web-{CDBC2A5B-5801-BF02-A994-AC8ADAD21B0A}" dt="2023-06-29T14:07:47.729" v="66" actId="20577"/>
          <ac:spMkLst>
            <pc:docMk/>
            <pc:sldMk cId="702347936" sldId="260"/>
            <ac:spMk id="10" creationId="{A2DB0332-A084-B1EA-240B-D6B1AB696C2C}"/>
          </ac:spMkLst>
        </pc:spChg>
      </pc:sldChg>
      <pc:sldChg chg="modSp delCm">
        <pc:chgData name="Cai, Jianing (jc2ry)" userId="S::jc2ry@virginia.edu::3eb8c475-cb9e-4e33-8bb6-1bbdb68e17e3" providerId="AD" clId="Web-{CDBC2A5B-5801-BF02-A994-AC8ADAD21B0A}" dt="2023-06-29T19:57:05.856" v="479" actId="20577"/>
        <pc:sldMkLst>
          <pc:docMk/>
          <pc:sldMk cId="3984161121" sldId="264"/>
        </pc:sldMkLst>
        <pc:spChg chg="mod">
          <ac:chgData name="Cai, Jianing (jc2ry)" userId="S::jc2ry@virginia.edu::3eb8c475-cb9e-4e33-8bb6-1bbdb68e17e3" providerId="AD" clId="Web-{CDBC2A5B-5801-BF02-A994-AC8ADAD21B0A}" dt="2023-06-29T19:57:05.856" v="479" actId="20577"/>
          <ac:spMkLst>
            <pc:docMk/>
            <pc:sldMk cId="3984161121" sldId="264"/>
            <ac:spMk id="3" creationId="{094CC0CF-C72A-2A61-D1C2-E6A51DF40BAC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Cai, Jianing (jc2ry)" userId="S::jc2ry@virginia.edu::3eb8c475-cb9e-4e33-8bb6-1bbdb68e17e3" providerId="AD" clId="Web-{CDBC2A5B-5801-BF02-A994-AC8ADAD21B0A}" dt="2023-06-29T19:54:05.038" v="433"/>
              <pc2:cmMkLst xmlns:pc2="http://schemas.microsoft.com/office/powerpoint/2019/9/main/command">
                <pc:docMk/>
                <pc:sldMk cId="3984161121" sldId="264"/>
                <pc2:cmMk id="{80AD4EF5-3793-4865-8EFE-8B209C335D84}"/>
              </pc2:cmMkLst>
            </pc226:cmChg>
          </p:ext>
        </pc:extLst>
      </pc:sldChg>
      <pc:sldChg chg="delCm">
        <pc:chgData name="Cai, Jianing (jc2ry)" userId="S::jc2ry@virginia.edu::3eb8c475-cb9e-4e33-8bb6-1bbdb68e17e3" providerId="AD" clId="Web-{CDBC2A5B-5801-BF02-A994-AC8ADAD21B0A}" dt="2023-06-29T19:58:05.905" v="493"/>
        <pc:sldMkLst>
          <pc:docMk/>
          <pc:sldMk cId="2166316645" sldId="26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Cai, Jianing (jc2ry)" userId="S::jc2ry@virginia.edu::3eb8c475-cb9e-4e33-8bb6-1bbdb68e17e3" providerId="AD" clId="Web-{CDBC2A5B-5801-BF02-A994-AC8ADAD21B0A}" dt="2023-06-29T19:58:05.905" v="493"/>
              <pc2:cmMkLst xmlns:pc2="http://schemas.microsoft.com/office/powerpoint/2019/9/main/command">
                <pc:docMk/>
                <pc:sldMk cId="2166316645" sldId="266"/>
                <pc2:cmMk id="{B45E7000-A0E2-4C40-825C-E0E3218CC02E}"/>
              </pc2:cmMkLst>
            </pc226:cmChg>
          </p:ext>
        </pc:extLst>
      </pc:sldChg>
      <pc:sldChg chg="modSp delCm">
        <pc:chgData name="Cai, Jianing (jc2ry)" userId="S::jc2ry@virginia.edu::3eb8c475-cb9e-4e33-8bb6-1bbdb68e17e3" providerId="AD" clId="Web-{CDBC2A5B-5801-BF02-A994-AC8ADAD21B0A}" dt="2023-06-29T19:57:58.233" v="492"/>
        <pc:sldMkLst>
          <pc:docMk/>
          <pc:sldMk cId="637733739" sldId="267"/>
        </pc:sldMkLst>
        <pc:spChg chg="mod">
          <ac:chgData name="Cai, Jianing (jc2ry)" userId="S::jc2ry@virginia.edu::3eb8c475-cb9e-4e33-8bb6-1bbdb68e17e3" providerId="AD" clId="Web-{CDBC2A5B-5801-BF02-A994-AC8ADAD21B0A}" dt="2023-06-29T19:04:29.802" v="356" actId="20577"/>
          <ac:spMkLst>
            <pc:docMk/>
            <pc:sldMk cId="637733739" sldId="267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CDBC2A5B-5801-BF02-A994-AC8ADAD21B0A}" dt="2023-06-29T15:39:49.769" v="307" actId="20577"/>
          <ac:spMkLst>
            <pc:docMk/>
            <pc:sldMk cId="637733739" sldId="267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Cai, Jianing (jc2ry)" userId="S::jc2ry@virginia.edu::3eb8c475-cb9e-4e33-8bb6-1bbdb68e17e3" providerId="AD" clId="Web-{CDBC2A5B-5801-BF02-A994-AC8ADAD21B0A}" dt="2023-06-29T19:57:58.233" v="492"/>
              <pc2:cmMkLst xmlns:pc2="http://schemas.microsoft.com/office/powerpoint/2019/9/main/command">
                <pc:docMk/>
                <pc:sldMk cId="637733739" sldId="267"/>
                <pc2:cmMk id="{59809640-0E3E-434A-8D53-3EFF158BC8BE}"/>
              </pc2:cmMkLst>
            </pc226:cmChg>
          </p:ext>
        </pc:extLst>
      </pc:sldChg>
      <pc:sldChg chg="modSp">
        <pc:chgData name="Cai, Jianing (jc2ry)" userId="S::jc2ry@virginia.edu::3eb8c475-cb9e-4e33-8bb6-1bbdb68e17e3" providerId="AD" clId="Web-{CDBC2A5B-5801-BF02-A994-AC8ADAD21B0A}" dt="2023-06-29T14:07:54.135" v="71" actId="20577"/>
        <pc:sldMkLst>
          <pc:docMk/>
          <pc:sldMk cId="80181313" sldId="268"/>
        </pc:sldMkLst>
        <pc:spChg chg="mod">
          <ac:chgData name="Cai, Jianing (jc2ry)" userId="S::jc2ry@virginia.edu::3eb8c475-cb9e-4e33-8bb6-1bbdb68e17e3" providerId="AD" clId="Web-{CDBC2A5B-5801-BF02-A994-AC8ADAD21B0A}" dt="2023-06-29T14:07:54.135" v="71" actId="20577"/>
          <ac:spMkLst>
            <pc:docMk/>
            <pc:sldMk cId="80181313" sldId="268"/>
            <ac:spMk id="10" creationId="{A2DB0332-A084-B1EA-240B-D6B1AB696C2C}"/>
          </ac:spMkLst>
        </pc:spChg>
      </pc:sldChg>
      <pc:sldChg chg="addSp delSp modSp modCm">
        <pc:chgData name="Cai, Jianing (jc2ry)" userId="S::jc2ry@virginia.edu::3eb8c475-cb9e-4e33-8bb6-1bbdb68e17e3" providerId="AD" clId="Web-{CDBC2A5B-5801-BF02-A994-AC8ADAD21B0A}" dt="2023-06-29T19:58:31.671" v="494"/>
        <pc:sldMkLst>
          <pc:docMk/>
          <pc:sldMk cId="3695139038" sldId="269"/>
        </pc:sldMkLst>
        <pc:spChg chg="add del mod">
          <ac:chgData name="Cai, Jianing (jc2ry)" userId="S::jc2ry@virginia.edu::3eb8c475-cb9e-4e33-8bb6-1bbdb68e17e3" providerId="AD" clId="Web-{CDBC2A5B-5801-BF02-A994-AC8ADAD21B0A}" dt="2023-06-29T14:26:51.826" v="187"/>
          <ac:spMkLst>
            <pc:docMk/>
            <pc:sldMk cId="3695139038" sldId="269"/>
            <ac:spMk id="4" creationId="{F8C24DE4-6DEB-06FC-5D7E-B381CBD2ADB5}"/>
          </ac:spMkLst>
        </pc:spChg>
        <pc:spChg chg="add del mod">
          <ac:chgData name="Cai, Jianing (jc2ry)" userId="S::jc2ry@virginia.edu::3eb8c475-cb9e-4e33-8bb6-1bbdb68e17e3" providerId="AD" clId="Web-{CDBC2A5B-5801-BF02-A994-AC8ADAD21B0A}" dt="2023-06-29T14:27:14.280" v="202" actId="20577"/>
          <ac:spMkLst>
            <pc:docMk/>
            <pc:sldMk cId="3695139038" sldId="269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Cai, Jianing (jc2ry)" userId="S::jc2ry@virginia.edu::3eb8c475-cb9e-4e33-8bb6-1bbdb68e17e3" providerId="AD" clId="Web-{CDBC2A5B-5801-BF02-A994-AC8ADAD21B0A}" dt="2023-06-29T19:58:31.671" v="494"/>
              <pc2:cmMkLst xmlns:pc2="http://schemas.microsoft.com/office/powerpoint/2019/9/main/command">
                <pc:docMk/>
                <pc:sldMk cId="3695139038" sldId="269"/>
                <pc2:cmMk id="{5E3EDBC2-B3D5-493C-A1C8-D546F3999FC9}"/>
              </pc2:cmMkLst>
            </pc226:cmChg>
          </p:ext>
        </pc:extLst>
      </pc:sldChg>
      <pc:sldChg chg="addSp delSp modSp">
        <pc:chgData name="Cai, Jianing (jc2ry)" userId="S::jc2ry@virginia.edu::3eb8c475-cb9e-4e33-8bb6-1bbdb68e17e3" providerId="AD" clId="Web-{CDBC2A5B-5801-BF02-A994-AC8ADAD21B0A}" dt="2023-06-29T15:12:11.939" v="285"/>
        <pc:sldMkLst>
          <pc:docMk/>
          <pc:sldMk cId="3051734558" sldId="270"/>
        </pc:sldMkLst>
        <pc:spChg chg="add del mod">
          <ac:chgData name="Cai, Jianing (jc2ry)" userId="S::jc2ry@virginia.edu::3eb8c475-cb9e-4e33-8bb6-1bbdb68e17e3" providerId="AD" clId="Web-{CDBC2A5B-5801-BF02-A994-AC8ADAD21B0A}" dt="2023-06-29T15:09:05.293" v="270"/>
          <ac:spMkLst>
            <pc:docMk/>
            <pc:sldMk cId="3051734558" sldId="270"/>
            <ac:spMk id="5" creationId="{B1BDBF23-79C3-1A96-831B-287F8F0163CB}"/>
          </ac:spMkLst>
        </pc:spChg>
        <pc:spChg chg="mod">
          <ac:chgData name="Cai, Jianing (jc2ry)" userId="S::jc2ry@virginia.edu::3eb8c475-cb9e-4e33-8bb6-1bbdb68e17e3" providerId="AD" clId="Web-{CDBC2A5B-5801-BF02-A994-AC8ADAD21B0A}" dt="2023-06-29T15:06:40.304" v="259" actId="20577"/>
          <ac:spMkLst>
            <pc:docMk/>
            <pc:sldMk cId="3051734558" sldId="270"/>
            <ac:spMk id="20" creationId="{3080B752-8274-FF2A-7BC4-94A57846978A}"/>
          </ac:spMkLst>
        </pc:spChg>
        <pc:grpChg chg="add del">
          <ac:chgData name="Cai, Jianing (jc2ry)" userId="S::jc2ry@virginia.edu::3eb8c475-cb9e-4e33-8bb6-1bbdb68e17e3" providerId="AD" clId="Web-{CDBC2A5B-5801-BF02-A994-AC8ADAD21B0A}" dt="2023-06-29T15:11:40.845" v="280"/>
          <ac:grpSpMkLst>
            <pc:docMk/>
            <pc:sldMk cId="3051734558" sldId="270"/>
            <ac:grpSpMk id="13" creationId="{EB70298B-45B9-10E9-C583-6EFBD3602197}"/>
          </ac:grpSpMkLst>
        </pc:grpChg>
        <pc:grpChg chg="add mod">
          <ac:chgData name="Cai, Jianing (jc2ry)" userId="S::jc2ry@virginia.edu::3eb8c475-cb9e-4e33-8bb6-1bbdb68e17e3" providerId="AD" clId="Web-{CDBC2A5B-5801-BF02-A994-AC8ADAD21B0A}" dt="2023-06-29T15:11:48.876" v="283" actId="1076"/>
          <ac:grpSpMkLst>
            <pc:docMk/>
            <pc:sldMk cId="3051734558" sldId="270"/>
            <ac:grpSpMk id="14" creationId="{86BBABF4-87A4-8532-E9FF-9FD307064DC2}"/>
          </ac:grpSpMkLst>
        </pc:grpChg>
        <pc:picChg chg="add mod topLvl modCrop">
          <ac:chgData name="Cai, Jianing (jc2ry)" userId="S::jc2ry@virginia.edu::3eb8c475-cb9e-4e33-8bb6-1bbdb68e17e3" providerId="AD" clId="Web-{CDBC2A5B-5801-BF02-A994-AC8ADAD21B0A}" dt="2023-06-29T15:12:11.939" v="285"/>
          <ac:picMkLst>
            <pc:docMk/>
            <pc:sldMk cId="3051734558" sldId="270"/>
            <ac:picMk id="3" creationId="{C7846596-910E-0F42-602D-C68A615966EF}"/>
          </ac:picMkLst>
        </pc:picChg>
        <pc:inkChg chg="add del">
          <ac:chgData name="Cai, Jianing (jc2ry)" userId="S::jc2ry@virginia.edu::3eb8c475-cb9e-4e33-8bb6-1bbdb68e17e3" providerId="AD" clId="Web-{CDBC2A5B-5801-BF02-A994-AC8ADAD21B0A}" dt="2023-06-29T15:07:29.884" v="261"/>
          <ac:inkMkLst>
            <pc:docMk/>
            <pc:sldMk cId="3051734558" sldId="270"/>
            <ac:inkMk id="4" creationId="{B38B9C87-4C48-0C89-CE98-B8C23984E342}"/>
          </ac:inkMkLst>
        </pc:inkChg>
        <pc:inkChg chg="add del">
          <ac:chgData name="Cai, Jianing (jc2ry)" userId="S::jc2ry@virginia.edu::3eb8c475-cb9e-4e33-8bb6-1bbdb68e17e3" providerId="AD" clId="Web-{CDBC2A5B-5801-BF02-A994-AC8ADAD21B0A}" dt="2023-06-29T15:08:18.167" v="269"/>
          <ac:inkMkLst>
            <pc:docMk/>
            <pc:sldMk cId="3051734558" sldId="270"/>
            <ac:inkMk id="6" creationId="{FABABA5F-AAEC-81A3-2269-27807EB6272D}"/>
          </ac:inkMkLst>
        </pc:inkChg>
        <pc:inkChg chg="add del">
          <ac:chgData name="Cai, Jianing (jc2ry)" userId="S::jc2ry@virginia.edu::3eb8c475-cb9e-4e33-8bb6-1bbdb68e17e3" providerId="AD" clId="Web-{CDBC2A5B-5801-BF02-A994-AC8ADAD21B0A}" dt="2023-06-29T15:08:05.713" v="268"/>
          <ac:inkMkLst>
            <pc:docMk/>
            <pc:sldMk cId="3051734558" sldId="270"/>
            <ac:inkMk id="7" creationId="{6A2DAD88-01F3-C071-6B75-B25E178E3449}"/>
          </ac:inkMkLst>
        </pc:inkChg>
        <pc:inkChg chg="add del">
          <ac:chgData name="Cai, Jianing (jc2ry)" userId="S::jc2ry@virginia.edu::3eb8c475-cb9e-4e33-8bb6-1bbdb68e17e3" providerId="AD" clId="Web-{CDBC2A5B-5801-BF02-A994-AC8ADAD21B0A}" dt="2023-06-29T15:08:03.354" v="267"/>
          <ac:inkMkLst>
            <pc:docMk/>
            <pc:sldMk cId="3051734558" sldId="270"/>
            <ac:inkMk id="8" creationId="{D75C79DC-25EA-003E-664E-EE51DDC8DF8A}"/>
          </ac:inkMkLst>
        </pc:inkChg>
        <pc:inkChg chg="add topLvl">
          <ac:chgData name="Cai, Jianing (jc2ry)" userId="S::jc2ry@virginia.edu::3eb8c475-cb9e-4e33-8bb6-1bbdb68e17e3" providerId="AD" clId="Web-{CDBC2A5B-5801-BF02-A994-AC8ADAD21B0A}" dt="2023-06-29T15:11:40.845" v="280"/>
          <ac:inkMkLst>
            <pc:docMk/>
            <pc:sldMk cId="3051734558" sldId="270"/>
            <ac:inkMk id="9" creationId="{CD4C4E0E-814B-1370-1E1F-B505C8FB1479}"/>
          </ac:inkMkLst>
        </pc:inkChg>
        <pc:inkChg chg="add topLvl">
          <ac:chgData name="Cai, Jianing (jc2ry)" userId="S::jc2ry@virginia.edu::3eb8c475-cb9e-4e33-8bb6-1bbdb68e17e3" providerId="AD" clId="Web-{CDBC2A5B-5801-BF02-A994-AC8ADAD21B0A}" dt="2023-06-29T15:11:40.845" v="280"/>
          <ac:inkMkLst>
            <pc:docMk/>
            <pc:sldMk cId="3051734558" sldId="270"/>
            <ac:inkMk id="10" creationId="{282A266A-30DE-A39F-244A-8ACD750532B8}"/>
          </ac:inkMkLst>
        </pc:inkChg>
        <pc:inkChg chg="add topLvl">
          <ac:chgData name="Cai, Jianing (jc2ry)" userId="S::jc2ry@virginia.edu::3eb8c475-cb9e-4e33-8bb6-1bbdb68e17e3" providerId="AD" clId="Web-{CDBC2A5B-5801-BF02-A994-AC8ADAD21B0A}" dt="2023-06-29T15:11:40.845" v="280"/>
          <ac:inkMkLst>
            <pc:docMk/>
            <pc:sldMk cId="3051734558" sldId="270"/>
            <ac:inkMk id="11" creationId="{3E57C6ED-025E-6F45-65E3-290C5B0A51B3}"/>
          </ac:inkMkLst>
        </pc:inkChg>
        <pc:inkChg chg="add topLvl">
          <ac:chgData name="Cai, Jianing (jc2ry)" userId="S::jc2ry@virginia.edu::3eb8c475-cb9e-4e33-8bb6-1bbdb68e17e3" providerId="AD" clId="Web-{CDBC2A5B-5801-BF02-A994-AC8ADAD21B0A}" dt="2023-06-29T15:11:40.845" v="280"/>
          <ac:inkMkLst>
            <pc:docMk/>
            <pc:sldMk cId="3051734558" sldId="270"/>
            <ac:inkMk id="12" creationId="{67B56DDA-3821-2175-B255-40EE47027136}"/>
          </ac:inkMkLst>
        </pc:inkChg>
      </pc:sldChg>
      <pc:sldChg chg="delSp modSp">
        <pc:chgData name="Cai, Jianing (jc2ry)" userId="S::jc2ry@virginia.edu::3eb8c475-cb9e-4e33-8bb6-1bbdb68e17e3" providerId="AD" clId="Web-{CDBC2A5B-5801-BF02-A994-AC8ADAD21B0A}" dt="2023-06-29T15:40:25.161" v="312" actId="20577"/>
        <pc:sldMkLst>
          <pc:docMk/>
          <pc:sldMk cId="1333186232" sldId="271"/>
        </pc:sldMkLst>
        <pc:spChg chg="mod">
          <ac:chgData name="Cai, Jianing (jc2ry)" userId="S::jc2ry@virginia.edu::3eb8c475-cb9e-4e33-8bb6-1bbdb68e17e3" providerId="AD" clId="Web-{CDBC2A5B-5801-BF02-A994-AC8ADAD21B0A}" dt="2023-06-29T15:40:25.161" v="312" actId="20577"/>
          <ac:spMkLst>
            <pc:docMk/>
            <pc:sldMk cId="1333186232" sldId="271"/>
            <ac:spMk id="2" creationId="{6CCD9D79-B581-B58D-0354-9E6BFA3CC488}"/>
          </ac:spMkLst>
        </pc:spChg>
        <pc:spChg chg="del mod">
          <ac:chgData name="Cai, Jianing (jc2ry)" userId="S::jc2ry@virginia.edu::3eb8c475-cb9e-4e33-8bb6-1bbdb68e17e3" providerId="AD" clId="Web-{CDBC2A5B-5801-BF02-A994-AC8ADAD21B0A}" dt="2023-06-29T13:57:34.945" v="20"/>
          <ac:spMkLst>
            <pc:docMk/>
            <pc:sldMk cId="1333186232" sldId="271"/>
            <ac:spMk id="20" creationId="{3080B752-8274-FF2A-7BC4-94A57846978A}"/>
          </ac:spMkLst>
        </pc:spChg>
        <pc:picChg chg="mod">
          <ac:chgData name="Cai, Jianing (jc2ry)" userId="S::jc2ry@virginia.edu::3eb8c475-cb9e-4e33-8bb6-1bbdb68e17e3" providerId="AD" clId="Web-{CDBC2A5B-5801-BF02-A994-AC8ADAD21B0A}" dt="2023-06-29T13:58:19.212" v="34" actId="14100"/>
          <ac:picMkLst>
            <pc:docMk/>
            <pc:sldMk cId="1333186232" sldId="271"/>
            <ac:picMk id="3" creationId="{FD96BAA0-C43D-17A4-DB4D-8DFB50B18984}"/>
          </ac:picMkLst>
        </pc:picChg>
      </pc:sldChg>
      <pc:sldChg chg="delAnim">
        <pc:chgData name="Cai, Jianing (jc2ry)" userId="S::jc2ry@virginia.edu::3eb8c475-cb9e-4e33-8bb6-1bbdb68e17e3" providerId="AD" clId="Web-{CDBC2A5B-5801-BF02-A994-AC8ADAD21B0A}" dt="2023-06-29T14:24:05.446" v="184"/>
        <pc:sldMkLst>
          <pc:docMk/>
          <pc:sldMk cId="3817464107" sldId="272"/>
        </pc:sldMkLst>
      </pc:sldChg>
      <pc:sldChg chg="delAnim">
        <pc:chgData name="Cai, Jianing (jc2ry)" userId="S::jc2ry@virginia.edu::3eb8c475-cb9e-4e33-8bb6-1bbdb68e17e3" providerId="AD" clId="Web-{CDBC2A5B-5801-BF02-A994-AC8ADAD21B0A}" dt="2023-06-29T14:24:08.602" v="185"/>
        <pc:sldMkLst>
          <pc:docMk/>
          <pc:sldMk cId="769416256" sldId="273"/>
        </pc:sldMkLst>
      </pc:sldChg>
      <pc:sldChg chg="addSp delSp modSp">
        <pc:chgData name="Cai, Jianing (jc2ry)" userId="S::jc2ry@virginia.edu::3eb8c475-cb9e-4e33-8bb6-1bbdb68e17e3" providerId="AD" clId="Web-{CDBC2A5B-5801-BF02-A994-AC8ADAD21B0A}" dt="2023-06-29T15:30:59.113" v="304" actId="20577"/>
        <pc:sldMkLst>
          <pc:docMk/>
          <pc:sldMk cId="664685242" sldId="274"/>
        </pc:sldMkLst>
        <pc:spChg chg="mod">
          <ac:chgData name="Cai, Jianing (jc2ry)" userId="S::jc2ry@virginia.edu::3eb8c475-cb9e-4e33-8bb6-1bbdb68e17e3" providerId="AD" clId="Web-{CDBC2A5B-5801-BF02-A994-AC8ADAD21B0A}" dt="2023-06-29T15:30:59.113" v="304" actId="20577"/>
          <ac:spMkLst>
            <pc:docMk/>
            <pc:sldMk cId="664685242" sldId="274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CDBC2A5B-5801-BF02-A994-AC8ADAD21B0A}" dt="2023-06-29T15:01:35.889" v="238" actId="1076"/>
          <ac:spMkLst>
            <pc:docMk/>
            <pc:sldMk cId="664685242" sldId="274"/>
            <ac:spMk id="5" creationId="{4B57E253-96CE-9DF1-EE2E-32926DB2994D}"/>
          </ac:spMkLst>
        </pc:spChg>
        <pc:picChg chg="add del mod">
          <ac:chgData name="Cai, Jianing (jc2ry)" userId="S::jc2ry@virginia.edu::3eb8c475-cb9e-4e33-8bb6-1bbdb68e17e3" providerId="AD" clId="Web-{CDBC2A5B-5801-BF02-A994-AC8ADAD21B0A}" dt="2023-06-29T14:59:17.322" v="215"/>
          <ac:picMkLst>
            <pc:docMk/>
            <pc:sldMk cId="664685242" sldId="274"/>
            <ac:picMk id="3" creationId="{F37A4AC3-5500-B8AB-B2F3-53AB42BE2A38}"/>
          </ac:picMkLst>
        </pc:picChg>
        <pc:picChg chg="add mod">
          <ac:chgData name="Cai, Jianing (jc2ry)" userId="S::jc2ry@virginia.edu::3eb8c475-cb9e-4e33-8bb6-1bbdb68e17e3" providerId="AD" clId="Web-{CDBC2A5B-5801-BF02-A994-AC8ADAD21B0A}" dt="2023-06-29T15:01:38.514" v="239" actId="1076"/>
          <ac:picMkLst>
            <pc:docMk/>
            <pc:sldMk cId="664685242" sldId="274"/>
            <ac:picMk id="4" creationId="{12216163-6697-7A30-2D05-8C489D14539A}"/>
          </ac:picMkLst>
        </pc:picChg>
        <pc:picChg chg="del">
          <ac:chgData name="Cai, Jianing (jc2ry)" userId="S::jc2ry@virginia.edu::3eb8c475-cb9e-4e33-8bb6-1bbdb68e17e3" providerId="AD" clId="Web-{CDBC2A5B-5801-BF02-A994-AC8ADAD21B0A}" dt="2023-06-29T14:51:33.059" v="204"/>
          <ac:picMkLst>
            <pc:docMk/>
            <pc:sldMk cId="664685242" sldId="274"/>
            <ac:picMk id="6" creationId="{C5936289-127C-88BB-4674-DBC8278AD369}"/>
          </ac:picMkLst>
        </pc:picChg>
        <pc:picChg chg="add mod modCrop">
          <ac:chgData name="Cai, Jianing (jc2ry)" userId="S::jc2ry@virginia.edu::3eb8c475-cb9e-4e33-8bb6-1bbdb68e17e3" providerId="AD" clId="Web-{CDBC2A5B-5801-BF02-A994-AC8ADAD21B0A}" dt="2023-06-29T15:01:32.108" v="237" actId="14100"/>
          <ac:picMkLst>
            <pc:docMk/>
            <pc:sldMk cId="664685242" sldId="274"/>
            <ac:picMk id="7" creationId="{C41B7572-2167-B892-A11C-085E7586AA8D}"/>
          </ac:picMkLst>
        </pc:picChg>
      </pc:sldChg>
      <pc:sldChg chg="modSp modCm">
        <pc:chgData name="Cai, Jianing (jc2ry)" userId="S::jc2ry@virginia.edu::3eb8c475-cb9e-4e33-8bb6-1bbdb68e17e3" providerId="AD" clId="Web-{CDBC2A5B-5801-BF02-A994-AC8ADAD21B0A}" dt="2023-06-30T01:37:30.094" v="549" actId="14100"/>
        <pc:sldMkLst>
          <pc:docMk/>
          <pc:sldMk cId="572620340" sldId="275"/>
        </pc:sldMkLst>
        <pc:spChg chg="mod">
          <ac:chgData name="Cai, Jianing (jc2ry)" userId="S::jc2ry@virginia.edu::3eb8c475-cb9e-4e33-8bb6-1bbdb68e17e3" providerId="AD" clId="Web-{CDBC2A5B-5801-BF02-A994-AC8ADAD21B0A}" dt="2023-06-30T01:37:30.094" v="549" actId="14100"/>
          <ac:spMkLst>
            <pc:docMk/>
            <pc:sldMk cId="572620340" sldId="275"/>
            <ac:spMk id="3" creationId="{6FE17A82-D01D-08B2-DC00-7957DD2D163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Cai, Jianing (jc2ry)" userId="S::jc2ry@virginia.edu::3eb8c475-cb9e-4e33-8bb6-1bbdb68e17e3" providerId="AD" clId="Web-{CDBC2A5B-5801-BF02-A994-AC8ADAD21B0A}" dt="2023-06-30T01:36:39.171" v="541" actId="20577"/>
              <pc2:cmMkLst xmlns:pc2="http://schemas.microsoft.com/office/powerpoint/2019/9/main/command">
                <pc:docMk/>
                <pc:sldMk cId="572620340" sldId="275"/>
                <pc2:cmMk id="{9AB4A45D-0EB4-40FE-9C50-F36C0BF272DA}"/>
              </pc2:cmMkLst>
            </pc226:cmChg>
          </p:ext>
        </pc:extLst>
      </pc:sldChg>
      <pc:sldChg chg="addSp delSp modSp add replId addAnim">
        <pc:chgData name="Cai, Jianing (jc2ry)" userId="S::jc2ry@virginia.edu::3eb8c475-cb9e-4e33-8bb6-1bbdb68e17e3" providerId="AD" clId="Web-{CDBC2A5B-5801-BF02-A994-AC8ADAD21B0A}" dt="2023-06-29T15:40:32.130" v="315" actId="20577"/>
        <pc:sldMkLst>
          <pc:docMk/>
          <pc:sldMk cId="3139025555" sldId="280"/>
        </pc:sldMkLst>
        <pc:spChg chg="mod">
          <ac:chgData name="Cai, Jianing (jc2ry)" userId="S::jc2ry@virginia.edu::3eb8c475-cb9e-4e33-8bb6-1bbdb68e17e3" providerId="AD" clId="Web-{CDBC2A5B-5801-BF02-A994-AC8ADAD21B0A}" dt="2023-06-29T15:40:32.130" v="315" actId="20577"/>
          <ac:spMkLst>
            <pc:docMk/>
            <pc:sldMk cId="3139025555" sldId="280"/>
            <ac:spMk id="2" creationId="{6CCD9D79-B581-B58D-0354-9E6BFA3CC488}"/>
          </ac:spMkLst>
        </pc:spChg>
        <pc:picChg chg="del">
          <ac:chgData name="Cai, Jianing (jc2ry)" userId="S::jc2ry@virginia.edu::3eb8c475-cb9e-4e33-8bb6-1bbdb68e17e3" providerId="AD" clId="Web-{CDBC2A5B-5801-BF02-A994-AC8ADAD21B0A}" dt="2023-06-29T13:58:27.618" v="36"/>
          <ac:picMkLst>
            <pc:docMk/>
            <pc:sldMk cId="3139025555" sldId="280"/>
            <ac:picMk id="3" creationId="{FD96BAA0-C43D-17A4-DB4D-8DFB50B18984}"/>
          </ac:picMkLst>
        </pc:picChg>
        <pc:picChg chg="add del mod modCrop">
          <ac:chgData name="Cai, Jianing (jc2ry)" userId="S::jc2ry@virginia.edu::3eb8c475-cb9e-4e33-8bb6-1bbdb68e17e3" providerId="AD" clId="Web-{CDBC2A5B-5801-BF02-A994-AC8ADAD21B0A}" dt="2023-06-29T14:04:10.801" v="50"/>
          <ac:picMkLst>
            <pc:docMk/>
            <pc:sldMk cId="3139025555" sldId="280"/>
            <ac:picMk id="4" creationId="{6954481C-6709-8743-E704-9719BB3D3FB5}"/>
          </ac:picMkLst>
        </pc:picChg>
        <pc:picChg chg="add mod">
          <ac:chgData name="Cai, Jianing (jc2ry)" userId="S::jc2ry@virginia.edu::3eb8c475-cb9e-4e33-8bb6-1bbdb68e17e3" providerId="AD" clId="Web-{CDBC2A5B-5801-BF02-A994-AC8ADAD21B0A}" dt="2023-06-29T15:02:52.907" v="240" actId="14100"/>
          <ac:picMkLst>
            <pc:docMk/>
            <pc:sldMk cId="3139025555" sldId="280"/>
            <ac:picMk id="5" creationId="{B28B1E3B-D12B-66E6-153E-EBF6593B2C52}"/>
          </ac:picMkLst>
        </pc:picChg>
        <pc:picChg chg="add mod">
          <ac:chgData name="Cai, Jianing (jc2ry)" userId="S::jc2ry@virginia.edu::3eb8c475-cb9e-4e33-8bb6-1bbdb68e17e3" providerId="AD" clId="Web-{CDBC2A5B-5801-BF02-A994-AC8ADAD21B0A}" dt="2023-06-29T14:05:09.693" v="62" actId="1076"/>
          <ac:picMkLst>
            <pc:docMk/>
            <pc:sldMk cId="3139025555" sldId="280"/>
            <ac:picMk id="6" creationId="{B964A6CC-092D-53D6-346B-A00370F4FD90}"/>
          </ac:picMkLst>
        </pc:picChg>
      </pc:sldChg>
      <pc:sldChg chg="delSp del">
        <pc:chgData name="Cai, Jianing (jc2ry)" userId="S::jc2ry@virginia.edu::3eb8c475-cb9e-4e33-8bb6-1bbdb68e17e3" providerId="AD" clId="Web-{CDBC2A5B-5801-BF02-A994-AC8ADAD21B0A}" dt="2023-06-29T15:27:56.873" v="297"/>
        <pc:sldMkLst>
          <pc:docMk/>
          <pc:sldMk cId="872144385" sldId="281"/>
        </pc:sldMkLst>
        <pc:spChg chg="del">
          <ac:chgData name="Cai, Jianing (jc2ry)" userId="S::jc2ry@virginia.edu::3eb8c475-cb9e-4e33-8bb6-1bbdb68e17e3" providerId="AD" clId="Web-{CDBC2A5B-5801-BF02-A994-AC8ADAD21B0A}" dt="2023-06-29T15:27:35.466" v="294"/>
          <ac:spMkLst>
            <pc:docMk/>
            <pc:sldMk cId="872144385" sldId="281"/>
            <ac:spMk id="3" creationId="{0C941C20-0879-E20A-56A8-2710FE36ECE4}"/>
          </ac:spMkLst>
        </pc:spChg>
      </pc:sldChg>
      <pc:sldChg chg="addSp delSp modSp add replId delCm">
        <pc:chgData name="Cai, Jianing (jc2ry)" userId="S::jc2ry@virginia.edu::3eb8c475-cb9e-4e33-8bb6-1bbdb68e17e3" providerId="AD" clId="Web-{CDBC2A5B-5801-BF02-A994-AC8ADAD21B0A}" dt="2023-06-29T15:27:52.639" v="296"/>
        <pc:sldMkLst>
          <pc:docMk/>
          <pc:sldMk cId="1573827306" sldId="282"/>
        </pc:sldMkLst>
        <pc:spChg chg="mod">
          <ac:chgData name="Cai, Jianing (jc2ry)" userId="S::jc2ry@virginia.edu::3eb8c475-cb9e-4e33-8bb6-1bbdb68e17e3" providerId="AD" clId="Web-{CDBC2A5B-5801-BF02-A994-AC8ADAD21B0A}" dt="2023-06-29T15:26:47.293" v="287" actId="20577"/>
          <ac:spMkLst>
            <pc:docMk/>
            <pc:sldMk cId="1573827306" sldId="282"/>
            <ac:spMk id="2" creationId="{6CCD9D79-B581-B58D-0354-9E6BFA3CC488}"/>
          </ac:spMkLst>
        </pc:spChg>
        <pc:spChg chg="add">
          <ac:chgData name="Cai, Jianing (jc2ry)" userId="S::jc2ry@virginia.edu::3eb8c475-cb9e-4e33-8bb6-1bbdb68e17e3" providerId="AD" clId="Web-{CDBC2A5B-5801-BF02-A994-AC8ADAD21B0A}" dt="2023-06-29T15:27:52.639" v="296"/>
          <ac:spMkLst>
            <pc:docMk/>
            <pc:sldMk cId="1573827306" sldId="282"/>
            <ac:spMk id="3" creationId="{6C57F48C-C97C-4A4C-DE5E-007E88F60695}"/>
          </ac:spMkLst>
        </pc:spChg>
        <pc:spChg chg="del mod">
          <ac:chgData name="Cai, Jianing (jc2ry)" userId="S::jc2ry@virginia.edu::3eb8c475-cb9e-4e33-8bb6-1bbdb68e17e3" providerId="AD" clId="Web-{CDBC2A5B-5801-BF02-A994-AC8ADAD21B0A}" dt="2023-06-29T15:27:23.888" v="293"/>
          <ac:spMkLst>
            <pc:docMk/>
            <pc:sldMk cId="1573827306" sldId="282"/>
            <ac:spMk id="4" creationId="{DEF4D6CE-2411-C719-C2C7-E44B57309159}"/>
          </ac:spMkLst>
        </pc:spChg>
        <pc:picChg chg="del">
          <ac:chgData name="Cai, Jianing (jc2ry)" userId="S::jc2ry@virginia.edu::3eb8c475-cb9e-4e33-8bb6-1bbdb68e17e3" providerId="AD" clId="Web-{CDBC2A5B-5801-BF02-A994-AC8ADAD21B0A}" dt="2023-06-29T15:26:52.293" v="289"/>
          <ac:picMkLst>
            <pc:docMk/>
            <pc:sldMk cId="1573827306" sldId="282"/>
            <ac:picMk id="20" creationId="{69888CFC-3ED9-2873-F185-AD9BDF964FF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Cai, Jianing (jc2ry)" userId="S::jc2ry@virginia.edu::3eb8c475-cb9e-4e33-8bb6-1bbdb68e17e3" providerId="AD" clId="Web-{CDBC2A5B-5801-BF02-A994-AC8ADAD21B0A}" dt="2023-06-29T15:27:39.482" v="295"/>
              <pc2:cmMkLst xmlns:pc2="http://schemas.microsoft.com/office/powerpoint/2019/9/main/command">
                <pc:docMk/>
                <pc:sldMk cId="1573827306" sldId="282"/>
                <pc2:cmMk id="{55EEB7D2-ED47-4B88-B788-B1FC7C5E0EA5}"/>
              </pc2:cmMkLst>
            </pc226:cmChg>
          </p:ext>
        </pc:extLst>
      </pc:sldChg>
      <pc:sldChg chg="modSp del">
        <pc:chgData name="Cai, Jianing (jc2ry)" userId="S::jc2ry@virginia.edu::3eb8c475-cb9e-4e33-8bb6-1bbdb68e17e3" providerId="AD" clId="Web-{CDBC2A5B-5801-BF02-A994-AC8ADAD21B0A}" dt="2023-06-29T19:50:52.141" v="428"/>
        <pc:sldMkLst>
          <pc:docMk/>
          <pc:sldMk cId="1361820314" sldId="283"/>
        </pc:sldMkLst>
        <pc:spChg chg="mod">
          <ac:chgData name="Cai, Jianing (jc2ry)" userId="S::jc2ry@virginia.edu::3eb8c475-cb9e-4e33-8bb6-1bbdb68e17e3" providerId="AD" clId="Web-{CDBC2A5B-5801-BF02-A994-AC8ADAD21B0A}" dt="2023-06-29T19:28:51.990" v="416" actId="20577"/>
          <ac:spMkLst>
            <pc:docMk/>
            <pc:sldMk cId="1361820314" sldId="283"/>
            <ac:spMk id="6" creationId="{08EB64AE-F81C-103B-8690-DF1AC0B2D523}"/>
          </ac:spMkLst>
        </pc:spChg>
      </pc:sldChg>
      <pc:sldChg chg="modSp del">
        <pc:chgData name="Cai, Jianing (jc2ry)" userId="S::jc2ry@virginia.edu::3eb8c475-cb9e-4e33-8bb6-1bbdb68e17e3" providerId="AD" clId="Web-{CDBC2A5B-5801-BF02-A994-AC8ADAD21B0A}" dt="2023-06-29T20:00:42.629" v="502"/>
        <pc:sldMkLst>
          <pc:docMk/>
          <pc:sldMk cId="3640432228" sldId="284"/>
        </pc:sldMkLst>
        <pc:spChg chg="mod">
          <ac:chgData name="Cai, Jianing (jc2ry)" userId="S::jc2ry@virginia.edu::3eb8c475-cb9e-4e33-8bb6-1bbdb68e17e3" providerId="AD" clId="Web-{CDBC2A5B-5801-BF02-A994-AC8ADAD21B0A}" dt="2023-06-29T19:24:09.356" v="402" actId="20577"/>
          <ac:spMkLst>
            <pc:docMk/>
            <pc:sldMk cId="3640432228" sldId="284"/>
            <ac:spMk id="3" creationId="{6FFF0035-9623-6385-21EC-C479FFAABF9E}"/>
          </ac:spMkLst>
        </pc:spChg>
      </pc:sldChg>
      <pc:sldChg chg="del">
        <pc:chgData name="Cai, Jianing (jc2ry)" userId="S::jc2ry@virginia.edu::3eb8c475-cb9e-4e33-8bb6-1bbdb68e17e3" providerId="AD" clId="Web-{CDBC2A5B-5801-BF02-A994-AC8ADAD21B0A}" dt="2023-06-29T19:57:51.061" v="491"/>
        <pc:sldMkLst>
          <pc:docMk/>
          <pc:sldMk cId="2915125557" sldId="285"/>
        </pc:sldMkLst>
      </pc:sldChg>
      <pc:sldChg chg="modSp add ord replId delCm">
        <pc:chgData name="Cai, Jianing (jc2ry)" userId="S::jc2ry@virginia.edu::3eb8c475-cb9e-4e33-8bb6-1bbdb68e17e3" providerId="AD" clId="Web-{CDBC2A5B-5801-BF02-A994-AC8ADAD21B0A}" dt="2023-06-29T19:51:00.438" v="430"/>
        <pc:sldMkLst>
          <pc:docMk/>
          <pc:sldMk cId="2015014807" sldId="286"/>
        </pc:sldMkLst>
        <pc:spChg chg="mod">
          <ac:chgData name="Cai, Jianing (jc2ry)" userId="S::jc2ry@virginia.edu::3eb8c475-cb9e-4e33-8bb6-1bbdb68e17e3" providerId="AD" clId="Web-{CDBC2A5B-5801-BF02-A994-AC8ADAD21B0A}" dt="2023-06-29T19:50:58.469" v="429" actId="20577"/>
          <ac:spMkLst>
            <pc:docMk/>
            <pc:sldMk cId="2015014807" sldId="286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CDBC2A5B-5801-BF02-A994-AC8ADAD21B0A}" dt="2023-06-29T19:50:50.485" v="427" actId="20577"/>
          <ac:spMkLst>
            <pc:docMk/>
            <pc:sldMk cId="2015014807" sldId="286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Cai, Jianing (jc2ry)" userId="S::jc2ry@virginia.edu::3eb8c475-cb9e-4e33-8bb6-1bbdb68e17e3" providerId="AD" clId="Web-{CDBC2A5B-5801-BF02-A994-AC8ADAD21B0A}" dt="2023-06-29T19:51:00.438" v="430"/>
              <pc2:cmMkLst xmlns:pc2="http://schemas.microsoft.com/office/powerpoint/2019/9/main/command">
                <pc:docMk/>
                <pc:sldMk cId="2015014807" sldId="286"/>
                <pc2:cmMk id="{4327E544-7F8F-48BB-B464-22DD153BB7CD}"/>
              </pc2:cmMkLst>
            </pc226:cmChg>
          </p:ext>
        </pc:extLst>
      </pc:sldChg>
      <pc:sldChg chg="addSp delSp modSp add replId delCm">
        <pc:chgData name="Cai, Jianing (jc2ry)" userId="S::jc2ry@virginia.edu::3eb8c475-cb9e-4e33-8bb6-1bbdb68e17e3" providerId="AD" clId="Web-{CDBC2A5B-5801-BF02-A994-AC8ADAD21B0A}" dt="2023-06-29T19:57:47.795" v="490"/>
        <pc:sldMkLst>
          <pc:docMk/>
          <pc:sldMk cId="1835412385" sldId="287"/>
        </pc:sldMkLst>
        <pc:spChg chg="mod">
          <ac:chgData name="Cai, Jianing (jc2ry)" userId="S::jc2ry@virginia.edu::3eb8c475-cb9e-4e33-8bb6-1bbdb68e17e3" providerId="AD" clId="Web-{CDBC2A5B-5801-BF02-A994-AC8ADAD21B0A}" dt="2023-06-29T19:57:28.310" v="483" actId="20577"/>
          <ac:spMkLst>
            <pc:docMk/>
            <pc:sldMk cId="1835412385" sldId="287"/>
            <ac:spMk id="2" creationId="{6CCD9D79-B581-B58D-0354-9E6BFA3CC488}"/>
          </ac:spMkLst>
        </pc:spChg>
        <pc:spChg chg="add del mod">
          <ac:chgData name="Cai, Jianing (jc2ry)" userId="S::jc2ry@virginia.edu::3eb8c475-cb9e-4e33-8bb6-1bbdb68e17e3" providerId="AD" clId="Web-{CDBC2A5B-5801-BF02-A994-AC8ADAD21B0A}" dt="2023-06-29T19:57:47.795" v="490"/>
          <ac:spMkLst>
            <pc:docMk/>
            <pc:sldMk cId="1835412385" sldId="287"/>
            <ac:spMk id="4" creationId="{6D7FC6CA-10A1-4ACA-E8F4-098CD15E797F}"/>
          </ac:spMkLst>
        </pc:spChg>
        <pc:spChg chg="del mod">
          <ac:chgData name="Cai, Jianing (jc2ry)" userId="S::jc2ry@virginia.edu::3eb8c475-cb9e-4e33-8bb6-1bbdb68e17e3" providerId="AD" clId="Web-{CDBC2A5B-5801-BF02-A994-AC8ADAD21B0A}" dt="2023-06-29T19:57:34.420" v="486"/>
          <ac:spMkLst>
            <pc:docMk/>
            <pc:sldMk cId="1835412385" sldId="287"/>
            <ac:spMk id="20" creationId="{3080B752-8274-FF2A-7BC4-94A57846978A}"/>
          </ac:spMkLst>
        </pc:spChg>
        <pc:picChg chg="add">
          <ac:chgData name="Cai, Jianing (jc2ry)" userId="S::jc2ry@virginia.edu::3eb8c475-cb9e-4e33-8bb6-1bbdb68e17e3" providerId="AD" clId="Web-{CDBC2A5B-5801-BF02-A994-AC8ADAD21B0A}" dt="2023-06-29T19:57:35.529" v="487"/>
          <ac:picMkLst>
            <pc:docMk/>
            <pc:sldMk cId="1835412385" sldId="287"/>
            <ac:picMk id="6" creationId="{7785DA2C-295C-447C-CF76-09864D7B289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Cai, Jianing (jc2ry)" userId="S::jc2ry@virginia.edu::3eb8c475-cb9e-4e33-8bb6-1bbdb68e17e3" providerId="AD" clId="Web-{CDBC2A5B-5801-BF02-A994-AC8ADAD21B0A}" dt="2023-06-29T19:57:40.482" v="488"/>
              <pc2:cmMkLst xmlns:pc2="http://schemas.microsoft.com/office/powerpoint/2019/9/main/command">
                <pc:docMk/>
                <pc:sldMk cId="1835412385" sldId="287"/>
                <pc2:cmMk id="{9D68D9EC-C5B5-4224-AA98-C26D5AF002F9}"/>
              </pc2:cmMkLst>
            </pc226:cmChg>
          </p:ext>
        </pc:extLst>
      </pc:sldChg>
      <pc:sldChg chg="modSp add del replId modCm">
        <pc:chgData name="Cai, Jianing (jc2ry)" userId="S::jc2ry@virginia.edu::3eb8c475-cb9e-4e33-8bb6-1bbdb68e17e3" providerId="AD" clId="Web-{CDBC2A5B-5801-BF02-A994-AC8ADAD21B0A}" dt="2023-06-29T20:01:11.067" v="510"/>
        <pc:sldMkLst>
          <pc:docMk/>
          <pc:sldMk cId="1127972220" sldId="288"/>
        </pc:sldMkLst>
        <pc:spChg chg="mod">
          <ac:chgData name="Cai, Jianing (jc2ry)" userId="S::jc2ry@virginia.edu::3eb8c475-cb9e-4e33-8bb6-1bbdb68e17e3" providerId="AD" clId="Web-{CDBC2A5B-5801-BF02-A994-AC8ADAD21B0A}" dt="2023-06-29T20:00:16.550" v="498" actId="20577"/>
          <ac:spMkLst>
            <pc:docMk/>
            <pc:sldMk cId="1127972220" sldId="288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CDBC2A5B-5801-BF02-A994-AC8ADAD21B0A}" dt="2023-06-29T20:00:40.676" v="501" actId="20577"/>
          <ac:spMkLst>
            <pc:docMk/>
            <pc:sldMk cId="1127972220" sldId="288"/>
            <ac:spMk id="3" creationId="{6FE17A82-D01D-08B2-DC00-7957DD2D163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Cai, Jianing (jc2ry)" userId="S::jc2ry@virginia.edu::3eb8c475-cb9e-4e33-8bb6-1bbdb68e17e3" providerId="AD" clId="Web-{CDBC2A5B-5801-BF02-A994-AC8ADAD21B0A}" dt="2023-06-29T20:00:36.785" v="500" actId="20577"/>
              <pc2:cmMkLst xmlns:pc2="http://schemas.microsoft.com/office/powerpoint/2019/9/main/command">
                <pc:docMk/>
                <pc:sldMk cId="1127972220" sldId="288"/>
                <pc2:cmMk id="{CB04ADF2-7F9A-4F81-9B7D-5095B1504F25}"/>
              </pc2:cmMkLst>
            </pc226:cmChg>
          </p:ext>
        </pc:extLst>
      </pc:sldChg>
      <pc:sldChg chg="modSp add replId">
        <pc:chgData name="Cai, Jianing (jc2ry)" userId="S::jc2ry@virginia.edu::3eb8c475-cb9e-4e33-8bb6-1bbdb68e17e3" providerId="AD" clId="Web-{CDBC2A5B-5801-BF02-A994-AC8ADAD21B0A}" dt="2023-06-30T01:32:36.663" v="515" actId="20577"/>
        <pc:sldMkLst>
          <pc:docMk/>
          <pc:sldMk cId="1416731161" sldId="289"/>
        </pc:sldMkLst>
        <pc:spChg chg="mod">
          <ac:chgData name="Cai, Jianing (jc2ry)" userId="S::jc2ry@virginia.edu::3eb8c475-cb9e-4e33-8bb6-1bbdb68e17e3" providerId="AD" clId="Web-{CDBC2A5B-5801-BF02-A994-AC8ADAD21B0A}" dt="2023-06-29T20:01:01.223" v="506" actId="20577"/>
          <ac:spMkLst>
            <pc:docMk/>
            <pc:sldMk cId="1416731161" sldId="289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CDBC2A5B-5801-BF02-A994-AC8ADAD21B0A}" dt="2023-06-30T01:32:36.663" v="515" actId="20577"/>
          <ac:spMkLst>
            <pc:docMk/>
            <pc:sldMk cId="1416731161" sldId="289"/>
            <ac:spMk id="5" creationId="{4B57E253-96CE-9DF1-EE2E-32926DB2994D}"/>
          </ac:spMkLst>
        </pc:spChg>
      </pc:sldChg>
    </pc:docChg>
  </pc:docChgLst>
  <pc:docChgLst>
    <pc:chgData name="Cai, Jianing (jc2ry)" userId="S::jc2ry@virginia.edu::3eb8c475-cb9e-4e33-8bb6-1bbdb68e17e3" providerId="AD" clId="Web-{DDC03DA7-8E77-0261-9870-B0831F467B5E}"/>
    <pc:docChg chg="addSld modSld">
      <pc:chgData name="Cai, Jianing (jc2ry)" userId="S::jc2ry@virginia.edu::3eb8c475-cb9e-4e33-8bb6-1bbdb68e17e3" providerId="AD" clId="Web-{DDC03DA7-8E77-0261-9870-B0831F467B5E}" dt="2023-07-10T15:55:00.072" v="124" actId="20577"/>
      <pc:docMkLst>
        <pc:docMk/>
      </pc:docMkLst>
      <pc:sldChg chg="modSp addCm delCm modCm">
        <pc:chgData name="Cai, Jianing (jc2ry)" userId="S::jc2ry@virginia.edu::3eb8c475-cb9e-4e33-8bb6-1bbdb68e17e3" providerId="AD" clId="Web-{DDC03DA7-8E77-0261-9870-B0831F467B5E}" dt="2023-07-10T15:52:39.021" v="57"/>
        <pc:sldMkLst>
          <pc:docMk/>
          <pc:sldMk cId="572620340" sldId="275"/>
        </pc:sldMkLst>
        <pc:spChg chg="mod">
          <ac:chgData name="Cai, Jianing (jc2ry)" userId="S::jc2ry@virginia.edu::3eb8c475-cb9e-4e33-8bb6-1bbdb68e17e3" providerId="AD" clId="Web-{DDC03DA7-8E77-0261-9870-B0831F467B5E}" dt="2023-07-10T14:37:03.875" v="55" actId="20577"/>
          <ac:spMkLst>
            <pc:docMk/>
            <pc:sldMk cId="572620340" sldId="275"/>
            <ac:spMk id="2" creationId="{6CCD9D79-B581-B58D-0354-9E6BFA3CC48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Cai, Jianing (jc2ry)" userId="S::jc2ry@virginia.edu::3eb8c475-cb9e-4e33-8bb6-1bbdb68e17e3" providerId="AD" clId="Web-{DDC03DA7-8E77-0261-9870-B0831F467B5E}" dt="2023-07-10T15:52:39.021" v="57"/>
              <pc2:cmMkLst xmlns:pc2="http://schemas.microsoft.com/office/powerpoint/2019/9/main/command">
                <pc:docMk/>
                <pc:sldMk cId="572620340" sldId="275"/>
                <pc2:cmMk id="{9AB4A45D-0EB4-40FE-9C50-F36C0BF272DA}"/>
              </pc2:cmMkLst>
            </pc226:cmChg>
            <pc226:cmChg xmlns:pc226="http://schemas.microsoft.com/office/powerpoint/2022/06/main/command" chg="add mod">
              <pc226:chgData name="Cai, Jianing (jc2ry)" userId="S::jc2ry@virginia.edu::3eb8c475-cb9e-4e33-8bb6-1bbdb68e17e3" providerId="AD" clId="Web-{DDC03DA7-8E77-0261-9870-B0831F467B5E}" dt="2023-07-10T14:36:20.483" v="39"/>
              <pc2:cmMkLst xmlns:pc2="http://schemas.microsoft.com/office/powerpoint/2019/9/main/command">
                <pc:docMk/>
                <pc:sldMk cId="572620340" sldId="275"/>
                <pc2:cmMk id="{BF7454C1-3019-4FFC-A5B0-B6802E4D8BD8}"/>
              </pc2:cmMkLst>
            </pc226:cmChg>
          </p:ext>
        </pc:extLst>
      </pc:sldChg>
      <pc:sldChg chg="modSp addCm modCm">
        <pc:chgData name="Cai, Jianing (jc2ry)" userId="S::jc2ry@virginia.edu::3eb8c475-cb9e-4e33-8bb6-1bbdb68e17e3" providerId="AD" clId="Web-{DDC03DA7-8E77-0261-9870-B0831F467B5E}" dt="2023-07-10T15:55:00.072" v="124" actId="20577"/>
        <pc:sldMkLst>
          <pc:docMk/>
          <pc:sldMk cId="794762532" sldId="290"/>
        </pc:sldMkLst>
        <pc:spChg chg="mod">
          <ac:chgData name="Cai, Jianing (jc2ry)" userId="S::jc2ry@virginia.edu::3eb8c475-cb9e-4e33-8bb6-1bbdb68e17e3" providerId="AD" clId="Web-{DDC03DA7-8E77-0261-9870-B0831F467B5E}" dt="2023-07-10T15:55:00.072" v="124" actId="20577"/>
          <ac:spMkLst>
            <pc:docMk/>
            <pc:sldMk cId="794762532" sldId="290"/>
            <ac:spMk id="5" creationId="{4B57E253-96CE-9DF1-EE2E-32926DB2994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Cai, Jianing (jc2ry)" userId="S::jc2ry@virginia.edu::3eb8c475-cb9e-4e33-8bb6-1bbdb68e17e3" providerId="AD" clId="Web-{DDC03DA7-8E77-0261-9870-B0831F467B5E}" dt="2023-07-10T15:54:40.697" v="119" actId="20577"/>
              <pc2:cmMkLst xmlns:pc2="http://schemas.microsoft.com/office/powerpoint/2019/9/main/command">
                <pc:docMk/>
                <pc:sldMk cId="794762532" sldId="290"/>
                <pc2:cmMk id="{C3BBB4BB-0904-4373-9BDC-48175426D6F9}"/>
              </pc2:cmMkLst>
            </pc226:cmChg>
          </p:ext>
        </pc:extLst>
      </pc:sldChg>
      <pc:sldChg chg="modSp add replId delCm modCm">
        <pc:chgData name="Cai, Jianing (jc2ry)" userId="S::jc2ry@virginia.edu::3eb8c475-cb9e-4e33-8bb6-1bbdb68e17e3" providerId="AD" clId="Web-{DDC03DA7-8E77-0261-9870-B0831F467B5E}" dt="2023-07-10T15:52:31.958" v="56"/>
        <pc:sldMkLst>
          <pc:docMk/>
          <pc:sldMk cId="1706944719" sldId="292"/>
        </pc:sldMkLst>
        <pc:spChg chg="mod">
          <ac:chgData name="Cai, Jianing (jc2ry)" userId="S::jc2ry@virginia.edu::3eb8c475-cb9e-4e33-8bb6-1bbdb68e17e3" providerId="AD" clId="Web-{DDC03DA7-8E77-0261-9870-B0831F467B5E}" dt="2023-07-10T14:24:23.553" v="7" actId="20577"/>
          <ac:spMkLst>
            <pc:docMk/>
            <pc:sldMk cId="1706944719" sldId="292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DDC03DA7-8E77-0261-9870-B0831F467B5E}" dt="2023-07-10T14:24:25.928" v="8" actId="20577"/>
          <ac:spMkLst>
            <pc:docMk/>
            <pc:sldMk cId="1706944719" sldId="292"/>
            <ac:spMk id="3" creationId="{6FE17A82-D01D-08B2-DC00-7957DD2D163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Cai, Jianing (jc2ry)" userId="S::jc2ry@virginia.edu::3eb8c475-cb9e-4e33-8bb6-1bbdb68e17e3" providerId="AD" clId="Web-{DDC03DA7-8E77-0261-9870-B0831F467B5E}" dt="2023-07-10T15:52:31.958" v="56"/>
              <pc2:cmMkLst xmlns:pc2="http://schemas.microsoft.com/office/powerpoint/2019/9/main/command">
                <pc:docMk/>
                <pc:sldMk cId="1706944719" sldId="292"/>
                <pc2:cmMk id="{51ADD02B-10D3-4C94-B0AD-593378B02362}"/>
              </pc2:cmMkLst>
            </pc226:cmChg>
          </p:ext>
        </pc:extLst>
      </pc:sldChg>
    </pc:docChg>
  </pc:docChgLst>
  <pc:docChgLst>
    <pc:chgData name="Cai, Jianing (jc2ry)" userId="S::jc2ry@virginia.edu::3eb8c475-cb9e-4e33-8bb6-1bbdb68e17e3" providerId="AD" clId="Web-{D2E4FE8A-A5B3-193A-D4D0-4B619A644FB9}"/>
    <pc:docChg chg="addSld modSld sldOrd">
      <pc:chgData name="Cai, Jianing (jc2ry)" userId="S::jc2ry@virginia.edu::3eb8c475-cb9e-4e33-8bb6-1bbdb68e17e3" providerId="AD" clId="Web-{D2E4FE8A-A5B3-193A-D4D0-4B619A644FB9}" dt="2023-06-28T18:53:01.680" v="368" actId="20577"/>
      <pc:docMkLst>
        <pc:docMk/>
      </pc:docMkLst>
      <pc:sldChg chg="addSp modSp">
        <pc:chgData name="Cai, Jianing (jc2ry)" userId="S::jc2ry@virginia.edu::3eb8c475-cb9e-4e33-8bb6-1bbdb68e17e3" providerId="AD" clId="Web-{D2E4FE8A-A5B3-193A-D4D0-4B619A644FB9}" dt="2023-06-28T17:19:49.337" v="350"/>
        <pc:sldMkLst>
          <pc:docMk/>
          <pc:sldMk cId="1776905435" sldId="257"/>
        </pc:sldMkLst>
        <pc:spChg chg="mod">
          <ac:chgData name="Cai, Jianing (jc2ry)" userId="S::jc2ry@virginia.edu::3eb8c475-cb9e-4e33-8bb6-1bbdb68e17e3" providerId="AD" clId="Web-{D2E4FE8A-A5B3-193A-D4D0-4B619A644FB9}" dt="2023-06-28T17:10:49.695" v="296" actId="20577"/>
          <ac:spMkLst>
            <pc:docMk/>
            <pc:sldMk cId="1776905435" sldId="257"/>
            <ac:spMk id="2" creationId="{00000000-0000-0000-0000-000000000000}"/>
          </ac:spMkLst>
        </pc:spChg>
        <pc:spChg chg="mod">
          <ac:chgData name="Cai, Jianing (jc2ry)" userId="S::jc2ry@virginia.edu::3eb8c475-cb9e-4e33-8bb6-1bbdb68e17e3" providerId="AD" clId="Web-{D2E4FE8A-A5B3-193A-D4D0-4B619A644FB9}" dt="2023-06-28T14:08:52.842" v="45" actId="20577"/>
          <ac:spMkLst>
            <pc:docMk/>
            <pc:sldMk cId="1776905435" sldId="257"/>
            <ac:spMk id="3" creationId="{00000000-0000-0000-0000-000000000000}"/>
          </ac:spMkLst>
        </pc:spChg>
        <pc:spChg chg="add mod ord">
          <ac:chgData name="Cai, Jianing (jc2ry)" userId="S::jc2ry@virginia.edu::3eb8c475-cb9e-4e33-8bb6-1bbdb68e17e3" providerId="AD" clId="Web-{D2E4FE8A-A5B3-193A-D4D0-4B619A644FB9}" dt="2023-06-28T17:19:49.337" v="350"/>
          <ac:spMkLst>
            <pc:docMk/>
            <pc:sldMk cId="1776905435" sldId="257"/>
            <ac:spMk id="5" creationId="{17A8523B-A73F-69A8-76AD-D4A2DB30BB3B}"/>
          </ac:spMkLst>
        </pc:spChg>
        <pc:spChg chg="ord">
          <ac:chgData name="Cai, Jianing (jc2ry)" userId="S::jc2ry@virginia.edu::3eb8c475-cb9e-4e33-8bb6-1bbdb68e17e3" providerId="AD" clId="Web-{D2E4FE8A-A5B3-193A-D4D0-4B619A644FB9}" dt="2023-06-28T17:10:30.085" v="293"/>
          <ac:spMkLst>
            <pc:docMk/>
            <pc:sldMk cId="1776905435" sldId="257"/>
            <ac:spMk id="27" creationId="{A8908DB7-C3A6-4FCB-9820-CEE02B398C4A}"/>
          </ac:spMkLst>
        </pc:spChg>
      </pc:sldChg>
      <pc:sldChg chg="modSp">
        <pc:chgData name="Cai, Jianing (jc2ry)" userId="S::jc2ry@virginia.edu::3eb8c475-cb9e-4e33-8bb6-1bbdb68e17e3" providerId="AD" clId="Web-{D2E4FE8A-A5B3-193A-D4D0-4B619A644FB9}" dt="2023-06-28T18:51:05.771" v="360" actId="20577"/>
        <pc:sldMkLst>
          <pc:docMk/>
          <pc:sldMk cId="1224941005" sldId="258"/>
        </pc:sldMkLst>
        <pc:spChg chg="mod">
          <ac:chgData name="Cai, Jianing (jc2ry)" userId="S::jc2ry@virginia.edu::3eb8c475-cb9e-4e33-8bb6-1bbdb68e17e3" providerId="AD" clId="Web-{D2E4FE8A-A5B3-193A-D4D0-4B619A644FB9}" dt="2023-06-28T18:51:05.771" v="360" actId="20577"/>
          <ac:spMkLst>
            <pc:docMk/>
            <pc:sldMk cId="1224941005" sldId="258"/>
            <ac:spMk id="20" creationId="{3080B752-8274-FF2A-7BC4-94A57846978A}"/>
          </ac:spMkLst>
        </pc:spChg>
      </pc:sldChg>
      <pc:sldChg chg="modSp">
        <pc:chgData name="Cai, Jianing (jc2ry)" userId="S::jc2ry@virginia.edu::3eb8c475-cb9e-4e33-8bb6-1bbdb68e17e3" providerId="AD" clId="Web-{D2E4FE8A-A5B3-193A-D4D0-4B619A644FB9}" dt="2023-06-28T18:53:01.680" v="368" actId="20577"/>
        <pc:sldMkLst>
          <pc:docMk/>
          <pc:sldMk cId="3559602542" sldId="259"/>
        </pc:sldMkLst>
        <pc:spChg chg="mod">
          <ac:chgData name="Cai, Jianing (jc2ry)" userId="S::jc2ry@virginia.edu::3eb8c475-cb9e-4e33-8bb6-1bbdb68e17e3" providerId="AD" clId="Web-{D2E4FE8A-A5B3-193A-D4D0-4B619A644FB9}" dt="2023-06-28T18:52:51.649" v="363" actId="20577"/>
          <ac:spMkLst>
            <pc:docMk/>
            <pc:sldMk cId="3559602542" sldId="259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D2E4FE8A-A5B3-193A-D4D0-4B619A644FB9}" dt="2023-06-28T18:53:01.680" v="368" actId="20577"/>
          <ac:spMkLst>
            <pc:docMk/>
            <pc:sldMk cId="3559602542" sldId="259"/>
            <ac:spMk id="20" creationId="{3080B752-8274-FF2A-7BC4-94A57846978A}"/>
          </ac:spMkLst>
        </pc:spChg>
      </pc:sldChg>
      <pc:sldChg chg="addSp delSp modSp">
        <pc:chgData name="Cai, Jianing (jc2ry)" userId="S::jc2ry@virginia.edu::3eb8c475-cb9e-4e33-8bb6-1bbdb68e17e3" providerId="AD" clId="Web-{D2E4FE8A-A5B3-193A-D4D0-4B619A644FB9}" dt="2023-06-28T17:37:13.057" v="354" actId="14100"/>
        <pc:sldMkLst>
          <pc:docMk/>
          <pc:sldMk cId="702347936" sldId="260"/>
        </pc:sldMkLst>
        <pc:spChg chg="add mod ord">
          <ac:chgData name="Cai, Jianing (jc2ry)" userId="S::jc2ry@virginia.edu::3eb8c475-cb9e-4e33-8bb6-1bbdb68e17e3" providerId="AD" clId="Web-{D2E4FE8A-A5B3-193A-D4D0-4B619A644FB9}" dt="2023-06-28T17:20:00.118" v="351"/>
          <ac:spMkLst>
            <pc:docMk/>
            <pc:sldMk cId="702347936" sldId="260"/>
            <ac:spMk id="2" creationId="{F5F768D1-F8D5-2311-91DB-8BCE5ADDADB3}"/>
          </ac:spMkLst>
        </pc:spChg>
        <pc:spChg chg="mod">
          <ac:chgData name="Cai, Jianing (jc2ry)" userId="S::jc2ry@virginia.edu::3eb8c475-cb9e-4e33-8bb6-1bbdb68e17e3" providerId="AD" clId="Web-{D2E4FE8A-A5B3-193A-D4D0-4B619A644FB9}" dt="2023-06-28T17:12:15.713" v="307" actId="20577"/>
          <ac:spMkLst>
            <pc:docMk/>
            <pc:sldMk cId="702347936" sldId="260"/>
            <ac:spMk id="10" creationId="{A2DB0332-A084-B1EA-240B-D6B1AB696C2C}"/>
          </ac:spMkLst>
        </pc:spChg>
        <pc:picChg chg="mod">
          <ac:chgData name="Cai, Jianing (jc2ry)" userId="S::jc2ry@virginia.edu::3eb8c475-cb9e-4e33-8bb6-1bbdb68e17e3" providerId="AD" clId="Web-{D2E4FE8A-A5B3-193A-D4D0-4B619A644FB9}" dt="2023-06-28T17:37:13.057" v="354" actId="14100"/>
          <ac:picMkLst>
            <pc:docMk/>
            <pc:sldMk cId="702347936" sldId="260"/>
            <ac:picMk id="9" creationId="{6F112661-B778-95BB-627C-FB100E4BB2C5}"/>
          </ac:picMkLst>
        </pc:picChg>
        <pc:picChg chg="del">
          <ac:chgData name="Cai, Jianing (jc2ry)" userId="S::jc2ry@virginia.edu::3eb8c475-cb9e-4e33-8bb6-1bbdb68e17e3" providerId="AD" clId="Web-{D2E4FE8A-A5B3-193A-D4D0-4B619A644FB9}" dt="2023-06-28T17:13:15.809" v="316"/>
          <ac:picMkLst>
            <pc:docMk/>
            <pc:sldMk cId="702347936" sldId="260"/>
            <ac:picMk id="11" creationId="{318C3195-A415-1CF5-B88A-27C5F7DB0833}"/>
          </ac:picMkLst>
        </pc:picChg>
        <pc:picChg chg="mod">
          <ac:chgData name="Cai, Jianing (jc2ry)" userId="S::jc2ry@virginia.edu::3eb8c475-cb9e-4e33-8bb6-1bbdb68e17e3" providerId="AD" clId="Web-{D2E4FE8A-A5B3-193A-D4D0-4B619A644FB9}" dt="2023-06-28T17:13:05.871" v="315" actId="1076"/>
          <ac:picMkLst>
            <pc:docMk/>
            <pc:sldMk cId="702347936" sldId="260"/>
            <ac:picMk id="48" creationId="{A2A52563-AF5F-5B53-0046-849BA43224BE}"/>
          </ac:picMkLst>
        </pc:picChg>
      </pc:sldChg>
      <pc:sldChg chg="modSp">
        <pc:chgData name="Cai, Jianing (jc2ry)" userId="S::jc2ry@virginia.edu::3eb8c475-cb9e-4e33-8bb6-1bbdb68e17e3" providerId="AD" clId="Web-{D2E4FE8A-A5B3-193A-D4D0-4B619A644FB9}" dt="2023-06-28T14:14:38.775" v="86" actId="20577"/>
        <pc:sldMkLst>
          <pc:docMk/>
          <pc:sldMk cId="1975988359" sldId="262"/>
        </pc:sldMkLst>
        <pc:spChg chg="mod">
          <ac:chgData name="Cai, Jianing (jc2ry)" userId="S::jc2ry@virginia.edu::3eb8c475-cb9e-4e33-8bb6-1bbdb68e17e3" providerId="AD" clId="Web-{D2E4FE8A-A5B3-193A-D4D0-4B619A644FB9}" dt="2023-06-28T14:14:38.775" v="86" actId="20577"/>
          <ac:spMkLst>
            <pc:docMk/>
            <pc:sldMk cId="1975988359" sldId="262"/>
            <ac:spMk id="20" creationId="{3080B752-8274-FF2A-7BC4-94A57846978A}"/>
          </ac:spMkLst>
        </pc:spChg>
      </pc:sldChg>
      <pc:sldChg chg="modSp">
        <pc:chgData name="Cai, Jianing (jc2ry)" userId="S::jc2ry@virginia.edu::3eb8c475-cb9e-4e33-8bb6-1bbdb68e17e3" providerId="AD" clId="Web-{D2E4FE8A-A5B3-193A-D4D0-4B619A644FB9}" dt="2023-06-28T14:31:51.276" v="277" actId="20577"/>
        <pc:sldMkLst>
          <pc:docMk/>
          <pc:sldMk cId="3984161121" sldId="264"/>
        </pc:sldMkLst>
        <pc:spChg chg="mod">
          <ac:chgData name="Cai, Jianing (jc2ry)" userId="S::jc2ry@virginia.edu::3eb8c475-cb9e-4e33-8bb6-1bbdb68e17e3" providerId="AD" clId="Web-{D2E4FE8A-A5B3-193A-D4D0-4B619A644FB9}" dt="2023-06-28T14:31:51.276" v="277" actId="20577"/>
          <ac:spMkLst>
            <pc:docMk/>
            <pc:sldMk cId="3984161121" sldId="264"/>
            <ac:spMk id="3" creationId="{094CC0CF-C72A-2A61-D1C2-E6A51DF40BAC}"/>
          </ac:spMkLst>
        </pc:spChg>
      </pc:sldChg>
      <pc:sldChg chg="addSp delSp modSp">
        <pc:chgData name="Cai, Jianing (jc2ry)" userId="S::jc2ry@virginia.edu::3eb8c475-cb9e-4e33-8bb6-1bbdb68e17e3" providerId="AD" clId="Web-{D2E4FE8A-A5B3-193A-D4D0-4B619A644FB9}" dt="2023-06-28T17:37:18.650" v="355" actId="14100"/>
        <pc:sldMkLst>
          <pc:docMk/>
          <pc:sldMk cId="80181313" sldId="268"/>
        </pc:sldMkLst>
        <pc:spChg chg="add mod ord">
          <ac:chgData name="Cai, Jianing (jc2ry)" userId="S::jc2ry@virginia.edu::3eb8c475-cb9e-4e33-8bb6-1bbdb68e17e3" providerId="AD" clId="Web-{D2E4FE8A-A5B3-193A-D4D0-4B619A644FB9}" dt="2023-06-28T17:20:07.540" v="352"/>
          <ac:spMkLst>
            <pc:docMk/>
            <pc:sldMk cId="80181313" sldId="268"/>
            <ac:spMk id="3" creationId="{122AA754-82ED-2B4E-D6A8-C8854D1759B2}"/>
          </ac:spMkLst>
        </pc:spChg>
        <pc:spChg chg="mod">
          <ac:chgData name="Cai, Jianing (jc2ry)" userId="S::jc2ry@virginia.edu::3eb8c475-cb9e-4e33-8bb6-1bbdb68e17e3" providerId="AD" clId="Web-{D2E4FE8A-A5B3-193A-D4D0-4B619A644FB9}" dt="2023-06-28T17:14:19.952" v="322" actId="20577"/>
          <ac:spMkLst>
            <pc:docMk/>
            <pc:sldMk cId="80181313" sldId="268"/>
            <ac:spMk id="10" creationId="{A2DB0332-A084-B1EA-240B-D6B1AB696C2C}"/>
          </ac:spMkLst>
        </pc:spChg>
        <pc:picChg chg="mod">
          <ac:chgData name="Cai, Jianing (jc2ry)" userId="S::jc2ry@virginia.edu::3eb8c475-cb9e-4e33-8bb6-1bbdb68e17e3" providerId="AD" clId="Web-{D2E4FE8A-A5B3-193A-D4D0-4B619A644FB9}" dt="2023-06-28T17:37:18.650" v="355" actId="14100"/>
          <ac:picMkLst>
            <pc:docMk/>
            <pc:sldMk cId="80181313" sldId="268"/>
            <ac:picMk id="9" creationId="{6F112661-B778-95BB-627C-FB100E4BB2C5}"/>
          </ac:picMkLst>
        </pc:picChg>
        <pc:picChg chg="del">
          <ac:chgData name="Cai, Jianing (jc2ry)" userId="S::jc2ry@virginia.edu::3eb8c475-cb9e-4e33-8bb6-1bbdb68e17e3" providerId="AD" clId="Web-{D2E4FE8A-A5B3-193A-D4D0-4B619A644FB9}" dt="2023-06-28T17:14:21.827" v="323"/>
          <ac:picMkLst>
            <pc:docMk/>
            <pc:sldMk cId="80181313" sldId="268"/>
            <ac:picMk id="11" creationId="{318C3195-A415-1CF5-B88A-27C5F7DB0833}"/>
          </ac:picMkLst>
        </pc:picChg>
        <pc:picChg chg="mod">
          <ac:chgData name="Cai, Jianing (jc2ry)" userId="S::jc2ry@virginia.edu::3eb8c475-cb9e-4e33-8bb6-1bbdb68e17e3" providerId="AD" clId="Web-{D2E4FE8A-A5B3-193A-D4D0-4B619A644FB9}" dt="2023-06-28T17:14:37.468" v="326" actId="1076"/>
          <ac:picMkLst>
            <pc:docMk/>
            <pc:sldMk cId="80181313" sldId="268"/>
            <ac:picMk id="48" creationId="{A2A52563-AF5F-5B53-0046-849BA43224BE}"/>
          </ac:picMkLst>
        </pc:picChg>
      </pc:sldChg>
      <pc:sldChg chg="modSp modCm">
        <pc:chgData name="Cai, Jianing (jc2ry)" userId="S::jc2ry@virginia.edu::3eb8c475-cb9e-4e33-8bb6-1bbdb68e17e3" providerId="AD" clId="Web-{D2E4FE8A-A5B3-193A-D4D0-4B619A644FB9}" dt="2023-06-28T14:07:26.012" v="40" actId="20577"/>
        <pc:sldMkLst>
          <pc:docMk/>
          <pc:sldMk cId="3695139038" sldId="269"/>
        </pc:sldMkLst>
        <pc:spChg chg="mod">
          <ac:chgData name="Cai, Jianing (jc2ry)" userId="S::jc2ry@virginia.edu::3eb8c475-cb9e-4e33-8bb6-1bbdb68e17e3" providerId="AD" clId="Web-{D2E4FE8A-A5B3-193A-D4D0-4B619A644FB9}" dt="2023-06-28T14:07:26.012" v="40" actId="20577"/>
          <ac:spMkLst>
            <pc:docMk/>
            <pc:sldMk cId="3695139038" sldId="269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Cai, Jianing (jc2ry)" userId="S::jc2ry@virginia.edu::3eb8c475-cb9e-4e33-8bb6-1bbdb68e17e3" providerId="AD" clId="Web-{D2E4FE8A-A5B3-193A-D4D0-4B619A644FB9}" dt="2023-06-28T14:07:18.730" v="39" actId="20577"/>
              <pc2:cmMkLst xmlns:pc2="http://schemas.microsoft.com/office/powerpoint/2019/9/main/command">
                <pc:docMk/>
                <pc:sldMk cId="3695139038" sldId="269"/>
                <pc2:cmMk id="{5E3EDBC2-B3D5-493C-A1C8-D546F3999FC9}"/>
              </pc2:cmMkLst>
            </pc226:cmChg>
          </p:ext>
        </pc:extLst>
      </pc:sldChg>
      <pc:sldChg chg="addSp delSp modSp">
        <pc:chgData name="Cai, Jianing (jc2ry)" userId="S::jc2ry@virginia.edu::3eb8c475-cb9e-4e33-8bb6-1bbdb68e17e3" providerId="AD" clId="Web-{D2E4FE8A-A5B3-193A-D4D0-4B619A644FB9}" dt="2023-06-28T14:15:44.293" v="89"/>
        <pc:sldMkLst>
          <pc:docMk/>
          <pc:sldMk cId="3817464107" sldId="272"/>
        </pc:sldMkLst>
        <pc:spChg chg="add del mod">
          <ac:chgData name="Cai, Jianing (jc2ry)" userId="S::jc2ry@virginia.edu::3eb8c475-cb9e-4e33-8bb6-1bbdb68e17e3" providerId="AD" clId="Web-{D2E4FE8A-A5B3-193A-D4D0-4B619A644FB9}" dt="2023-06-28T14:15:42.011" v="88"/>
          <ac:spMkLst>
            <pc:docMk/>
            <pc:sldMk cId="3817464107" sldId="272"/>
            <ac:spMk id="4" creationId="{D90F32DB-017E-959D-CA02-05ACE4B3944E}"/>
          </ac:spMkLst>
        </pc:spChg>
        <pc:spChg chg="add mod">
          <ac:chgData name="Cai, Jianing (jc2ry)" userId="S::jc2ry@virginia.edu::3eb8c475-cb9e-4e33-8bb6-1bbdb68e17e3" providerId="AD" clId="Web-{D2E4FE8A-A5B3-193A-D4D0-4B619A644FB9}" dt="2023-06-28T14:15:44.293" v="89"/>
          <ac:spMkLst>
            <pc:docMk/>
            <pc:sldMk cId="3817464107" sldId="272"/>
            <ac:spMk id="13" creationId="{9EF0CFE4-BB64-B668-1C60-BE13CFFB865E}"/>
          </ac:spMkLst>
        </pc:spChg>
      </pc:sldChg>
      <pc:sldChg chg="addSp modSp">
        <pc:chgData name="Cai, Jianing (jc2ry)" userId="S::jc2ry@virginia.edu::3eb8c475-cb9e-4e33-8bb6-1bbdb68e17e3" providerId="AD" clId="Web-{D2E4FE8A-A5B3-193A-D4D0-4B619A644FB9}" dt="2023-06-28T14:15:47.090" v="90"/>
        <pc:sldMkLst>
          <pc:docMk/>
          <pc:sldMk cId="769416256" sldId="273"/>
        </pc:sldMkLst>
        <pc:spChg chg="add mod">
          <ac:chgData name="Cai, Jianing (jc2ry)" userId="S::jc2ry@virginia.edu::3eb8c475-cb9e-4e33-8bb6-1bbdb68e17e3" providerId="AD" clId="Web-{D2E4FE8A-A5B3-193A-D4D0-4B619A644FB9}" dt="2023-06-28T14:15:47.090" v="90"/>
          <ac:spMkLst>
            <pc:docMk/>
            <pc:sldMk cId="769416256" sldId="273"/>
            <ac:spMk id="8" creationId="{A5DFD6CB-BD0A-7364-C55F-F5E8E7D2FC4C}"/>
          </ac:spMkLst>
        </pc:spChg>
      </pc:sldChg>
      <pc:sldChg chg="addSp modSp">
        <pc:chgData name="Cai, Jianing (jc2ry)" userId="S::jc2ry@virginia.edu::3eb8c475-cb9e-4e33-8bb6-1bbdb68e17e3" providerId="AD" clId="Web-{D2E4FE8A-A5B3-193A-D4D0-4B619A644FB9}" dt="2023-06-28T17:20:13.775" v="353"/>
        <pc:sldMkLst>
          <pc:docMk/>
          <pc:sldMk cId="38110629" sldId="276"/>
        </pc:sldMkLst>
        <pc:spChg chg="mod">
          <ac:chgData name="Cai, Jianing (jc2ry)" userId="S::jc2ry@virginia.edu::3eb8c475-cb9e-4e33-8bb6-1bbdb68e17e3" providerId="AD" clId="Web-{D2E4FE8A-A5B3-193A-D4D0-4B619A644FB9}" dt="2023-06-28T17:16:15.861" v="338" actId="20577"/>
          <ac:spMkLst>
            <pc:docMk/>
            <pc:sldMk cId="38110629" sldId="276"/>
            <ac:spMk id="2" creationId="{00000000-0000-0000-0000-000000000000}"/>
          </ac:spMkLst>
        </pc:spChg>
        <pc:spChg chg="add mod ord">
          <ac:chgData name="Cai, Jianing (jc2ry)" userId="S::jc2ry@virginia.edu::3eb8c475-cb9e-4e33-8bb6-1bbdb68e17e3" providerId="AD" clId="Web-{D2E4FE8A-A5B3-193A-D4D0-4B619A644FB9}" dt="2023-06-28T17:20:13.775" v="353"/>
          <ac:spMkLst>
            <pc:docMk/>
            <pc:sldMk cId="38110629" sldId="276"/>
            <ac:spMk id="3" creationId="{3E8B52B0-D642-6301-9952-A626ECB1DE83}"/>
          </ac:spMkLst>
        </pc:spChg>
        <pc:spChg chg="ord">
          <ac:chgData name="Cai, Jianing (jc2ry)" userId="S::jc2ry@virginia.edu::3eb8c475-cb9e-4e33-8bb6-1bbdb68e17e3" providerId="AD" clId="Web-{D2E4FE8A-A5B3-193A-D4D0-4B619A644FB9}" dt="2023-06-28T17:16:04.189" v="336"/>
          <ac:spMkLst>
            <pc:docMk/>
            <pc:sldMk cId="38110629" sldId="276"/>
            <ac:spMk id="27" creationId="{A8908DB7-C3A6-4FCB-9820-CEE02B398C4A}"/>
          </ac:spMkLst>
        </pc:spChg>
      </pc:sldChg>
      <pc:sldChg chg="delSp modSp add ord replId">
        <pc:chgData name="Cai, Jianing (jc2ry)" userId="S::jc2ry@virginia.edu::3eb8c475-cb9e-4e33-8bb6-1bbdb68e17e3" providerId="AD" clId="Web-{D2E4FE8A-A5B3-193A-D4D0-4B619A644FB9}" dt="2023-06-28T14:27:00.158" v="254" actId="20577"/>
        <pc:sldMkLst>
          <pc:docMk/>
          <pc:sldMk cId="790253026" sldId="277"/>
        </pc:sldMkLst>
        <pc:spChg chg="mod">
          <ac:chgData name="Cai, Jianing (jc2ry)" userId="S::jc2ry@virginia.edu::3eb8c475-cb9e-4e33-8bb6-1bbdb68e17e3" providerId="AD" clId="Web-{D2E4FE8A-A5B3-193A-D4D0-4B619A644FB9}" dt="2023-06-28T14:17:10.952" v="98" actId="20577"/>
          <ac:spMkLst>
            <pc:docMk/>
            <pc:sldMk cId="790253026" sldId="277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D2E4FE8A-A5B3-193A-D4D0-4B619A644FB9}" dt="2023-06-28T14:27:00.158" v="254" actId="20577"/>
          <ac:spMkLst>
            <pc:docMk/>
            <pc:sldMk cId="790253026" sldId="277"/>
            <ac:spMk id="5" creationId="{4B57E253-96CE-9DF1-EE2E-32926DB2994D}"/>
          </ac:spMkLst>
        </pc:spChg>
        <pc:picChg chg="del">
          <ac:chgData name="Cai, Jianing (jc2ry)" userId="S::jc2ry@virginia.edu::3eb8c475-cb9e-4e33-8bb6-1bbdb68e17e3" providerId="AD" clId="Web-{D2E4FE8A-A5B3-193A-D4D0-4B619A644FB9}" dt="2023-06-28T14:17:16.170" v="99"/>
          <ac:picMkLst>
            <pc:docMk/>
            <pc:sldMk cId="790253026" sldId="277"/>
            <ac:picMk id="6" creationId="{C5936289-127C-88BB-4674-DBC8278AD369}"/>
          </ac:picMkLst>
        </pc:picChg>
      </pc:sldChg>
      <pc:sldChg chg="addSp delSp modSp add ord replId addAnim delAnim">
        <pc:chgData name="Cai, Jianing (jc2ry)" userId="S::jc2ry@virginia.edu::3eb8c475-cb9e-4e33-8bb6-1bbdb68e17e3" providerId="AD" clId="Web-{D2E4FE8A-A5B3-193A-D4D0-4B619A644FB9}" dt="2023-06-28T14:25:21.998" v="226"/>
        <pc:sldMkLst>
          <pc:docMk/>
          <pc:sldMk cId="927673754" sldId="278"/>
        </pc:sldMkLst>
        <pc:spChg chg="add mod">
          <ac:chgData name="Cai, Jianing (jc2ry)" userId="S::jc2ry@virginia.edu::3eb8c475-cb9e-4e33-8bb6-1bbdb68e17e3" providerId="AD" clId="Web-{D2E4FE8A-A5B3-193A-D4D0-4B619A644FB9}" dt="2023-06-28T14:25:14.170" v="225"/>
          <ac:spMkLst>
            <pc:docMk/>
            <pc:sldMk cId="927673754" sldId="278"/>
            <ac:spMk id="3" creationId="{479047FC-095A-B40E-F2E2-1DD6F08BFC02}"/>
          </ac:spMkLst>
        </pc:spChg>
        <pc:grpChg chg="del">
          <ac:chgData name="Cai, Jianing (jc2ry)" userId="S::jc2ry@virginia.edu::3eb8c475-cb9e-4e33-8bb6-1bbdb68e17e3" providerId="AD" clId="Web-{D2E4FE8A-A5B3-193A-D4D0-4B619A644FB9}" dt="2023-06-28T14:23:07.213" v="212"/>
          <ac:grpSpMkLst>
            <pc:docMk/>
            <pc:sldMk cId="927673754" sldId="278"/>
            <ac:grpSpMk id="11" creationId="{DFFCD109-DB24-3FB6-8B95-44F4E7833B86}"/>
          </ac:grpSpMkLst>
        </pc:grpChg>
      </pc:sldChg>
      <pc:sldChg chg="addSp delSp modSp add replId delAnim">
        <pc:chgData name="Cai, Jianing (jc2ry)" userId="S::jc2ry@virginia.edu::3eb8c475-cb9e-4e33-8bb6-1bbdb68e17e3" providerId="AD" clId="Web-{D2E4FE8A-A5B3-193A-D4D0-4B619A644FB9}" dt="2023-06-28T14:33:51.874" v="284" actId="14100"/>
        <pc:sldMkLst>
          <pc:docMk/>
          <pc:sldMk cId="911232868" sldId="279"/>
        </pc:sldMkLst>
        <pc:spChg chg="add mod">
          <ac:chgData name="Cai, Jianing (jc2ry)" userId="S::jc2ry@virginia.edu::3eb8c475-cb9e-4e33-8bb6-1bbdb68e17e3" providerId="AD" clId="Web-{D2E4FE8A-A5B3-193A-D4D0-4B619A644FB9}" dt="2023-06-28T14:33:51.874" v="284" actId="14100"/>
          <ac:spMkLst>
            <pc:docMk/>
            <pc:sldMk cId="911232868" sldId="279"/>
            <ac:spMk id="7" creationId="{19879055-D370-C087-57A5-5DC73F911C28}"/>
          </ac:spMkLst>
        </pc:spChg>
        <pc:grpChg chg="del">
          <ac:chgData name="Cai, Jianing (jc2ry)" userId="S::jc2ry@virginia.edu::3eb8c475-cb9e-4e33-8bb6-1bbdb68e17e3" providerId="AD" clId="Web-{D2E4FE8A-A5B3-193A-D4D0-4B619A644FB9}" dt="2023-06-28T14:33:18.467" v="279"/>
          <ac:grpSpMkLst>
            <pc:docMk/>
            <pc:sldMk cId="911232868" sldId="279"/>
            <ac:grpSpMk id="13" creationId="{F0195564-6AC3-9999-0A99-DC71E1FC4875}"/>
          </ac:grpSpMkLst>
        </pc:grpChg>
      </pc:sldChg>
    </pc:docChg>
  </pc:docChgLst>
  <pc:docChgLst>
    <pc:chgData name="Marijke van der Geer" userId="S::mvandergeer0853_sdsu.edu#ext#@myuva.onmicrosoft.com::292b19e6-28e4-4adb-9813-3fd544a69f93" providerId="AD" clId="Web-{A403D9E7-8FCB-4C7C-882E-C5817E9CB62F}"/>
    <pc:docChg chg="modSld">
      <pc:chgData name="Marijke van der Geer" userId="S::mvandergeer0853_sdsu.edu#ext#@myuva.onmicrosoft.com::292b19e6-28e4-4adb-9813-3fd544a69f93" providerId="AD" clId="Web-{A403D9E7-8FCB-4C7C-882E-C5817E9CB62F}" dt="2023-06-30T13:18:35.250" v="14" actId="20577"/>
      <pc:docMkLst>
        <pc:docMk/>
      </pc:docMkLst>
      <pc:sldChg chg="addSp delSp modSp">
        <pc:chgData name="Marijke van der Geer" userId="S::mvandergeer0853_sdsu.edu#ext#@myuva.onmicrosoft.com::292b19e6-28e4-4adb-9813-3fd544a69f93" providerId="AD" clId="Web-{A403D9E7-8FCB-4C7C-882E-C5817E9CB62F}" dt="2023-06-30T13:18:35.250" v="14" actId="20577"/>
        <pc:sldMkLst>
          <pc:docMk/>
          <pc:sldMk cId="2166316645" sldId="266"/>
        </pc:sldMkLst>
        <pc:spChg chg="mod">
          <ac:chgData name="Marijke van der Geer" userId="S::mvandergeer0853_sdsu.edu#ext#@myuva.onmicrosoft.com::292b19e6-28e4-4adb-9813-3fd544a69f93" providerId="AD" clId="Web-{A403D9E7-8FCB-4C7C-882E-C5817E9CB62F}" dt="2023-06-30T13:18:35.250" v="14" actId="20577"/>
          <ac:spMkLst>
            <pc:docMk/>
            <pc:sldMk cId="2166316645" sldId="266"/>
            <ac:spMk id="4" creationId="{DEF4D6CE-2411-C719-C2C7-E44B57309159}"/>
          </ac:spMkLst>
        </pc:spChg>
        <pc:picChg chg="add mod">
          <ac:chgData name="Marijke van der Geer" userId="S::mvandergeer0853_sdsu.edu#ext#@myuva.onmicrosoft.com::292b19e6-28e4-4adb-9813-3fd544a69f93" providerId="AD" clId="Web-{A403D9E7-8FCB-4C7C-882E-C5817E9CB62F}" dt="2023-06-30T13:18:17.140" v="10" actId="14100"/>
          <ac:picMkLst>
            <pc:docMk/>
            <pc:sldMk cId="2166316645" sldId="266"/>
            <ac:picMk id="3" creationId="{27511B66-324E-53F8-4DC4-7B0EDB144024}"/>
          </ac:picMkLst>
        </pc:picChg>
        <pc:picChg chg="del mod">
          <ac:chgData name="Marijke van der Geer" userId="S::mvandergeer0853_sdsu.edu#ext#@myuva.onmicrosoft.com::292b19e6-28e4-4adb-9813-3fd544a69f93" providerId="AD" clId="Web-{A403D9E7-8FCB-4C7C-882E-C5817E9CB62F}" dt="2023-06-30T13:18:18.999" v="11"/>
          <ac:picMkLst>
            <pc:docMk/>
            <pc:sldMk cId="2166316645" sldId="266"/>
            <ac:picMk id="20" creationId="{69888CFC-3ED9-2873-F185-AD9BDF964FF4}"/>
          </ac:picMkLst>
        </pc:picChg>
      </pc:sldChg>
    </pc:docChg>
  </pc:docChgLst>
  <pc:docChgLst>
    <pc:chgData name="Cai, Jianing (jc2ry)" userId="S::jc2ry@virginia.edu::3eb8c475-cb9e-4e33-8bb6-1bbdb68e17e3" providerId="AD" clId="Web-{9E96CEE4-C268-9861-E48B-2C68D3A18ADF}"/>
    <pc:docChg chg="addSld modSld">
      <pc:chgData name="Cai, Jianing (jc2ry)" userId="S::jc2ry@virginia.edu::3eb8c475-cb9e-4e33-8bb6-1bbdb68e17e3" providerId="AD" clId="Web-{9E96CEE4-C268-9861-E48B-2C68D3A18ADF}" dt="2023-07-09T21:09:48.907" v="132" actId="14100"/>
      <pc:docMkLst>
        <pc:docMk/>
      </pc:docMkLst>
      <pc:sldChg chg="modSp modCm">
        <pc:chgData name="Cai, Jianing (jc2ry)" userId="S::jc2ry@virginia.edu::3eb8c475-cb9e-4e33-8bb6-1bbdb68e17e3" providerId="AD" clId="Web-{9E96CEE4-C268-9861-E48B-2C68D3A18ADF}" dt="2023-07-09T21:07:00.058" v="117" actId="20577"/>
        <pc:sldMkLst>
          <pc:docMk/>
          <pc:sldMk cId="572620340" sldId="275"/>
        </pc:sldMkLst>
        <pc:spChg chg="mod">
          <ac:chgData name="Cai, Jianing (jc2ry)" userId="S::jc2ry@virginia.edu::3eb8c475-cb9e-4e33-8bb6-1bbdb68e17e3" providerId="AD" clId="Web-{9E96CEE4-C268-9861-E48B-2C68D3A18ADF}" dt="2023-07-09T21:07:00.058" v="117" actId="20577"/>
          <ac:spMkLst>
            <pc:docMk/>
            <pc:sldMk cId="572620340" sldId="275"/>
            <ac:spMk id="3" creationId="{6FE17A82-D01D-08B2-DC00-7957DD2D163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Cai, Jianing (jc2ry)" userId="S::jc2ry@virginia.edu::3eb8c475-cb9e-4e33-8bb6-1bbdb68e17e3" providerId="AD" clId="Web-{9E96CEE4-C268-9861-E48B-2C68D3A18ADF}" dt="2023-07-09T21:06:54.026" v="113" actId="20577"/>
              <pc2:cmMkLst xmlns:pc2="http://schemas.microsoft.com/office/powerpoint/2019/9/main/command">
                <pc:docMk/>
                <pc:sldMk cId="572620340" sldId="275"/>
                <pc2:cmMk id="{9AB4A45D-0EB4-40FE-9C50-F36C0BF272DA}"/>
              </pc2:cmMkLst>
            </pc226:cmChg>
          </p:ext>
        </pc:extLst>
      </pc:sldChg>
      <pc:sldChg chg="modSp">
        <pc:chgData name="Cai, Jianing (jc2ry)" userId="S::jc2ry@virginia.edu::3eb8c475-cb9e-4e33-8bb6-1bbdb68e17e3" providerId="AD" clId="Web-{9E96CEE4-C268-9861-E48B-2C68D3A18ADF}" dt="2023-07-09T21:06:37.213" v="100" actId="20577"/>
        <pc:sldMkLst>
          <pc:docMk/>
          <pc:sldMk cId="1416731161" sldId="289"/>
        </pc:sldMkLst>
        <pc:spChg chg="mod">
          <ac:chgData name="Cai, Jianing (jc2ry)" userId="S::jc2ry@virginia.edu::3eb8c475-cb9e-4e33-8bb6-1bbdb68e17e3" providerId="AD" clId="Web-{9E96CEE4-C268-9861-E48B-2C68D3A18ADF}" dt="2023-07-09T21:06:37.213" v="100" actId="20577"/>
          <ac:spMkLst>
            <pc:docMk/>
            <pc:sldMk cId="1416731161" sldId="289"/>
            <ac:spMk id="5" creationId="{4B57E253-96CE-9DF1-EE2E-32926DB2994D}"/>
          </ac:spMkLst>
        </pc:spChg>
      </pc:sldChg>
      <pc:sldChg chg="modSp add replId">
        <pc:chgData name="Cai, Jianing (jc2ry)" userId="S::jc2ry@virginia.edu::3eb8c475-cb9e-4e33-8bb6-1bbdb68e17e3" providerId="AD" clId="Web-{9E96CEE4-C268-9861-E48B-2C68D3A18ADF}" dt="2023-07-09T21:06:12.619" v="88" actId="20577"/>
        <pc:sldMkLst>
          <pc:docMk/>
          <pc:sldMk cId="794762532" sldId="290"/>
        </pc:sldMkLst>
        <pc:spChg chg="mod">
          <ac:chgData name="Cai, Jianing (jc2ry)" userId="S::jc2ry@virginia.edu::3eb8c475-cb9e-4e33-8bb6-1bbdb68e17e3" providerId="AD" clId="Web-{9E96CEE4-C268-9861-E48B-2C68D3A18ADF}" dt="2023-07-09T21:03:10.848" v="43" actId="20577"/>
          <ac:spMkLst>
            <pc:docMk/>
            <pc:sldMk cId="794762532" sldId="290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9E96CEE4-C268-9861-E48B-2C68D3A18ADF}" dt="2023-07-09T21:06:12.619" v="88" actId="20577"/>
          <ac:spMkLst>
            <pc:docMk/>
            <pc:sldMk cId="794762532" sldId="290"/>
            <ac:spMk id="5" creationId="{4B57E253-96CE-9DF1-EE2E-32926DB2994D}"/>
          </ac:spMkLst>
        </pc:spChg>
      </pc:sldChg>
      <pc:sldChg chg="addSp delSp modSp add replId">
        <pc:chgData name="Cai, Jianing (jc2ry)" userId="S::jc2ry@virginia.edu::3eb8c475-cb9e-4e33-8bb6-1bbdb68e17e3" providerId="AD" clId="Web-{9E96CEE4-C268-9861-E48B-2C68D3A18ADF}" dt="2023-07-09T21:09:48.907" v="132" actId="14100"/>
        <pc:sldMkLst>
          <pc:docMk/>
          <pc:sldMk cId="2836740793" sldId="291"/>
        </pc:sldMkLst>
        <pc:spChg chg="del mod">
          <ac:chgData name="Cai, Jianing (jc2ry)" userId="S::jc2ry@virginia.edu::3eb8c475-cb9e-4e33-8bb6-1bbdb68e17e3" providerId="AD" clId="Web-{9E96CEE4-C268-9861-E48B-2C68D3A18ADF}" dt="2023-07-09T21:09:42.797" v="130"/>
          <ac:spMkLst>
            <pc:docMk/>
            <pc:sldMk cId="2836740793" sldId="291"/>
            <ac:spMk id="2" creationId="{6CCD9D79-B581-B58D-0354-9E6BFA3CC488}"/>
          </ac:spMkLst>
        </pc:spChg>
        <pc:spChg chg="del">
          <ac:chgData name="Cai, Jianing (jc2ry)" userId="S::jc2ry@virginia.edu::3eb8c475-cb9e-4e33-8bb6-1bbdb68e17e3" providerId="AD" clId="Web-{9E96CEE4-C268-9861-E48B-2C68D3A18ADF}" dt="2023-07-09T21:09:06.015" v="120"/>
          <ac:spMkLst>
            <pc:docMk/>
            <pc:sldMk cId="2836740793" sldId="291"/>
            <ac:spMk id="5" creationId="{4B57E253-96CE-9DF1-EE2E-32926DB2994D}"/>
          </ac:spMkLst>
        </pc:spChg>
        <pc:spChg chg="add del mod">
          <ac:chgData name="Cai, Jianing (jc2ry)" userId="S::jc2ry@virginia.edu::3eb8c475-cb9e-4e33-8bb6-1bbdb68e17e3" providerId="AD" clId="Web-{9E96CEE4-C268-9861-E48B-2C68D3A18ADF}" dt="2023-07-09T21:09:46.266" v="131"/>
          <ac:spMkLst>
            <pc:docMk/>
            <pc:sldMk cId="2836740793" sldId="291"/>
            <ac:spMk id="6" creationId="{1A4E1E91-818A-0459-0C60-D72A5A2AEBFE}"/>
          </ac:spMkLst>
        </pc:spChg>
        <pc:picChg chg="add mod">
          <ac:chgData name="Cai, Jianing (jc2ry)" userId="S::jc2ry@virginia.edu::3eb8c475-cb9e-4e33-8bb6-1bbdb68e17e3" providerId="AD" clId="Web-{9E96CEE4-C268-9861-E48B-2C68D3A18ADF}" dt="2023-07-09T21:09:48.907" v="132" actId="14100"/>
          <ac:picMkLst>
            <pc:docMk/>
            <pc:sldMk cId="2836740793" sldId="291"/>
            <ac:picMk id="3" creationId="{97248ECA-64FA-9ED0-845E-C61BCF865F23}"/>
          </ac:picMkLst>
        </pc:picChg>
      </pc:sldChg>
    </pc:docChg>
  </pc:docChgLst>
</pc:chgInfo>
</file>

<file path=ppt/comments/modernComment_10D_DC3F58D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E3EDBC2-B3D5-493C-A1C8-D546F3999FC9}" authorId="{CD4EF0DB-C735-C4BF-F096-77EDD07D4ED8}" status="resolved" created="2023-06-27T20:50:40.919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695139038" sldId="269"/>
      <ac:spMk id="20" creationId="{3080B752-8274-FF2A-7BC4-94A57846978A}"/>
      <ac:txMk cp="293">
        <ac:context len="301" hash="2309205177"/>
      </ac:txMk>
    </ac:txMkLst>
    <p188:pos x="4682970" y="2086252"/>
    <p188:replyLst>
      <p188:reply id="{A75469C0-C718-4CE0-A6F7-CECC5E7C5CA9}" authorId="{45E56AA4-AF93-74AD-2EAB-1A942D67DCEE}" created="2023-06-28T13:45:25.083">
        <p188:txBody>
          <a:bodyPr/>
          <a:lstStyle/>
          <a:p>
            <a:r>
              <a:rPr lang="en-US"/>
              <a:t>I also think they can be combined, and yes I think we should define web scraping here</a:t>
            </a:r>
          </a:p>
        </p188:txBody>
      </p188:reply>
    </p188:replyLst>
    <p188:txBody>
      <a:bodyPr/>
      <a:lstStyle/>
      <a:p>
        <a:r>
          <a:rPr lang="en-US"/>
          <a:t>Do you think we should make 'assessment of State Data Center' a separate approach or under the web scraping one? Cause during today's presentation I felt like they can be combined together
We might also need to add a definition of web scarping here</a:t>
        </a:r>
      </a:p>
    </p188:txBody>
  </p188:cm>
</p188:cmLst>
</file>

<file path=ppt/comments/modernComment_113_22217E3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F7454C1-3019-4FFC-A5B0-B6802E4D8BD8}" authorId="{CD4EF0DB-C735-C4BF-F096-77EDD07D4ED8}" created="2023-07-10T14:35:42.419">
    <pc:sldMkLst xmlns:pc="http://schemas.microsoft.com/office/powerpoint/2013/main/command">
      <pc:docMk/>
      <pc:sldMk cId="572620340" sldId="275"/>
    </pc:sldMkLst>
    <p188:txBody>
      <a:bodyPr/>
      <a:lstStyle/>
      <a:p>
        <a:r>
          <a:rPr lang="en-US"/>
          <a:t>send out emails and see if there are responses, if so, put a new slide between slide 25 and "next step"</a:t>
        </a:r>
      </a:p>
    </p188:txBody>
  </p188:cm>
</p188:cmLst>
</file>

<file path=ppt/comments/modernComment_122_2F5F1D2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3BBB4BB-0904-4373-9BDC-48175426D6F9}" authorId="{CD4EF0DB-C735-C4BF-F096-77EDD07D4ED8}" created="2023-07-10T14:32:11.52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94762532" sldId="290"/>
      <ac:spMk id="5" creationId="{4B57E253-96CE-9DF1-EE2E-32926DB2994D}"/>
      <ac:txMk cp="209" len="11">
        <ac:context len="263" hash="3706813530"/>
      </ac:txMk>
    </ac:txMkLst>
    <p188:pos x="2120746" y="3148987"/>
    <p188:txBody>
      <a:bodyPr/>
      <a:lstStyle/>
      <a:p>
        <a:r>
          <a:rPr lang="en-US"/>
          <a:t>word cloud? text mining? topic modeling?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8:35:48.0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17597 6156 16383 0 0,'7'0'0'0'0,"32"0"0"0"0,70 0 0 0 0,95 0 0 0 0,87 0 0 0 0,53 0 0 0 0,29 0 0 0 0,15 0 0 0 0,-16 0 0 0 0,-35 0 0 0 0,-44 0 0 0 0,-47 0 0 0 0,-46 0 0 0 0,-33 0 0 0 0,-19 0 0 0 0,-4 0 0 0 0,2 0 0 0 0,2 0 0 0 0,1 0 0 0 0,11 0 0 0 0,22 0 0 0 0,36 0 0 0 0,32 0 0 0 0,15 0 0 0 0,1 0 0 0 0,-17 0 0 0 0,-23 0 0 0 0,-27 0 0 0 0,-22 0 0 0 0,-14 0 0 0 0,-7 0 0 0 0,-4 0 0 0 0,-9 0 0 0 0,-9 0 0 0 0,-6 0 0 0 0,-6 0 0 0 0,-5 0 0 0 0,-10 0 0 0 0,-16 0 0 0 0,-19 0 0 0 0,-17 0 0 0 0,-18 0 0 0 0,-15 0 0 0 0,-10 0 0 0 0,-6 0 0 0 0,4 0 0 0 0,18 0 0 0 0,23 0 0 0 0,46 0 0 0 0,25 0 0 0 0,2 0 0 0 0,-14 0 0 0 0,-19 0 0 0 0,-21 0 0 0 0,-11 0 0 0 0,-1 0 0 0 0,-1 0 0 0 0,-4 0 0 0 0,-4 0 0 0 0,-11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8:35:48.0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17571 8588 16383 0 0,'1'0'0'0'0,"5"0"0"0"0,19 0 0 0 0,55 0 0 0 0,96 0 0 0 0,106 0 0 0 0,97 0 0 0 0,69 0 0 0 0,31 0 0 0 0,-5 0 0 0 0,-36 0 0 0 0,-51 0 0 0 0,-51 0 0 0 0,-42 0 0 0 0,-42 0 0 0 0,-44 0 0 0 0,-40 0 0 0 0,-30 0 0 0 0,-18 0 0 0 0,-6 0 0 0 0,2 0 0 0 0,2 0 0 0 0,1 0 0 0 0,-1 0 0 0 0,-2 0 0 0 0,-3 0 0 0 0,-3 0 0 0 0,-6 0 0 0 0,-6 0 0 0 0,-4 0 0 0 0,0 0 0 0 0,4 0 0 0 0,9 0 0 0 0,4 0 0 0 0,-2 0 0 0 0,-10 0 0 0 0,-16 0 0 0 0,-19 0 0 0 0,-19 0 0 0 0,-15 0 0 0 0,-2 0 0 0 0,12 0 0 0 0,14 0 0 0 0,8 0 0 0 0,-2 0 0 0 0,-5 0 0 0 0,5 0 0 0 0,4 0 0 0 0,-2 0 0 0 0,-6 0 0 0 0,-10 0 0 0 0,-14 0 0 0 0,-11 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8:35:48.0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17545 9948 16383 0 0,'1'0'0'0'0,"9"0"0"0"0,33 0 0 0 0,56 0 0 0 0,89 0 0 0 0,100 0 0 0 0,89 0 0 0 0,77 0 0 0 0,53 0 0 0 0,12 0 0 0 0,-32 0 0 0 0,-53 0 0 0 0,-66 0 0 0 0,-64 0 0 0 0,-55 0 0 0 0,-36 0 0 0 0,-15 0 0 0 0,-7 0 0 0 0,0 0 0 0 0,4 0 0 0 0,9 0 0 0 0,8 0 0 0 0,3 0 0 0 0,1 0 0 0 0,-9 0 0 0 0,-18 0 0 0 0,-25 0 0 0 0,-24 0 0 0 0,-11 0 0 0 0,0 0 0 0 0,10 0 0 0 0,14 0 0 0 0,8 0 0 0 0,-3 0 0 0 0,-11 0 0 0 0,-12 0 0 0 0,-10 0 0 0 0,-5 0 0 0 0,-3 0 0 0 0,-5 0 0 0 0,-10 0 0 0 0,-11 0 0 0 0,-12 0 0 0 0,-7 0 0 0 0,-2 0 0 0 0,0 0 0 0 0,-1 0 0 0 0,-3 0 0 0 0,-8 0 0 0 0,-10 0 0 0 0,-12 0 0 0 0,-11 0 0 0 0,-10 0 0 0 0,-2 0 0 0 0,8 0 0 0 0,21 0 0 0 0,26 0 0 0 0,20 0 0 0 0,8 0 0 0 0,-5 0 0 0 0,-11 0 0 0 0,-19 0 0 0 0,-19 0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8:35:48.0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17572 11869 16383 0 0,'1'0'0'0'0,"13"0"0"0"0,42 0 0 0 0,65 0 0 0 0,82 0 0 0 0,84 0 0 0 0,69 0 0 0 0,49 0 0 0 0,31 0 0 0 0,12 0 0 0 0,-16 0 0 0 0,-36 0 0 0 0,-52 0 0 0 0,-49 0 0 0 0,-36 0 0 0 0,-30 0 0 0 0,-26 0 0 0 0,-21 0 0 0 0,-28 0 0 0 0,-33 0 0 0 0,-35 0 0 0 0,-25 0 0 0 0,-12 0 0 0 0,11 0 0 0 0,33 0 0 0 0,48 0 0 0 0,44 0 0 0 0,29 0 0 0 0,11 0 0 0 0,-7 0 0 0 0,-19 0 0 0 0,-24 0 0 0 0,-22 0 0 0 0,-16 0 0 0 0,-8 0 0 0 0,-4 0 0 0 0,-4 0 0 0 0,-7 0 0 0 0,-11 0 0 0 0,-10 0 0 0 0,-7 0 0 0 0,-5 0 0 0 0,3 0 0 0 0,2 0 0 0 0,0 0 0 0 0,-1 0 0 0 0,-1 0 0 0 0,0 0 0 0 0,4 0 0 0 0,8 0 0 0 0,8 0 0 0 0,-1 0 0 0 0,-8 0 0 0 0,-15 0 0 0 0,-19 0 0 0 0,-17 0 0 0 0,-16 0 0 0 0,-12 0 0 0 0,-8 0 0 0 0,2 0 0 0 0,15 0 0 0 0,21 0 0 0 0,17 0 0 0 0,5 0 0 0 0,-2 0 0 0 0,-12 0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28194E-AAAB-4AEB-8852-5AF3EC0427A9}" type="datetimeFigureOut">
              <a:t>7/12/2023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C443B4-6B42-402E-83E9-67C0C788C77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975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7714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758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59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3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383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160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1844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9119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675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7039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8796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mall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712022" y="839450"/>
            <a:ext cx="8767956" cy="4377128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Drag image here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603294" y="5627124"/>
            <a:ext cx="2682240" cy="23343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1pPr>
            <a:lvl2pPr marL="4572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2pPr>
            <a:lvl3pPr marL="9144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3pPr>
            <a:lvl4pPr marL="13716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4pPr>
            <a:lvl5pPr marL="18288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5pPr>
          </a:lstStyle>
          <a:p>
            <a:pPr lvl="0"/>
            <a:r>
              <a:rPr lang="en-US"/>
              <a:t>Title for image</a:t>
            </a:r>
          </a:p>
          <a:p>
            <a:pPr lvl="0"/>
            <a:endParaRPr lang="en-US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1603294" y="5899509"/>
            <a:ext cx="8876684" cy="52567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cap="none" baseline="0">
                <a:solidFill>
                  <a:srgbClr val="222C4B"/>
                </a:solidFill>
                <a:latin typeface="ITC Franklin Gothic Std Book" charset="0"/>
                <a:ea typeface="ITC Franklin Gothic Std Book" charset="0"/>
                <a:cs typeface="ITC Franklin Gothic Std Book" charset="0"/>
              </a:defRPr>
            </a:lvl1pPr>
            <a:lvl2pPr marL="4572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2pPr>
            <a:lvl3pPr marL="9144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3pPr>
            <a:lvl4pPr marL="13716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4pPr>
            <a:lvl5pPr marL="18288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5pPr>
          </a:lstStyle>
          <a:p>
            <a:pPr lvl="0"/>
            <a:r>
              <a:rPr lang="en-US"/>
              <a:t>Subtitle and Description for Image </a:t>
            </a:r>
          </a:p>
        </p:txBody>
      </p:sp>
    </p:spTree>
    <p:extLst>
      <p:ext uri="{BB962C8B-B14F-4D97-AF65-F5344CB8AC3E}">
        <p14:creationId xmlns:p14="http://schemas.microsoft.com/office/powerpoint/2010/main" val="23939699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026" y="252389"/>
            <a:ext cx="10972800" cy="1143000"/>
          </a:xfrm>
        </p:spPr>
        <p:txBody>
          <a:bodyPr/>
          <a:lstStyle>
            <a:lvl1pPr algn="ctr">
              <a:defRPr sz="4400" b="1">
                <a:solidFill>
                  <a:srgbClr val="E46C0A"/>
                </a:solidFill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853FCE9-8599-DA41-AEED-15B5184A0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139" y="1260721"/>
            <a:ext cx="10434577" cy="44224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ITC Franklin Gothic Std Book" panose="020B0504030503020204" pitchFamily="34" charset="0"/>
              </a:defRPr>
            </a:lvl1pPr>
            <a:lvl2pPr>
              <a:defRPr sz="2800">
                <a:latin typeface="ITC Franklin Gothic Std Book" panose="020B0504030503020204" pitchFamily="34" charset="0"/>
              </a:defRPr>
            </a:lvl2pPr>
            <a:lvl3pPr>
              <a:defRPr sz="2400">
                <a:latin typeface="ITC Franklin Gothic Std Book" panose="020B0504030503020204" pitchFamily="34" charset="0"/>
              </a:defRPr>
            </a:lvl3pPr>
            <a:lvl4pPr>
              <a:defRPr sz="2000">
                <a:latin typeface="ITC Franklin Gothic Std Book" panose="020B0504030503020204" pitchFamily="34" charset="0"/>
              </a:defRPr>
            </a:lvl4pPr>
            <a:lvl5pPr>
              <a:defRPr sz="2000">
                <a:latin typeface="ITC Franklin Gothic Std Book" panose="020B05040305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4903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3: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5293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884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56" r:id="rId6"/>
    <p:sldLayoutId id="2147483752" r:id="rId7"/>
    <p:sldLayoutId id="2147483753" r:id="rId8"/>
    <p:sldLayoutId id="2147483754" r:id="rId9"/>
    <p:sldLayoutId id="2147483755" r:id="rId10"/>
    <p:sldLayoutId id="21474837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0444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9" r:id="rId2"/>
    <p:sldLayoutId id="21474837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D_DC3F58DE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22_2F5F1D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13_22217E3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8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A8523B-A73F-69A8-76AD-D4A2DB30BB3B}"/>
              </a:ext>
            </a:extLst>
          </p:cNvPr>
          <p:cNvSpPr/>
          <p:nvPr/>
        </p:nvSpPr>
        <p:spPr>
          <a:xfrm>
            <a:off x="-2475" y="-2475"/>
            <a:ext cx="4586243" cy="6729814"/>
          </a:xfrm>
          <a:prstGeom prst="rect">
            <a:avLst/>
          </a:prstGeom>
          <a:solidFill>
            <a:srgbClr val="1D3259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0218" y="635007"/>
            <a:ext cx="3588543" cy="55889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200" b="1">
                <a:solidFill>
                  <a:schemeClr val="bg1"/>
                </a:solidFill>
                <a:ea typeface="+mj-lt"/>
                <a:cs typeface="+mj-lt"/>
              </a:rPr>
              <a:t>Census: </a:t>
            </a:r>
            <a:br>
              <a:rPr lang="en-US" sz="4200" b="1">
                <a:ea typeface="+mj-lt"/>
                <a:cs typeface="+mj-lt"/>
              </a:rPr>
            </a:br>
            <a:r>
              <a:rPr lang="en-US" sz="4200" b="1">
                <a:solidFill>
                  <a:schemeClr val="bg1"/>
                </a:solidFill>
                <a:ea typeface="+mj-lt"/>
                <a:cs typeface="+mj-lt"/>
              </a:rPr>
              <a:t>State Data Use and Needs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8849813-2D6A-8A27-50F6-D231152C8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706" y="4938810"/>
            <a:ext cx="6061362" cy="128706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90693" y="732639"/>
            <a:ext cx="7127247" cy="371182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ea typeface="+mn-lt"/>
                <a:cs typeface="+mn-lt"/>
              </a:rPr>
              <a:t>Marijke van der Geer, </a:t>
            </a:r>
            <a:r>
              <a:rPr lang="en-US" err="1">
                <a:ea typeface="+mn-lt"/>
                <a:cs typeface="+mn-lt"/>
              </a:rPr>
              <a:t>Jianing</a:t>
            </a:r>
            <a:r>
              <a:rPr lang="en-US">
                <a:ea typeface="+mn-lt"/>
                <a:cs typeface="+mn-lt"/>
              </a:rPr>
              <a:t> Cai,</a:t>
            </a:r>
            <a:endParaRPr lang="en-US"/>
          </a:p>
          <a:p>
            <a:r>
              <a:rPr lang="en-US" i="1"/>
              <a:t>Data Science for the Public Good (DSPG) Interns</a:t>
            </a:r>
            <a:endParaRPr lang="en-US" i="1">
              <a:cs typeface="Calibri"/>
            </a:endParaRPr>
          </a:p>
          <a:p>
            <a:r>
              <a:rPr lang="en-US"/>
              <a:t>Stephanie Shipp and Vicki Lancaster, </a:t>
            </a:r>
            <a:r>
              <a:rPr lang="en-US" i="1"/>
              <a:t>DSPG Team Leads</a:t>
            </a:r>
            <a:endParaRPr lang="en-US" i="1">
              <a:cs typeface="Calibri"/>
            </a:endParaRPr>
          </a:p>
          <a:p>
            <a:r>
              <a:rPr lang="en-US"/>
              <a:t>Social and Decision Analytics Division</a:t>
            </a:r>
            <a:endParaRPr lang="en-US">
              <a:cs typeface="Calibri"/>
            </a:endParaRPr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US Census Bureau, Project Sponsor</a:t>
            </a:r>
            <a:endParaRPr lang="en-US"/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Mid-Term Presentation </a:t>
            </a:r>
          </a:p>
          <a:p>
            <a:r>
              <a:rPr lang="en-US">
                <a:ea typeface="+mn-lt"/>
                <a:cs typeface="+mn-lt"/>
              </a:rPr>
              <a:t>30 June 2023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F1B38-9768-127B-EA7F-A70E2383E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7686" y="6217771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76905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ea typeface="Calibri Light"/>
                <a:cs typeface="Calibri Light"/>
              </a:rPr>
              <a:t>Project Team</a:t>
            </a:r>
            <a:endParaRPr lang="en-US"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sz="2000">
                <a:ea typeface="+mn-lt"/>
                <a:cs typeface="+mn-lt"/>
              </a:rPr>
              <a:t>DSPG, University of Virginia, Biocomplexity Institute, Social and Decision Analytics</a:t>
            </a:r>
          </a:p>
          <a:p>
            <a:pPr>
              <a:lnSpc>
                <a:spcPct val="100000"/>
              </a:lnSpc>
            </a:pPr>
            <a:r>
              <a:rPr lang="en-US" sz="2000">
                <a:latin typeface="Arial"/>
                <a:ea typeface="+mn-lt"/>
                <a:cs typeface="Arial"/>
              </a:rPr>
              <a:t>Marijke van der Geer, Fourth Year @ SDSU (Stats &amp; DS)</a:t>
            </a:r>
          </a:p>
          <a:p>
            <a:pPr>
              <a:lnSpc>
                <a:spcPct val="100000"/>
              </a:lnSpc>
            </a:pPr>
            <a:r>
              <a:rPr lang="en-US" sz="2000" err="1">
                <a:latin typeface="Arial"/>
                <a:ea typeface="+mn-lt"/>
                <a:cs typeface="Arial"/>
              </a:rPr>
              <a:t>Jianing</a:t>
            </a:r>
            <a:r>
              <a:rPr lang="en-US" sz="2000">
                <a:latin typeface="Arial"/>
                <a:ea typeface="+mn-lt"/>
                <a:cs typeface="Arial"/>
              </a:rPr>
              <a:t> Cai, Fourth Year @ UVA (CS &amp; Math)</a:t>
            </a:r>
          </a:p>
          <a:p>
            <a:pPr>
              <a:lnSpc>
                <a:spcPct val="100000"/>
              </a:lnSpc>
            </a:pPr>
            <a:endParaRPr lang="en-US" sz="2000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sz="2000">
                <a:latin typeface="Arial"/>
                <a:ea typeface="+mn-lt"/>
                <a:cs typeface="+mn-lt"/>
              </a:rPr>
              <a:t>University of Virginia, Biocomplexity Institute, Social and Decision Analytics</a:t>
            </a:r>
          </a:p>
          <a:p>
            <a:pPr>
              <a:lnSpc>
                <a:spcPct val="100000"/>
              </a:lnSpc>
            </a:pPr>
            <a:r>
              <a:rPr lang="en-US" sz="2000">
                <a:latin typeface="Arial"/>
                <a:ea typeface="+mn-lt"/>
                <a:cs typeface="Arial"/>
              </a:rPr>
              <a:t>Stephanie Schipp, Acting Director &amp; Professor</a:t>
            </a:r>
          </a:p>
          <a:p>
            <a:pPr>
              <a:lnSpc>
                <a:spcPct val="100000"/>
              </a:lnSpc>
            </a:pPr>
            <a:r>
              <a:rPr lang="en-US" sz="2000">
                <a:latin typeface="Arial"/>
                <a:ea typeface="+mn-lt"/>
                <a:cs typeface="Arial"/>
              </a:rPr>
              <a:t>Vicki Lancaster, Principal Scientist</a:t>
            </a:r>
          </a:p>
          <a:p>
            <a:pPr>
              <a:lnSpc>
                <a:spcPct val="100000"/>
              </a:lnSpc>
            </a:pPr>
            <a:r>
              <a:rPr lang="en-US" sz="2000">
                <a:latin typeface="Arial"/>
                <a:ea typeface="+mn-lt"/>
                <a:cs typeface="Arial"/>
              </a:rPr>
              <a:t>Neil </a:t>
            </a:r>
            <a:r>
              <a:rPr lang="en-US" sz="2000" err="1">
                <a:latin typeface="Arial"/>
                <a:ea typeface="+mn-lt"/>
                <a:cs typeface="Arial"/>
              </a:rPr>
              <a:t>Kattampallil</a:t>
            </a:r>
            <a:r>
              <a:rPr lang="en-US" sz="2000">
                <a:latin typeface="Arial"/>
                <a:ea typeface="+mn-lt"/>
                <a:cs typeface="Arial"/>
              </a:rPr>
              <a:t>, Research Scientist</a:t>
            </a:r>
          </a:p>
          <a:p>
            <a:pPr>
              <a:lnSpc>
                <a:spcPct val="100000"/>
              </a:lnSpc>
            </a:pPr>
            <a:r>
              <a:rPr lang="en-US" sz="2000">
                <a:latin typeface="Arial"/>
                <a:ea typeface="+mn-lt"/>
                <a:cs typeface="Arial"/>
              </a:rPr>
              <a:t>Treena Goswami, Postdoc Researcher</a:t>
            </a:r>
          </a:p>
          <a:p>
            <a:pPr>
              <a:lnSpc>
                <a:spcPct val="100000"/>
              </a:lnSpc>
            </a:pPr>
            <a:endParaRPr lang="en-US" sz="2000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sz="2000">
                <a:ea typeface="+mn-lt"/>
                <a:cs typeface="+mn-lt"/>
              </a:rPr>
              <a:t>This project has been sponsored by the U.S. Census Bureau</a:t>
            </a:r>
          </a:p>
          <a:p>
            <a:endParaRPr lang="en-US">
              <a:ea typeface="+mn-lt"/>
              <a:cs typeface="+mn-lt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2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15014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Project Goals</a:t>
            </a:r>
            <a:endParaRPr lang="en-US"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Curated Data Enterprise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To identify how state governments use data and to identify what those data sources(</a:t>
            </a:r>
            <a:r>
              <a:rPr lang="en-US">
                <a:latin typeface="Calibri"/>
                <a:ea typeface="+mn-lt"/>
                <a:cs typeface="Times New Roman"/>
              </a:rPr>
              <a:t>census and other data sources)</a:t>
            </a:r>
            <a:r>
              <a:rPr lang="en-US">
                <a:ea typeface="+mn-lt"/>
                <a:cs typeface="+mn-lt"/>
              </a:rPr>
              <a:t> are. </a:t>
            </a:r>
          </a:p>
          <a:p>
            <a:pPr lvl="1"/>
            <a:r>
              <a:rPr lang="en-US">
                <a:ea typeface="+mn-lt"/>
                <a:cs typeface="+mn-lt"/>
              </a:rPr>
              <a:t>Doing this through our data discovery process and as requested by Census a review of State Data Centers. </a:t>
            </a:r>
            <a:endParaRPr lang="en-US"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The Census Bureau will use our findings to better address state government data needs and create a tool to facilitate users accessing data 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3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24941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Project Steps</a:t>
            </a:r>
            <a:endParaRPr lang="en-US" b="1"/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981"/>
            <a:ext cx="10515600" cy="456498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>
                <a:latin typeface="Arial"/>
                <a:cs typeface="Arial"/>
              </a:rPr>
              <a:t>Step 1: Identify data needs in State Constitutions</a:t>
            </a: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Does the constitution mention the use of data?</a:t>
            </a: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What kind of data would be helpful in assisting the state?</a:t>
            </a:r>
          </a:p>
          <a:p>
            <a:pPr lvl="1">
              <a:lnSpc>
                <a:spcPct val="110000"/>
              </a:lnSpc>
            </a:pPr>
            <a:endParaRPr lang="en-US" sz="2000">
              <a:latin typeface="Arial"/>
              <a:cs typeface="Arial"/>
            </a:endParaRPr>
          </a:p>
          <a:p>
            <a:pPr marL="228600" lvl="1">
              <a:lnSpc>
                <a:spcPct val="110000"/>
              </a:lnSpc>
            </a:pPr>
            <a:r>
              <a:rPr lang="en-US">
                <a:latin typeface="Arial"/>
                <a:cs typeface="Arial"/>
              </a:rPr>
              <a:t>Step 2: Identify data tools and data applications in State Data Centers</a:t>
            </a:r>
          </a:p>
          <a:p>
            <a:pPr marL="457200" lvl="2" indent="0">
              <a:lnSpc>
                <a:spcPct val="110000"/>
              </a:lnSpc>
              <a:buNone/>
            </a:pPr>
            <a:r>
              <a:rPr lang="en-US" i="1">
                <a:latin typeface="Arial"/>
                <a:ea typeface="+mn-lt"/>
                <a:cs typeface="+mn-lt"/>
              </a:rPr>
              <a:t>The </a:t>
            </a:r>
            <a:r>
              <a:rPr lang="en-US" b="1" i="1">
                <a:latin typeface="Arial"/>
                <a:ea typeface="+mn-lt"/>
                <a:cs typeface="+mn-lt"/>
              </a:rPr>
              <a:t>State Data Center (SDC)</a:t>
            </a:r>
            <a:r>
              <a:rPr lang="en-US" i="1">
                <a:latin typeface="Arial"/>
                <a:ea typeface="+mn-lt"/>
                <a:cs typeface="+mn-lt"/>
              </a:rPr>
              <a:t> program is one of the Census Bureau's longest and most successful partnerships. Its mission is to e</a:t>
            </a:r>
            <a:r>
              <a:rPr lang="en-US" i="1">
                <a:latin typeface="Calibri"/>
                <a:ea typeface="+mn-lt"/>
                <a:cs typeface="+mn-lt"/>
              </a:rPr>
              <a:t>mpower</a:t>
            </a:r>
            <a:r>
              <a:rPr lang="en-US" i="1">
                <a:ea typeface="+mn-lt"/>
                <a:cs typeface="+mn-lt"/>
              </a:rPr>
              <a:t> data users with understandable, accurate and timely information through the mutually beneficial partnership between the State Data Centers and the Census Bureau.</a:t>
            </a:r>
            <a:endParaRPr lang="en-US" i="1">
              <a:latin typeface="Calibri"/>
              <a:ea typeface="Calibri"/>
              <a:cs typeface="Calibri"/>
            </a:endParaRPr>
          </a:p>
          <a:p>
            <a:pPr marL="685800" lvl="2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Is the tool/application developed based on Census data?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Does the data center in each state use data sources other than Census?</a:t>
            </a:r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4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59602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F768D1-F8D5-2311-91DB-8BCE5ADDADB3}"/>
              </a:ext>
            </a:extLst>
          </p:cNvPr>
          <p:cNvSpPr/>
          <p:nvPr/>
        </p:nvSpPr>
        <p:spPr>
          <a:xfrm>
            <a:off x="833211" y="7120"/>
            <a:ext cx="5177329" cy="4600486"/>
          </a:xfrm>
          <a:prstGeom prst="rect">
            <a:avLst/>
          </a:prstGeom>
          <a:solidFill>
            <a:srgbClr val="1D325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335" y="4107670"/>
            <a:ext cx="4124770" cy="888684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5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6F112661-B778-95BB-627C-FB100E4BB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400481" y="2087311"/>
            <a:ext cx="292048" cy="545364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2DB0332-A084-B1EA-240B-D6B1AB696C2C}"/>
              </a:ext>
            </a:extLst>
          </p:cNvPr>
          <p:cNvSpPr>
            <a:spLocks noGrp="1"/>
          </p:cNvSpPr>
          <p:nvPr/>
        </p:nvSpPr>
        <p:spPr>
          <a:xfrm>
            <a:off x="838200" y="1547293"/>
            <a:ext cx="4960834" cy="2707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300" b="1">
                <a:solidFill>
                  <a:schemeClr val="bg1"/>
                </a:solidFill>
                <a:ea typeface="Calibri Light"/>
                <a:cs typeface="Calibri Light"/>
              </a:rPr>
              <a:t>Step 1: </a:t>
            </a:r>
            <a:endParaRPr lang="en-US" b="1">
              <a:solidFill>
                <a:schemeClr val="bg1"/>
              </a:solidFill>
              <a:ea typeface="+mj-lt"/>
              <a:cs typeface="+mj-lt"/>
            </a:endParaRPr>
          </a:p>
          <a:p>
            <a:r>
              <a:rPr lang="en-US" sz="4300" b="1">
                <a:solidFill>
                  <a:schemeClr val="bg1"/>
                </a:solidFill>
                <a:ea typeface="+mj-lt"/>
                <a:cs typeface="+mj-lt"/>
              </a:rPr>
              <a:t>Identify data needs in State Constitutions</a:t>
            </a:r>
            <a:endParaRPr lang="en-US" b="1">
              <a:solidFill>
                <a:schemeClr val="bg1"/>
              </a:solidFill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02347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Approaches</a:t>
            </a: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>
                <a:latin typeface="Arial"/>
                <a:cs typeface="Arial"/>
              </a:rPr>
              <a:t>Manual Search</a:t>
            </a:r>
          </a:p>
          <a:p>
            <a:pPr>
              <a:lnSpc>
                <a:spcPct val="110000"/>
              </a:lnSpc>
            </a:pPr>
            <a:r>
              <a:rPr lang="en-US" sz="2400">
                <a:latin typeface="Arial"/>
                <a:cs typeface="Arial"/>
              </a:rPr>
              <a:t>Topic Modeling</a:t>
            </a:r>
          </a:p>
          <a:p>
            <a:pPr lvl="1">
              <a:lnSpc>
                <a:spcPct val="110000"/>
              </a:lnSpc>
            </a:pPr>
            <a:r>
              <a:rPr lang="en-US" sz="2000" err="1">
                <a:latin typeface="Arial"/>
                <a:cs typeface="Arial"/>
              </a:rPr>
              <a:t>Gensim</a:t>
            </a: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BERT</a:t>
            </a:r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6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40686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ea typeface="+mj-lt"/>
                <a:cs typeface="+mj-lt"/>
              </a:rPr>
              <a:t>Manual Search</a:t>
            </a:r>
            <a:endParaRPr lang="en-US" sz="4000">
              <a:ea typeface="+mj-lt"/>
              <a:cs typeface="+mj-l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>
                <a:latin typeface="Arial"/>
                <a:cs typeface="Arial"/>
              </a:rPr>
              <a:t>Collection of constitutions and amendments</a:t>
            </a: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50 pdfs of state constitutions</a:t>
            </a: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Conversion to .txt files</a:t>
            </a:r>
          </a:p>
          <a:p>
            <a:pPr>
              <a:lnSpc>
                <a:spcPct val="110000"/>
              </a:lnSpc>
            </a:pPr>
            <a:r>
              <a:rPr lang="en-US" sz="2400">
                <a:latin typeface="Arial"/>
                <a:cs typeface="Arial"/>
              </a:rPr>
              <a:t>Searched 2 constitutions each for key words</a:t>
            </a: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Data, census, information, </a:t>
            </a:r>
            <a:r>
              <a:rPr lang="en-US" sz="2000" err="1">
                <a:latin typeface="Arial"/>
                <a:cs typeface="Arial"/>
              </a:rPr>
              <a:t>etc</a:t>
            </a:r>
            <a:endParaRPr lang="en-US" sz="2000">
              <a:latin typeface="Arial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400">
                <a:latin typeface="Arial"/>
                <a:cs typeface="Arial"/>
              </a:rPr>
              <a:t>Look for adjectives that could be "tested" by data</a:t>
            </a: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Minimum, maximum, annual, </a:t>
            </a:r>
            <a:r>
              <a:rPr lang="en-US" sz="2000" err="1">
                <a:latin typeface="Arial"/>
                <a:cs typeface="Arial"/>
              </a:rPr>
              <a:t>etc</a:t>
            </a:r>
            <a:endParaRPr lang="en-US" sz="2000">
              <a:latin typeface="Arial"/>
              <a:cs typeface="Arial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n-US" sz="2000">
              <a:latin typeface="Arial"/>
              <a:cs typeface="Arial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7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75988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Topic Model</a:t>
            </a:r>
            <a:endParaRPr lang="en-US" b="1"/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In statistics and natural language processing, a </a:t>
            </a:r>
            <a:r>
              <a:rPr lang="en-US" b="1">
                <a:ea typeface="+mn-lt"/>
                <a:cs typeface="+mn-lt"/>
              </a:rPr>
              <a:t>topic model</a:t>
            </a:r>
            <a:r>
              <a:rPr lang="en-US">
                <a:ea typeface="+mn-lt"/>
                <a:cs typeface="+mn-lt"/>
              </a:rPr>
              <a:t> is a type of statistical model for discovering the abstract "topics" that occur in a collection of documents. 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A frequently used text-mining tool for discovery of hidden semantic structures in a text body.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Packages: GENSIM, BERT, NLTK, </a:t>
            </a:r>
            <a:r>
              <a:rPr lang="en-US" err="1">
                <a:ea typeface="Calibri"/>
                <a:cs typeface="Calibri"/>
              </a:rPr>
              <a:t>etc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8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26580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424"/>
            <a:ext cx="10515600" cy="1325563"/>
          </a:xfrm>
        </p:spPr>
        <p:txBody>
          <a:bodyPr/>
          <a:lstStyle/>
          <a:p>
            <a:r>
              <a:rPr lang="en-US" sz="4000" b="1">
                <a:ea typeface="+mj-lt"/>
                <a:cs typeface="+mj-lt"/>
              </a:rPr>
              <a:t>Topic Modeling using GENSIM</a:t>
            </a:r>
            <a:endParaRPr lang="en-US" sz="4000">
              <a:ea typeface="+mj-lt"/>
              <a:cs typeface="+mj-l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9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094CC0CF-C72A-2A61-D1C2-E6A51DF40BAC}"/>
              </a:ext>
            </a:extLst>
          </p:cNvPr>
          <p:cNvSpPr txBox="1"/>
          <p:nvPr/>
        </p:nvSpPr>
        <p:spPr>
          <a:xfrm>
            <a:off x="676542" y="1716347"/>
            <a:ext cx="3322509" cy="42236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2500"/>
              <a:t>Combine VT, VA, FL state's constitution together</a:t>
            </a:r>
            <a:endParaRPr lang="en-US" sz="25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500">
                <a:ea typeface="Calibri"/>
                <a:cs typeface="Calibri"/>
              </a:rPr>
              <a:t>Number of topic to generate can be modified</a:t>
            </a:r>
          </a:p>
          <a:p>
            <a:pPr marL="285750" lvl="1" indent="-285750">
              <a:buFont typeface="Arial,Sans-Serif"/>
              <a:buChar char="•"/>
            </a:pPr>
            <a:r>
              <a:rPr lang="en-US" sz="2500">
                <a:latin typeface="Calibri"/>
                <a:cs typeface="Arial"/>
              </a:rPr>
              <a:t>Need to manually exclude words</a:t>
            </a:r>
          </a:p>
          <a:p>
            <a:pPr marL="285750" lvl="1" indent="-285750">
              <a:buFont typeface="Arial"/>
              <a:buChar char="•"/>
            </a:pPr>
            <a:r>
              <a:rPr lang="en-US" sz="2500"/>
              <a:t>Repetitive words and topic group</a:t>
            </a:r>
            <a:endParaRPr lang="en-US" sz="25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EADA6F6-9D2A-4A78-9384-13D3564EC6A5}"/>
              </a:ext>
            </a:extLst>
          </p:cNvPr>
          <p:cNvGrpSpPr/>
          <p:nvPr/>
        </p:nvGrpSpPr>
        <p:grpSpPr>
          <a:xfrm>
            <a:off x="4259810" y="1392524"/>
            <a:ext cx="7680878" cy="4728021"/>
            <a:chOff x="4167231" y="2040580"/>
            <a:chExt cx="7595420" cy="4728021"/>
          </a:xfrm>
        </p:grpSpPr>
        <p:pic>
          <p:nvPicPr>
            <p:cNvPr id="5" name="Picture 4" descr="Text&#10;&#10;Description automatically generated">
              <a:extLst>
                <a:ext uri="{FF2B5EF4-FFF2-40B4-BE49-F238E27FC236}">
                  <a16:creationId xmlns:a16="http://schemas.microsoft.com/office/drawing/2014/main" id="{1CDFB7AC-C49A-6C93-28FE-AB7228DCC892}"/>
                </a:ext>
              </a:extLst>
            </p:cNvPr>
            <p:cNvPicPr>
              <a:picLocks noGrp="1"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67231" y="2040580"/>
              <a:ext cx="7595420" cy="4728021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8DCDB2A-02A0-1934-744C-4EC51ACA2E09}"/>
                </a:ext>
              </a:extLst>
            </p:cNvPr>
            <p:cNvSpPr/>
            <p:nvPr/>
          </p:nvSpPr>
          <p:spPr>
            <a:xfrm>
              <a:off x="4871104" y="2286000"/>
              <a:ext cx="569718" cy="192279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561B574-B990-A99B-7773-90F69D05A9FC}"/>
                </a:ext>
              </a:extLst>
            </p:cNvPr>
            <p:cNvSpPr/>
            <p:nvPr/>
          </p:nvSpPr>
          <p:spPr>
            <a:xfrm>
              <a:off x="4871103" y="3119215"/>
              <a:ext cx="569718" cy="199400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221F01B-7CC4-49DB-0330-3E7C702C4874}"/>
                </a:ext>
              </a:extLst>
            </p:cNvPr>
            <p:cNvSpPr/>
            <p:nvPr/>
          </p:nvSpPr>
          <p:spPr>
            <a:xfrm>
              <a:off x="4871103" y="3959551"/>
              <a:ext cx="569718" cy="199400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72515F1-930B-01F8-17EC-85F2390D2C76}"/>
                </a:ext>
              </a:extLst>
            </p:cNvPr>
            <p:cNvSpPr/>
            <p:nvPr/>
          </p:nvSpPr>
          <p:spPr>
            <a:xfrm>
              <a:off x="4871103" y="4799888"/>
              <a:ext cx="569718" cy="199400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44DBE56-186E-4586-75C1-A0212732DD17}"/>
                </a:ext>
              </a:extLst>
            </p:cNvPr>
            <p:cNvSpPr/>
            <p:nvPr/>
          </p:nvSpPr>
          <p:spPr>
            <a:xfrm>
              <a:off x="4871103" y="5654467"/>
              <a:ext cx="569718" cy="199400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3452B88-4733-8895-84F6-9F9C7E878306}"/>
                </a:ext>
              </a:extLst>
            </p:cNvPr>
            <p:cNvSpPr/>
            <p:nvPr/>
          </p:nvSpPr>
          <p:spPr>
            <a:xfrm>
              <a:off x="6551776" y="2478280"/>
              <a:ext cx="1153680" cy="242128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1496194-D25F-9E0D-B067-D593F97B9FF5}"/>
                </a:ext>
              </a:extLst>
            </p:cNvPr>
            <p:cNvSpPr/>
            <p:nvPr/>
          </p:nvSpPr>
          <p:spPr>
            <a:xfrm>
              <a:off x="6551776" y="3318616"/>
              <a:ext cx="1153680" cy="242128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2786702-5C67-3024-2CE5-9BD73CAEA308}"/>
                </a:ext>
              </a:extLst>
            </p:cNvPr>
            <p:cNvSpPr/>
            <p:nvPr/>
          </p:nvSpPr>
          <p:spPr>
            <a:xfrm>
              <a:off x="4863981" y="4358354"/>
              <a:ext cx="1153680" cy="242128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29718D8-2BD2-6D2E-34BC-6BC376BF3E05}"/>
                </a:ext>
              </a:extLst>
            </p:cNvPr>
            <p:cNvSpPr/>
            <p:nvPr/>
          </p:nvSpPr>
          <p:spPr>
            <a:xfrm>
              <a:off x="6509046" y="4999289"/>
              <a:ext cx="1153680" cy="242128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02784E8-4543-0D41-DE8D-B5E6F6F20BD0}"/>
                </a:ext>
              </a:extLst>
            </p:cNvPr>
            <p:cNvSpPr/>
            <p:nvPr/>
          </p:nvSpPr>
          <p:spPr>
            <a:xfrm>
              <a:off x="6309645" y="5633102"/>
              <a:ext cx="1153680" cy="242128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67C243C-E971-CFF1-91D8-4BEC206D1554}"/>
                </a:ext>
              </a:extLst>
            </p:cNvPr>
            <p:cNvSpPr/>
            <p:nvPr/>
          </p:nvSpPr>
          <p:spPr>
            <a:xfrm>
              <a:off x="4863982" y="2478280"/>
              <a:ext cx="740633" cy="235007"/>
            </a:xfrm>
            <a:prstGeom prst="ellipse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0CF5F39-3FE0-17EA-0EBE-24C96A78DE18}"/>
                </a:ext>
              </a:extLst>
            </p:cNvPr>
            <p:cNvSpPr/>
            <p:nvPr/>
          </p:nvSpPr>
          <p:spPr>
            <a:xfrm>
              <a:off x="4871103" y="5241419"/>
              <a:ext cx="740633" cy="235007"/>
            </a:xfrm>
            <a:prstGeom prst="ellipse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C7E94CF-1688-3437-3711-146331552514}"/>
                </a:ext>
              </a:extLst>
            </p:cNvPr>
            <p:cNvSpPr/>
            <p:nvPr/>
          </p:nvSpPr>
          <p:spPr>
            <a:xfrm>
              <a:off x="4871102" y="6053269"/>
              <a:ext cx="740633" cy="235007"/>
            </a:xfrm>
            <a:prstGeom prst="ellipse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47127B8-4F9E-3FD2-5FA2-CB3AEE25497E}"/>
                </a:ext>
              </a:extLst>
            </p:cNvPr>
            <p:cNvSpPr/>
            <p:nvPr/>
          </p:nvSpPr>
          <p:spPr>
            <a:xfrm>
              <a:off x="8617009" y="3318614"/>
              <a:ext cx="740633" cy="235007"/>
            </a:xfrm>
            <a:prstGeom prst="ellipse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A1B7BF9-2610-4658-644E-9FE7DA1E1C7A}"/>
                </a:ext>
              </a:extLst>
            </p:cNvPr>
            <p:cNvSpPr/>
            <p:nvPr/>
          </p:nvSpPr>
          <p:spPr>
            <a:xfrm>
              <a:off x="10084037" y="3945306"/>
              <a:ext cx="740633" cy="235007"/>
            </a:xfrm>
            <a:prstGeom prst="ellipse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84161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ea typeface="+mj-lt"/>
                <a:cs typeface="+mj-lt"/>
              </a:rPr>
              <a:t>Topic Modeling using BERT</a:t>
            </a:r>
            <a:endParaRPr lang="en-US" sz="4000">
              <a:ea typeface="+mj-lt"/>
              <a:cs typeface="+mj-l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10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F4D6CE-2411-C719-C2C7-E44B57309159}"/>
              </a:ext>
            </a:extLst>
          </p:cNvPr>
          <p:cNvSpPr>
            <a:spLocks noGrp="1"/>
          </p:cNvSpPr>
          <p:nvPr/>
        </p:nvSpPr>
        <p:spPr>
          <a:xfrm>
            <a:off x="724581" y="1792536"/>
            <a:ext cx="2720494" cy="36941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/>
              <a:t>Top 5 states with the most constitutional amendments</a:t>
            </a:r>
            <a:endParaRPr lang="en-US" sz="2500">
              <a:ea typeface="Calibri"/>
              <a:cs typeface="Calibri"/>
            </a:endParaRPr>
          </a:p>
          <a:p>
            <a:pPr lvl="1"/>
            <a:r>
              <a:rPr lang="en-US" sz="2500"/>
              <a:t>CA, TX, HI, OR, MD</a:t>
            </a:r>
            <a:endParaRPr lang="en-US" sz="2500">
              <a:ea typeface="Calibri"/>
              <a:cs typeface="Calibri"/>
            </a:endParaRPr>
          </a:p>
          <a:p>
            <a:r>
              <a:rPr lang="en-US" sz="2500">
                <a:cs typeface="Calibri" panose="020F0502020204030204"/>
              </a:rPr>
              <a:t>Unsupervised</a:t>
            </a:r>
            <a:endParaRPr lang="en-US" sz="2500"/>
          </a:p>
          <a:p>
            <a:pPr lvl="1"/>
            <a:r>
              <a:rPr lang="en-US" sz="2500"/>
              <a:t>101 topics</a:t>
            </a:r>
            <a:endParaRPr lang="en-US" sz="2500">
              <a:ea typeface="Calibri"/>
              <a:cs typeface="Calibri"/>
            </a:endParaRPr>
          </a:p>
        </p:txBody>
      </p:sp>
      <p:pic>
        <p:nvPicPr>
          <p:cNvPr id="3" name="Picture 4" descr="A picture containing text, screenshot, diagram, colorfulness&#10;&#10;Description automatically generated">
            <a:extLst>
              <a:ext uri="{FF2B5EF4-FFF2-40B4-BE49-F238E27FC236}">
                <a16:creationId xmlns:a16="http://schemas.microsoft.com/office/drawing/2014/main" id="{27511B66-324E-53F8-4DC4-7B0EDB144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480" y="1389789"/>
            <a:ext cx="8144796" cy="459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316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BERT Example: California Constitution</a:t>
            </a:r>
            <a:endParaRPr lang="en-US">
              <a:ea typeface="+mj-lt"/>
              <a:cs typeface="+mj-l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11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6" name="Picture 5" descr="A picture containing text, screenshot, font, document&#10;&#10;Description automatically generated">
            <a:extLst>
              <a:ext uri="{FF2B5EF4-FFF2-40B4-BE49-F238E27FC236}">
                <a16:creationId xmlns:a16="http://schemas.microsoft.com/office/drawing/2014/main" id="{7785DA2C-295C-447C-CF76-09864D7B2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81" y="1862490"/>
            <a:ext cx="11228438" cy="391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412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Step 1 Summary</a:t>
            </a: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>
                <a:latin typeface="Arial"/>
                <a:cs typeface="Arial"/>
              </a:rPr>
              <a:t>State Constitutions contain only broad topics</a:t>
            </a:r>
          </a:p>
          <a:p>
            <a:pPr>
              <a:lnSpc>
                <a:spcPct val="110000"/>
              </a:lnSpc>
            </a:pPr>
            <a:endParaRPr lang="en-US">
              <a:latin typeface="Arial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>
                <a:latin typeface="Arial"/>
                <a:cs typeface="Arial"/>
              </a:rPr>
              <a:t>Narrow down our focus to State Data Centers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12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37733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2AA754-82ED-2B4E-D6A8-C8854D1759B2}"/>
              </a:ext>
            </a:extLst>
          </p:cNvPr>
          <p:cNvSpPr/>
          <p:nvPr/>
        </p:nvSpPr>
        <p:spPr>
          <a:xfrm>
            <a:off x="833211" y="7120"/>
            <a:ext cx="5177329" cy="4600486"/>
          </a:xfrm>
          <a:prstGeom prst="rect">
            <a:avLst/>
          </a:prstGeom>
          <a:solidFill>
            <a:srgbClr val="1D325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3307" y="4207372"/>
            <a:ext cx="4124770" cy="888684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13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6F112661-B778-95BB-627C-FB100E4BB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407602" y="2080189"/>
            <a:ext cx="292048" cy="543939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2DB0332-A084-B1EA-240B-D6B1AB696C2C}"/>
              </a:ext>
            </a:extLst>
          </p:cNvPr>
          <p:cNvSpPr>
            <a:spLocks noGrp="1"/>
          </p:cNvSpPr>
          <p:nvPr/>
        </p:nvSpPr>
        <p:spPr>
          <a:xfrm>
            <a:off x="838200" y="1547293"/>
            <a:ext cx="4960834" cy="2707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300" b="1">
                <a:solidFill>
                  <a:schemeClr val="bg1"/>
                </a:solidFill>
                <a:ea typeface="+mn-lt"/>
                <a:cs typeface="+mn-lt"/>
              </a:rPr>
              <a:t>Step 2:</a:t>
            </a:r>
            <a:br>
              <a:rPr lang="en-US" sz="4300" b="1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4300">
                <a:solidFill>
                  <a:schemeClr val="bg1"/>
                </a:solidFill>
                <a:ea typeface="+mn-lt"/>
                <a:cs typeface="+mn-lt"/>
              </a:rPr>
              <a:t>Identify data tools and data applications in State Data Centers</a:t>
            </a:r>
          </a:p>
        </p:txBody>
      </p:sp>
    </p:spTree>
    <p:extLst>
      <p:ext uri="{BB962C8B-B14F-4D97-AF65-F5344CB8AC3E}">
        <p14:creationId xmlns:p14="http://schemas.microsoft.com/office/powerpoint/2010/main" val="80181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Approaches</a:t>
            </a: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110000"/>
              </a:lnSpc>
            </a:pPr>
            <a:r>
              <a:rPr lang="en-US" sz="2400">
                <a:latin typeface="Arial"/>
                <a:cs typeface="Arial"/>
              </a:rPr>
              <a:t>Web Scraping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571500" lvl="1" indent="0">
              <a:lnSpc>
                <a:spcPct val="110000"/>
              </a:lnSpc>
              <a:buNone/>
            </a:pPr>
            <a:r>
              <a:rPr lang="en-US" sz="2000" b="1" i="1">
                <a:latin typeface="Calibri"/>
                <a:ea typeface="Calibri"/>
                <a:cs typeface="Calibri"/>
              </a:rPr>
              <a:t>Web scraping</a:t>
            </a:r>
            <a:r>
              <a:rPr lang="en-US" sz="2000" i="1">
                <a:ea typeface="+mn-lt"/>
                <a:cs typeface="+mn-lt"/>
              </a:rPr>
              <a:t> is the process of extracting data from a specific web page. It involves making an HTTP request to a website’s server, downloading the page’s HTML and parsing it to extract the desired data.</a:t>
            </a:r>
            <a:endParaRPr lang="en-US" i="1">
              <a:ea typeface="+mn-lt"/>
              <a:cs typeface="+mn-lt"/>
            </a:endParaRPr>
          </a:p>
          <a:p>
            <a:pPr marL="571500" lvl="1" indent="0">
              <a:lnSpc>
                <a:spcPct val="110000"/>
              </a:lnSpc>
              <a:buNone/>
            </a:pPr>
            <a:endParaRPr lang="en-US" sz="2000" i="1">
              <a:latin typeface="Calibri"/>
              <a:cs typeface="Calibri"/>
            </a:endParaRP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Link Collection</a:t>
            </a: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Assessment of State Data Centers (SDC)</a:t>
            </a: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Example: Colorado SDC Site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n-US" sz="2000">
              <a:latin typeface="Arial"/>
              <a:ea typeface="Calibri"/>
              <a:cs typeface="Arial"/>
            </a:endParaRPr>
          </a:p>
          <a:p>
            <a:pPr>
              <a:lnSpc>
                <a:spcPct val="110000"/>
              </a:lnSpc>
            </a:pPr>
            <a:endParaRPr lang="en-US" sz="2400">
              <a:latin typeface="Arial"/>
              <a:cs typeface="Arial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14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9513903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ea typeface="+mj-lt"/>
                <a:cs typeface="+mj-lt"/>
              </a:rPr>
              <a:t>Link Collection</a:t>
            </a:r>
            <a:endParaRPr lang="en-US" sz="4000">
              <a:ea typeface="+mj-lt"/>
              <a:cs typeface="+mj-l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2995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110000"/>
              </a:lnSpc>
            </a:pPr>
            <a:r>
              <a:rPr lang="en-US" sz="2400">
                <a:ea typeface="+mn-lt"/>
                <a:cs typeface="+mn-lt"/>
              </a:rPr>
              <a:t>Lead and coordinating agencies</a:t>
            </a:r>
          </a:p>
          <a:p>
            <a:pPr marL="342900" indent="-342900">
              <a:lnSpc>
                <a:spcPct val="110000"/>
              </a:lnSpc>
            </a:pPr>
            <a:r>
              <a:rPr lang="en-US" sz="2400">
                <a:ea typeface="+mn-lt"/>
                <a:cs typeface="+mn-lt"/>
              </a:rPr>
              <a:t>Combination of code to scrape links and agency names</a:t>
            </a:r>
          </a:p>
          <a:p>
            <a:pPr marL="342900" indent="-342900">
              <a:lnSpc>
                <a:spcPct val="110000"/>
              </a:lnSpc>
            </a:pPr>
            <a:r>
              <a:rPr lang="en-US" sz="2400">
                <a:ea typeface="+mn-lt"/>
                <a:cs typeface="+mn-lt"/>
              </a:rPr>
              <a:t>Numerous types of agencies</a:t>
            </a:r>
          </a:p>
          <a:p>
            <a:pPr marL="800100" lvl="1" indent="-342900">
              <a:lnSpc>
                <a:spcPct val="110000"/>
              </a:lnSpc>
            </a:pPr>
            <a:r>
              <a:rPr lang="en-US">
                <a:ea typeface="+mn-lt"/>
                <a:cs typeface="+mn-lt"/>
              </a:rPr>
              <a:t>Universities, Libraries, Research Centers</a:t>
            </a:r>
          </a:p>
          <a:p>
            <a:pPr marL="342900">
              <a:lnSpc>
                <a:spcPct val="110000"/>
              </a:lnSpc>
            </a:pPr>
            <a:r>
              <a:rPr lang="en-US" sz="2400">
                <a:ea typeface="+mn-lt"/>
                <a:cs typeface="+mn-lt"/>
              </a:rPr>
              <a:t>Determined whether sites for state data centers are scrapable</a:t>
            </a:r>
          </a:p>
          <a:p>
            <a:pPr marL="342900" indent="-342900">
              <a:lnSpc>
                <a:spcPct val="110000"/>
              </a:lnSpc>
            </a:pPr>
            <a:endParaRPr lang="en-US" sz="2400">
              <a:latin typeface="Arial"/>
              <a:cs typeface="Arial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15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6BBABF4-87A4-8532-E9FF-9FD307064DC2}"/>
              </a:ext>
            </a:extLst>
          </p:cNvPr>
          <p:cNvGrpSpPr/>
          <p:nvPr/>
        </p:nvGrpSpPr>
        <p:grpSpPr>
          <a:xfrm>
            <a:off x="6640084" y="938348"/>
            <a:ext cx="5071510" cy="4988461"/>
            <a:chOff x="6739785" y="1030928"/>
            <a:chExt cx="5071510" cy="4988461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C7846596-910E-0F42-602D-C68A615966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9686" t="620" r="-108" b="155"/>
            <a:stretch/>
          </p:blipFill>
          <p:spPr>
            <a:xfrm>
              <a:off x="6739785" y="1030928"/>
              <a:ext cx="5071510" cy="4988461"/>
            </a:xfrm>
            <a:prstGeom prst="rect">
              <a:avLst/>
            </a:prstGeom>
            <a:ln>
              <a:noFill/>
            </a:ln>
          </p:spPr>
        </p:pic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D4C4E0E-814B-1370-1E1F-B505C8FB1479}"/>
                    </a:ext>
                  </a:extLst>
                </p14:cNvPr>
                <p14:cNvContentPartPr/>
                <p14:nvPr/>
              </p14:nvContentPartPr>
              <p14:xfrm>
                <a:off x="7008831" y="2900912"/>
                <a:ext cx="3179030" cy="14242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D4C4E0E-814B-1370-1E1F-B505C8FB147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954839" y="-1371688"/>
                  <a:ext cx="3286653" cy="854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82A266A-30DE-A39F-244A-8ACD750532B8}"/>
                    </a:ext>
                  </a:extLst>
                </p14:cNvPr>
                <p14:cNvContentPartPr/>
                <p14:nvPr/>
              </p14:nvContentPartPr>
              <p14:xfrm>
                <a:off x="6994699" y="4210043"/>
                <a:ext cx="2660793" cy="14242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82A266A-30DE-A39F-244A-8ACD750532B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940706" y="-62557"/>
                  <a:ext cx="2768420" cy="854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E57C6ED-025E-6F45-65E3-290C5B0A51B3}"/>
                    </a:ext>
                  </a:extLst>
                </p14:cNvPr>
                <p14:cNvContentPartPr/>
                <p14:nvPr/>
              </p14:nvContentPartPr>
              <p14:xfrm>
                <a:off x="6980678" y="4942055"/>
                <a:ext cx="3560836" cy="14242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E57C6ED-025E-6F45-65E3-290C5B0A51B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926682" y="669455"/>
                  <a:ext cx="3668467" cy="854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7B56DDA-3821-2175-B255-40EE47027136}"/>
                    </a:ext>
                  </a:extLst>
                </p14:cNvPr>
                <p14:cNvContentPartPr/>
                <p14:nvPr/>
              </p14:nvContentPartPr>
              <p14:xfrm>
                <a:off x="6995310" y="5976508"/>
                <a:ext cx="3367531" cy="14242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7B56DDA-3821-2175-B255-40EE4702713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941314" y="1703908"/>
                  <a:ext cx="3475162" cy="8545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51734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50CB7-FB85-F9B8-3E00-2E81ACBFD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5" descr="Table&#10;&#10;Description automatically generated">
            <a:extLst>
              <a:ext uri="{FF2B5EF4-FFF2-40B4-BE49-F238E27FC236}">
                <a16:creationId xmlns:a16="http://schemas.microsoft.com/office/drawing/2014/main" id="{F0ADF0C0-9796-3D5A-89CA-11123DFC29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8345" y="442659"/>
            <a:ext cx="11788704" cy="5591795"/>
          </a:xfrm>
        </p:spPr>
      </p:pic>
      <p:sp>
        <p:nvSpPr>
          <p:cNvPr id="13" name="Slide Number Placeholder 20">
            <a:extLst>
              <a:ext uri="{FF2B5EF4-FFF2-40B4-BE49-F238E27FC236}">
                <a16:creationId xmlns:a16="http://schemas.microsoft.com/office/drawing/2014/main" id="{9EF0CFE4-BB64-B668-1C60-BE13CFFB8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16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9047FC-095A-B40E-F2E2-1DD6F08BFC02}"/>
              </a:ext>
            </a:extLst>
          </p:cNvPr>
          <p:cNvSpPr/>
          <p:nvPr/>
        </p:nvSpPr>
        <p:spPr>
          <a:xfrm>
            <a:off x="427290" y="925796"/>
            <a:ext cx="5725680" cy="511323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673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50CB7-FB85-F9B8-3E00-2E81ACBFD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5" descr="Table&#10;&#10;Description automatically generated">
            <a:extLst>
              <a:ext uri="{FF2B5EF4-FFF2-40B4-BE49-F238E27FC236}">
                <a16:creationId xmlns:a16="http://schemas.microsoft.com/office/drawing/2014/main" id="{F0ADF0C0-9796-3D5A-89CA-11123DFC29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8345" y="442659"/>
            <a:ext cx="11788704" cy="5591795"/>
          </a:xfr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FFCD109-DB24-3FB6-8B95-44F4E7833B86}"/>
              </a:ext>
            </a:extLst>
          </p:cNvPr>
          <p:cNvGrpSpPr/>
          <p:nvPr/>
        </p:nvGrpSpPr>
        <p:grpSpPr>
          <a:xfrm>
            <a:off x="141110" y="1241777"/>
            <a:ext cx="11825111" cy="3824110"/>
            <a:chOff x="141110" y="1241777"/>
            <a:chExt cx="11825111" cy="382411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73F4CB8-327E-49AD-7140-D17A2F81A596}"/>
                </a:ext>
              </a:extLst>
            </p:cNvPr>
            <p:cNvSpPr/>
            <p:nvPr/>
          </p:nvSpPr>
          <p:spPr>
            <a:xfrm>
              <a:off x="169333" y="1241777"/>
              <a:ext cx="11796888" cy="310444"/>
            </a:xfrm>
            <a:prstGeom prst="rect">
              <a:avLst/>
            </a:prstGeom>
            <a:noFill/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D3F9D3C-C854-56DF-6E2D-0A8BE4D82224}"/>
                </a:ext>
              </a:extLst>
            </p:cNvPr>
            <p:cNvSpPr/>
            <p:nvPr/>
          </p:nvSpPr>
          <p:spPr>
            <a:xfrm>
              <a:off x="169333" y="1721555"/>
              <a:ext cx="11796888" cy="310444"/>
            </a:xfrm>
            <a:prstGeom prst="rect">
              <a:avLst/>
            </a:prstGeom>
            <a:noFill/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21A287-1281-1C82-8CE2-4D254DE3D08F}"/>
                </a:ext>
              </a:extLst>
            </p:cNvPr>
            <p:cNvSpPr/>
            <p:nvPr/>
          </p:nvSpPr>
          <p:spPr>
            <a:xfrm>
              <a:off x="155222" y="3118555"/>
              <a:ext cx="11796888" cy="310444"/>
            </a:xfrm>
            <a:prstGeom prst="rect">
              <a:avLst/>
            </a:prstGeom>
            <a:noFill/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27DB224-ABED-EEF3-1151-C7825DA9B439}"/>
                </a:ext>
              </a:extLst>
            </p:cNvPr>
            <p:cNvSpPr/>
            <p:nvPr/>
          </p:nvSpPr>
          <p:spPr>
            <a:xfrm>
              <a:off x="141110" y="4303888"/>
              <a:ext cx="11796888" cy="310444"/>
            </a:xfrm>
            <a:prstGeom prst="rect">
              <a:avLst/>
            </a:prstGeom>
            <a:noFill/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C047DDC-2756-DE39-A558-1F4FC421D033}"/>
                </a:ext>
              </a:extLst>
            </p:cNvPr>
            <p:cNvSpPr/>
            <p:nvPr/>
          </p:nvSpPr>
          <p:spPr>
            <a:xfrm>
              <a:off x="141110" y="4755443"/>
              <a:ext cx="11796888" cy="310444"/>
            </a:xfrm>
            <a:prstGeom prst="rect">
              <a:avLst/>
            </a:prstGeom>
            <a:noFill/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Slide Number Placeholder 20">
            <a:extLst>
              <a:ext uri="{FF2B5EF4-FFF2-40B4-BE49-F238E27FC236}">
                <a16:creationId xmlns:a16="http://schemas.microsoft.com/office/drawing/2014/main" id="{9EF0CFE4-BB64-B668-1C60-BE13CFFB8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17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17464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50CB7-FB85-F9B8-3E00-2E81ACBFD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5" descr="Table&#10;&#10;Description automatically generated">
            <a:extLst>
              <a:ext uri="{FF2B5EF4-FFF2-40B4-BE49-F238E27FC236}">
                <a16:creationId xmlns:a16="http://schemas.microsoft.com/office/drawing/2014/main" id="{F0ADF0C0-9796-3D5A-89CA-11123DFC29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8345" y="442659"/>
            <a:ext cx="11788704" cy="5591795"/>
          </a:xfr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0195564-6AC3-9999-0A99-DC71E1FC4875}"/>
              </a:ext>
            </a:extLst>
          </p:cNvPr>
          <p:cNvGrpSpPr/>
          <p:nvPr/>
        </p:nvGrpSpPr>
        <p:grpSpPr>
          <a:xfrm>
            <a:off x="190499" y="1538109"/>
            <a:ext cx="11860387" cy="4437944"/>
            <a:chOff x="190499" y="1538109"/>
            <a:chExt cx="11860387" cy="443794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73F4CB8-327E-49AD-7140-D17A2F81A596}"/>
                </a:ext>
              </a:extLst>
            </p:cNvPr>
            <p:cNvSpPr/>
            <p:nvPr/>
          </p:nvSpPr>
          <p:spPr>
            <a:xfrm>
              <a:off x="190499" y="1538109"/>
              <a:ext cx="11796888" cy="246945"/>
            </a:xfrm>
            <a:prstGeom prst="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1A4447B-97A0-777D-E915-60B818005408}"/>
                </a:ext>
              </a:extLst>
            </p:cNvPr>
            <p:cNvSpPr/>
            <p:nvPr/>
          </p:nvSpPr>
          <p:spPr>
            <a:xfrm>
              <a:off x="197554" y="2060220"/>
              <a:ext cx="11796888" cy="938389"/>
            </a:xfrm>
            <a:prstGeom prst="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AB22669-7CD8-1BC8-6104-2B6EE3590E54}"/>
                </a:ext>
              </a:extLst>
            </p:cNvPr>
            <p:cNvSpPr/>
            <p:nvPr/>
          </p:nvSpPr>
          <p:spPr>
            <a:xfrm>
              <a:off x="246943" y="3428998"/>
              <a:ext cx="11803943" cy="896056"/>
            </a:xfrm>
            <a:prstGeom prst="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3D60C0F-5523-84B7-EAC3-016CF0CE9A85}"/>
                </a:ext>
              </a:extLst>
            </p:cNvPr>
            <p:cNvSpPr/>
            <p:nvPr/>
          </p:nvSpPr>
          <p:spPr>
            <a:xfrm>
              <a:off x="246943" y="5037664"/>
              <a:ext cx="11796888" cy="938389"/>
            </a:xfrm>
            <a:prstGeom prst="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Slide Number Placeholder 20">
            <a:extLst>
              <a:ext uri="{FF2B5EF4-FFF2-40B4-BE49-F238E27FC236}">
                <a16:creationId xmlns:a16="http://schemas.microsoft.com/office/drawing/2014/main" id="{A5DFD6CB-BD0A-7364-C55F-F5E8E7D2F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18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69416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50CB7-FB85-F9B8-3E00-2E81ACBFD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5" descr="Table&#10;&#10;Description automatically generated">
            <a:extLst>
              <a:ext uri="{FF2B5EF4-FFF2-40B4-BE49-F238E27FC236}">
                <a16:creationId xmlns:a16="http://schemas.microsoft.com/office/drawing/2014/main" id="{F0ADF0C0-9796-3D5A-89CA-11123DFC29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8345" y="442659"/>
            <a:ext cx="11788704" cy="5591795"/>
          </a:xfrm>
        </p:spPr>
      </p:pic>
      <p:sp>
        <p:nvSpPr>
          <p:cNvPr id="8" name="Slide Number Placeholder 20">
            <a:extLst>
              <a:ext uri="{FF2B5EF4-FFF2-40B4-BE49-F238E27FC236}">
                <a16:creationId xmlns:a16="http://schemas.microsoft.com/office/drawing/2014/main" id="{A5DFD6CB-BD0A-7364-C55F-F5E8E7D2F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19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879055-D370-C087-57A5-5DC73F911C28}"/>
              </a:ext>
            </a:extLst>
          </p:cNvPr>
          <p:cNvSpPr/>
          <p:nvPr/>
        </p:nvSpPr>
        <p:spPr>
          <a:xfrm>
            <a:off x="6088878" y="683664"/>
            <a:ext cx="1246261" cy="5440821"/>
          </a:xfrm>
          <a:prstGeom prst="rect">
            <a:avLst/>
          </a:prstGeom>
          <a:noFill/>
          <a:ln w="57150">
            <a:solidFill>
              <a:srgbClr val="30CF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232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ea typeface="+mj-lt"/>
                <a:cs typeface="+mj-lt"/>
              </a:rPr>
              <a:t>Scrapable Websites</a:t>
            </a: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20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B57E253-96CE-9DF1-EE2E-32926DB2994D}"/>
              </a:ext>
            </a:extLst>
          </p:cNvPr>
          <p:cNvSpPr>
            <a:spLocks noGrp="1"/>
          </p:cNvSpPr>
          <p:nvPr/>
        </p:nvSpPr>
        <p:spPr>
          <a:xfrm>
            <a:off x="841840" y="2066499"/>
            <a:ext cx="10511979" cy="37653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Calibri"/>
                <a:cs typeface="Calibri"/>
              </a:rPr>
              <a:t>Simplicity</a:t>
            </a:r>
          </a:p>
          <a:p>
            <a:pPr lvl="1"/>
            <a:r>
              <a:rPr lang="en-US">
                <a:ea typeface="Calibri"/>
                <a:cs typeface="Calibri"/>
              </a:rPr>
              <a:t>A page that contains all data sources that being used / data tools that the SDC developed</a:t>
            </a:r>
          </a:p>
          <a:p>
            <a:pPr lvl="1"/>
            <a:r>
              <a:rPr lang="en-US">
                <a:ea typeface="Calibri"/>
                <a:cs typeface="Calibri"/>
              </a:rPr>
              <a:t>No extra weblinks</a:t>
            </a:r>
          </a:p>
          <a:p>
            <a:pPr lvl="1"/>
            <a:endParaRPr lang="en-US">
              <a:ea typeface="Calibri"/>
              <a:cs typeface="Calibri"/>
            </a:endParaRPr>
          </a:p>
          <a:p>
            <a:pPr marL="228600" lvl="1"/>
            <a:r>
              <a:rPr lang="en-US" sz="2400">
                <a:ea typeface="Calibri"/>
                <a:cs typeface="Calibri"/>
              </a:rPr>
              <a:t>Well Organized</a:t>
            </a:r>
          </a:p>
          <a:p>
            <a:pPr marL="685800" lvl="2"/>
            <a:r>
              <a:rPr lang="en-US" sz="2000">
                <a:ea typeface="Calibri"/>
                <a:cs typeface="Calibri"/>
              </a:rPr>
              <a:t>Classified data/tools by different category</a:t>
            </a:r>
          </a:p>
          <a:p>
            <a:pPr marL="685800" lvl="2"/>
            <a:r>
              <a:rPr lang="en-US" sz="2000">
                <a:ea typeface="Calibri"/>
                <a:cs typeface="Calibri"/>
              </a:rPr>
              <a:t>Data source, name, and links are explicitly listed out</a:t>
            </a:r>
          </a:p>
        </p:txBody>
      </p:sp>
    </p:spTree>
    <p:extLst>
      <p:ext uri="{BB962C8B-B14F-4D97-AF65-F5344CB8AC3E}">
        <p14:creationId xmlns:p14="http://schemas.microsoft.com/office/powerpoint/2010/main" val="790253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ea typeface="+mj-lt"/>
                <a:cs typeface="+mj-lt"/>
              </a:rPr>
              <a:t>Website Example (Scrapable): Colorado</a:t>
            </a: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21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FD96BAA0-C43D-17A4-DB4D-8DFB50B18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579" y="1343182"/>
            <a:ext cx="10329829" cy="472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186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ea typeface="+mj-lt"/>
                <a:cs typeface="+mj-lt"/>
              </a:rPr>
              <a:t>Website Example (Not Scrapable): Kansas</a:t>
            </a: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22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B28B1E3B-D12B-66E6-153E-EBF6593B2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428" y="1359530"/>
            <a:ext cx="5926508" cy="5135948"/>
          </a:xfrm>
          <a:prstGeom prst="rect">
            <a:avLst/>
          </a:prstGeom>
        </p:spPr>
      </p:pic>
      <p:pic>
        <p:nvPicPr>
          <p:cNvPr id="6" name="Picture 6" descr="A screenshot of a map&#10;&#10;Description automatically generated">
            <a:extLst>
              <a:ext uri="{FF2B5EF4-FFF2-40B4-BE49-F238E27FC236}">
                <a16:creationId xmlns:a16="http://schemas.microsoft.com/office/drawing/2014/main" id="{B964A6CC-092D-53D6-346B-A00370F4F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4200" y="1359525"/>
            <a:ext cx="7663944" cy="500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02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ea typeface="+mj-lt"/>
                <a:cs typeface="+mj-lt"/>
              </a:rPr>
              <a:t>Result Example: Colorado SDC Site</a:t>
            </a:r>
            <a:endParaRPr lang="en-US" sz="4000">
              <a:ea typeface="+mj-lt"/>
              <a:cs typeface="+mj-l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23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B57E253-96CE-9DF1-EE2E-32926DB2994D}"/>
              </a:ext>
            </a:extLst>
          </p:cNvPr>
          <p:cNvSpPr>
            <a:spLocks noGrp="1"/>
          </p:cNvSpPr>
          <p:nvPr/>
        </p:nvSpPr>
        <p:spPr>
          <a:xfrm>
            <a:off x="834719" y="1560872"/>
            <a:ext cx="5569662" cy="9452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Manual search vs. web scraping</a:t>
            </a:r>
          </a:p>
        </p:txBody>
      </p:sp>
      <p:pic>
        <p:nvPicPr>
          <p:cNvPr id="4" name="Picture 6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12216163-6697-7A30-2D05-8C489D145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" y="2133600"/>
            <a:ext cx="12179179" cy="1807434"/>
          </a:xfrm>
          <a:prstGeom prst="rect">
            <a:avLst/>
          </a:prstGeom>
        </p:spPr>
      </p:pic>
      <p:pic>
        <p:nvPicPr>
          <p:cNvPr id="7" name="Picture 7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C41B7572-2167-B892-A11C-085E7586AA8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" r="-90" b="10730"/>
          <a:stretch/>
        </p:blipFill>
        <p:spPr>
          <a:xfrm>
            <a:off x="-2378" y="4132390"/>
            <a:ext cx="12187742" cy="172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685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Data Compilation</a:t>
            </a: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24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B57E253-96CE-9DF1-EE2E-32926DB2994D}"/>
              </a:ext>
            </a:extLst>
          </p:cNvPr>
          <p:cNvSpPr>
            <a:spLocks noGrp="1"/>
          </p:cNvSpPr>
          <p:nvPr/>
        </p:nvSpPr>
        <p:spPr>
          <a:xfrm>
            <a:off x="841840" y="1765244"/>
            <a:ext cx="10511979" cy="40666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>
                <a:latin typeface="Arial"/>
                <a:ea typeface="Calibri"/>
                <a:cs typeface="Arial"/>
              </a:rPr>
              <a:t>Classify all SDC data tools and data sources into different categories 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 sz="2200">
                <a:latin typeface="Arial"/>
                <a:ea typeface="Calibri"/>
                <a:cs typeface="Arial"/>
              </a:rPr>
              <a:t>Housing: Units, </a:t>
            </a:r>
            <a:r>
              <a:rPr lang="en-US" sz="2200">
                <a:latin typeface="Arial"/>
                <a:cs typeface="Arial"/>
              </a:rPr>
              <a:t>Vacancies</a:t>
            </a:r>
            <a:endParaRPr lang="en-US" sz="2200">
              <a:latin typeface="Calibri" panose="020F0502020204030204"/>
              <a:cs typeface="Calibri"/>
            </a:endParaRPr>
          </a:p>
          <a:p>
            <a:pPr lvl="1">
              <a:lnSpc>
                <a:spcPct val="90000"/>
              </a:lnSpc>
            </a:pPr>
            <a:r>
              <a:rPr lang="en-US" sz="2200">
                <a:latin typeface="Arial"/>
                <a:cs typeface="Arial"/>
              </a:rPr>
              <a:t>Economy</a:t>
            </a:r>
            <a:r>
              <a:rPr lang="en-US" sz="2200">
                <a:latin typeface="Arial"/>
                <a:ea typeface="Calibri"/>
                <a:cs typeface="Arial"/>
              </a:rPr>
              <a:t>: Wage, Employment, Economy</a:t>
            </a:r>
            <a:endParaRPr lang="en-US" sz="2200">
              <a:latin typeface="Calibri" panose="020F0502020204030204"/>
              <a:ea typeface="Calibri"/>
              <a:cs typeface="Calibri"/>
            </a:endParaRPr>
          </a:p>
          <a:p>
            <a:pPr lvl="1">
              <a:lnSpc>
                <a:spcPct val="90000"/>
              </a:lnSpc>
            </a:pPr>
            <a:r>
              <a:rPr lang="en-US" sz="2200">
                <a:latin typeface="Arial"/>
                <a:ea typeface="Calibri"/>
                <a:cs typeface="Arial"/>
              </a:rPr>
              <a:t>Demographics: Estimates, Projections</a:t>
            </a:r>
            <a:endParaRPr lang="en-US" sz="2200">
              <a:latin typeface="Calibri" panose="020F0502020204030204"/>
              <a:ea typeface="Calibri"/>
              <a:cs typeface="Calibri"/>
            </a:endParaRPr>
          </a:p>
          <a:p>
            <a:pPr lvl="1">
              <a:lnSpc>
                <a:spcPct val="90000"/>
              </a:lnSpc>
            </a:pPr>
            <a:r>
              <a:rPr lang="en-US" sz="2200">
                <a:latin typeface="Arial"/>
                <a:ea typeface="Calibri"/>
                <a:cs typeface="Arial"/>
              </a:rPr>
              <a:t>Diversity: Migration, Race, Ethnicity</a:t>
            </a:r>
            <a:endParaRPr lang="en-US" sz="2200">
              <a:cs typeface="Calibri"/>
            </a:endParaRPr>
          </a:p>
          <a:p>
            <a:pPr>
              <a:lnSpc>
                <a:spcPct val="90000"/>
              </a:lnSpc>
            </a:pPr>
            <a:endParaRPr lang="en-US" sz="2800">
              <a:latin typeface="Arial"/>
              <a:ea typeface="Calibri"/>
              <a:cs typeface="Arial"/>
            </a:endParaRPr>
          </a:p>
          <a:p>
            <a:pPr>
              <a:lnSpc>
                <a:spcPct val="90000"/>
              </a:lnSpc>
            </a:pPr>
            <a:r>
              <a:rPr lang="en-US" sz="2800">
                <a:latin typeface="Arial"/>
                <a:ea typeface="Calibri"/>
                <a:cs typeface="Arial"/>
              </a:rPr>
              <a:t>Text Mining on state data center's mission statement</a:t>
            </a:r>
          </a:p>
          <a:p>
            <a:endParaRPr lang="en-US">
              <a:latin typeface="Calibri" panose="020F0502020204030204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47625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25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97248ECA-64FA-9ED0-845E-C61BCF865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56" y="307082"/>
            <a:ext cx="11535061" cy="580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7407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Step 2 Summary</a:t>
            </a:r>
            <a:endParaRPr lang="en-US">
              <a:ea typeface="+mj-lt"/>
              <a:cs typeface="+mj-l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26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B57E253-96CE-9DF1-EE2E-32926DB2994D}"/>
              </a:ext>
            </a:extLst>
          </p:cNvPr>
          <p:cNvSpPr>
            <a:spLocks noGrp="1"/>
          </p:cNvSpPr>
          <p:nvPr/>
        </p:nvSpPr>
        <p:spPr>
          <a:xfrm>
            <a:off x="841840" y="2066499"/>
            <a:ext cx="10511979" cy="37653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>
                <a:latin typeface="Arial"/>
                <a:ea typeface="Calibri"/>
                <a:cs typeface="Arial"/>
              </a:rPr>
              <a:t>Collection and initial inspection of SDC links</a:t>
            </a:r>
          </a:p>
          <a:p>
            <a:pPr>
              <a:lnSpc>
                <a:spcPct val="90000"/>
              </a:lnSpc>
            </a:pPr>
            <a:endParaRPr lang="en-US" sz="2800">
              <a:latin typeface="Arial"/>
              <a:ea typeface="Calibri"/>
              <a:cs typeface="Arial"/>
            </a:endParaRPr>
          </a:p>
          <a:p>
            <a:pPr>
              <a:lnSpc>
                <a:spcPct val="90000"/>
              </a:lnSpc>
            </a:pPr>
            <a:r>
              <a:rPr lang="en-US" sz="2800">
                <a:latin typeface="Arial"/>
                <a:ea typeface="Calibri"/>
                <a:cs typeface="Arial"/>
              </a:rPr>
              <a:t>Analysis on the Colorado state data center</a:t>
            </a:r>
          </a:p>
          <a:p>
            <a:pPr>
              <a:lnSpc>
                <a:spcPct val="90000"/>
              </a:lnSpc>
            </a:pPr>
            <a:endParaRPr lang="en-US" sz="2800">
              <a:latin typeface="Arial"/>
              <a:ea typeface="Calibri"/>
              <a:cs typeface="Arial"/>
            </a:endParaRPr>
          </a:p>
          <a:p>
            <a:pPr>
              <a:lnSpc>
                <a:spcPct val="90000"/>
              </a:lnSpc>
            </a:pPr>
            <a:r>
              <a:rPr lang="en-US" sz="2800">
                <a:latin typeface="Arial"/>
                <a:ea typeface="Calibri"/>
                <a:cs typeface="Arial"/>
              </a:rPr>
              <a:t>Classify data tools and data sources into different categories</a:t>
            </a:r>
          </a:p>
          <a:p>
            <a:pPr>
              <a:lnSpc>
                <a:spcPct val="90000"/>
              </a:lnSpc>
            </a:pPr>
            <a:endParaRPr lang="en-US" sz="2800">
              <a:latin typeface="Arial"/>
              <a:ea typeface="Calibri"/>
              <a:cs typeface="Arial"/>
            </a:endParaRPr>
          </a:p>
          <a:p>
            <a:pPr>
              <a:lnSpc>
                <a:spcPct val="90000"/>
              </a:lnSpc>
            </a:pPr>
            <a:endParaRPr lang="en-US" sz="2800">
              <a:latin typeface="Arial"/>
              <a:ea typeface="Calibri"/>
              <a:cs typeface="Arial"/>
            </a:endParaRPr>
          </a:p>
          <a:p>
            <a:endParaRPr lang="en-US">
              <a:latin typeface="Arial"/>
              <a:ea typeface="Calibri"/>
              <a:cs typeface="Arial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167311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ea typeface="+mj-lt"/>
                <a:cs typeface="+mj-lt"/>
              </a:rPr>
              <a:t>Following Stages?</a:t>
            </a:r>
            <a:endParaRPr lang="en-US" sz="4000">
              <a:ea typeface="+mj-lt"/>
              <a:cs typeface="+mj-l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27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17A82-D01D-08B2-DC00-7957DD2D1633}"/>
              </a:ext>
            </a:extLst>
          </p:cNvPr>
          <p:cNvSpPr>
            <a:spLocks noGrp="1"/>
          </p:cNvSpPr>
          <p:nvPr/>
        </p:nvSpPr>
        <p:spPr>
          <a:xfrm>
            <a:off x="841840" y="1642390"/>
            <a:ext cx="10571164" cy="43066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+mn-lt"/>
                <a:cs typeface="+mn-lt"/>
              </a:rPr>
              <a:t>Reach out to FSCPE contacts </a:t>
            </a:r>
          </a:p>
          <a:p>
            <a:pPr marL="457200" lvl="1" indent="0">
              <a:buNone/>
            </a:pPr>
            <a:r>
              <a:rPr lang="en-US" i="1">
                <a:ea typeface="+mn-lt"/>
                <a:cs typeface="+mn-lt"/>
              </a:rPr>
              <a:t>The Federal-State Cooperative for Population Estimates (FSCPE) </a:t>
            </a:r>
          </a:p>
          <a:p>
            <a:r>
              <a:rPr lang="en-US">
                <a:ea typeface="Calibri"/>
                <a:cs typeface="Calibri"/>
              </a:rPr>
              <a:t>Analyze Evidence-based Policymaking</a:t>
            </a:r>
          </a:p>
          <a:p>
            <a:pPr marL="457200" lvl="1" indent="0">
              <a:buNone/>
            </a:pPr>
            <a:r>
              <a:rPr lang="en-US" b="1" i="1">
                <a:ea typeface="+mn-lt"/>
                <a:cs typeface="+mn-lt"/>
              </a:rPr>
              <a:t>Evidence-based policymaking</a:t>
            </a:r>
            <a:r>
              <a:rPr lang="en-US" i="1">
                <a:ea typeface="+mn-lt"/>
                <a:cs typeface="+mn-lt"/>
              </a:rPr>
              <a:t> is the process of using high-quality information to inform decisions that are made about government policies. It involves the systematic collection of high-quality data and analysis of those data with rigorous research methods, which creates evidence on which decisions can be based.</a:t>
            </a:r>
          </a:p>
          <a:p>
            <a:pPr lvl="1"/>
            <a:r>
              <a:rPr lang="en-US">
                <a:ea typeface="Calibri"/>
                <a:cs typeface="Calibri"/>
              </a:rPr>
              <a:t>Data needs in state legislations</a:t>
            </a:r>
          </a:p>
          <a:p>
            <a:r>
              <a:rPr lang="en-US"/>
              <a:t>Final objective: Creation of interactive webpage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/>
              <a:t>Data visualization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7262034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ea typeface="+mj-lt"/>
                <a:cs typeface="+mj-lt"/>
              </a:rPr>
              <a:t>Questions</a:t>
            </a:r>
            <a:endParaRPr lang="en-US" sz="4000">
              <a:ea typeface="+mj-lt"/>
              <a:cs typeface="+mj-l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28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17A82-D01D-08B2-DC00-7957DD2D1633}"/>
              </a:ext>
            </a:extLst>
          </p:cNvPr>
          <p:cNvSpPr>
            <a:spLocks noGrp="1"/>
          </p:cNvSpPr>
          <p:nvPr/>
        </p:nvSpPr>
        <p:spPr>
          <a:xfrm>
            <a:off x="841840" y="1642390"/>
            <a:ext cx="10571164" cy="43066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069447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8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8B52B0-D642-6301-9952-A626ECB1DE83}"/>
              </a:ext>
            </a:extLst>
          </p:cNvPr>
          <p:cNvSpPr/>
          <p:nvPr/>
        </p:nvSpPr>
        <p:spPr>
          <a:xfrm>
            <a:off x="2286000" y="1972655"/>
            <a:ext cx="7548785" cy="740634"/>
          </a:xfrm>
          <a:prstGeom prst="rect">
            <a:avLst/>
          </a:prstGeom>
          <a:solidFill>
            <a:srgbClr val="1D325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21656" y="1818696"/>
            <a:ext cx="2153319" cy="1076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1">
                <a:solidFill>
                  <a:schemeClr val="bg1"/>
                </a:solidFill>
                <a:ea typeface="+mj-lt"/>
                <a:cs typeface="+mj-lt"/>
              </a:rPr>
              <a:t>Thanks!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8849813-2D6A-8A27-50F6-D231152C8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424" y="4088033"/>
            <a:ext cx="4448586" cy="946751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F1B38-9768-127B-EA7F-A70E2383E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7686" y="6217771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29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85A21957-17FA-FCF4-7E30-1721297C1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 flipH="1">
            <a:off x="6006913" y="-202872"/>
            <a:ext cx="183293" cy="659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ccentBoxVTI">
  <a:themeElements>
    <a:clrScheme name="AnalogousFromLightSeed_2SEEDS">
      <a:dk1>
        <a:srgbClr val="000000"/>
      </a:dk1>
      <a:lt1>
        <a:srgbClr val="FFFFFF"/>
      </a:lt1>
      <a:dk2>
        <a:srgbClr val="412429"/>
      </a:dk2>
      <a:lt2>
        <a:srgbClr val="E2E8E7"/>
      </a:lt2>
      <a:accent1>
        <a:srgbClr val="BB7E89"/>
      </a:accent1>
      <a:accent2>
        <a:srgbClr val="C795B3"/>
      </a:accent2>
      <a:accent3>
        <a:srgbClr val="C49B8F"/>
      </a:accent3>
      <a:accent4>
        <a:srgbClr val="75ADA1"/>
      </a:accent4>
      <a:accent5>
        <a:srgbClr val="7AA9B5"/>
      </a:accent5>
      <a:accent6>
        <a:srgbClr val="7E95BB"/>
      </a:accent6>
      <a:hlink>
        <a:srgbClr val="568E84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3.xml><?xml version="1.0" encoding="utf-8"?>
<a:theme xmlns:a="http://schemas.openxmlformats.org/drawingml/2006/main" name="3_Image Small Placehold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lie Keller Keynote Datapalooza 2019 V.4" id="{B378DE51-6AD5-2B46-B3FB-C787098E7B24}" vid="{C8502BE9-6D23-4040-AE2D-16AC44A52F5F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44F5AAB0-B7B4-4230-931D-462DE9C394D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448DC0-2F48-4122-A3BC-4A2F403FFE0B}"/>
</file>

<file path=customXml/itemProps3.xml><?xml version="1.0" encoding="utf-8"?>
<ds:datastoreItem xmlns:ds="http://schemas.openxmlformats.org/officeDocument/2006/customXml" ds:itemID="{0E531778-5A00-44D2-B72D-1BE0B3231DF5}">
  <ds:schemaRefs>
    <ds:schemaRef ds:uri="5ba80a41-9917-4a22-8f13-cb051ddce64c"/>
    <ds:schemaRef ds:uri="7a2657dd-b8a5-4c99-8d51-b0b9d254c989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29</Slides>
  <Notes>0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office theme</vt:lpstr>
      <vt:lpstr>AccentBoxVTI</vt:lpstr>
      <vt:lpstr>3_Image Small Placeholder</vt:lpstr>
      <vt:lpstr>Census:  State Data Use and Needs</vt:lpstr>
      <vt:lpstr>Project Team</vt:lpstr>
      <vt:lpstr>Project Goals</vt:lpstr>
      <vt:lpstr>Project Steps</vt:lpstr>
      <vt:lpstr>PowerPoint Presentation</vt:lpstr>
      <vt:lpstr>Approaches</vt:lpstr>
      <vt:lpstr>Manual Search</vt:lpstr>
      <vt:lpstr>Topic Model</vt:lpstr>
      <vt:lpstr>Topic Modeling using GENSIM</vt:lpstr>
      <vt:lpstr>Topic Modeling using BERT</vt:lpstr>
      <vt:lpstr>BERT Example: California Constitution</vt:lpstr>
      <vt:lpstr>Step 1 Summary</vt:lpstr>
      <vt:lpstr>PowerPoint Presentation</vt:lpstr>
      <vt:lpstr>Approaches</vt:lpstr>
      <vt:lpstr>Link Collection</vt:lpstr>
      <vt:lpstr>PowerPoint Presentation</vt:lpstr>
      <vt:lpstr>PowerPoint Presentation</vt:lpstr>
      <vt:lpstr>PowerPoint Presentation</vt:lpstr>
      <vt:lpstr>PowerPoint Presentation</vt:lpstr>
      <vt:lpstr>Scrapable Websites</vt:lpstr>
      <vt:lpstr>Website Example (Scrapable): Colorado</vt:lpstr>
      <vt:lpstr>Website Example (Not Scrapable): Kansas</vt:lpstr>
      <vt:lpstr>Result Example: Colorado SDC Site</vt:lpstr>
      <vt:lpstr>Data Compilation</vt:lpstr>
      <vt:lpstr>PowerPoint Presentation</vt:lpstr>
      <vt:lpstr>Step 2 Summary</vt:lpstr>
      <vt:lpstr>Following Stages?</vt:lpstr>
      <vt:lpstr>Questions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</cp:revision>
  <dcterms:created xsi:type="dcterms:W3CDTF">2023-06-27T19:59:03Z</dcterms:created>
  <dcterms:modified xsi:type="dcterms:W3CDTF">2023-07-12T13:02:50Z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  <property fmtid="{D5CDD505-2E9C-101B-9397-08002B2CF9AE}" pid="3" name="MediaServiceImageTags">
    <vt:lpwstr/>
  </property>
</Properties>
</file>
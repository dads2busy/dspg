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69E96CDB.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9_1753E54E.xml" ContentType="application/vnd.ms-powerpoint.comments+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23_A9153AB9.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30_2FA35EE8.xml" ContentType="application/vnd.ms-powerpoint.comments+xml"/>
  <Override PartName="/ppt/notesSlides/notesSlide14.xml" ContentType="application/vnd.openxmlformats-officedocument.presentationml.notesSlide+xml"/>
  <Override PartName="/ppt/comments/modernComment_137_A1D70F35.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D_AC8C70A7.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57" r:id="rId5"/>
    <p:sldId id="258" r:id="rId6"/>
    <p:sldId id="313" r:id="rId7"/>
    <p:sldId id="318" r:id="rId8"/>
    <p:sldId id="315" r:id="rId9"/>
    <p:sldId id="293" r:id="rId10"/>
    <p:sldId id="261" r:id="rId11"/>
    <p:sldId id="266" r:id="rId12"/>
    <p:sldId id="316" r:id="rId13"/>
    <p:sldId id="317" r:id="rId14"/>
    <p:sldId id="290" r:id="rId15"/>
    <p:sldId id="322" r:id="rId16"/>
    <p:sldId id="291" r:id="rId17"/>
    <p:sldId id="320" r:id="rId18"/>
    <p:sldId id="304" r:id="rId19"/>
    <p:sldId id="311" r:id="rId20"/>
    <p:sldId id="321" r:id="rId21"/>
    <p:sldId id="309" r:id="rId22"/>
    <p:sldId id="301" r:id="rId23"/>
    <p:sldId id="298" r:id="rId24"/>
    <p:sldId id="29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CD191B-7194-2EF3-411F-138FA8BA6B26}" name="Goswami, Treena (gcm8gw)" initials="G(" userId="S::gcm8gw@virginia.edu::afcc7bf1-7561-4a4f-9f29-309f7a9f78d7" providerId="AD"/>
  <p188:author id="{8443ED59-20C7-4FDF-8DCA-8A14D1AA1C8C}" name="Microsoft Office User" initials="MOU" userId="Microsoft Office User" providerId="None"/>
  <p188:author id="{7C6D5C68-359E-1CF5-80A2-AA079752F682}" name="Shipp, Stephanie S (sss5sc)" initials="S(" userId="S::sss5sc@virginia.edu::32ad11e2-6e98-46b4-87f4-a31b3ad2ebba" providerId="AD"/>
  <p188:author id="{CD4EF0DB-C735-C4BF-F096-77EDD07D4ED8}" name="Cai, Jianing (jc2ry)" initials="C(" userId="S::jc2ry@virginia.edu::3eb8c475-cb9e-4e33-8bb6-1bbdb68e17e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7585AE-9276-51D8-920A-5185D76266C7}" v="246" dt="2024-02-07T17:11:54.605"/>
    <p1510:client id="{7E8D8778-5205-6E8A-B421-AA1051082878}" v="26" dt="2024-02-07T17:54:23.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p, Stephanie S (sss5sc)" userId="S::sss5sc@virginia.edu::32ad11e2-6e98-46b4-87f4-a31b3ad2ebba" providerId="AD" clId="Web-{C8D626BE-DDF2-B73D-5F86-194183C39E38}"/>
    <pc:docChg chg="mod modSld">
      <pc:chgData name="Shipp, Stephanie S (sss5sc)" userId="S::sss5sc@virginia.edu::32ad11e2-6e98-46b4-87f4-a31b3ad2ebba" providerId="AD" clId="Web-{C8D626BE-DDF2-B73D-5F86-194183C39E38}" dt="2024-01-30T20:59:35.236" v="407" actId="20577"/>
      <pc:docMkLst>
        <pc:docMk/>
      </pc:docMkLst>
      <pc:sldChg chg="modSp addCm">
        <pc:chgData name="Shipp, Stephanie S (sss5sc)" userId="S::sss5sc@virginia.edu::32ad11e2-6e98-46b4-87f4-a31b3ad2ebba" providerId="AD" clId="Web-{C8D626BE-DDF2-B73D-5F86-194183C39E38}" dt="2024-01-30T20:52:08.767" v="386"/>
        <pc:sldMkLst>
          <pc:docMk/>
          <pc:sldMk cId="2510184360" sldId="295"/>
        </pc:sldMkLst>
        <pc:spChg chg="mod">
          <ac:chgData name="Shipp, Stephanie S (sss5sc)" userId="S::sss5sc@virginia.edu::32ad11e2-6e98-46b4-87f4-a31b3ad2ebba" providerId="AD" clId="Web-{C8D626BE-DDF2-B73D-5F86-194183C39E38}" dt="2024-01-30T20:35:56.295" v="143" actId="1076"/>
          <ac:spMkLst>
            <pc:docMk/>
            <pc:sldMk cId="2510184360" sldId="295"/>
            <ac:spMk id="2" creationId="{CC61F88D-6D05-FA5E-917E-419D15A2FB3C}"/>
          </ac:spMkLst>
        </pc:spChg>
        <pc:spChg chg="mod">
          <ac:chgData name="Shipp, Stephanie S (sss5sc)" userId="S::sss5sc@virginia.edu::32ad11e2-6e98-46b4-87f4-a31b3ad2ebba" providerId="AD" clId="Web-{C8D626BE-DDF2-B73D-5F86-194183C39E38}" dt="2024-01-30T20:49:37.980" v="309" actId="20577"/>
          <ac:spMkLst>
            <pc:docMk/>
            <pc:sldMk cId="2510184360" sldId="295"/>
            <ac:spMk id="7" creationId="{AF1F0DED-D305-073A-76A1-2483FEC73D9C}"/>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2:08.767" v="386"/>
              <pc2:cmMkLst xmlns:pc2="http://schemas.microsoft.com/office/powerpoint/2019/9/main/command">
                <pc:docMk/>
                <pc:sldMk cId="2510184360" sldId="295"/>
                <pc2:cmMk id="{D0C6FC22-4960-4D8C-97E4-B0CC41FB3168}"/>
              </pc2:cmMkLst>
            </pc226:cmChg>
          </p:ext>
        </pc:extLst>
      </pc:sldChg>
      <pc:sldChg chg="modSp addCm">
        <pc:chgData name="Shipp, Stephanie S (sss5sc)" userId="S::sss5sc@virginia.edu::32ad11e2-6e98-46b4-87f4-a31b3ad2ebba" providerId="AD" clId="Web-{C8D626BE-DDF2-B73D-5F86-194183C39E38}" dt="2024-01-30T20:50:00.153" v="311" actId="20577"/>
        <pc:sldMkLst>
          <pc:docMk/>
          <pc:sldMk cId="1986971451" sldId="298"/>
        </pc:sldMkLst>
        <pc:spChg chg="mod">
          <ac:chgData name="Shipp, Stephanie S (sss5sc)" userId="S::sss5sc@virginia.edu::32ad11e2-6e98-46b4-87f4-a31b3ad2ebba" providerId="AD" clId="Web-{C8D626BE-DDF2-B73D-5F86-194183C39E38}" dt="2024-01-30T20:50:00.153" v="311" actId="20577"/>
          <ac:spMkLst>
            <pc:docMk/>
            <pc:sldMk cId="1986971451" sldId="298"/>
            <ac:spMk id="5" creationId="{4B57E253-96CE-9DF1-EE2E-32926DB2994D}"/>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45:55.425" v="267"/>
              <pc2:cmMkLst xmlns:pc2="http://schemas.microsoft.com/office/powerpoint/2019/9/main/command">
                <pc:docMk/>
                <pc:sldMk cId="1986971451" sldId="298"/>
                <pc2:cmMk id="{6EEC3610-0E1D-4843-8847-421E04723035}"/>
              </pc2:cmMkLst>
            </pc226:cmChg>
          </p:ext>
        </pc:extLst>
      </pc:sldChg>
      <pc:sldChg chg="modSp addCm">
        <pc:chgData name="Shipp, Stephanie S (sss5sc)" userId="S::sss5sc@virginia.edu::32ad11e2-6e98-46b4-87f4-a31b3ad2ebba" providerId="AD" clId="Web-{C8D626BE-DDF2-B73D-5F86-194183C39E38}" dt="2024-01-30T20:53:45.145" v="387"/>
        <pc:sldMkLst>
          <pc:docMk/>
          <pc:sldMk cId="2894885031" sldId="301"/>
        </pc:sldMkLst>
        <pc:spChg chg="mod">
          <ac:chgData name="Shipp, Stephanie S (sss5sc)" userId="S::sss5sc@virginia.edu::32ad11e2-6e98-46b4-87f4-a31b3ad2ebba" providerId="AD" clId="Web-{C8D626BE-DDF2-B73D-5F86-194183C39E38}" dt="2024-01-30T20:52:04.892" v="385"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3:45.145" v="387"/>
              <pc2:cmMkLst xmlns:pc2="http://schemas.microsoft.com/office/powerpoint/2019/9/main/command">
                <pc:docMk/>
                <pc:sldMk cId="2894885031" sldId="301"/>
                <pc2:cmMk id="{54A37284-8A1E-4375-93CE-7DBC0F6E5029}"/>
              </pc2:cmMkLst>
            </pc226:cmChg>
          </p:ext>
        </pc:extLst>
      </pc:sldChg>
      <pc:sldChg chg="addCm">
        <pc:chgData name="Shipp, Stephanie S (sss5sc)" userId="S::sss5sc@virginia.edu::32ad11e2-6e98-46b4-87f4-a31b3ad2ebba" providerId="AD" clId="Web-{C8D626BE-DDF2-B73D-5F86-194183C39E38}" dt="2024-01-30T20:59:06.125" v="404"/>
        <pc:sldMkLst>
          <pc:docMk/>
          <pc:sldMk cId="799235816" sldId="304"/>
        </pc:sldMkLst>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9:06.125" v="404"/>
              <pc2:cmMkLst xmlns:pc2="http://schemas.microsoft.com/office/powerpoint/2019/9/main/command">
                <pc:docMk/>
                <pc:sldMk cId="799235816" sldId="304"/>
                <pc2:cmMk id="{FE42D42F-3BF6-4E03-A486-F461B7E4D6C8}"/>
              </pc2:cmMkLst>
            </pc226:cmChg>
          </p:ext>
        </pc:extLst>
      </pc:sldChg>
      <pc:sldChg chg="modSp">
        <pc:chgData name="Shipp, Stephanie S (sss5sc)" userId="S::sss5sc@virginia.edu::32ad11e2-6e98-46b4-87f4-a31b3ad2ebba" providerId="AD" clId="Web-{C8D626BE-DDF2-B73D-5F86-194183C39E38}" dt="2024-01-30T20:55:34.305" v="402" actId="20577"/>
        <pc:sldMkLst>
          <pc:docMk/>
          <pc:sldMk cId="3608645240" sldId="309"/>
        </pc:sldMkLst>
        <pc:spChg chg="mod">
          <ac:chgData name="Shipp, Stephanie S (sss5sc)" userId="S::sss5sc@virginia.edu::32ad11e2-6e98-46b4-87f4-a31b3ad2ebba" providerId="AD" clId="Web-{C8D626BE-DDF2-B73D-5F86-194183C39E38}" dt="2024-01-30T20:55:34.305" v="402" actId="20577"/>
          <ac:spMkLst>
            <pc:docMk/>
            <pc:sldMk cId="3608645240" sldId="309"/>
            <ac:spMk id="2" creationId="{C8B925AF-3BA0-2F73-AF97-369BE05A518A}"/>
          </ac:spMkLst>
        </pc:spChg>
      </pc:sldChg>
      <pc:sldChg chg="addCm">
        <pc:chgData name="Shipp, Stephanie S (sss5sc)" userId="S::sss5sc@virginia.edu::32ad11e2-6e98-46b4-87f4-a31b3ad2ebba" providerId="AD" clId="Web-{C8D626BE-DDF2-B73D-5F86-194183C39E38}" dt="2024-01-30T20:58:22.718" v="403"/>
        <pc:sldMkLst>
          <pc:docMk/>
          <pc:sldMk cId="2715225909" sldId="311"/>
        </pc:sldMkLst>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8:22.718" v="403"/>
              <pc2:cmMkLst xmlns:pc2="http://schemas.microsoft.com/office/powerpoint/2019/9/main/command">
                <pc:docMk/>
                <pc:sldMk cId="2715225909" sldId="311"/>
                <pc2:cmMk id="{D3592569-AD12-43E4-BAFE-4052CA89F8AB}"/>
              </pc2:cmMkLst>
            </pc226:cmChg>
          </p:ext>
        </pc:extLst>
      </pc:sldChg>
      <pc:sldChg chg="modSp">
        <pc:chgData name="Shipp, Stephanie S (sss5sc)" userId="S::sss5sc@virginia.edu::32ad11e2-6e98-46b4-87f4-a31b3ad2ebba" providerId="AD" clId="Web-{C8D626BE-DDF2-B73D-5F86-194183C39E38}" dt="2024-01-30T20:59:35.236" v="407" actId="20577"/>
        <pc:sldMkLst>
          <pc:docMk/>
          <pc:sldMk cId="3637387622" sldId="322"/>
        </pc:sldMkLst>
        <pc:spChg chg="mod">
          <ac:chgData name="Shipp, Stephanie S (sss5sc)" userId="S::sss5sc@virginia.edu::32ad11e2-6e98-46b4-87f4-a31b3ad2ebba" providerId="AD" clId="Web-{C8D626BE-DDF2-B73D-5F86-194183C39E38}" dt="2024-01-30T20:59:35.236" v="407" actId="20577"/>
          <ac:spMkLst>
            <pc:docMk/>
            <pc:sldMk cId="3637387622" sldId="322"/>
            <ac:spMk id="5" creationId="{DDF49DD8-EDC2-04EC-B63F-587AA379360F}"/>
          </ac:spMkLst>
        </pc:spChg>
      </pc:sldChg>
    </pc:docChg>
  </pc:docChgLst>
  <pc:docChgLst>
    <pc:chgData name="Goswami, Treena (gcm8gw)" userId="S::gcm8gw@virginia.edu::afcc7bf1-7561-4a4f-9f29-309f7a9f78d7" providerId="AD" clId="Web-{7E8D8778-5205-6E8A-B421-AA1051082878}"/>
    <pc:docChg chg="modSld">
      <pc:chgData name="Goswami, Treena (gcm8gw)" userId="S::gcm8gw@virginia.edu::afcc7bf1-7561-4a4f-9f29-309f7a9f78d7" providerId="AD" clId="Web-{7E8D8778-5205-6E8A-B421-AA1051082878}" dt="2024-02-07T17:54:23.703" v="17" actId="20577"/>
      <pc:docMkLst>
        <pc:docMk/>
      </pc:docMkLst>
      <pc:sldChg chg="modSp">
        <pc:chgData name="Goswami, Treena (gcm8gw)" userId="S::gcm8gw@virginia.edu::afcc7bf1-7561-4a4f-9f29-309f7a9f78d7" providerId="AD" clId="Web-{7E8D8778-5205-6E8A-B421-AA1051082878}" dt="2024-02-07T17:54:16.109" v="15" actId="1076"/>
        <pc:sldMkLst>
          <pc:docMk/>
          <pc:sldMk cId="2836740793" sldId="291"/>
        </pc:sldMkLst>
        <pc:spChg chg="mod">
          <ac:chgData name="Goswami, Treena (gcm8gw)" userId="S::gcm8gw@virginia.edu::afcc7bf1-7561-4a4f-9f29-309f7a9f78d7" providerId="AD" clId="Web-{7E8D8778-5205-6E8A-B421-AA1051082878}" dt="2024-02-07T17:54:16.109" v="15" actId="1076"/>
          <ac:spMkLst>
            <pc:docMk/>
            <pc:sldMk cId="2836740793" sldId="291"/>
            <ac:spMk id="2" creationId="{E9D77143-7B8E-C191-A5D1-3FCA147677A7}"/>
          </ac:spMkLst>
        </pc:spChg>
      </pc:sldChg>
      <pc:sldChg chg="modSp modCm">
        <pc:chgData name="Goswami, Treena (gcm8gw)" userId="S::gcm8gw@virginia.edu::afcc7bf1-7561-4a4f-9f29-309f7a9f78d7" providerId="AD" clId="Web-{7E8D8778-5205-6E8A-B421-AA1051082878}" dt="2024-02-07T17:53:46.607" v="1" actId="20577"/>
        <pc:sldMkLst>
          <pc:docMk/>
          <pc:sldMk cId="2894885031" sldId="301"/>
        </pc:sldMkLst>
        <pc:spChg chg="mod">
          <ac:chgData name="Goswami, Treena (gcm8gw)" userId="S::gcm8gw@virginia.edu::afcc7bf1-7561-4a4f-9f29-309f7a9f78d7" providerId="AD" clId="Web-{7E8D8778-5205-6E8A-B421-AA1051082878}" dt="2024-02-07T17:53:46.607" v="1"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7E8D8778-5205-6E8A-B421-AA1051082878}" dt="2024-02-07T17:53:46.607" v="1" actId="20577"/>
              <pc2:cmMkLst xmlns:pc2="http://schemas.microsoft.com/office/powerpoint/2019/9/main/command">
                <pc:docMk/>
                <pc:sldMk cId="2894885031" sldId="301"/>
                <pc2:cmMk id="{54A37284-8A1E-4375-93CE-7DBC0F6E5029}"/>
              </pc2:cmMkLst>
            </pc226:cmChg>
          </p:ext>
        </pc:extLst>
      </pc:sldChg>
      <pc:sldChg chg="modSp">
        <pc:chgData name="Goswami, Treena (gcm8gw)" userId="S::gcm8gw@virginia.edu::afcc7bf1-7561-4a4f-9f29-309f7a9f78d7" providerId="AD" clId="Web-{7E8D8778-5205-6E8A-B421-AA1051082878}" dt="2024-02-07T17:54:01.623" v="7" actId="14100"/>
        <pc:sldMkLst>
          <pc:docMk/>
          <pc:sldMk cId="1267718946" sldId="320"/>
        </pc:sldMkLst>
        <pc:spChg chg="mod">
          <ac:chgData name="Goswami, Treena (gcm8gw)" userId="S::gcm8gw@virginia.edu::afcc7bf1-7561-4a4f-9f29-309f7a9f78d7" providerId="AD" clId="Web-{7E8D8778-5205-6E8A-B421-AA1051082878}" dt="2024-02-07T17:54:01.623" v="7" actId="14100"/>
          <ac:spMkLst>
            <pc:docMk/>
            <pc:sldMk cId="1267718946" sldId="320"/>
            <ac:spMk id="4" creationId="{8FDA57DD-45AC-1A1B-B79F-D76C09ABCC74}"/>
          </ac:spMkLst>
        </pc:spChg>
      </pc:sldChg>
      <pc:sldChg chg="modSp">
        <pc:chgData name="Goswami, Treena (gcm8gw)" userId="S::gcm8gw@virginia.edu::afcc7bf1-7561-4a4f-9f29-309f7a9f78d7" providerId="AD" clId="Web-{7E8D8778-5205-6E8A-B421-AA1051082878}" dt="2024-02-07T17:54:23.703" v="17" actId="20577"/>
        <pc:sldMkLst>
          <pc:docMk/>
          <pc:sldMk cId="3637387622" sldId="322"/>
        </pc:sldMkLst>
        <pc:spChg chg="mod">
          <ac:chgData name="Goswami, Treena (gcm8gw)" userId="S::gcm8gw@virginia.edu::afcc7bf1-7561-4a4f-9f29-309f7a9f78d7" providerId="AD" clId="Web-{7E8D8778-5205-6E8A-B421-AA1051082878}" dt="2024-02-07T17:54:23.703" v="17" actId="20577"/>
          <ac:spMkLst>
            <pc:docMk/>
            <pc:sldMk cId="3637387622" sldId="322"/>
            <ac:spMk id="3" creationId="{32DEA647-1D33-C88B-CA73-0C3B9A6285C7}"/>
          </ac:spMkLst>
        </pc:spChg>
      </pc:sldChg>
    </pc:docChg>
  </pc:docChgLst>
  <pc:docChgLst>
    <pc:chgData name="Goswami, Treena (gcm8gw)" userId="S::gcm8gw@virginia.edu::afcc7bf1-7561-4a4f-9f29-309f7a9f78d7" providerId="AD" clId="Web-{6F7585AE-9276-51D8-920A-5185D76266C7}"/>
    <pc:docChg chg="modSld">
      <pc:chgData name="Goswami, Treena (gcm8gw)" userId="S::gcm8gw@virginia.edu::afcc7bf1-7561-4a4f-9f29-309f7a9f78d7" providerId="AD" clId="Web-{6F7585AE-9276-51D8-920A-5185D76266C7}" dt="2024-02-07T17:11:54.605" v="237"/>
      <pc:docMkLst>
        <pc:docMk/>
      </pc:docMkLst>
      <pc:sldChg chg="modNotes">
        <pc:chgData name="Goswami, Treena (gcm8gw)" userId="S::gcm8gw@virginia.edu::afcc7bf1-7561-4a4f-9f29-309f7a9f78d7" providerId="AD" clId="Web-{6F7585AE-9276-51D8-920A-5185D76266C7}" dt="2024-02-07T16:41:43.697" v="6"/>
        <pc:sldMkLst>
          <pc:docMk/>
          <pc:sldMk cId="1224941005" sldId="258"/>
        </pc:sldMkLst>
      </pc:sldChg>
      <pc:sldChg chg="modNotes">
        <pc:chgData name="Goswami, Treena (gcm8gw)" userId="S::gcm8gw@virginia.edu::afcc7bf1-7561-4a4f-9f29-309f7a9f78d7" providerId="AD" clId="Web-{6F7585AE-9276-51D8-920A-5185D76266C7}" dt="2024-02-07T16:47:52.016" v="13"/>
        <pc:sldMkLst>
          <pc:docMk/>
          <pc:sldMk cId="2440686047" sldId="261"/>
        </pc:sldMkLst>
      </pc:sldChg>
      <pc:sldChg chg="delSp modSp modNotes">
        <pc:chgData name="Goswami, Treena (gcm8gw)" userId="S::gcm8gw@virginia.edu::afcc7bf1-7561-4a4f-9f29-309f7a9f78d7" providerId="AD" clId="Web-{6F7585AE-9276-51D8-920A-5185D76266C7}" dt="2024-02-07T17:11:54.605" v="237"/>
        <pc:sldMkLst>
          <pc:docMk/>
          <pc:sldMk cId="794762532" sldId="290"/>
        </pc:sldMkLst>
        <pc:spChg chg="mod">
          <ac:chgData name="Goswami, Treena (gcm8gw)" userId="S::gcm8gw@virginia.edu::afcc7bf1-7561-4a4f-9f29-309f7a9f78d7" providerId="AD" clId="Web-{6F7585AE-9276-51D8-920A-5185D76266C7}" dt="2024-02-07T17:11:13.573" v="226" actId="1076"/>
          <ac:spMkLst>
            <pc:docMk/>
            <pc:sldMk cId="794762532" sldId="290"/>
            <ac:spMk id="2" creationId="{6CCD9D79-B581-B58D-0354-9E6BFA3CC488}"/>
          </ac:spMkLst>
        </pc:spChg>
        <pc:spChg chg="mod">
          <ac:chgData name="Goswami, Treena (gcm8gw)" userId="S::gcm8gw@virginia.edu::afcc7bf1-7561-4a4f-9f29-309f7a9f78d7" providerId="AD" clId="Web-{6F7585AE-9276-51D8-920A-5185D76266C7}" dt="2024-02-07T17:11:02.260" v="223" actId="20577"/>
          <ac:spMkLst>
            <pc:docMk/>
            <pc:sldMk cId="794762532" sldId="290"/>
            <ac:spMk id="5" creationId="{4B57E253-96CE-9DF1-EE2E-32926DB2994D}"/>
          </ac:spMkLst>
        </pc:spChg>
        <pc:graphicFrameChg chg="mod modGraphic">
          <ac:chgData name="Goswami, Treena (gcm8gw)" userId="S::gcm8gw@virginia.edu::afcc7bf1-7561-4a4f-9f29-309f7a9f78d7" providerId="AD" clId="Web-{6F7585AE-9276-51D8-920A-5185D76266C7}" dt="2024-02-07T17:11:54.605" v="237"/>
          <ac:graphicFrameMkLst>
            <pc:docMk/>
            <pc:sldMk cId="794762532" sldId="290"/>
            <ac:graphicFrameMk id="3" creationId="{D2358BD3-3929-B41D-19D6-A36694AD3CA8}"/>
          </ac:graphicFrameMkLst>
        </pc:graphicFrameChg>
        <pc:picChg chg="del">
          <ac:chgData name="Goswami, Treena (gcm8gw)" userId="S::gcm8gw@virginia.edu::afcc7bf1-7561-4a4f-9f29-309f7a9f78d7" providerId="AD" clId="Web-{6F7585AE-9276-51D8-920A-5185D76266C7}" dt="2024-02-07T17:11:45.714" v="228"/>
          <ac:picMkLst>
            <pc:docMk/>
            <pc:sldMk cId="794762532" sldId="290"/>
            <ac:picMk id="48" creationId="{A2A52563-AF5F-5B53-0046-849BA43224BE}"/>
          </ac:picMkLst>
        </pc:picChg>
      </pc:sldChg>
      <pc:sldChg chg="modSp">
        <pc:chgData name="Goswami, Treena (gcm8gw)" userId="S::gcm8gw@virginia.edu::afcc7bf1-7561-4a4f-9f29-309f7a9f78d7" providerId="AD" clId="Web-{6F7585AE-9276-51D8-920A-5185D76266C7}" dt="2024-02-05T20:36:26.408" v="1" actId="20577"/>
        <pc:sldMkLst>
          <pc:docMk/>
          <pc:sldMk cId="1095140467" sldId="316"/>
        </pc:sldMkLst>
        <pc:spChg chg="mod">
          <ac:chgData name="Goswami, Treena (gcm8gw)" userId="S::gcm8gw@virginia.edu::afcc7bf1-7561-4a4f-9f29-309f7a9f78d7" providerId="AD" clId="Web-{6F7585AE-9276-51D8-920A-5185D76266C7}" dt="2024-02-05T20:36:26.408" v="1" actId="20577"/>
          <ac:spMkLst>
            <pc:docMk/>
            <pc:sldMk cId="1095140467" sldId="316"/>
            <ac:spMk id="3" creationId="{ABCE1752-6763-3B54-0B5D-7A2EDC311A98}"/>
          </ac:spMkLst>
        </pc:spChg>
      </pc:sldChg>
      <pc:sldChg chg="modSp">
        <pc:chgData name="Goswami, Treena (gcm8gw)" userId="S::gcm8gw@virginia.edu::afcc7bf1-7561-4a4f-9f29-309f7a9f78d7" providerId="AD" clId="Web-{6F7585AE-9276-51D8-920A-5185D76266C7}" dt="2024-02-07T16:57:58.855" v="30"/>
        <pc:sldMkLst>
          <pc:docMk/>
          <pc:sldMk cId="1267718946" sldId="320"/>
        </pc:sldMkLst>
        <pc:graphicFrameChg chg="mod modGraphic">
          <ac:chgData name="Goswami, Treena (gcm8gw)" userId="S::gcm8gw@virginia.edu::afcc7bf1-7561-4a4f-9f29-309f7a9f78d7" providerId="AD" clId="Web-{6F7585AE-9276-51D8-920A-5185D76266C7}" dt="2024-02-07T16:57:58.855" v="30"/>
          <ac:graphicFrameMkLst>
            <pc:docMk/>
            <pc:sldMk cId="1267718946" sldId="320"/>
            <ac:graphicFrameMk id="3" creationId="{53341DF5-F94F-1C59-334E-AB149A3064B1}"/>
          </ac:graphicFrameMkLst>
        </pc:graphicFrameChg>
      </pc:sldChg>
    </pc:docChg>
  </pc:docChgLst>
  <pc:docChgLst>
    <pc:chgData name="Goswami, Treena (gcm8gw)" userId="S::gcm8gw@virginia.edu::afcc7bf1-7561-4a4f-9f29-309f7a9f78d7" providerId="AD" clId="Web-{8F927E75-2743-88D5-5B57-A8DAD1E1D766}"/>
    <pc:docChg chg="addSld delSld modSld sldOrd">
      <pc:chgData name="Goswami, Treena (gcm8gw)" userId="S::gcm8gw@virginia.edu::afcc7bf1-7561-4a4f-9f29-309f7a9f78d7" providerId="AD" clId="Web-{8F927E75-2743-88D5-5B57-A8DAD1E1D766}" dt="2024-01-29T20:46:15.158" v="1730" actId="20577"/>
      <pc:docMkLst>
        <pc:docMk/>
      </pc:docMkLst>
      <pc:sldChg chg="addCm">
        <pc:chgData name="Goswami, Treena (gcm8gw)" userId="S::gcm8gw@virginia.edu::afcc7bf1-7561-4a4f-9f29-309f7a9f78d7" providerId="AD" clId="Web-{8F927E75-2743-88D5-5B57-A8DAD1E1D766}" dt="2024-01-29T20:23:54.510" v="1330"/>
        <pc:sldMkLst>
          <pc:docMk/>
          <pc:sldMk cId="1776905435" sldId="257"/>
        </pc:sldMkLst>
        <pc:extLst>
          <p:ext xmlns:p="http://schemas.openxmlformats.org/presentationml/2006/main" uri="{D6D511B9-2390-475A-947B-AFAB55BFBCF1}">
            <pc226:cmChg xmlns:pc226="http://schemas.microsoft.com/office/powerpoint/2022/06/main/command" chg="add">
              <pc226:chgData name="Goswami, Treena (gcm8gw)" userId="S::gcm8gw@virginia.edu::afcc7bf1-7561-4a4f-9f29-309f7a9f78d7" providerId="AD" clId="Web-{8F927E75-2743-88D5-5B57-A8DAD1E1D766}" dt="2024-01-29T20:23:54.510" v="1330"/>
              <pc2:cmMkLst xmlns:pc2="http://schemas.microsoft.com/office/powerpoint/2019/9/main/command">
                <pc:docMk/>
                <pc:sldMk cId="1776905435" sldId="257"/>
                <pc2:cmMk id="{A239A06E-3430-41E8-B65F-C0DC7CB66C6A}"/>
              </pc2:cmMkLst>
            </pc226:cmChg>
          </p:ext>
        </pc:extLst>
      </pc:sldChg>
      <pc:sldChg chg="modSp">
        <pc:chgData name="Goswami, Treena (gcm8gw)" userId="S::gcm8gw@virginia.edu::afcc7bf1-7561-4a4f-9f29-309f7a9f78d7" providerId="AD" clId="Web-{8F927E75-2743-88D5-5B57-A8DAD1E1D766}" dt="2024-01-29T20:24:24.074" v="1333" actId="20577"/>
        <pc:sldMkLst>
          <pc:docMk/>
          <pc:sldMk cId="1224941005" sldId="258"/>
        </pc:sldMkLst>
        <pc:spChg chg="mod">
          <ac:chgData name="Goswami, Treena (gcm8gw)" userId="S::gcm8gw@virginia.edu::afcc7bf1-7561-4a4f-9f29-309f7a9f78d7" providerId="AD" clId="Web-{8F927E75-2743-88D5-5B57-A8DAD1E1D766}" dt="2024-01-29T20:24:24.074" v="1333" actId="20577"/>
          <ac:spMkLst>
            <pc:docMk/>
            <pc:sldMk cId="1224941005" sldId="258"/>
            <ac:spMk id="20" creationId="{3080B752-8274-FF2A-7BC4-94A57846978A}"/>
          </ac:spMkLst>
        </pc:spChg>
      </pc:sldChg>
      <pc:sldChg chg="modSp">
        <pc:chgData name="Goswami, Treena (gcm8gw)" userId="S::gcm8gw@virginia.edu::afcc7bf1-7561-4a4f-9f29-309f7a9f78d7" providerId="AD" clId="Web-{8F927E75-2743-88D5-5B57-A8DAD1E1D766}" dt="2024-01-29T20:17:24.073" v="1319" actId="20577"/>
        <pc:sldMkLst>
          <pc:docMk/>
          <pc:sldMk cId="2166316645" sldId="266"/>
        </pc:sldMkLst>
        <pc:spChg chg="mod">
          <ac:chgData name="Goswami, Treena (gcm8gw)" userId="S::gcm8gw@virginia.edu::afcc7bf1-7561-4a4f-9f29-309f7a9f78d7" providerId="AD" clId="Web-{8F927E75-2743-88D5-5B57-A8DAD1E1D766}" dt="2024-01-29T20:17:24.073" v="1319" actId="20577"/>
          <ac:spMkLst>
            <pc:docMk/>
            <pc:sldMk cId="2166316645" sldId="266"/>
            <ac:spMk id="2" creationId="{6CCD9D79-B581-B58D-0354-9E6BFA3CC488}"/>
          </ac:spMkLst>
        </pc:spChg>
      </pc:sldChg>
      <pc:sldChg chg="modSp">
        <pc:chgData name="Goswami, Treena (gcm8gw)" userId="S::gcm8gw@virginia.edu::afcc7bf1-7561-4a4f-9f29-309f7a9f78d7" providerId="AD" clId="Web-{8F927E75-2743-88D5-5B57-A8DAD1E1D766}" dt="2024-01-29T20:18:39.732" v="1329" actId="20577"/>
        <pc:sldMkLst>
          <pc:docMk/>
          <pc:sldMk cId="38110629" sldId="276"/>
        </pc:sldMkLst>
        <pc:spChg chg="mod">
          <ac:chgData name="Goswami, Treena (gcm8gw)" userId="S::gcm8gw@virginia.edu::afcc7bf1-7561-4a4f-9f29-309f7a9f78d7" providerId="AD" clId="Web-{8F927E75-2743-88D5-5B57-A8DAD1E1D766}" dt="2024-01-29T20:18:39.732" v="1329" actId="20577"/>
          <ac:spMkLst>
            <pc:docMk/>
            <pc:sldMk cId="38110629" sldId="276"/>
            <ac:spMk id="2" creationId="{00000000-0000-0000-0000-000000000000}"/>
          </ac:spMkLst>
        </pc:spChg>
      </pc:sldChg>
      <pc:sldChg chg="modNotes">
        <pc:chgData name="Goswami, Treena (gcm8gw)" userId="S::gcm8gw@virginia.edu::afcc7bf1-7561-4a4f-9f29-309f7a9f78d7" providerId="AD" clId="Web-{8F927E75-2743-88D5-5B57-A8DAD1E1D766}" dt="2024-01-29T19:52:41.529" v="1001"/>
        <pc:sldMkLst>
          <pc:docMk/>
          <pc:sldMk cId="794762532" sldId="290"/>
        </pc:sldMkLst>
      </pc:sldChg>
      <pc:sldChg chg="delSp modSp ord addCm">
        <pc:chgData name="Goswami, Treena (gcm8gw)" userId="S::gcm8gw@virginia.edu::afcc7bf1-7561-4a4f-9f29-309f7a9f78d7" providerId="AD" clId="Web-{8F927E75-2743-88D5-5B57-A8DAD1E1D766}" dt="2024-01-29T20:30:29.698" v="1434"/>
        <pc:sldMkLst>
          <pc:docMk/>
          <pc:sldMk cId="2836740793" sldId="291"/>
        </pc:sldMkLst>
        <pc:spChg chg="mod">
          <ac:chgData name="Goswami, Treena (gcm8gw)" userId="S::gcm8gw@virginia.edu::afcc7bf1-7561-4a4f-9f29-309f7a9f78d7" providerId="AD" clId="Web-{8F927E75-2743-88D5-5B57-A8DAD1E1D766}" dt="2024-01-29T20:17:34.198" v="1320" actId="20577"/>
          <ac:spMkLst>
            <pc:docMk/>
            <pc:sldMk cId="2836740793" sldId="291"/>
            <ac:spMk id="5" creationId="{A4A1570F-D602-58C8-62C6-318B4B9D92AA}"/>
          </ac:spMkLst>
        </pc:spChg>
        <pc:spChg chg="del mod">
          <ac:chgData name="Goswami, Treena (gcm8gw)" userId="S::gcm8gw@virginia.edu::afcc7bf1-7561-4a4f-9f29-309f7a9f78d7" providerId="AD" clId="Web-{8F927E75-2743-88D5-5B57-A8DAD1E1D766}" dt="2024-01-29T18:27:24.368" v="239"/>
          <ac:spMkLst>
            <pc:docMk/>
            <pc:sldMk cId="2836740793" sldId="291"/>
            <ac:spMk id="6" creationId="{24499D96-C925-47D6-9CDD-5344E3E8695C}"/>
          </ac:spMkLst>
        </pc:spChg>
        <pc:extLst>
          <p:ext xmlns:p="http://schemas.openxmlformats.org/presentationml/2006/main" uri="{D6D511B9-2390-475A-947B-AFAB55BFBCF1}">
            <pc226:cmChg xmlns:pc226="http://schemas.microsoft.com/office/powerpoint/2022/06/main/command" chg="add">
              <pc226:chgData name="Goswami, Treena (gcm8gw)" userId="S::gcm8gw@virginia.edu::afcc7bf1-7561-4a4f-9f29-309f7a9f78d7" providerId="AD" clId="Web-{8F927E75-2743-88D5-5B57-A8DAD1E1D766}" dt="2024-01-29T18:28:06.932" v="240"/>
              <pc2:cmMkLst xmlns:pc2="http://schemas.microsoft.com/office/powerpoint/2019/9/main/command">
                <pc:docMk/>
                <pc:sldMk cId="2836740793" sldId="291"/>
                <pc2:cmMk id="{C03F1039-B6EE-41C1-B242-86963B7683B8}"/>
              </pc2:cmMkLst>
            </pc226:cmChg>
          </p:ext>
        </pc:extLst>
      </pc:sldChg>
      <pc:sldChg chg="modSp">
        <pc:chgData name="Goswami, Treena (gcm8gw)" userId="S::gcm8gw@virginia.edu::afcc7bf1-7561-4a4f-9f29-309f7a9f78d7" providerId="AD" clId="Web-{8F927E75-2743-88D5-5B57-A8DAD1E1D766}" dt="2024-01-29T19:04:36.491" v="531" actId="20577"/>
        <pc:sldMkLst>
          <pc:docMk/>
          <pc:sldMk cId="2564838282" sldId="293"/>
        </pc:sldMkLst>
        <pc:spChg chg="mod">
          <ac:chgData name="Goswami, Treena (gcm8gw)" userId="S::gcm8gw@virginia.edu::afcc7bf1-7561-4a4f-9f29-309f7a9f78d7" providerId="AD" clId="Web-{8F927E75-2743-88D5-5B57-A8DAD1E1D766}" dt="2024-01-29T19:04:36.491" v="531" actId="20577"/>
          <ac:spMkLst>
            <pc:docMk/>
            <pc:sldMk cId="2564838282" sldId="293"/>
            <ac:spMk id="20" creationId="{3080B752-8274-FF2A-7BC4-94A57846978A}"/>
          </ac:spMkLst>
        </pc:spChg>
      </pc:sldChg>
      <pc:sldChg chg="delSp modSp modNotes">
        <pc:chgData name="Goswami, Treena (gcm8gw)" userId="S::gcm8gw@virginia.edu::afcc7bf1-7561-4a4f-9f29-309f7a9f78d7" providerId="AD" clId="Web-{8F927E75-2743-88D5-5B57-A8DAD1E1D766}" dt="2024-01-29T20:46:15.158" v="1730" actId="20577"/>
        <pc:sldMkLst>
          <pc:docMk/>
          <pc:sldMk cId="2510184360" sldId="295"/>
        </pc:sldMkLst>
        <pc:spChg chg="mod">
          <ac:chgData name="Goswami, Treena (gcm8gw)" userId="S::gcm8gw@virginia.edu::afcc7bf1-7561-4a4f-9f29-309f7a9f78d7" providerId="AD" clId="Web-{8F927E75-2743-88D5-5B57-A8DAD1E1D766}" dt="2024-01-29T20:18:18.778" v="1326" actId="1076"/>
          <ac:spMkLst>
            <pc:docMk/>
            <pc:sldMk cId="2510184360" sldId="295"/>
            <ac:spMk id="2" creationId="{CC61F88D-6D05-FA5E-917E-419D15A2FB3C}"/>
          </ac:spMkLst>
        </pc:spChg>
        <pc:spChg chg="mod">
          <ac:chgData name="Goswami, Treena (gcm8gw)" userId="S::gcm8gw@virginia.edu::afcc7bf1-7561-4a4f-9f29-309f7a9f78d7" providerId="AD" clId="Web-{8F927E75-2743-88D5-5B57-A8DAD1E1D766}" dt="2024-01-29T20:46:15.158" v="1730" actId="20577"/>
          <ac:spMkLst>
            <pc:docMk/>
            <pc:sldMk cId="2510184360" sldId="295"/>
            <ac:spMk id="7" creationId="{AF1F0DED-D305-073A-76A1-2483FEC73D9C}"/>
          </ac:spMkLst>
        </pc:spChg>
        <pc:picChg chg="del">
          <ac:chgData name="Goswami, Treena (gcm8gw)" userId="S::gcm8gw@virginia.edu::afcc7bf1-7561-4a4f-9f29-309f7a9f78d7" providerId="AD" clId="Web-{8F927E75-2743-88D5-5B57-A8DAD1E1D766}" dt="2024-01-29T19:48:46.551" v="972"/>
          <ac:picMkLst>
            <pc:docMk/>
            <pc:sldMk cId="2510184360" sldId="295"/>
            <ac:picMk id="3" creationId="{5EFF74F7-EC85-A491-CB47-E8CC96E7A387}"/>
          </ac:picMkLst>
        </pc:picChg>
      </pc:sldChg>
      <pc:sldChg chg="del">
        <pc:chgData name="Goswami, Treena (gcm8gw)" userId="S::gcm8gw@virginia.edu::afcc7bf1-7561-4a4f-9f29-309f7a9f78d7" providerId="AD" clId="Web-{8F927E75-2743-88D5-5B57-A8DAD1E1D766}" dt="2024-01-29T19:03:59.786" v="523"/>
        <pc:sldMkLst>
          <pc:docMk/>
          <pc:sldMk cId="2843307357" sldId="297"/>
        </pc:sldMkLst>
      </pc:sldChg>
      <pc:sldChg chg="delSp modSp modNotes">
        <pc:chgData name="Goswami, Treena (gcm8gw)" userId="S::gcm8gw@virginia.edu::afcc7bf1-7561-4a4f-9f29-309f7a9f78d7" providerId="AD" clId="Web-{8F927E75-2743-88D5-5B57-A8DAD1E1D766}" dt="2024-01-29T20:45:19.312" v="1719" actId="20577"/>
        <pc:sldMkLst>
          <pc:docMk/>
          <pc:sldMk cId="1986971451" sldId="298"/>
        </pc:sldMkLst>
        <pc:spChg chg="mod">
          <ac:chgData name="Goswami, Treena (gcm8gw)" userId="S::gcm8gw@virginia.edu::afcc7bf1-7561-4a4f-9f29-309f7a9f78d7" providerId="AD" clId="Web-{8F927E75-2743-88D5-5B57-A8DAD1E1D766}" dt="2024-01-29T19:43:35.976" v="916" actId="20577"/>
          <ac:spMkLst>
            <pc:docMk/>
            <pc:sldMk cId="1986971451" sldId="298"/>
            <ac:spMk id="2" creationId="{6CCD9D79-B581-B58D-0354-9E6BFA3CC488}"/>
          </ac:spMkLst>
        </pc:spChg>
        <pc:spChg chg="del mod">
          <ac:chgData name="Goswami, Treena (gcm8gw)" userId="S::gcm8gw@virginia.edu::afcc7bf1-7561-4a4f-9f29-309f7a9f78d7" providerId="AD" clId="Web-{8F927E75-2743-88D5-5B57-A8DAD1E1D766}" dt="2024-01-29T19:43:30.600" v="915"/>
          <ac:spMkLst>
            <pc:docMk/>
            <pc:sldMk cId="1986971451" sldId="298"/>
            <ac:spMk id="3" creationId="{4AC7EE18-A9F3-9780-04AA-9C1FCEAED34D}"/>
          </ac:spMkLst>
        </pc:spChg>
        <pc:spChg chg="mod">
          <ac:chgData name="Goswami, Treena (gcm8gw)" userId="S::gcm8gw@virginia.edu::afcc7bf1-7561-4a4f-9f29-309f7a9f78d7" providerId="AD" clId="Web-{8F927E75-2743-88D5-5B57-A8DAD1E1D766}" dt="2024-01-29T20:45:19.312" v="1719" actId="20577"/>
          <ac:spMkLst>
            <pc:docMk/>
            <pc:sldMk cId="1986971451" sldId="298"/>
            <ac:spMk id="5" creationId="{4B57E253-96CE-9DF1-EE2E-32926DB2994D}"/>
          </ac:spMkLst>
        </pc:spChg>
        <pc:picChg chg="del">
          <ac:chgData name="Goswami, Treena (gcm8gw)" userId="S::gcm8gw@virginia.edu::afcc7bf1-7561-4a4f-9f29-309f7a9f78d7" providerId="AD" clId="Web-{8F927E75-2743-88D5-5B57-A8DAD1E1D766}" dt="2024-01-29T19:42:39.911" v="897"/>
          <ac:picMkLst>
            <pc:docMk/>
            <pc:sldMk cId="1986971451" sldId="298"/>
            <ac:picMk id="4" creationId="{12216163-6697-7A30-2D05-8C489D14539A}"/>
          </ac:picMkLst>
        </pc:picChg>
        <pc:picChg chg="del">
          <ac:chgData name="Goswami, Treena (gcm8gw)" userId="S::gcm8gw@virginia.edu::afcc7bf1-7561-4a4f-9f29-309f7a9f78d7" providerId="AD" clId="Web-{8F927E75-2743-88D5-5B57-A8DAD1E1D766}" dt="2024-01-29T19:42:40.708" v="898"/>
          <ac:picMkLst>
            <pc:docMk/>
            <pc:sldMk cId="1986971451" sldId="298"/>
            <ac:picMk id="7" creationId="{C41B7572-2167-B892-A11C-085E7586AA8D}"/>
          </ac:picMkLst>
        </pc:picChg>
        <pc:picChg chg="mod">
          <ac:chgData name="Goswami, Treena (gcm8gw)" userId="S::gcm8gw@virginia.edu::afcc7bf1-7561-4a4f-9f29-309f7a9f78d7" providerId="AD" clId="Web-{8F927E75-2743-88D5-5B57-A8DAD1E1D766}" dt="2024-01-29T19:43:41.304" v="917" actId="14100"/>
          <ac:picMkLst>
            <pc:docMk/>
            <pc:sldMk cId="1986971451" sldId="298"/>
            <ac:picMk id="48" creationId="{A2A52563-AF5F-5B53-0046-849BA43224BE}"/>
          </ac:picMkLst>
        </pc:picChg>
      </pc:sldChg>
      <pc:sldChg chg="delSp modSp modNotes">
        <pc:chgData name="Goswami, Treena (gcm8gw)" userId="S::gcm8gw@virginia.edu::afcc7bf1-7561-4a4f-9f29-309f7a9f78d7" providerId="AD" clId="Web-{8F927E75-2743-88D5-5B57-A8DAD1E1D766}" dt="2024-01-29T20:39:52.065" v="1622" actId="20577"/>
        <pc:sldMkLst>
          <pc:docMk/>
          <pc:sldMk cId="2894885031" sldId="301"/>
        </pc:sldMkLst>
        <pc:spChg chg="mod">
          <ac:chgData name="Goswami, Treena (gcm8gw)" userId="S::gcm8gw@virginia.edu::afcc7bf1-7561-4a4f-9f29-309f7a9f78d7" providerId="AD" clId="Web-{8F927E75-2743-88D5-5B57-A8DAD1E1D766}" dt="2024-01-29T19:40:42.687" v="881" actId="1076"/>
          <ac:spMkLst>
            <pc:docMk/>
            <pc:sldMk cId="2894885031" sldId="301"/>
            <ac:spMk id="2" creationId="{6CCD9D79-B581-B58D-0354-9E6BFA3CC488}"/>
          </ac:spMkLst>
        </pc:spChg>
        <pc:spChg chg="del mod">
          <ac:chgData name="Goswami, Treena (gcm8gw)" userId="S::gcm8gw@virginia.edu::afcc7bf1-7561-4a4f-9f29-309f7a9f78d7" providerId="AD" clId="Web-{8F927E75-2743-88D5-5B57-A8DAD1E1D766}" dt="2024-01-29T19:23:14.161" v="764"/>
          <ac:spMkLst>
            <pc:docMk/>
            <pc:sldMk cId="2894885031" sldId="301"/>
            <ac:spMk id="3" creationId="{81218EB8-D199-56CC-DC1B-71C217BC7F02}"/>
          </ac:spMkLst>
        </pc:spChg>
        <pc:spChg chg="mod">
          <ac:chgData name="Goswami, Treena (gcm8gw)" userId="S::gcm8gw@virginia.edu::afcc7bf1-7561-4a4f-9f29-309f7a9f78d7" providerId="AD" clId="Web-{8F927E75-2743-88D5-5B57-A8DAD1E1D766}" dt="2024-01-29T20:39:52.065" v="1622" actId="20577"/>
          <ac:spMkLst>
            <pc:docMk/>
            <pc:sldMk cId="2894885031" sldId="301"/>
            <ac:spMk id="5" creationId="{4B57E253-96CE-9DF1-EE2E-32926DB2994D}"/>
          </ac:spMkLst>
        </pc:spChg>
        <pc:picChg chg="mod">
          <ac:chgData name="Goswami, Treena (gcm8gw)" userId="S::gcm8gw@virginia.edu::afcc7bf1-7561-4a4f-9f29-309f7a9f78d7" providerId="AD" clId="Web-{8F927E75-2743-88D5-5B57-A8DAD1E1D766}" dt="2024-01-29T19:40:57.579" v="884" actId="14100"/>
          <ac:picMkLst>
            <pc:docMk/>
            <pc:sldMk cId="2894885031" sldId="301"/>
            <ac:picMk id="48" creationId="{A2A52563-AF5F-5B53-0046-849BA43224BE}"/>
          </ac:picMkLst>
        </pc:picChg>
      </pc:sldChg>
      <pc:sldChg chg="del">
        <pc:chgData name="Goswami, Treena (gcm8gw)" userId="S::gcm8gw@virginia.edu::afcc7bf1-7561-4a4f-9f29-309f7a9f78d7" providerId="AD" clId="Web-{8F927E75-2743-88D5-5B57-A8DAD1E1D766}" dt="2024-01-29T19:48:56.238" v="975"/>
        <pc:sldMkLst>
          <pc:docMk/>
          <pc:sldMk cId="110244707" sldId="303"/>
        </pc:sldMkLst>
      </pc:sldChg>
      <pc:sldChg chg="modSp add del delCm modNotes">
        <pc:chgData name="Goswami, Treena (gcm8gw)" userId="S::gcm8gw@virginia.edu::afcc7bf1-7561-4a4f-9f29-309f7a9f78d7" providerId="AD" clId="Web-{8F927E75-2743-88D5-5B57-A8DAD1E1D766}" dt="2024-01-29T20:38:01.795" v="1600" actId="20577"/>
        <pc:sldMkLst>
          <pc:docMk/>
          <pc:sldMk cId="799235816" sldId="304"/>
        </pc:sldMkLst>
        <pc:spChg chg="mod">
          <ac:chgData name="Goswami, Treena (gcm8gw)" userId="S::gcm8gw@virginia.edu::afcc7bf1-7561-4a4f-9f29-309f7a9f78d7" providerId="AD" clId="Web-{8F927E75-2743-88D5-5B57-A8DAD1E1D766}" dt="2024-01-29T18:44:35.895" v="509" actId="1076"/>
          <ac:spMkLst>
            <pc:docMk/>
            <pc:sldMk cId="799235816" sldId="304"/>
            <ac:spMk id="2" creationId="{B6D9DC2C-8DB2-4F30-7811-48862A2B1140}"/>
          </ac:spMkLst>
        </pc:spChg>
        <pc:spChg chg="mod">
          <ac:chgData name="Goswami, Treena (gcm8gw)" userId="S::gcm8gw@virginia.edu::afcc7bf1-7561-4a4f-9f29-309f7a9f78d7" providerId="AD" clId="Web-{8F927E75-2743-88D5-5B57-A8DAD1E1D766}" dt="2024-01-29T20:38:01.795" v="1600" actId="20577"/>
          <ac:spMkLst>
            <pc:docMk/>
            <pc:sldMk cId="799235816" sldId="304"/>
            <ac:spMk id="3" creationId="{6DAAC72D-6444-480D-EEF2-23BBE2174EE1}"/>
          </ac:spMkLst>
        </pc:spChg>
        <pc:picChg chg="mod">
          <ac:chgData name="Goswami, Treena (gcm8gw)" userId="S::gcm8gw@virginia.edu::afcc7bf1-7561-4a4f-9f29-309f7a9f78d7" providerId="AD" clId="Web-{8F927E75-2743-88D5-5B57-A8DAD1E1D766}" dt="2024-01-29T18:44:21.644" v="505" actId="14100"/>
          <ac:picMkLst>
            <pc:docMk/>
            <pc:sldMk cId="799235816" sldId="304"/>
            <ac:picMk id="6" creationId="{0E2701C7-E34B-CF2B-1B51-4E3AB0067F0A}"/>
          </ac:picMkLst>
        </pc:picChg>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8F927E75-2743-88D5-5B57-A8DAD1E1D766}" dt="2024-01-29T18:30:05.078" v="251"/>
              <pc2:cmMkLst xmlns:pc2="http://schemas.microsoft.com/office/powerpoint/2019/9/main/command">
                <pc:docMk/>
                <pc:sldMk cId="799235816" sldId="304"/>
                <pc2:cmMk id="{E67B6235-41FF-4B24-B948-F18FB2D19E96}"/>
              </pc2:cmMkLst>
            </pc226:cmChg>
            <pc226:cmChg xmlns:pc226="http://schemas.microsoft.com/office/powerpoint/2022/06/main/command" chg="del">
              <pc226:chgData name="Goswami, Treena (gcm8gw)" userId="S::gcm8gw@virginia.edu::afcc7bf1-7561-4a4f-9f29-309f7a9f78d7" providerId="AD" clId="Web-{8F927E75-2743-88D5-5B57-A8DAD1E1D766}" dt="2024-01-29T18:29:59.203" v="250"/>
              <pc2:cmMkLst xmlns:pc2="http://schemas.microsoft.com/office/powerpoint/2019/9/main/command">
                <pc:docMk/>
                <pc:sldMk cId="799235816" sldId="304"/>
                <pc2:cmMk id="{05E6416D-0FC0-451E-86A7-9347FDD24099}"/>
              </pc2:cmMkLst>
            </pc226:cmChg>
          </p:ext>
        </pc:extLst>
      </pc:sldChg>
      <pc:sldChg chg="modSp add del">
        <pc:chgData name="Goswami, Treena (gcm8gw)" userId="S::gcm8gw@virginia.edu::afcc7bf1-7561-4a4f-9f29-309f7a9f78d7" providerId="AD" clId="Web-{8F927E75-2743-88D5-5B57-A8DAD1E1D766}" dt="2024-01-29T18:45:26.506" v="518"/>
        <pc:sldMkLst>
          <pc:docMk/>
          <pc:sldMk cId="2961912081" sldId="305"/>
        </pc:sldMkLst>
        <pc:spChg chg="mod">
          <ac:chgData name="Goswami, Treena (gcm8gw)" userId="S::gcm8gw@virginia.edu::afcc7bf1-7561-4a4f-9f29-309f7a9f78d7" providerId="AD" clId="Web-{8F927E75-2743-88D5-5B57-A8DAD1E1D766}" dt="2024-01-29T18:31:05.361" v="264" actId="20577"/>
          <ac:spMkLst>
            <pc:docMk/>
            <pc:sldMk cId="2961912081" sldId="305"/>
            <ac:spMk id="2" creationId="{1845F33C-EBC0-7133-8920-280AAD23DF32}"/>
          </ac:spMkLst>
        </pc:spChg>
      </pc:sldChg>
      <pc:sldChg chg="modSp add del mod modShow">
        <pc:chgData name="Goswami, Treena (gcm8gw)" userId="S::gcm8gw@virginia.edu::afcc7bf1-7561-4a4f-9f29-309f7a9f78d7" providerId="AD" clId="Web-{8F927E75-2743-88D5-5B57-A8DAD1E1D766}" dt="2024-01-29T20:17:55.402" v="1323"/>
        <pc:sldMkLst>
          <pc:docMk/>
          <pc:sldMk cId="820575546" sldId="306"/>
        </pc:sldMkLst>
        <pc:spChg chg="mod">
          <ac:chgData name="Goswami, Treena (gcm8gw)" userId="S::gcm8gw@virginia.edu::afcc7bf1-7561-4a4f-9f29-309f7a9f78d7" providerId="AD" clId="Web-{8F927E75-2743-88D5-5B57-A8DAD1E1D766}" dt="2024-01-29T18:46:32.087" v="522" actId="20577"/>
          <ac:spMkLst>
            <pc:docMk/>
            <pc:sldMk cId="820575546" sldId="306"/>
            <ac:spMk id="5" creationId="{1B89D29A-4FB2-3078-A3AD-53562F3465A5}"/>
          </ac:spMkLst>
        </pc:spChg>
      </pc:sldChg>
      <pc:sldChg chg="del">
        <pc:chgData name="Goswami, Treena (gcm8gw)" userId="S::gcm8gw@virginia.edu::afcc7bf1-7561-4a4f-9f29-309f7a9f78d7" providerId="AD" clId="Web-{8F927E75-2743-88D5-5B57-A8DAD1E1D766}" dt="2024-01-29T19:22:40.566" v="759"/>
        <pc:sldMkLst>
          <pc:docMk/>
          <pc:sldMk cId="1930760078" sldId="307"/>
        </pc:sldMkLst>
      </pc:sldChg>
      <pc:sldChg chg="del">
        <pc:chgData name="Goswami, Treena (gcm8gw)" userId="S::gcm8gw@virginia.edu::afcc7bf1-7561-4a4f-9f29-309f7a9f78d7" providerId="AD" clId="Web-{8F927E75-2743-88D5-5B57-A8DAD1E1D766}" dt="2024-01-29T19:22:40.566" v="760"/>
        <pc:sldMkLst>
          <pc:docMk/>
          <pc:sldMk cId="1529384959" sldId="308"/>
        </pc:sldMkLst>
      </pc:sldChg>
      <pc:sldChg chg="addSp delSp modSp mod modClrScheme delAnim chgLayout modNotes">
        <pc:chgData name="Goswami, Treena (gcm8gw)" userId="S::gcm8gw@virginia.edu::afcc7bf1-7561-4a4f-9f29-309f7a9f78d7" providerId="AD" clId="Web-{8F927E75-2743-88D5-5B57-A8DAD1E1D766}" dt="2024-01-29T20:18:12.637" v="1325" actId="20577"/>
        <pc:sldMkLst>
          <pc:docMk/>
          <pc:sldMk cId="3608645240" sldId="309"/>
        </pc:sldMkLst>
        <pc:spChg chg="add mod ord">
          <ac:chgData name="Goswami, Treena (gcm8gw)" userId="S::gcm8gw@virginia.edu::afcc7bf1-7561-4a4f-9f29-309f7a9f78d7" providerId="AD" clId="Web-{8F927E75-2743-88D5-5B57-A8DAD1E1D766}" dt="2024-01-29T20:18:12.637" v="1325" actId="20577"/>
          <ac:spMkLst>
            <pc:docMk/>
            <pc:sldMk cId="3608645240" sldId="309"/>
            <ac:spMk id="2" creationId="{C8B925AF-3BA0-2F73-AF97-369BE05A518A}"/>
          </ac:spMkLst>
        </pc:spChg>
        <pc:spChg chg="del">
          <ac:chgData name="Goswami, Treena (gcm8gw)" userId="S::gcm8gw@virginia.edu::afcc7bf1-7561-4a4f-9f29-309f7a9f78d7" providerId="AD" clId="Web-{8F927E75-2743-88D5-5B57-A8DAD1E1D766}" dt="2024-01-29T19:11:27.085" v="593"/>
          <ac:spMkLst>
            <pc:docMk/>
            <pc:sldMk cId="3608645240" sldId="309"/>
            <ac:spMk id="3" creationId="{479047FC-095A-B40E-F2E2-1DD6F08BFC02}"/>
          </ac:spMkLst>
        </pc:spChg>
        <pc:spChg chg="mod">
          <ac:chgData name="Goswami, Treena (gcm8gw)" userId="S::gcm8gw@virginia.edu::afcc7bf1-7561-4a4f-9f29-309f7a9f78d7" providerId="AD" clId="Web-{8F927E75-2743-88D5-5B57-A8DAD1E1D766}" dt="2024-01-29T19:17:33.053" v="697" actId="1076"/>
          <ac:spMkLst>
            <pc:docMk/>
            <pc:sldMk cId="3608645240" sldId="309"/>
            <ac:spMk id="4" creationId="{E9E90C66-23BD-D989-96D1-2C1CBEB51EAA}"/>
          </ac:spMkLst>
        </pc:spChg>
        <pc:spChg chg="add mod ord">
          <ac:chgData name="Goswami, Treena (gcm8gw)" userId="S::gcm8gw@virginia.edu::afcc7bf1-7561-4a4f-9f29-309f7a9f78d7" providerId="AD" clId="Web-{8F927E75-2743-88D5-5B57-A8DAD1E1D766}" dt="2024-01-29T19:22:12.002" v="758" actId="1076"/>
          <ac:spMkLst>
            <pc:docMk/>
            <pc:sldMk cId="3608645240" sldId="309"/>
            <ac:spMk id="5" creationId="{DEB406FA-2B2E-DC2D-BE9C-4F15DC564E88}"/>
          </ac:spMkLst>
        </pc:spChg>
        <pc:spChg chg="mod ord">
          <ac:chgData name="Goswami, Treena (gcm8gw)" userId="S::gcm8gw@virginia.edu::afcc7bf1-7561-4a4f-9f29-309f7a9f78d7" providerId="AD" clId="Web-{8F927E75-2743-88D5-5B57-A8DAD1E1D766}" dt="2024-01-29T19:17:16.943" v="694" actId="1076"/>
          <ac:spMkLst>
            <pc:docMk/>
            <pc:sldMk cId="3608645240" sldId="309"/>
            <ac:spMk id="13" creationId="{9EF0CFE4-BB64-B668-1C60-BE13CFFB865E}"/>
          </ac:spMkLst>
        </pc:spChg>
        <pc:picChg chg="add">
          <ac:chgData name="Goswami, Treena (gcm8gw)" userId="S::gcm8gw@virginia.edu::afcc7bf1-7561-4a4f-9f29-309f7a9f78d7" providerId="AD" clId="Web-{8F927E75-2743-88D5-5B57-A8DAD1E1D766}" dt="2024-01-29T19:17:18.210" v="695"/>
          <ac:picMkLst>
            <pc:docMk/>
            <pc:sldMk cId="3608645240" sldId="309"/>
            <ac:picMk id="7" creationId="{66D272D8-81DF-85B1-555A-C4B5F38AF12C}"/>
          </ac:picMkLst>
        </pc:picChg>
        <pc:picChg chg="del">
          <ac:chgData name="Goswami, Treena (gcm8gw)" userId="S::gcm8gw@virginia.edu::afcc7bf1-7561-4a4f-9f29-309f7a9f78d7" providerId="AD" clId="Web-{8F927E75-2743-88D5-5B57-A8DAD1E1D766}" dt="2024-01-29T19:11:24.695" v="592"/>
          <ac:picMkLst>
            <pc:docMk/>
            <pc:sldMk cId="3608645240" sldId="309"/>
            <ac:picMk id="10" creationId="{89AEFDE1-99BA-E6E6-857C-0682F90C1B83}"/>
          </ac:picMkLst>
        </pc:picChg>
      </pc:sldChg>
      <pc:sldChg chg="del">
        <pc:chgData name="Goswami, Treena (gcm8gw)" userId="S::gcm8gw@virginia.edu::afcc7bf1-7561-4a4f-9f29-309f7a9f78d7" providerId="AD" clId="Web-{8F927E75-2743-88D5-5B57-A8DAD1E1D766}" dt="2024-01-29T17:57:29.141" v="204"/>
        <pc:sldMkLst>
          <pc:docMk/>
          <pc:sldMk cId="3690835146" sldId="310"/>
        </pc:sldMkLst>
      </pc:sldChg>
      <pc:sldChg chg="modSp add del modNotes">
        <pc:chgData name="Goswami, Treena (gcm8gw)" userId="S::gcm8gw@virginia.edu::afcc7bf1-7561-4a4f-9f29-309f7a9f78d7" providerId="AD" clId="Web-{8F927E75-2743-88D5-5B57-A8DAD1E1D766}" dt="2024-01-29T20:17:51.152" v="1322" actId="20577"/>
        <pc:sldMkLst>
          <pc:docMk/>
          <pc:sldMk cId="2715225909" sldId="311"/>
        </pc:sldMkLst>
        <pc:spChg chg="mod">
          <ac:chgData name="Goswami, Treena (gcm8gw)" userId="S::gcm8gw@virginia.edu::afcc7bf1-7561-4a4f-9f29-309f7a9f78d7" providerId="AD" clId="Web-{8F927E75-2743-88D5-5B57-A8DAD1E1D766}" dt="2024-01-29T19:22:00.126" v="755" actId="14100"/>
          <ac:spMkLst>
            <pc:docMk/>
            <pc:sldMk cId="2715225909" sldId="311"/>
            <ac:spMk id="2" creationId="{1845F33C-EBC0-7133-8920-280AAD23DF32}"/>
          </ac:spMkLst>
        </pc:spChg>
        <pc:spChg chg="mod">
          <ac:chgData name="Goswami, Treena (gcm8gw)" userId="S::gcm8gw@virginia.edu::afcc7bf1-7561-4a4f-9f29-309f7a9f78d7" providerId="AD" clId="Web-{8F927E75-2743-88D5-5B57-A8DAD1E1D766}" dt="2024-01-29T20:17:51.152" v="1322" actId="20577"/>
          <ac:spMkLst>
            <pc:docMk/>
            <pc:sldMk cId="2715225909" sldId="311"/>
            <ac:spMk id="3" creationId="{05F00764-C307-0DA2-A5F2-FE091483DD82}"/>
          </ac:spMkLst>
        </pc:spChg>
      </pc:sldChg>
      <pc:sldChg chg="del">
        <pc:chgData name="Goswami, Treena (gcm8gw)" userId="S::gcm8gw@virginia.edu::afcc7bf1-7561-4a4f-9f29-309f7a9f78d7" providerId="AD" clId="Web-{8F927E75-2743-88D5-5B57-A8DAD1E1D766}" dt="2024-01-29T19:48:59.410" v="976"/>
        <pc:sldMkLst>
          <pc:docMk/>
          <pc:sldMk cId="2015014807" sldId="312"/>
        </pc:sldMkLst>
      </pc:sldChg>
      <pc:sldChg chg="modSp">
        <pc:chgData name="Goswami, Treena (gcm8gw)" userId="S::gcm8gw@virginia.edu::afcc7bf1-7561-4a4f-9f29-309f7a9f78d7" providerId="AD" clId="Web-{8F927E75-2743-88D5-5B57-A8DAD1E1D766}" dt="2024-01-29T20:24:43.622" v="1342" actId="20577"/>
        <pc:sldMkLst>
          <pc:docMk/>
          <pc:sldMk cId="391374158" sldId="313"/>
        </pc:sldMkLst>
        <pc:spChg chg="mod">
          <ac:chgData name="Goswami, Treena (gcm8gw)" userId="S::gcm8gw@virginia.edu::afcc7bf1-7561-4a4f-9f29-309f7a9f78d7" providerId="AD" clId="Web-{8F927E75-2743-88D5-5B57-A8DAD1E1D766}" dt="2024-01-29T20:24:43.622" v="1342" actId="20577"/>
          <ac:spMkLst>
            <pc:docMk/>
            <pc:sldMk cId="391374158" sldId="313"/>
            <ac:spMk id="20" creationId="{FBCF381B-9AA5-5860-69EB-1E3FBD9C3A9B}"/>
          </ac:spMkLst>
        </pc:spChg>
      </pc:sldChg>
      <pc:sldChg chg="modSp">
        <pc:chgData name="Goswami, Treena (gcm8gw)" userId="S::gcm8gw@virginia.edu::afcc7bf1-7561-4a4f-9f29-309f7a9f78d7" providerId="AD" clId="Web-{8F927E75-2743-88D5-5B57-A8DAD1E1D766}" dt="2024-01-29T18:26:40.663" v="235" actId="20577"/>
        <pc:sldMkLst>
          <pc:docMk/>
          <pc:sldMk cId="2877586845" sldId="315"/>
        </pc:sldMkLst>
        <pc:spChg chg="mod">
          <ac:chgData name="Goswami, Treena (gcm8gw)" userId="S::gcm8gw@virginia.edu::afcc7bf1-7561-4a4f-9f29-309f7a9f78d7" providerId="AD" clId="Web-{8F927E75-2743-88D5-5B57-A8DAD1E1D766}" dt="2024-01-29T18:26:40.663" v="235" actId="20577"/>
          <ac:spMkLst>
            <pc:docMk/>
            <pc:sldMk cId="2877586845" sldId="315"/>
            <ac:spMk id="2" creationId="{DA0A57A1-F844-AB04-5E53-E9BBE1783524}"/>
          </ac:spMkLst>
        </pc:spChg>
      </pc:sldChg>
      <pc:sldChg chg="addSp delSp modSp">
        <pc:chgData name="Goswami, Treena (gcm8gw)" userId="S::gcm8gw@virginia.edu::afcc7bf1-7561-4a4f-9f29-309f7a9f78d7" providerId="AD" clId="Web-{8F927E75-2743-88D5-5B57-A8DAD1E1D766}" dt="2024-01-29T20:28:39.037" v="1420" actId="14100"/>
        <pc:sldMkLst>
          <pc:docMk/>
          <pc:sldMk cId="2831367903" sldId="317"/>
        </pc:sldMkLst>
        <pc:spChg chg="add del mod">
          <ac:chgData name="Goswami, Treena (gcm8gw)" userId="S::gcm8gw@virginia.edu::afcc7bf1-7561-4a4f-9f29-309f7a9f78d7" providerId="AD" clId="Web-{8F927E75-2743-88D5-5B57-A8DAD1E1D766}" dt="2024-01-29T20:25:55.125" v="1360"/>
          <ac:spMkLst>
            <pc:docMk/>
            <pc:sldMk cId="2831367903" sldId="317"/>
            <ac:spMk id="2" creationId="{01AD2B1E-F255-8D52-35DA-865158565056}"/>
          </ac:spMkLst>
        </pc:spChg>
        <pc:spChg chg="add mod">
          <ac:chgData name="Goswami, Treena (gcm8gw)" userId="S::gcm8gw@virginia.edu::afcc7bf1-7561-4a4f-9f29-309f7a9f78d7" providerId="AD" clId="Web-{8F927E75-2743-88D5-5B57-A8DAD1E1D766}" dt="2024-01-29T20:26:29.376" v="1370" actId="1076"/>
          <ac:spMkLst>
            <pc:docMk/>
            <pc:sldMk cId="2831367903" sldId="317"/>
            <ac:spMk id="3" creationId="{BC0FA1EF-E64A-39ED-945C-4A35740020E5}"/>
          </ac:spMkLst>
        </pc:spChg>
        <pc:spChg chg="add del mod">
          <ac:chgData name="Goswami, Treena (gcm8gw)" userId="S::gcm8gw@virginia.edu::afcc7bf1-7561-4a4f-9f29-309f7a9f78d7" providerId="AD" clId="Web-{8F927E75-2743-88D5-5B57-A8DAD1E1D766}" dt="2024-01-29T20:26:42.767" v="1374"/>
          <ac:spMkLst>
            <pc:docMk/>
            <pc:sldMk cId="2831367903" sldId="317"/>
            <ac:spMk id="4" creationId="{FF088DF0-2782-9CA8-FEE3-B4BC6E78FC16}"/>
          </ac:spMkLst>
        </pc:spChg>
        <pc:spChg chg="add del mod">
          <ac:chgData name="Goswami, Treena (gcm8gw)" userId="S::gcm8gw@virginia.edu::afcc7bf1-7561-4a4f-9f29-309f7a9f78d7" providerId="AD" clId="Web-{8F927E75-2743-88D5-5B57-A8DAD1E1D766}" dt="2024-01-29T20:26:51.346" v="1378"/>
          <ac:spMkLst>
            <pc:docMk/>
            <pc:sldMk cId="2831367903" sldId="317"/>
            <ac:spMk id="14" creationId="{56D7F1A2-3580-1436-7D2E-A976D8833480}"/>
          </ac:spMkLst>
        </pc:spChg>
        <pc:spChg chg="add mod">
          <ac:chgData name="Goswami, Treena (gcm8gw)" userId="S::gcm8gw@virginia.edu::afcc7bf1-7561-4a4f-9f29-309f7a9f78d7" providerId="AD" clId="Web-{8F927E75-2743-88D5-5B57-A8DAD1E1D766}" dt="2024-01-29T20:27:14.534" v="1384" actId="14100"/>
          <ac:spMkLst>
            <pc:docMk/>
            <pc:sldMk cId="2831367903" sldId="317"/>
            <ac:spMk id="15" creationId="{69AC456F-F107-B973-BF8A-58D97C2D9B77}"/>
          </ac:spMkLst>
        </pc:spChg>
        <pc:spChg chg="add mod">
          <ac:chgData name="Goswami, Treena (gcm8gw)" userId="S::gcm8gw@virginia.edu::afcc7bf1-7561-4a4f-9f29-309f7a9f78d7" providerId="AD" clId="Web-{8F927E75-2743-88D5-5B57-A8DAD1E1D766}" dt="2024-01-29T20:27:37.894" v="1398" actId="14100"/>
          <ac:spMkLst>
            <pc:docMk/>
            <pc:sldMk cId="2831367903" sldId="317"/>
            <ac:spMk id="16" creationId="{322ADD99-5746-972A-DE7D-8A56C1F1A2EE}"/>
          </ac:spMkLst>
        </pc:spChg>
        <pc:spChg chg="add mod">
          <ac:chgData name="Goswami, Treena (gcm8gw)" userId="S::gcm8gw@virginia.edu::afcc7bf1-7561-4a4f-9f29-309f7a9f78d7" providerId="AD" clId="Web-{8F927E75-2743-88D5-5B57-A8DAD1E1D766}" dt="2024-01-29T20:27:53.458" v="1401" actId="20577"/>
          <ac:spMkLst>
            <pc:docMk/>
            <pc:sldMk cId="2831367903" sldId="317"/>
            <ac:spMk id="17" creationId="{CA3DB0EA-093E-60FB-2D15-ED732AF2B9D2}"/>
          </ac:spMkLst>
        </pc:spChg>
        <pc:spChg chg="add mod">
          <ac:chgData name="Goswami, Treena (gcm8gw)" userId="S::gcm8gw@virginia.edu::afcc7bf1-7561-4a4f-9f29-309f7a9f78d7" providerId="AD" clId="Web-{8F927E75-2743-88D5-5B57-A8DAD1E1D766}" dt="2024-01-29T20:28:17.599" v="1412" actId="14100"/>
          <ac:spMkLst>
            <pc:docMk/>
            <pc:sldMk cId="2831367903" sldId="317"/>
            <ac:spMk id="18" creationId="{BE0188C3-193D-CE30-12FD-9320196BEA20}"/>
          </ac:spMkLst>
        </pc:spChg>
        <pc:spChg chg="add mod">
          <ac:chgData name="Goswami, Treena (gcm8gw)" userId="S::gcm8gw@virginia.edu::afcc7bf1-7561-4a4f-9f29-309f7a9f78d7" providerId="AD" clId="Web-{8F927E75-2743-88D5-5B57-A8DAD1E1D766}" dt="2024-01-29T20:28:39.037" v="1420" actId="14100"/>
          <ac:spMkLst>
            <pc:docMk/>
            <pc:sldMk cId="2831367903" sldId="317"/>
            <ac:spMk id="19" creationId="{331130A3-8E26-79AB-E7F6-ECA635A3F5E8}"/>
          </ac:spMkLst>
        </pc:spChg>
      </pc:sldChg>
      <pc:sldChg chg="modSp del">
        <pc:chgData name="Goswami, Treena (gcm8gw)" userId="S::gcm8gw@virginia.edu::afcc7bf1-7561-4a4f-9f29-309f7a9f78d7" providerId="AD" clId="Web-{8F927E75-2743-88D5-5B57-A8DAD1E1D766}" dt="2024-01-29T17:57:32.250" v="205"/>
        <pc:sldMkLst>
          <pc:docMk/>
          <pc:sldMk cId="3362167634" sldId="319"/>
        </pc:sldMkLst>
        <pc:spChg chg="mod">
          <ac:chgData name="Goswami, Treena (gcm8gw)" userId="S::gcm8gw@virginia.edu::afcc7bf1-7561-4a4f-9f29-309f7a9f78d7" providerId="AD" clId="Web-{8F927E75-2743-88D5-5B57-A8DAD1E1D766}" dt="2024-01-29T17:53:30.618" v="137" actId="1076"/>
          <ac:spMkLst>
            <pc:docMk/>
            <pc:sldMk cId="3362167634" sldId="319"/>
            <ac:spMk id="5" creationId="{DB59D682-A381-E3FF-E47E-86D6F5AD61C9}"/>
          </ac:spMkLst>
        </pc:spChg>
        <pc:spChg chg="mod">
          <ac:chgData name="Goswami, Treena (gcm8gw)" userId="S::gcm8gw@virginia.edu::afcc7bf1-7561-4a4f-9f29-309f7a9f78d7" providerId="AD" clId="Web-{8F927E75-2743-88D5-5B57-A8DAD1E1D766}" dt="2024-01-29T17:53:09.914" v="132"/>
          <ac:spMkLst>
            <pc:docMk/>
            <pc:sldMk cId="3362167634" sldId="319"/>
            <ac:spMk id="7" creationId="{94E01C82-0B90-9E9E-7062-E7B6FF407506}"/>
          </ac:spMkLst>
        </pc:spChg>
        <pc:spChg chg="mod">
          <ac:chgData name="Goswami, Treena (gcm8gw)" userId="S::gcm8gw@virginia.edu::afcc7bf1-7561-4a4f-9f29-309f7a9f78d7" providerId="AD" clId="Web-{8F927E75-2743-88D5-5B57-A8DAD1E1D766}" dt="2024-01-29T17:53:19.789" v="135" actId="14100"/>
          <ac:spMkLst>
            <pc:docMk/>
            <pc:sldMk cId="3362167634" sldId="319"/>
            <ac:spMk id="10" creationId="{7057C180-1CBF-C195-15E6-DE9AACF2603E}"/>
          </ac:spMkLst>
        </pc:spChg>
        <pc:spChg chg="mod">
          <ac:chgData name="Goswami, Treena (gcm8gw)" userId="S::gcm8gw@virginia.edu::afcc7bf1-7561-4a4f-9f29-309f7a9f78d7" providerId="AD" clId="Web-{8F927E75-2743-88D5-5B57-A8DAD1E1D766}" dt="2024-01-29T17:53:36.337" v="138" actId="14100"/>
          <ac:spMkLst>
            <pc:docMk/>
            <pc:sldMk cId="3362167634" sldId="319"/>
            <ac:spMk id="12" creationId="{B5EC10DD-BC11-C3DE-4184-574FE05698D0}"/>
          </ac:spMkLst>
        </pc:spChg>
      </pc:sldChg>
      <pc:sldChg chg="addSp delSp modSp add replId modNotes">
        <pc:chgData name="Goswami, Treena (gcm8gw)" userId="S::gcm8gw@virginia.edu::afcc7bf1-7561-4a4f-9f29-309f7a9f78d7" providerId="AD" clId="Web-{8F927E75-2743-88D5-5B57-A8DAD1E1D766}" dt="2024-01-29T20:08:25.270" v="1125" actId="20577"/>
        <pc:sldMkLst>
          <pc:docMk/>
          <pc:sldMk cId="1267718946" sldId="320"/>
        </pc:sldMkLst>
        <pc:spChg chg="mod">
          <ac:chgData name="Goswami, Treena (gcm8gw)" userId="S::gcm8gw@virginia.edu::afcc7bf1-7561-4a4f-9f29-309f7a9f78d7" providerId="AD" clId="Web-{8F927E75-2743-88D5-5B57-A8DAD1E1D766}" dt="2024-01-29T20:08:25.270" v="1125" actId="20577"/>
          <ac:spMkLst>
            <pc:docMk/>
            <pc:sldMk cId="1267718946" sldId="320"/>
            <ac:spMk id="2" creationId="{DBC7D884-D065-1AD0-880C-EEDB7E06C308}"/>
          </ac:spMkLst>
        </pc:spChg>
        <pc:spChg chg="del mod">
          <ac:chgData name="Goswami, Treena (gcm8gw)" userId="S::gcm8gw@virginia.edu::afcc7bf1-7561-4a4f-9f29-309f7a9f78d7" providerId="AD" clId="Web-{8F927E75-2743-88D5-5B57-A8DAD1E1D766}" dt="2024-01-29T17:54:36.807" v="152"/>
          <ac:spMkLst>
            <pc:docMk/>
            <pc:sldMk cId="1267718946" sldId="320"/>
            <ac:spMk id="5" creationId="{E2DD87AE-2094-E68C-B667-F0BFE1FD8D97}"/>
          </ac:spMkLst>
        </pc:spChg>
        <pc:spChg chg="del">
          <ac:chgData name="Goswami, Treena (gcm8gw)" userId="S::gcm8gw@virginia.edu::afcc7bf1-7561-4a4f-9f29-309f7a9f78d7" providerId="AD" clId="Web-{8F927E75-2743-88D5-5B57-A8DAD1E1D766}" dt="2024-01-29T17:54:57.121" v="159"/>
          <ac:spMkLst>
            <pc:docMk/>
            <pc:sldMk cId="1267718946" sldId="320"/>
            <ac:spMk id="7" creationId="{E96E0090-A9B9-3CB2-355E-A32EF40E8A6F}"/>
          </ac:spMkLst>
        </pc:spChg>
        <pc:spChg chg="del">
          <ac:chgData name="Goswami, Treena (gcm8gw)" userId="S::gcm8gw@virginia.edu::afcc7bf1-7561-4a4f-9f29-309f7a9f78d7" providerId="AD" clId="Web-{8F927E75-2743-88D5-5B57-A8DAD1E1D766}" dt="2024-01-29T17:54:54.105" v="158"/>
          <ac:spMkLst>
            <pc:docMk/>
            <pc:sldMk cId="1267718946" sldId="320"/>
            <ac:spMk id="10" creationId="{D2C5B5EA-D704-FA82-97F0-3F3084894EDE}"/>
          </ac:spMkLst>
        </pc:spChg>
        <pc:spChg chg="del mod">
          <ac:chgData name="Goswami, Treena (gcm8gw)" userId="S::gcm8gw@virginia.edu::afcc7bf1-7561-4a4f-9f29-309f7a9f78d7" providerId="AD" clId="Web-{8F927E75-2743-88D5-5B57-A8DAD1E1D766}" dt="2024-01-29T17:54:35.135" v="151"/>
          <ac:spMkLst>
            <pc:docMk/>
            <pc:sldMk cId="1267718946" sldId="320"/>
            <ac:spMk id="12" creationId="{53B19B23-FFCE-4156-B5A3-6720D3DD6A24}"/>
          </ac:spMkLst>
        </pc:spChg>
        <pc:spChg chg="mod">
          <ac:chgData name="Goswami, Treena (gcm8gw)" userId="S::gcm8gw@virginia.edu::afcc7bf1-7561-4a4f-9f29-309f7a9f78d7" providerId="AD" clId="Web-{8F927E75-2743-88D5-5B57-A8DAD1E1D766}" dt="2024-01-29T17:57:03.453" v="202" actId="1076"/>
          <ac:spMkLst>
            <pc:docMk/>
            <pc:sldMk cId="1267718946" sldId="320"/>
            <ac:spMk id="21" creationId="{CE398CAC-42F9-BBED-79E2-639DBB837DB5}"/>
          </ac:spMkLst>
        </pc:spChg>
        <pc:graphicFrameChg chg="add del mod modGraphic">
          <ac:chgData name="Goswami, Treena (gcm8gw)" userId="S::gcm8gw@virginia.edu::afcc7bf1-7561-4a4f-9f29-309f7a9f78d7" providerId="AD" clId="Web-{8F927E75-2743-88D5-5B57-A8DAD1E1D766}" dt="2024-01-29T17:57:07.171" v="203" actId="1076"/>
          <ac:graphicFrameMkLst>
            <pc:docMk/>
            <pc:sldMk cId="1267718946" sldId="320"/>
            <ac:graphicFrameMk id="3" creationId="{53341DF5-F94F-1C59-334E-AB149A3064B1}"/>
          </ac:graphicFrameMkLst>
        </pc:graphicFrameChg>
      </pc:sldChg>
      <pc:sldChg chg="modSp add">
        <pc:chgData name="Goswami, Treena (gcm8gw)" userId="S::gcm8gw@virginia.edu::afcc7bf1-7561-4a4f-9f29-309f7a9f78d7" providerId="AD" clId="Web-{8F927E75-2743-88D5-5B57-A8DAD1E1D766}" dt="2024-01-29T20:38:39.655" v="1605" actId="20577"/>
        <pc:sldMkLst>
          <pc:docMk/>
          <pc:sldMk cId="2843307357" sldId="321"/>
        </pc:sldMkLst>
        <pc:spChg chg="mod">
          <ac:chgData name="Goswami, Treena (gcm8gw)" userId="S::gcm8gw@virginia.edu::afcc7bf1-7561-4a4f-9f29-309f7a9f78d7" providerId="AD" clId="Web-{8F927E75-2743-88D5-5B57-A8DAD1E1D766}" dt="2024-01-29T19:05:01.960" v="537" actId="20577"/>
          <ac:spMkLst>
            <pc:docMk/>
            <pc:sldMk cId="2843307357" sldId="321"/>
            <ac:spMk id="2" creationId="{A29CC6E7-D7C5-6ABD-FBAA-921A8525082E}"/>
          </ac:spMkLst>
        </pc:spChg>
        <pc:spChg chg="mod">
          <ac:chgData name="Goswami, Treena (gcm8gw)" userId="S::gcm8gw@virginia.edu::afcc7bf1-7561-4a4f-9f29-309f7a9f78d7" providerId="AD" clId="Web-{8F927E75-2743-88D5-5B57-A8DAD1E1D766}" dt="2024-01-29T20:38:39.655" v="1605" actId="20577"/>
          <ac:spMkLst>
            <pc:docMk/>
            <pc:sldMk cId="2843307357" sldId="321"/>
            <ac:spMk id="3" creationId="{C66CFB25-6E43-4717-2C25-3F727174F485}"/>
          </ac:spMkLst>
        </pc:spChg>
      </pc:sldChg>
      <pc:sldChg chg="addSp modSp add ord replId modNotes">
        <pc:chgData name="Goswami, Treena (gcm8gw)" userId="S::gcm8gw@virginia.edu::afcc7bf1-7561-4a4f-9f29-309f7a9f78d7" providerId="AD" clId="Web-{8F927E75-2743-88D5-5B57-A8DAD1E1D766}" dt="2024-01-29T20:44:37.123" v="1696" actId="20577"/>
        <pc:sldMkLst>
          <pc:docMk/>
          <pc:sldMk cId="3637387622" sldId="322"/>
        </pc:sldMkLst>
        <pc:spChg chg="mod">
          <ac:chgData name="Goswami, Treena (gcm8gw)" userId="S::gcm8gw@virginia.edu::afcc7bf1-7561-4a4f-9f29-309f7a9f78d7" providerId="AD" clId="Web-{8F927E75-2743-88D5-5B57-A8DAD1E1D766}" dt="2024-01-29T20:14:51.645" v="1263" actId="1076"/>
          <ac:spMkLst>
            <pc:docMk/>
            <pc:sldMk cId="3637387622" sldId="322"/>
            <ac:spMk id="2" creationId="{B940557F-D032-2EBB-9045-F9173FF51A0B}"/>
          </ac:spMkLst>
        </pc:spChg>
        <pc:spChg chg="add mod">
          <ac:chgData name="Goswami, Treena (gcm8gw)" userId="S::gcm8gw@virginia.edu::afcc7bf1-7561-4a4f-9f29-309f7a9f78d7" providerId="AD" clId="Web-{8F927E75-2743-88D5-5B57-A8DAD1E1D766}" dt="2024-01-29T19:53:36.843" v="1005" actId="1076"/>
          <ac:spMkLst>
            <pc:docMk/>
            <pc:sldMk cId="3637387622" sldId="322"/>
            <ac:spMk id="3" creationId="{32DEA647-1D33-C88B-CA73-0C3B9A6285C7}"/>
          </ac:spMkLst>
        </pc:spChg>
        <pc:spChg chg="mod">
          <ac:chgData name="Goswami, Treena (gcm8gw)" userId="S::gcm8gw@virginia.edu::afcc7bf1-7561-4a4f-9f29-309f7a9f78d7" providerId="AD" clId="Web-{8F927E75-2743-88D5-5B57-A8DAD1E1D766}" dt="2024-01-29T20:44:37.123" v="1696" actId="20577"/>
          <ac:spMkLst>
            <pc:docMk/>
            <pc:sldMk cId="3637387622" sldId="322"/>
            <ac:spMk id="5" creationId="{DDF49DD8-EDC2-04EC-B63F-587AA379360F}"/>
          </ac:spMkLst>
        </pc:spChg>
        <pc:picChg chg="mod">
          <ac:chgData name="Goswami, Treena (gcm8gw)" userId="S::gcm8gw@virginia.edu::afcc7bf1-7561-4a4f-9f29-309f7a9f78d7" providerId="AD" clId="Web-{8F927E75-2743-88D5-5B57-A8DAD1E1D766}" dt="2024-01-29T20:16:40.821" v="1313" actId="14100"/>
          <ac:picMkLst>
            <pc:docMk/>
            <pc:sldMk cId="3637387622" sldId="322"/>
            <ac:picMk id="48" creationId="{8A61DB76-AC3A-D24C-6A45-72A0794D72E7}"/>
          </ac:picMkLst>
        </pc:picChg>
      </pc:sldChg>
    </pc:docChg>
  </pc:docChgLst>
  <pc:docChgLst>
    <pc:chgData name="Goswami, Treena (gcm8gw)" userId="S::gcm8gw@virginia.edu::afcc7bf1-7561-4a4f-9f29-309f7a9f78d7" providerId="AD" clId="Web-{82FF3CA5-5017-4E44-8331-8145896C2FD0}"/>
    <pc:docChg chg="addSld delSld modSld">
      <pc:chgData name="Goswami, Treena (gcm8gw)" userId="S::gcm8gw@virginia.edu::afcc7bf1-7561-4a4f-9f29-309f7a9f78d7" providerId="AD" clId="Web-{82FF3CA5-5017-4E44-8331-8145896C2FD0}" dt="2024-01-29T17:48:12.375" v="1658" actId="20577"/>
      <pc:docMkLst>
        <pc:docMk/>
      </pc:docMkLst>
      <pc:sldChg chg="del">
        <pc:chgData name="Goswami, Treena (gcm8gw)" userId="S::gcm8gw@virginia.edu::afcc7bf1-7561-4a4f-9f29-309f7a9f78d7" providerId="AD" clId="Web-{82FF3CA5-5017-4E44-8331-8145896C2FD0}" dt="2024-01-29T14:35:11.578" v="25"/>
        <pc:sldMkLst>
          <pc:docMk/>
          <pc:sldMk cId="109857222" sldId="256"/>
        </pc:sldMkLst>
      </pc:sldChg>
      <pc:sldChg chg="modSp add">
        <pc:chgData name="Goswami, Treena (gcm8gw)" userId="S::gcm8gw@virginia.edu::afcc7bf1-7561-4a4f-9f29-309f7a9f78d7" providerId="AD" clId="Web-{82FF3CA5-5017-4E44-8331-8145896C2FD0}" dt="2024-01-29T16:02:41.107" v="210" actId="20577"/>
        <pc:sldMkLst>
          <pc:docMk/>
          <pc:sldMk cId="1776905435" sldId="257"/>
        </pc:sldMkLst>
        <pc:spChg chg="mod">
          <ac:chgData name="Goswami, Treena (gcm8gw)" userId="S::gcm8gw@virginia.edu::afcc7bf1-7561-4a4f-9f29-309f7a9f78d7" providerId="AD" clId="Web-{82FF3CA5-5017-4E44-8331-8145896C2FD0}" dt="2024-01-29T15:57:07.610" v="130" actId="20577"/>
          <ac:spMkLst>
            <pc:docMk/>
            <pc:sldMk cId="1776905435" sldId="257"/>
            <ac:spMk id="2" creationId="{00000000-0000-0000-0000-000000000000}"/>
          </ac:spMkLst>
        </pc:spChg>
        <pc:spChg chg="mod">
          <ac:chgData name="Goswami, Treena (gcm8gw)" userId="S::gcm8gw@virginia.edu::afcc7bf1-7561-4a4f-9f29-309f7a9f78d7" providerId="AD" clId="Web-{82FF3CA5-5017-4E44-8331-8145896C2FD0}" dt="2024-01-29T16:02:41.107" v="210" actId="20577"/>
          <ac:spMkLst>
            <pc:docMk/>
            <pc:sldMk cId="1776905435" sldId="257"/>
            <ac:spMk id="3" creationId="{00000000-0000-0000-0000-000000000000}"/>
          </ac:spMkLst>
        </pc:spChg>
        <pc:picChg chg="mod">
          <ac:chgData name="Goswami, Treena (gcm8gw)" userId="S::gcm8gw@virginia.edu::afcc7bf1-7561-4a4f-9f29-309f7a9f78d7" providerId="AD" clId="Web-{82FF3CA5-5017-4E44-8331-8145896C2FD0}" dt="2024-01-29T14:41:08.848" v="103" actId="1076"/>
          <ac:picMkLst>
            <pc:docMk/>
            <pc:sldMk cId="1776905435" sldId="257"/>
            <ac:picMk id="4" creationId="{08849813-2D6A-8A27-50F6-D231152C8EF8}"/>
          </ac:picMkLst>
        </pc:picChg>
      </pc:sldChg>
      <pc:sldChg chg="modSp add">
        <pc:chgData name="Goswami, Treena (gcm8gw)" userId="S::gcm8gw@virginia.edu::afcc7bf1-7561-4a4f-9f29-309f7a9f78d7" providerId="AD" clId="Web-{82FF3CA5-5017-4E44-8331-8145896C2FD0}" dt="2024-01-29T16:22:59.793" v="437" actId="20577"/>
        <pc:sldMkLst>
          <pc:docMk/>
          <pc:sldMk cId="1224941005" sldId="258"/>
        </pc:sldMkLst>
        <pc:spChg chg="mod">
          <ac:chgData name="Goswami, Treena (gcm8gw)" userId="S::gcm8gw@virginia.edu::afcc7bf1-7561-4a4f-9f29-309f7a9f78d7" providerId="AD" clId="Web-{82FF3CA5-5017-4E44-8331-8145896C2FD0}" dt="2024-01-29T16:22:59.793" v="437" actId="20577"/>
          <ac:spMkLst>
            <pc:docMk/>
            <pc:sldMk cId="1224941005" sldId="258"/>
            <ac:spMk id="20" creationId="{3080B752-8274-FF2A-7BC4-94A57846978A}"/>
          </ac:spMkLst>
        </pc:spChg>
      </pc:sldChg>
      <pc:sldChg chg="modSp add modCm modNotes">
        <pc:chgData name="Goswami, Treena (gcm8gw)" userId="S::gcm8gw@virginia.edu::afcc7bf1-7561-4a4f-9f29-309f7a9f78d7" providerId="AD" clId="Web-{82FF3CA5-5017-4E44-8331-8145896C2FD0}" dt="2024-01-29T16:27:41.116" v="522"/>
        <pc:sldMkLst>
          <pc:docMk/>
          <pc:sldMk cId="2440686047" sldId="261"/>
        </pc:sldMkLst>
        <pc:spChg chg="mod">
          <ac:chgData name="Goswami, Treena (gcm8gw)" userId="S::gcm8gw@virginia.edu::afcc7bf1-7561-4a4f-9f29-309f7a9f78d7" providerId="AD" clId="Web-{82FF3CA5-5017-4E44-8331-8145896C2FD0}" dt="2024-01-29T16:21:08.023" v="407" actId="1076"/>
          <ac:spMkLst>
            <pc:docMk/>
            <pc:sldMk cId="2440686047" sldId="261"/>
            <ac:spMk id="2" creationId="{6CCD9D79-B581-B58D-0354-9E6BFA3CC488}"/>
          </ac:spMkLst>
        </pc:spChg>
        <pc:spChg chg="mod">
          <ac:chgData name="Goswami, Treena (gcm8gw)" userId="S::gcm8gw@virginia.edu::afcc7bf1-7561-4a4f-9f29-309f7a9f78d7" providerId="AD" clId="Web-{82FF3CA5-5017-4E44-8331-8145896C2FD0}" dt="2024-01-29T16:26:30.457" v="493" actId="20577"/>
          <ac:spMkLst>
            <pc:docMk/>
            <pc:sldMk cId="2440686047" sldId="261"/>
            <ac:spMk id="20" creationId="{3080B752-8274-FF2A-7BC4-94A57846978A}"/>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82FF3CA5-5017-4E44-8331-8145896C2FD0}" dt="2024-01-29T16:26:28.660" v="492" actId="20577"/>
              <pc2:cmMkLst xmlns:pc2="http://schemas.microsoft.com/office/powerpoint/2019/9/main/command">
                <pc:docMk/>
                <pc:sldMk cId="2440686047" sldId="261"/>
                <pc2:cmMk id="{E02E6D00-C18C-4155-A46C-B825B32B5164}"/>
              </pc2:cmMkLst>
            </pc226:cmChg>
          </p:ext>
        </pc:extLst>
      </pc:sldChg>
      <pc:sldChg chg="add del">
        <pc:chgData name="Goswami, Treena (gcm8gw)" userId="S::gcm8gw@virginia.edu::afcc7bf1-7561-4a4f-9f29-309f7a9f78d7" providerId="AD" clId="Web-{82FF3CA5-5017-4E44-8331-8145896C2FD0}" dt="2024-01-29T16:27:48.460" v="523"/>
        <pc:sldMkLst>
          <pc:docMk/>
          <pc:sldMk cId="1975988359" sldId="262"/>
        </pc:sldMkLst>
      </pc:sldChg>
      <pc:sldChg chg="add del">
        <pc:chgData name="Goswami, Treena (gcm8gw)" userId="S::gcm8gw@virginia.edu::afcc7bf1-7561-4a4f-9f29-309f7a9f78d7" providerId="AD" clId="Web-{82FF3CA5-5017-4E44-8331-8145896C2FD0}" dt="2024-01-29T16:27:50.632" v="524"/>
        <pc:sldMkLst>
          <pc:docMk/>
          <pc:sldMk cId="2426580113" sldId="263"/>
        </pc:sldMkLst>
      </pc:sldChg>
      <pc:sldChg chg="add del">
        <pc:chgData name="Goswami, Treena (gcm8gw)" userId="S::gcm8gw@virginia.edu::afcc7bf1-7561-4a4f-9f29-309f7a9f78d7" providerId="AD" clId="Web-{82FF3CA5-5017-4E44-8331-8145896C2FD0}" dt="2024-01-29T16:28:03.883" v="525"/>
        <pc:sldMkLst>
          <pc:docMk/>
          <pc:sldMk cId="3984161121" sldId="264"/>
        </pc:sldMkLst>
      </pc:sldChg>
      <pc:sldChg chg="addSp delSp modSp add">
        <pc:chgData name="Goswami, Treena (gcm8gw)" userId="S::gcm8gw@virginia.edu::afcc7bf1-7561-4a4f-9f29-309f7a9f78d7" providerId="AD" clId="Web-{82FF3CA5-5017-4E44-8331-8145896C2FD0}" dt="2024-01-29T16:51:48.671" v="758"/>
        <pc:sldMkLst>
          <pc:docMk/>
          <pc:sldMk cId="2166316645" sldId="266"/>
        </pc:sldMkLst>
        <pc:spChg chg="mod">
          <ac:chgData name="Goswami, Treena (gcm8gw)" userId="S::gcm8gw@virginia.edu::afcc7bf1-7561-4a4f-9f29-309f7a9f78d7" providerId="AD" clId="Web-{82FF3CA5-5017-4E44-8331-8145896C2FD0}" dt="2024-01-29T16:48:55.477" v="717" actId="20577"/>
          <ac:spMkLst>
            <pc:docMk/>
            <pc:sldMk cId="2166316645" sldId="266"/>
            <ac:spMk id="2" creationId="{6CCD9D79-B581-B58D-0354-9E6BFA3CC488}"/>
          </ac:spMkLst>
        </pc:spChg>
        <pc:spChg chg="mod">
          <ac:chgData name="Goswami, Treena (gcm8gw)" userId="S::gcm8gw@virginia.edu::afcc7bf1-7561-4a4f-9f29-309f7a9f78d7" providerId="AD" clId="Web-{82FF3CA5-5017-4E44-8331-8145896C2FD0}" dt="2024-01-29T16:29:07.947" v="538" actId="20577"/>
          <ac:spMkLst>
            <pc:docMk/>
            <pc:sldMk cId="2166316645" sldId="266"/>
            <ac:spMk id="3" creationId="{EB1EFCDA-2F66-7793-991D-8E3933A9F7DA}"/>
          </ac:spMkLst>
        </pc:spChg>
        <pc:spChg chg="mod">
          <ac:chgData name="Goswami, Treena (gcm8gw)" userId="S::gcm8gw@virginia.edu::afcc7bf1-7561-4a4f-9f29-309f7a9f78d7" providerId="AD" clId="Web-{82FF3CA5-5017-4E44-8331-8145896C2FD0}" dt="2024-01-29T16:28:59.275" v="536" actId="1076"/>
          <ac:spMkLst>
            <pc:docMk/>
            <pc:sldMk cId="2166316645" sldId="266"/>
            <ac:spMk id="4" creationId="{DEF4D6CE-2411-C719-C2C7-E44B57309159}"/>
          </ac:spMkLst>
        </pc:spChg>
        <pc:picChg chg="add mod">
          <ac:chgData name="Goswami, Treena (gcm8gw)" userId="S::gcm8gw@virginia.edu::afcc7bf1-7561-4a4f-9f29-309f7a9f78d7" providerId="AD" clId="Web-{82FF3CA5-5017-4E44-8331-8145896C2FD0}" dt="2024-01-29T16:51:48.671" v="758"/>
          <ac:picMkLst>
            <pc:docMk/>
            <pc:sldMk cId="2166316645" sldId="266"/>
            <ac:picMk id="5" creationId="{B542334A-32C6-76FD-46D5-5397963D3529}"/>
          </ac:picMkLst>
        </pc:picChg>
        <pc:picChg chg="del">
          <ac:chgData name="Goswami, Treena (gcm8gw)" userId="S::gcm8gw@virginia.edu::afcc7bf1-7561-4a4f-9f29-309f7a9f78d7" providerId="AD" clId="Web-{82FF3CA5-5017-4E44-8331-8145896C2FD0}" dt="2024-01-29T16:28:25.633" v="526"/>
          <ac:picMkLst>
            <pc:docMk/>
            <pc:sldMk cId="2166316645" sldId="266"/>
            <ac:picMk id="6" creationId="{32F07A84-FDE4-9384-DE3D-2BDB5B11FC42}"/>
          </ac:picMkLst>
        </pc:picChg>
        <pc:picChg chg="mod">
          <ac:chgData name="Goswami, Treena (gcm8gw)" userId="S::gcm8gw@virginia.edu::afcc7bf1-7561-4a4f-9f29-309f7a9f78d7" providerId="AD" clId="Web-{82FF3CA5-5017-4E44-8331-8145896C2FD0}" dt="2024-01-29T16:48:30.241" v="713" actId="14100"/>
          <ac:picMkLst>
            <pc:docMk/>
            <pc:sldMk cId="2166316645" sldId="266"/>
            <ac:picMk id="48" creationId="{A2A52563-AF5F-5B53-0046-849BA43224BE}"/>
          </ac:picMkLst>
        </pc:picChg>
      </pc:sldChg>
      <pc:sldChg chg="add">
        <pc:chgData name="Goswami, Treena (gcm8gw)" userId="S::gcm8gw@virginia.edu::afcc7bf1-7561-4a4f-9f29-309f7a9f78d7" providerId="AD" clId="Web-{82FF3CA5-5017-4E44-8331-8145896C2FD0}" dt="2024-01-29T14:34:57.578" v="0"/>
        <pc:sldMkLst>
          <pc:docMk/>
          <pc:sldMk cId="38110629" sldId="276"/>
        </pc:sldMkLst>
      </pc:sldChg>
      <pc:sldChg chg="add del mod modShow">
        <pc:chgData name="Goswami, Treena (gcm8gw)" userId="S::gcm8gw@virginia.edu::afcc7bf1-7561-4a4f-9f29-309f7a9f78d7" providerId="AD" clId="Web-{82FF3CA5-5017-4E44-8331-8145896C2FD0}" dt="2024-01-29T16:02:57.264" v="212"/>
        <pc:sldMkLst>
          <pc:docMk/>
          <pc:sldMk cId="2015014807" sldId="286"/>
        </pc:sldMkLst>
      </pc:sldChg>
      <pc:sldChg chg="addSp delSp modSp add modNotes">
        <pc:chgData name="Goswami, Treena (gcm8gw)" userId="S::gcm8gw@virginia.edu::afcc7bf1-7561-4a4f-9f29-309f7a9f78d7" providerId="AD" clId="Web-{82FF3CA5-5017-4E44-8331-8145896C2FD0}" dt="2024-01-29T17:15:56.193" v="1219" actId="1076"/>
        <pc:sldMkLst>
          <pc:docMk/>
          <pc:sldMk cId="794762532" sldId="290"/>
        </pc:sldMkLst>
        <pc:spChg chg="mod">
          <ac:chgData name="Goswami, Treena (gcm8gw)" userId="S::gcm8gw@virginia.edu::afcc7bf1-7561-4a4f-9f29-309f7a9f78d7" providerId="AD" clId="Web-{82FF3CA5-5017-4E44-8331-8145896C2FD0}" dt="2024-01-29T17:15:19.239" v="1199" actId="14100"/>
          <ac:spMkLst>
            <pc:docMk/>
            <pc:sldMk cId="794762532" sldId="290"/>
            <ac:spMk id="2" creationId="{6CCD9D79-B581-B58D-0354-9E6BFA3CC488}"/>
          </ac:spMkLst>
        </pc:spChg>
        <pc:spChg chg="mod">
          <ac:chgData name="Goswami, Treena (gcm8gw)" userId="S::gcm8gw@virginia.edu::afcc7bf1-7561-4a4f-9f29-309f7a9f78d7" providerId="AD" clId="Web-{82FF3CA5-5017-4E44-8331-8145896C2FD0}" dt="2024-01-29T17:15:23.989" v="1200" actId="1076"/>
          <ac:spMkLst>
            <pc:docMk/>
            <pc:sldMk cId="794762532" sldId="290"/>
            <ac:spMk id="5" creationId="{4B57E253-96CE-9DF1-EE2E-32926DB2994D}"/>
          </ac:spMkLst>
        </pc:spChg>
        <pc:graphicFrameChg chg="add mod modGraphic">
          <ac:chgData name="Goswami, Treena (gcm8gw)" userId="S::gcm8gw@virginia.edu::afcc7bf1-7561-4a4f-9f29-309f7a9f78d7" providerId="AD" clId="Web-{82FF3CA5-5017-4E44-8331-8145896C2FD0}" dt="2024-01-29T17:15:56.193" v="1219" actId="1076"/>
          <ac:graphicFrameMkLst>
            <pc:docMk/>
            <pc:sldMk cId="794762532" sldId="290"/>
            <ac:graphicFrameMk id="3" creationId="{D2358BD3-3929-B41D-19D6-A36694AD3CA8}"/>
          </ac:graphicFrameMkLst>
        </pc:graphicFrameChg>
        <pc:graphicFrameChg chg="add del mod">
          <ac:chgData name="Goswami, Treena (gcm8gw)" userId="S::gcm8gw@virginia.edu::afcc7bf1-7561-4a4f-9f29-309f7a9f78d7" providerId="AD" clId="Web-{82FF3CA5-5017-4E44-8331-8145896C2FD0}" dt="2024-01-29T17:11:00.557" v="921"/>
          <ac:graphicFrameMkLst>
            <pc:docMk/>
            <pc:sldMk cId="794762532" sldId="290"/>
            <ac:graphicFrameMk id="6" creationId="{8E50813B-50FE-2CB8-7353-55699A3EC4D9}"/>
          </ac:graphicFrameMkLst>
        </pc:graphicFrameChg>
        <pc:graphicFrameChg chg="add del mod">
          <ac:chgData name="Goswami, Treena (gcm8gw)" userId="S::gcm8gw@virginia.edu::afcc7bf1-7561-4a4f-9f29-309f7a9f78d7" providerId="AD" clId="Web-{82FF3CA5-5017-4E44-8331-8145896C2FD0}" dt="2024-01-29T17:11:37.824" v="931"/>
          <ac:graphicFrameMkLst>
            <pc:docMk/>
            <pc:sldMk cId="794762532" sldId="290"/>
            <ac:graphicFrameMk id="8" creationId="{40BF4AA5-40D3-6A90-E579-3E7A541D18FA}"/>
          </ac:graphicFrameMkLst>
        </pc:graphicFrameChg>
        <pc:picChg chg="mod">
          <ac:chgData name="Goswami, Treena (gcm8gw)" userId="S::gcm8gw@virginia.edu::afcc7bf1-7561-4a4f-9f29-309f7a9f78d7" providerId="AD" clId="Web-{82FF3CA5-5017-4E44-8331-8145896C2FD0}" dt="2024-01-29T17:10:17.259" v="913" actId="14100"/>
          <ac:picMkLst>
            <pc:docMk/>
            <pc:sldMk cId="794762532" sldId="290"/>
            <ac:picMk id="48" creationId="{A2A52563-AF5F-5B53-0046-849BA43224BE}"/>
          </ac:picMkLst>
        </pc:picChg>
      </pc:sldChg>
      <pc:sldChg chg="addSp delSp modSp add mod modClrScheme chgLayout modNotes">
        <pc:chgData name="Goswami, Treena (gcm8gw)" userId="S::gcm8gw@virginia.edu::afcc7bf1-7561-4a4f-9f29-309f7a9f78d7" providerId="AD" clId="Web-{82FF3CA5-5017-4E44-8331-8145896C2FD0}" dt="2024-01-29T17:38:07.696" v="1434"/>
        <pc:sldMkLst>
          <pc:docMk/>
          <pc:sldMk cId="2836740793" sldId="291"/>
        </pc:sldMkLst>
        <pc:spChg chg="mod">
          <ac:chgData name="Goswami, Treena (gcm8gw)" userId="S::gcm8gw@virginia.edu::afcc7bf1-7561-4a4f-9f29-309f7a9f78d7" providerId="AD" clId="Web-{82FF3CA5-5017-4E44-8331-8145896C2FD0}" dt="2024-01-29T17:18:21.105" v="1241" actId="1076"/>
          <ac:spMkLst>
            <pc:docMk/>
            <pc:sldMk cId="2836740793" sldId="291"/>
            <ac:spMk id="2" creationId="{E9D77143-7B8E-C191-A5D1-3FCA147677A7}"/>
          </ac:spMkLst>
        </pc:spChg>
        <pc:spChg chg="add mod ord">
          <ac:chgData name="Goswami, Treena (gcm8gw)" userId="S::gcm8gw@virginia.edu::afcc7bf1-7561-4a4f-9f29-309f7a9f78d7" providerId="AD" clId="Web-{82FF3CA5-5017-4E44-8331-8145896C2FD0}" dt="2024-01-29T17:27:01.359" v="1306" actId="20577"/>
          <ac:spMkLst>
            <pc:docMk/>
            <pc:sldMk cId="2836740793" sldId="291"/>
            <ac:spMk id="5" creationId="{A4A1570F-D602-58C8-62C6-318B4B9D92AA}"/>
          </ac:spMkLst>
        </pc:spChg>
        <pc:spChg chg="add mod">
          <ac:chgData name="Goswami, Treena (gcm8gw)" userId="S::gcm8gw@virginia.edu::afcc7bf1-7561-4a4f-9f29-309f7a9f78d7" providerId="AD" clId="Web-{82FF3CA5-5017-4E44-8331-8145896C2FD0}" dt="2024-01-29T17:38:07.696" v="1434"/>
          <ac:spMkLst>
            <pc:docMk/>
            <pc:sldMk cId="2836740793" sldId="291"/>
            <ac:spMk id="6" creationId="{24499D96-C925-47D6-9CDD-5344E3E8695C}"/>
          </ac:spMkLst>
        </pc:spChg>
        <pc:spChg chg="mod ord">
          <ac:chgData name="Goswami, Treena (gcm8gw)" userId="S::gcm8gw@virginia.edu::afcc7bf1-7561-4a4f-9f29-309f7a9f78d7" providerId="AD" clId="Web-{82FF3CA5-5017-4E44-8331-8145896C2FD0}" dt="2024-01-29T17:18:12.386" v="1239"/>
          <ac:spMkLst>
            <pc:docMk/>
            <pc:sldMk cId="2836740793" sldId="291"/>
            <ac:spMk id="21" creationId="{6E69BDBD-C4F7-13C2-3E57-5046FAB6AC64}"/>
          </ac:spMkLst>
        </pc:spChg>
        <pc:picChg chg="del">
          <ac:chgData name="Goswami, Treena (gcm8gw)" userId="S::gcm8gw@virginia.edu::afcc7bf1-7561-4a4f-9f29-309f7a9f78d7" providerId="AD" clId="Web-{82FF3CA5-5017-4E44-8331-8145896C2FD0}" dt="2024-01-29T17:17:09.868" v="1220"/>
          <ac:picMkLst>
            <pc:docMk/>
            <pc:sldMk cId="2836740793" sldId="291"/>
            <ac:picMk id="3" creationId="{97248ECA-64FA-9ED0-845E-C61BCF865F23}"/>
          </ac:picMkLst>
        </pc:picChg>
        <pc:picChg chg="add mod">
          <ac:chgData name="Goswami, Treena (gcm8gw)" userId="S::gcm8gw@virginia.edu::afcc7bf1-7561-4a4f-9f29-309f7a9f78d7" providerId="AD" clId="Web-{82FF3CA5-5017-4E44-8331-8145896C2FD0}" dt="2024-01-29T17:24:33.103" v="1305" actId="1076"/>
          <ac:picMkLst>
            <pc:docMk/>
            <pc:sldMk cId="2836740793" sldId="291"/>
            <ac:picMk id="4" creationId="{E5162DA3-E2CC-15BF-BD80-7EF14B75F9AA}"/>
          </ac:picMkLst>
        </pc:picChg>
      </pc:sldChg>
      <pc:sldChg chg="modSp add">
        <pc:chgData name="Goswami, Treena (gcm8gw)" userId="S::gcm8gw@virginia.edu::afcc7bf1-7561-4a4f-9f29-309f7a9f78d7" providerId="AD" clId="Web-{82FF3CA5-5017-4E44-8331-8145896C2FD0}" dt="2024-01-29T16:59:52.251" v="830" actId="20577"/>
        <pc:sldMkLst>
          <pc:docMk/>
          <pc:sldMk cId="2564838282" sldId="293"/>
        </pc:sldMkLst>
        <pc:spChg chg="mod">
          <ac:chgData name="Goswami, Treena (gcm8gw)" userId="S::gcm8gw@virginia.edu::afcc7bf1-7561-4a4f-9f29-309f7a9f78d7" providerId="AD" clId="Web-{82FF3CA5-5017-4E44-8331-8145896C2FD0}" dt="2024-01-29T16:20:11.474" v="404" actId="1076"/>
          <ac:spMkLst>
            <pc:docMk/>
            <pc:sldMk cId="2564838282" sldId="293"/>
            <ac:spMk id="2" creationId="{6CCD9D79-B581-B58D-0354-9E6BFA3CC488}"/>
          </ac:spMkLst>
        </pc:spChg>
        <pc:spChg chg="mod">
          <ac:chgData name="Goswami, Treena (gcm8gw)" userId="S::gcm8gw@virginia.edu::afcc7bf1-7561-4a4f-9f29-309f7a9f78d7" providerId="AD" clId="Web-{82FF3CA5-5017-4E44-8331-8145896C2FD0}" dt="2024-01-29T16:59:52.251" v="830" actId="20577"/>
          <ac:spMkLst>
            <pc:docMk/>
            <pc:sldMk cId="2564838282" sldId="293"/>
            <ac:spMk id="20" creationId="{3080B752-8274-FF2A-7BC4-94A57846978A}"/>
          </ac:spMkLst>
        </pc:spChg>
      </pc:sldChg>
      <pc:sldChg chg="add">
        <pc:chgData name="Goswami, Treena (gcm8gw)" userId="S::gcm8gw@virginia.edu::afcc7bf1-7561-4a4f-9f29-309f7a9f78d7" providerId="AD" clId="Web-{82FF3CA5-5017-4E44-8331-8145896C2FD0}" dt="2024-01-29T14:34:59.468" v="7"/>
        <pc:sldMkLst>
          <pc:docMk/>
          <pc:sldMk cId="2510184360" sldId="295"/>
        </pc:sldMkLst>
      </pc:sldChg>
      <pc:sldChg chg="add">
        <pc:chgData name="Goswami, Treena (gcm8gw)" userId="S::gcm8gw@virginia.edu::afcc7bf1-7561-4a4f-9f29-309f7a9f78d7" providerId="AD" clId="Web-{82FF3CA5-5017-4E44-8331-8145896C2FD0}" dt="2024-01-29T14:34:57.718" v="1"/>
        <pc:sldMkLst>
          <pc:docMk/>
          <pc:sldMk cId="2843307357" sldId="297"/>
        </pc:sldMkLst>
      </pc:sldChg>
      <pc:sldChg chg="add">
        <pc:chgData name="Goswami, Treena (gcm8gw)" userId="S::gcm8gw@virginia.edu::afcc7bf1-7561-4a4f-9f29-309f7a9f78d7" providerId="AD" clId="Web-{82FF3CA5-5017-4E44-8331-8145896C2FD0}" dt="2024-01-29T14:34:59.797" v="8"/>
        <pc:sldMkLst>
          <pc:docMk/>
          <pc:sldMk cId="1986971451" sldId="298"/>
        </pc:sldMkLst>
      </pc:sldChg>
      <pc:sldChg chg="add">
        <pc:chgData name="Goswami, Treena (gcm8gw)" userId="S::gcm8gw@virginia.edu::afcc7bf1-7561-4a4f-9f29-309f7a9f78d7" providerId="AD" clId="Web-{82FF3CA5-5017-4E44-8331-8145896C2FD0}" dt="2024-01-29T14:34:59.906" v="9"/>
        <pc:sldMkLst>
          <pc:docMk/>
          <pc:sldMk cId="2894885031" sldId="301"/>
        </pc:sldMkLst>
      </pc:sldChg>
      <pc:sldChg chg="add">
        <pc:chgData name="Goswami, Treena (gcm8gw)" userId="S::gcm8gw@virginia.edu::afcc7bf1-7561-4a4f-9f29-309f7a9f78d7" providerId="AD" clId="Web-{82FF3CA5-5017-4E44-8331-8145896C2FD0}" dt="2024-01-29T14:34:59.140" v="6"/>
        <pc:sldMkLst>
          <pc:docMk/>
          <pc:sldMk cId="110244707" sldId="303"/>
        </pc:sldMkLst>
      </pc:sldChg>
      <pc:sldChg chg="add">
        <pc:chgData name="Goswami, Treena (gcm8gw)" userId="S::gcm8gw@virginia.edu::afcc7bf1-7561-4a4f-9f29-309f7a9f78d7" providerId="AD" clId="Web-{82FF3CA5-5017-4E44-8331-8145896C2FD0}" dt="2024-01-29T14:34:58.796" v="5"/>
        <pc:sldMkLst>
          <pc:docMk/>
          <pc:sldMk cId="799235816" sldId="304"/>
        </pc:sldMkLst>
      </pc:sldChg>
      <pc:sldChg chg="add">
        <pc:chgData name="Goswami, Treena (gcm8gw)" userId="S::gcm8gw@virginia.edu::afcc7bf1-7561-4a4f-9f29-309f7a9f78d7" providerId="AD" clId="Web-{82FF3CA5-5017-4E44-8331-8145896C2FD0}" dt="2024-01-29T14:34:58.656" v="4"/>
        <pc:sldMkLst>
          <pc:docMk/>
          <pc:sldMk cId="2961912081" sldId="305"/>
        </pc:sldMkLst>
      </pc:sldChg>
      <pc:sldChg chg="add">
        <pc:chgData name="Goswami, Treena (gcm8gw)" userId="S::gcm8gw@virginia.edu::afcc7bf1-7561-4a4f-9f29-309f7a9f78d7" providerId="AD" clId="Web-{82FF3CA5-5017-4E44-8331-8145896C2FD0}" dt="2024-01-29T14:34:57.906" v="2"/>
        <pc:sldMkLst>
          <pc:docMk/>
          <pc:sldMk cId="820575546" sldId="306"/>
        </pc:sldMkLst>
      </pc:sldChg>
      <pc:sldChg chg="add">
        <pc:chgData name="Goswami, Treena (gcm8gw)" userId="S::gcm8gw@virginia.edu::afcc7bf1-7561-4a4f-9f29-309f7a9f78d7" providerId="AD" clId="Web-{82FF3CA5-5017-4E44-8331-8145896C2FD0}" dt="2024-01-29T14:35:00.359" v="10"/>
        <pc:sldMkLst>
          <pc:docMk/>
          <pc:sldMk cId="1930760078" sldId="307"/>
        </pc:sldMkLst>
      </pc:sldChg>
      <pc:sldChg chg="add">
        <pc:chgData name="Goswami, Treena (gcm8gw)" userId="S::gcm8gw@virginia.edu::afcc7bf1-7561-4a4f-9f29-309f7a9f78d7" providerId="AD" clId="Web-{82FF3CA5-5017-4E44-8331-8145896C2FD0}" dt="2024-01-29T14:35:00.718" v="11"/>
        <pc:sldMkLst>
          <pc:docMk/>
          <pc:sldMk cId="1529384959" sldId="308"/>
        </pc:sldMkLst>
      </pc:sldChg>
      <pc:sldChg chg="add">
        <pc:chgData name="Goswami, Treena (gcm8gw)" userId="S::gcm8gw@virginia.edu::afcc7bf1-7561-4a4f-9f29-309f7a9f78d7" providerId="AD" clId="Web-{82FF3CA5-5017-4E44-8331-8145896C2FD0}" dt="2024-01-29T14:35:01.062" v="12"/>
        <pc:sldMkLst>
          <pc:docMk/>
          <pc:sldMk cId="3608645240" sldId="309"/>
        </pc:sldMkLst>
      </pc:sldChg>
      <pc:sldChg chg="delSp modSp add modNotes">
        <pc:chgData name="Goswami, Treena (gcm8gw)" userId="S::gcm8gw@virginia.edu::afcc7bf1-7561-4a4f-9f29-309f7a9f78d7" providerId="AD" clId="Web-{82FF3CA5-5017-4E44-8331-8145896C2FD0}" dt="2024-01-29T17:38:05.774" v="1432" actId="20577"/>
        <pc:sldMkLst>
          <pc:docMk/>
          <pc:sldMk cId="3690835146" sldId="310"/>
        </pc:sldMkLst>
        <pc:spChg chg="mod">
          <ac:chgData name="Goswami, Treena (gcm8gw)" userId="S::gcm8gw@virginia.edu::afcc7bf1-7561-4a4f-9f29-309f7a9f78d7" providerId="AD" clId="Web-{82FF3CA5-5017-4E44-8331-8145896C2FD0}" dt="2024-01-29T17:33:29.701" v="1375" actId="20577"/>
          <ac:spMkLst>
            <pc:docMk/>
            <pc:sldMk cId="3690835146" sldId="310"/>
            <ac:spMk id="2" creationId="{6CCD9D79-B581-B58D-0354-9E6BFA3CC488}"/>
          </ac:spMkLst>
        </pc:spChg>
        <pc:spChg chg="mod">
          <ac:chgData name="Goswami, Treena (gcm8gw)" userId="S::gcm8gw@virginia.edu::afcc7bf1-7561-4a4f-9f29-309f7a9f78d7" providerId="AD" clId="Web-{82FF3CA5-5017-4E44-8331-8145896C2FD0}" dt="2024-01-29T17:27:27.422" v="1309" actId="14100"/>
          <ac:spMkLst>
            <pc:docMk/>
            <pc:sldMk cId="3690835146" sldId="310"/>
            <ac:spMk id="4" creationId="{A79773BE-1510-A364-BDB9-D0CC811AEA68}"/>
          </ac:spMkLst>
        </pc:spChg>
        <pc:spChg chg="mod">
          <ac:chgData name="Goswami, Treena (gcm8gw)" userId="S::gcm8gw@virginia.edu::afcc7bf1-7561-4a4f-9f29-309f7a9f78d7" providerId="AD" clId="Web-{82FF3CA5-5017-4E44-8331-8145896C2FD0}" dt="2024-01-29T17:38:05.774" v="1432" actId="20577"/>
          <ac:spMkLst>
            <pc:docMk/>
            <pc:sldMk cId="3690835146" sldId="310"/>
            <ac:spMk id="20" creationId="{3080B752-8274-FF2A-7BC4-94A57846978A}"/>
          </ac:spMkLst>
        </pc:spChg>
        <pc:picChg chg="del">
          <ac:chgData name="Goswami, Treena (gcm8gw)" userId="S::gcm8gw@virginia.edu::afcc7bf1-7561-4a4f-9f29-309f7a9f78d7" providerId="AD" clId="Web-{82FF3CA5-5017-4E44-8331-8145896C2FD0}" dt="2024-01-29T17:27:29.079" v="1310"/>
          <ac:picMkLst>
            <pc:docMk/>
            <pc:sldMk cId="3690835146" sldId="310"/>
            <ac:picMk id="5" creationId="{41E9F493-0CDE-B087-084A-AC9AE515E294}"/>
          </ac:picMkLst>
        </pc:picChg>
        <pc:inkChg chg="del">
          <ac:chgData name="Goswami, Treena (gcm8gw)" userId="S::gcm8gw@virginia.edu::afcc7bf1-7561-4a4f-9f29-309f7a9f78d7" providerId="AD" clId="Web-{82FF3CA5-5017-4E44-8331-8145896C2FD0}" dt="2024-01-29T17:27:31.204" v="1311"/>
          <ac:inkMkLst>
            <pc:docMk/>
            <pc:sldMk cId="3690835146" sldId="310"/>
            <ac:inkMk id="13" creationId="{DB9CBB3C-5306-EC4D-DFC2-227120C2D14E}"/>
          </ac:inkMkLst>
        </pc:inkChg>
        <pc:inkChg chg="del">
          <ac:chgData name="Goswami, Treena (gcm8gw)" userId="S::gcm8gw@virginia.edu::afcc7bf1-7561-4a4f-9f29-309f7a9f78d7" providerId="AD" clId="Web-{82FF3CA5-5017-4E44-8331-8145896C2FD0}" dt="2024-01-29T17:27:32.391" v="1312"/>
          <ac:inkMkLst>
            <pc:docMk/>
            <pc:sldMk cId="3690835146" sldId="310"/>
            <ac:inkMk id="15" creationId="{84B86D98-4439-5BA9-BFD9-DE2989BD15D7}"/>
          </ac:inkMkLst>
        </pc:inkChg>
        <pc:inkChg chg="del">
          <ac:chgData name="Goswami, Treena (gcm8gw)" userId="S::gcm8gw@virginia.edu::afcc7bf1-7561-4a4f-9f29-309f7a9f78d7" providerId="AD" clId="Web-{82FF3CA5-5017-4E44-8331-8145896C2FD0}" dt="2024-01-29T17:27:33.188" v="1313"/>
          <ac:inkMkLst>
            <pc:docMk/>
            <pc:sldMk cId="3690835146" sldId="310"/>
            <ac:inkMk id="16" creationId="{A04023F1-3ABC-2931-E87D-8766B28F899E}"/>
          </ac:inkMkLst>
        </pc:inkChg>
      </pc:sldChg>
      <pc:sldChg chg="add">
        <pc:chgData name="Goswami, Treena (gcm8gw)" userId="S::gcm8gw@virginia.edu::afcc7bf1-7561-4a4f-9f29-309f7a9f78d7" providerId="AD" clId="Web-{82FF3CA5-5017-4E44-8331-8145896C2FD0}" dt="2024-01-29T14:34:58.359" v="3"/>
        <pc:sldMkLst>
          <pc:docMk/>
          <pc:sldMk cId="2715225909" sldId="311"/>
        </pc:sldMkLst>
      </pc:sldChg>
      <pc:sldChg chg="add">
        <pc:chgData name="Goswami, Treena (gcm8gw)" userId="S::gcm8gw@virginia.edu::afcc7bf1-7561-4a4f-9f29-309f7a9f78d7" providerId="AD" clId="Web-{82FF3CA5-5017-4E44-8331-8145896C2FD0}" dt="2024-01-29T16:03:05.389" v="213"/>
        <pc:sldMkLst>
          <pc:docMk/>
          <pc:sldMk cId="2015014807" sldId="312"/>
        </pc:sldMkLst>
      </pc:sldChg>
      <pc:sldChg chg="addSp delSp modSp add replId modNotes">
        <pc:chgData name="Goswami, Treena (gcm8gw)" userId="S::gcm8gw@virginia.edu::afcc7bf1-7561-4a4f-9f29-309f7a9f78d7" providerId="AD" clId="Web-{82FF3CA5-5017-4E44-8331-8145896C2FD0}" dt="2024-01-29T17:04:26.308" v="889" actId="20577"/>
        <pc:sldMkLst>
          <pc:docMk/>
          <pc:sldMk cId="391374158" sldId="313"/>
        </pc:sldMkLst>
        <pc:spChg chg="mod">
          <ac:chgData name="Goswami, Treena (gcm8gw)" userId="S::gcm8gw@virginia.edu::afcc7bf1-7561-4a4f-9f29-309f7a9f78d7" providerId="AD" clId="Web-{82FF3CA5-5017-4E44-8331-8145896C2FD0}" dt="2024-01-29T17:02:44.836" v="856" actId="20577"/>
          <ac:spMkLst>
            <pc:docMk/>
            <pc:sldMk cId="391374158" sldId="313"/>
            <ac:spMk id="2" creationId="{803E7013-54B6-A53E-06C2-CD3A8471DF27}"/>
          </ac:spMkLst>
        </pc:spChg>
        <pc:spChg chg="add del mod">
          <ac:chgData name="Goswami, Treena (gcm8gw)" userId="S::gcm8gw@virginia.edu::afcc7bf1-7561-4a4f-9f29-309f7a9f78d7" providerId="AD" clId="Web-{82FF3CA5-5017-4E44-8331-8145896C2FD0}" dt="2024-01-29T16:10:52.516" v="340"/>
          <ac:spMkLst>
            <pc:docMk/>
            <pc:sldMk cId="391374158" sldId="313"/>
            <ac:spMk id="4" creationId="{92C0A628-4690-0CBC-F8A3-BDED99C25B68}"/>
          </ac:spMkLst>
        </pc:spChg>
        <pc:spChg chg="add del mod">
          <ac:chgData name="Goswami, Treena (gcm8gw)" userId="S::gcm8gw@virginia.edu::afcc7bf1-7561-4a4f-9f29-309f7a9f78d7" providerId="AD" clId="Web-{82FF3CA5-5017-4E44-8331-8145896C2FD0}" dt="2024-01-29T17:00:54.503" v="835"/>
          <ac:spMkLst>
            <pc:docMk/>
            <pc:sldMk cId="391374158" sldId="313"/>
            <ac:spMk id="5" creationId="{7C31137E-2F40-FF5B-DADF-140D37B7D3BF}"/>
          </ac:spMkLst>
        </pc:spChg>
        <pc:spChg chg="add del mod">
          <ac:chgData name="Goswami, Treena (gcm8gw)" userId="S::gcm8gw@virginia.edu::afcc7bf1-7561-4a4f-9f29-309f7a9f78d7" providerId="AD" clId="Web-{82FF3CA5-5017-4E44-8331-8145896C2FD0}" dt="2024-01-29T17:04:26.308" v="889" actId="20577"/>
          <ac:spMkLst>
            <pc:docMk/>
            <pc:sldMk cId="391374158" sldId="313"/>
            <ac:spMk id="20" creationId="{FBCF381B-9AA5-5860-69EB-1E3FBD9C3A9B}"/>
          </ac:spMkLst>
        </pc:spChg>
      </pc:sldChg>
      <pc:sldChg chg="addSp modSp new del mod modClrScheme chgLayout">
        <pc:chgData name="Goswami, Treena (gcm8gw)" userId="S::gcm8gw@virginia.edu::afcc7bf1-7561-4a4f-9f29-309f7a9f78d7" providerId="AD" clId="Web-{82FF3CA5-5017-4E44-8331-8145896C2FD0}" dt="2024-01-29T16:30:44.279" v="544"/>
        <pc:sldMkLst>
          <pc:docMk/>
          <pc:sldMk cId="1892520105" sldId="314"/>
        </pc:sldMkLst>
        <pc:spChg chg="mod ord">
          <ac:chgData name="Goswami, Treena (gcm8gw)" userId="S::gcm8gw@virginia.edu::afcc7bf1-7561-4a4f-9f29-309f7a9f78d7" providerId="AD" clId="Web-{82FF3CA5-5017-4E44-8331-8145896C2FD0}" dt="2024-01-29T16:30:29.919" v="542"/>
          <ac:spMkLst>
            <pc:docMk/>
            <pc:sldMk cId="1892520105" sldId="314"/>
            <ac:spMk id="2" creationId="{CDA53209-FD6B-CE85-C024-3E3AE943702F}"/>
          </ac:spMkLst>
        </pc:spChg>
        <pc:spChg chg="mod ord">
          <ac:chgData name="Goswami, Treena (gcm8gw)" userId="S::gcm8gw@virginia.edu::afcc7bf1-7561-4a4f-9f29-309f7a9f78d7" providerId="AD" clId="Web-{82FF3CA5-5017-4E44-8331-8145896C2FD0}" dt="2024-01-29T16:30:29.919" v="542"/>
          <ac:spMkLst>
            <pc:docMk/>
            <pc:sldMk cId="1892520105" sldId="314"/>
            <ac:spMk id="3" creationId="{AD9A38CE-6044-7033-6354-C9F6DAF8CF42}"/>
          </ac:spMkLst>
        </pc:spChg>
        <pc:spChg chg="add mod ord">
          <ac:chgData name="Goswami, Treena (gcm8gw)" userId="S::gcm8gw@virginia.edu::afcc7bf1-7561-4a4f-9f29-309f7a9f78d7" providerId="AD" clId="Web-{82FF3CA5-5017-4E44-8331-8145896C2FD0}" dt="2024-01-29T16:30:29.919" v="542"/>
          <ac:spMkLst>
            <pc:docMk/>
            <pc:sldMk cId="1892520105" sldId="314"/>
            <ac:spMk id="4" creationId="{649E1732-1763-DEF9-F2A3-A83EC9877E82}"/>
          </ac:spMkLst>
        </pc:spChg>
      </pc:sldChg>
      <pc:sldChg chg="addSp delSp modSp new modNotes">
        <pc:chgData name="Goswami, Treena (gcm8gw)" userId="S::gcm8gw@virginia.edu::afcc7bf1-7561-4a4f-9f29-309f7a9f78d7" providerId="AD" clId="Web-{82FF3CA5-5017-4E44-8331-8145896C2FD0}" dt="2024-01-29T16:36:27.886" v="646" actId="20577"/>
        <pc:sldMkLst>
          <pc:docMk/>
          <pc:sldMk cId="2877586845" sldId="315"/>
        </pc:sldMkLst>
        <pc:spChg chg="mod">
          <ac:chgData name="Goswami, Treena (gcm8gw)" userId="S::gcm8gw@virginia.edu::afcc7bf1-7561-4a4f-9f29-309f7a9f78d7" providerId="AD" clId="Web-{82FF3CA5-5017-4E44-8331-8145896C2FD0}" dt="2024-01-29T16:36:27.886" v="646" actId="20577"/>
          <ac:spMkLst>
            <pc:docMk/>
            <pc:sldMk cId="2877586845" sldId="315"/>
            <ac:spMk id="2" creationId="{DA0A57A1-F844-AB04-5E53-E9BBE1783524}"/>
          </ac:spMkLst>
        </pc:spChg>
        <pc:spChg chg="mod">
          <ac:chgData name="Goswami, Treena (gcm8gw)" userId="S::gcm8gw@virginia.edu::afcc7bf1-7561-4a4f-9f29-309f7a9f78d7" providerId="AD" clId="Web-{82FF3CA5-5017-4E44-8331-8145896C2FD0}" dt="2024-01-29T16:32:45.221" v="561" actId="14100"/>
          <ac:spMkLst>
            <pc:docMk/>
            <pc:sldMk cId="2877586845" sldId="315"/>
            <ac:spMk id="3" creationId="{6FB3434C-FE93-47EE-B650-66B0F6A1A19D}"/>
          </ac:spMkLst>
        </pc:spChg>
        <pc:spChg chg="del">
          <ac:chgData name="Goswami, Treena (gcm8gw)" userId="S::gcm8gw@virginia.edu::afcc7bf1-7561-4a4f-9f29-309f7a9f78d7" providerId="AD" clId="Web-{82FF3CA5-5017-4E44-8331-8145896C2FD0}" dt="2024-01-29T16:31:10.843" v="549"/>
          <ac:spMkLst>
            <pc:docMk/>
            <pc:sldMk cId="2877586845" sldId="315"/>
            <ac:spMk id="4" creationId="{D3C11AB2-59C6-0294-3221-6920BFAED739}"/>
          </ac:spMkLst>
        </pc:spChg>
        <pc:spChg chg="mod">
          <ac:chgData name="Goswami, Treena (gcm8gw)" userId="S::gcm8gw@virginia.edu::afcc7bf1-7561-4a4f-9f29-309f7a9f78d7" providerId="AD" clId="Web-{82FF3CA5-5017-4E44-8331-8145896C2FD0}" dt="2024-01-29T16:34:09.959" v="573" actId="14100"/>
          <ac:spMkLst>
            <pc:docMk/>
            <pc:sldMk cId="2877586845" sldId="315"/>
            <ac:spMk id="5" creationId="{8B2F868A-4D28-9A2F-35AF-06165A804379}"/>
          </ac:spMkLst>
        </pc:spChg>
        <pc:spChg chg="del">
          <ac:chgData name="Goswami, Treena (gcm8gw)" userId="S::gcm8gw@virginia.edu::afcc7bf1-7561-4a4f-9f29-309f7a9f78d7" providerId="AD" clId="Web-{82FF3CA5-5017-4E44-8331-8145896C2FD0}" dt="2024-01-29T16:31:39.406" v="553"/>
          <ac:spMkLst>
            <pc:docMk/>
            <pc:sldMk cId="2877586845" sldId="315"/>
            <ac:spMk id="6" creationId="{8B2F91F3-5AFB-12AD-C090-2886B81A3F45}"/>
          </ac:spMkLst>
        </pc:spChg>
        <pc:picChg chg="add mod">
          <ac:chgData name="Goswami, Treena (gcm8gw)" userId="S::gcm8gw@virginia.edu::afcc7bf1-7561-4a4f-9f29-309f7a9f78d7" providerId="AD" clId="Web-{82FF3CA5-5017-4E44-8331-8145896C2FD0}" dt="2024-01-29T16:30:55.920" v="546" actId="1076"/>
          <ac:picMkLst>
            <pc:docMk/>
            <pc:sldMk cId="2877586845" sldId="315"/>
            <ac:picMk id="8" creationId="{64CEF2E2-41B0-325A-56AB-812A478D550A}"/>
          </ac:picMkLst>
        </pc:picChg>
        <pc:picChg chg="add mod ord">
          <ac:chgData name="Goswami, Treena (gcm8gw)" userId="S::gcm8gw@virginia.edu::afcc7bf1-7561-4a4f-9f29-309f7a9f78d7" providerId="AD" clId="Web-{82FF3CA5-5017-4E44-8331-8145896C2FD0}" dt="2024-01-29T16:34:01.787" v="571" actId="14100"/>
          <ac:picMkLst>
            <pc:docMk/>
            <pc:sldMk cId="2877586845" sldId="315"/>
            <ac:picMk id="9" creationId="{451D7198-5393-1414-0983-7CEB134D3760}"/>
          </ac:picMkLst>
        </pc:picChg>
        <pc:picChg chg="add mod ord">
          <ac:chgData name="Goswami, Treena (gcm8gw)" userId="S::gcm8gw@virginia.edu::afcc7bf1-7561-4a4f-9f29-309f7a9f78d7" providerId="AD" clId="Web-{82FF3CA5-5017-4E44-8331-8145896C2FD0}" dt="2024-01-29T16:34:06.865" v="572" actId="14100"/>
          <ac:picMkLst>
            <pc:docMk/>
            <pc:sldMk cId="2877586845" sldId="315"/>
            <ac:picMk id="10" creationId="{F038A08B-B39A-313B-FF33-F5181EF8A1CD}"/>
          </ac:picMkLst>
        </pc:picChg>
      </pc:sldChg>
      <pc:sldChg chg="addSp delSp modSp add mod replId modClrScheme chgLayout modNotes">
        <pc:chgData name="Goswami, Treena (gcm8gw)" userId="S::gcm8gw@virginia.edu::afcc7bf1-7561-4a4f-9f29-309f7a9f78d7" providerId="AD" clId="Web-{82FF3CA5-5017-4E44-8331-8145896C2FD0}" dt="2024-01-29T16:58:28.342" v="821"/>
        <pc:sldMkLst>
          <pc:docMk/>
          <pc:sldMk cId="1095140467" sldId="316"/>
        </pc:sldMkLst>
        <pc:spChg chg="mod ord">
          <ac:chgData name="Goswami, Treena (gcm8gw)" userId="S::gcm8gw@virginia.edu::afcc7bf1-7561-4a4f-9f29-309f7a9f78d7" providerId="AD" clId="Web-{82FF3CA5-5017-4E44-8331-8145896C2FD0}" dt="2024-01-29T16:54:33.099" v="771" actId="20577"/>
          <ac:spMkLst>
            <pc:docMk/>
            <pc:sldMk cId="1095140467" sldId="316"/>
            <ac:spMk id="2" creationId="{8992D859-4B99-4AFA-09D5-882FE16DD464}"/>
          </ac:spMkLst>
        </pc:spChg>
        <pc:spChg chg="add mod ord">
          <ac:chgData name="Goswami, Treena (gcm8gw)" userId="S::gcm8gw@virginia.edu::afcc7bf1-7561-4a4f-9f29-309f7a9f78d7" providerId="AD" clId="Web-{82FF3CA5-5017-4E44-8331-8145896C2FD0}" dt="2024-01-29T16:58:19.560" v="820" actId="14100"/>
          <ac:spMkLst>
            <pc:docMk/>
            <pc:sldMk cId="1095140467" sldId="316"/>
            <ac:spMk id="3" creationId="{ABCE1752-6763-3B54-0B5D-7A2EDC311A98}"/>
          </ac:spMkLst>
        </pc:spChg>
        <pc:spChg chg="add del mod ord">
          <ac:chgData name="Goswami, Treena (gcm8gw)" userId="S::gcm8gw@virginia.edu::afcc7bf1-7561-4a4f-9f29-309f7a9f78d7" providerId="AD" clId="Web-{82FF3CA5-5017-4E44-8331-8145896C2FD0}" dt="2024-01-29T16:54:05.676" v="766"/>
          <ac:spMkLst>
            <pc:docMk/>
            <pc:sldMk cId="1095140467" sldId="316"/>
            <ac:spMk id="4" creationId="{21FE2708-C6E2-CFC6-91C1-2F9C2012C2EB}"/>
          </ac:spMkLst>
        </pc:spChg>
        <pc:spChg chg="mod">
          <ac:chgData name="Goswami, Treena (gcm8gw)" userId="S::gcm8gw@virginia.edu::afcc7bf1-7561-4a4f-9f29-309f7a9f78d7" providerId="AD" clId="Web-{82FF3CA5-5017-4E44-8331-8145896C2FD0}" dt="2024-01-29T16:57:31.386" v="811" actId="20577"/>
          <ac:spMkLst>
            <pc:docMk/>
            <pc:sldMk cId="1095140467" sldId="316"/>
            <ac:spMk id="5" creationId="{485BBFBF-A871-D077-4A74-BD146E8DA33C}"/>
          </ac:spMkLst>
        </pc:spChg>
        <pc:spChg chg="mod ord">
          <ac:chgData name="Goswami, Treena (gcm8gw)" userId="S::gcm8gw@virginia.edu::afcc7bf1-7561-4a4f-9f29-309f7a9f78d7" providerId="AD" clId="Web-{82FF3CA5-5017-4E44-8331-8145896C2FD0}" dt="2024-01-29T16:53:44.206" v="761"/>
          <ac:spMkLst>
            <pc:docMk/>
            <pc:sldMk cId="1095140467" sldId="316"/>
            <ac:spMk id="21" creationId="{BC20844B-D78F-D0E9-D7D8-B6C5389CF2A6}"/>
          </ac:spMkLst>
        </pc:spChg>
        <pc:picChg chg="add mod">
          <ac:chgData name="Goswami, Treena (gcm8gw)" userId="S::gcm8gw@virginia.edu::afcc7bf1-7561-4a4f-9f29-309f7a9f78d7" providerId="AD" clId="Web-{82FF3CA5-5017-4E44-8331-8145896C2FD0}" dt="2024-01-29T16:54:10.426" v="767" actId="14100"/>
          <ac:picMkLst>
            <pc:docMk/>
            <pc:sldMk cId="1095140467" sldId="316"/>
            <ac:picMk id="7" creationId="{5852BE33-9B32-779A-98B2-14C882356A1E}"/>
          </ac:picMkLst>
        </pc:picChg>
      </pc:sldChg>
      <pc:sldChg chg="add del replId">
        <pc:chgData name="Goswami, Treena (gcm8gw)" userId="S::gcm8gw@virginia.edu::afcc7bf1-7561-4a4f-9f29-309f7a9f78d7" providerId="AD" clId="Web-{82FF3CA5-5017-4E44-8331-8145896C2FD0}" dt="2024-01-29T16:37:25.326" v="654"/>
        <pc:sldMkLst>
          <pc:docMk/>
          <pc:sldMk cId="2438130371" sldId="317"/>
        </pc:sldMkLst>
      </pc:sldChg>
      <pc:sldChg chg="addSp delSp modSp new mod modClrScheme chgLayout modNotes">
        <pc:chgData name="Goswami, Treena (gcm8gw)" userId="S::gcm8gw@virginia.edu::afcc7bf1-7561-4a4f-9f29-309f7a9f78d7" providerId="AD" clId="Web-{82FF3CA5-5017-4E44-8331-8145896C2FD0}" dt="2024-01-29T17:23:13.085" v="1296" actId="14100"/>
        <pc:sldMkLst>
          <pc:docMk/>
          <pc:sldMk cId="2831367903" sldId="317"/>
        </pc:sldMkLst>
        <pc:spChg chg="del mod ord">
          <ac:chgData name="Goswami, Treena (gcm8gw)" userId="S::gcm8gw@virginia.edu::afcc7bf1-7561-4a4f-9f29-309f7a9f78d7" providerId="AD" clId="Web-{82FF3CA5-5017-4E44-8331-8145896C2FD0}" dt="2024-01-29T16:46:34.268" v="684"/>
          <ac:spMkLst>
            <pc:docMk/>
            <pc:sldMk cId="2831367903" sldId="317"/>
            <ac:spMk id="2" creationId="{29CCA864-2A83-A8DB-2D35-280194EFE503}"/>
          </ac:spMkLst>
        </pc:spChg>
        <pc:spChg chg="del">
          <ac:chgData name="Goswami, Treena (gcm8gw)" userId="S::gcm8gw@virginia.edu::afcc7bf1-7561-4a4f-9f29-309f7a9f78d7" providerId="AD" clId="Web-{82FF3CA5-5017-4E44-8331-8145896C2FD0}" dt="2024-01-29T16:45:35.907" v="674"/>
          <ac:spMkLst>
            <pc:docMk/>
            <pc:sldMk cId="2831367903" sldId="317"/>
            <ac:spMk id="3" creationId="{D831CE22-ED47-1208-6FD1-9D59788EB9A1}"/>
          </ac:spMkLst>
        </pc:spChg>
        <pc:spChg chg="add mod">
          <ac:chgData name="Goswami, Treena (gcm8gw)" userId="S::gcm8gw@virginia.edu::afcc7bf1-7561-4a4f-9f29-309f7a9f78d7" providerId="AD" clId="Web-{82FF3CA5-5017-4E44-8331-8145896C2FD0}" dt="2024-01-29T17:21:31.862" v="1290" actId="14100"/>
          <ac:spMkLst>
            <pc:docMk/>
            <pc:sldMk cId="2831367903" sldId="317"/>
            <ac:spMk id="12" creationId="{61A0A9C2-E6F8-CE1E-B184-017BD8A99BD3}"/>
          </ac:spMkLst>
        </pc:spChg>
        <pc:spChg chg="add mod">
          <ac:chgData name="Goswami, Treena (gcm8gw)" userId="S::gcm8gw@virginia.edu::afcc7bf1-7561-4a4f-9f29-309f7a9f78d7" providerId="AD" clId="Web-{82FF3CA5-5017-4E44-8331-8145896C2FD0}" dt="2024-01-29T17:22:15.692" v="1294" actId="1076"/>
          <ac:spMkLst>
            <pc:docMk/>
            <pc:sldMk cId="2831367903" sldId="317"/>
            <ac:spMk id="13" creationId="{5385E3BF-D24C-2574-D018-A7B1FE09EEB5}"/>
          </ac:spMkLst>
        </pc:spChg>
        <pc:picChg chg="add mod">
          <ac:chgData name="Goswami, Treena (gcm8gw)" userId="S::gcm8gw@virginia.edu::afcc7bf1-7561-4a4f-9f29-309f7a9f78d7" providerId="AD" clId="Web-{82FF3CA5-5017-4E44-8331-8145896C2FD0}" dt="2024-01-29T16:51:32.357" v="757" actId="1076"/>
          <ac:picMkLst>
            <pc:docMk/>
            <pc:sldMk cId="2831367903" sldId="317"/>
            <ac:picMk id="5" creationId="{66248780-0997-A579-9769-A2BEB3460F56}"/>
          </ac:picMkLst>
        </pc:picChg>
        <pc:picChg chg="add mod">
          <ac:chgData name="Goswami, Treena (gcm8gw)" userId="S::gcm8gw@virginia.edu::afcc7bf1-7561-4a4f-9f29-309f7a9f78d7" providerId="AD" clId="Web-{82FF3CA5-5017-4E44-8331-8145896C2FD0}" dt="2024-01-29T17:19:50.374" v="1270" actId="14100"/>
          <ac:picMkLst>
            <pc:docMk/>
            <pc:sldMk cId="2831367903" sldId="317"/>
            <ac:picMk id="6" creationId="{B518AEAE-628D-EA36-1C50-EE0D7B4CBF2A}"/>
          </ac:picMkLst>
        </pc:picChg>
        <pc:picChg chg="add mod">
          <ac:chgData name="Goswami, Treena (gcm8gw)" userId="S::gcm8gw@virginia.edu::afcc7bf1-7561-4a4f-9f29-309f7a9f78d7" providerId="AD" clId="Web-{82FF3CA5-5017-4E44-8331-8145896C2FD0}" dt="2024-01-29T17:23:13.085" v="1296" actId="14100"/>
          <ac:picMkLst>
            <pc:docMk/>
            <pc:sldMk cId="2831367903" sldId="317"/>
            <ac:picMk id="7" creationId="{FB17B12E-70E7-4431-BECF-AADD04E96CA4}"/>
          </ac:picMkLst>
        </pc:picChg>
        <pc:picChg chg="add mod">
          <ac:chgData name="Goswami, Treena (gcm8gw)" userId="S::gcm8gw@virginia.edu::afcc7bf1-7561-4a4f-9f29-309f7a9f78d7" providerId="AD" clId="Web-{82FF3CA5-5017-4E44-8331-8145896C2FD0}" dt="2024-01-29T17:22:04.473" v="1293" actId="14100"/>
          <ac:picMkLst>
            <pc:docMk/>
            <pc:sldMk cId="2831367903" sldId="317"/>
            <ac:picMk id="8" creationId="{030F9496-3E0D-D43F-1B2B-F8276FF48337}"/>
          </ac:picMkLst>
        </pc:picChg>
        <pc:picChg chg="add mod">
          <ac:chgData name="Goswami, Treena (gcm8gw)" userId="S::gcm8gw@virginia.edu::afcc7bf1-7561-4a4f-9f29-309f7a9f78d7" providerId="AD" clId="Web-{82FF3CA5-5017-4E44-8331-8145896C2FD0}" dt="2024-01-29T17:20:06.140" v="1273" actId="1076"/>
          <ac:picMkLst>
            <pc:docMk/>
            <pc:sldMk cId="2831367903" sldId="317"/>
            <ac:picMk id="9" creationId="{9593AECB-0B61-2418-E04D-D77AF4DD4C4A}"/>
          </ac:picMkLst>
        </pc:picChg>
        <pc:picChg chg="add mod">
          <ac:chgData name="Goswami, Treena (gcm8gw)" userId="S::gcm8gw@virginia.edu::afcc7bf1-7561-4a4f-9f29-309f7a9f78d7" providerId="AD" clId="Web-{82FF3CA5-5017-4E44-8331-8145896C2FD0}" dt="2024-01-29T17:20:12.625" v="1275" actId="14100"/>
          <ac:picMkLst>
            <pc:docMk/>
            <pc:sldMk cId="2831367903" sldId="317"/>
            <ac:picMk id="10" creationId="{0CF95024-4F75-9A84-47C8-712BD5D52AF0}"/>
          </ac:picMkLst>
        </pc:picChg>
        <pc:picChg chg="add mod">
          <ac:chgData name="Goswami, Treena (gcm8gw)" userId="S::gcm8gw@virginia.edu::afcc7bf1-7561-4a4f-9f29-309f7a9f78d7" providerId="AD" clId="Web-{82FF3CA5-5017-4E44-8331-8145896C2FD0}" dt="2024-01-29T17:20:22.016" v="1277" actId="14100"/>
          <ac:picMkLst>
            <pc:docMk/>
            <pc:sldMk cId="2831367903" sldId="317"/>
            <ac:picMk id="11" creationId="{0F603110-C81E-8CFB-8888-47EA384365DC}"/>
          </ac:picMkLst>
        </pc:picChg>
      </pc:sldChg>
      <pc:sldChg chg="new del">
        <pc:chgData name="Goswami, Treena (gcm8gw)" userId="S::gcm8gw@virginia.edu::afcc7bf1-7561-4a4f-9f29-309f7a9f78d7" providerId="AD" clId="Web-{82FF3CA5-5017-4E44-8331-8145896C2FD0}" dt="2024-01-29T16:45:32.969" v="673"/>
        <pc:sldMkLst>
          <pc:docMk/>
          <pc:sldMk cId="553763353" sldId="318"/>
        </pc:sldMkLst>
      </pc:sldChg>
      <pc:sldChg chg="delSp modSp add replId">
        <pc:chgData name="Goswami, Treena (gcm8gw)" userId="S::gcm8gw@virginia.edu::afcc7bf1-7561-4a4f-9f29-309f7a9f78d7" providerId="AD" clId="Web-{82FF3CA5-5017-4E44-8331-8145896C2FD0}" dt="2024-01-29T17:28:35.050" v="1329"/>
        <pc:sldMkLst>
          <pc:docMk/>
          <pc:sldMk cId="1687599560" sldId="318"/>
        </pc:sldMkLst>
        <pc:spChg chg="mod">
          <ac:chgData name="Goswami, Treena (gcm8gw)" userId="S::gcm8gw@virginia.edu::afcc7bf1-7561-4a4f-9f29-309f7a9f78d7" providerId="AD" clId="Web-{82FF3CA5-5017-4E44-8331-8145896C2FD0}" dt="2024-01-29T17:03:16.899" v="862" actId="1076"/>
          <ac:spMkLst>
            <pc:docMk/>
            <pc:sldMk cId="1687599560" sldId="318"/>
            <ac:spMk id="2" creationId="{57B3CA0B-B727-A8FF-6E78-E3D14C976B29}"/>
          </ac:spMkLst>
        </pc:spChg>
        <pc:spChg chg="del mod">
          <ac:chgData name="Goswami, Treena (gcm8gw)" userId="S::gcm8gw@virginia.edu::afcc7bf1-7561-4a4f-9f29-309f7a9f78d7" providerId="AD" clId="Web-{82FF3CA5-5017-4E44-8331-8145896C2FD0}" dt="2024-01-29T17:03:06.336" v="860"/>
          <ac:spMkLst>
            <pc:docMk/>
            <pc:sldMk cId="1687599560" sldId="318"/>
            <ac:spMk id="4" creationId="{D4B86BBF-F243-3C49-C958-F672B899D3DA}"/>
          </ac:spMkLst>
        </pc:spChg>
        <pc:spChg chg="mod">
          <ac:chgData name="Goswami, Treena (gcm8gw)" userId="S::gcm8gw@virginia.edu::afcc7bf1-7561-4a4f-9f29-309f7a9f78d7" providerId="AD" clId="Web-{82FF3CA5-5017-4E44-8331-8145896C2FD0}" dt="2024-01-29T17:03:18.931" v="863" actId="1076"/>
          <ac:spMkLst>
            <pc:docMk/>
            <pc:sldMk cId="1687599560" sldId="318"/>
            <ac:spMk id="20" creationId="{7C799C3E-CC74-90E9-59C9-E4476075ABB4}"/>
          </ac:spMkLst>
        </pc:spChg>
        <pc:picChg chg="mod">
          <ac:chgData name="Goswami, Treena (gcm8gw)" userId="S::gcm8gw@virginia.edu::afcc7bf1-7561-4a4f-9f29-309f7a9f78d7" providerId="AD" clId="Web-{82FF3CA5-5017-4E44-8331-8145896C2FD0}" dt="2024-01-29T17:27:53.408" v="1319" actId="1076"/>
          <ac:picMkLst>
            <pc:docMk/>
            <pc:sldMk cId="1687599560" sldId="318"/>
            <ac:picMk id="5" creationId="{82E53D26-1C98-AEEB-C6A6-178AAA8B9230}"/>
          </ac:picMkLst>
        </pc:picChg>
        <pc:picChg chg="mod">
          <ac:chgData name="Goswami, Treena (gcm8gw)" userId="S::gcm8gw@virginia.edu::afcc7bf1-7561-4a4f-9f29-309f7a9f78d7" providerId="AD" clId="Web-{82FF3CA5-5017-4E44-8331-8145896C2FD0}" dt="2024-01-29T17:03:48.010" v="872" actId="1076"/>
          <ac:picMkLst>
            <pc:docMk/>
            <pc:sldMk cId="1687599560" sldId="318"/>
            <ac:picMk id="48" creationId="{50CA1594-7F2B-5520-E9C9-39E7FB923872}"/>
          </ac:picMkLst>
        </pc:picChg>
        <pc:inkChg chg="mod">
          <ac:chgData name="Goswami, Treena (gcm8gw)" userId="S::gcm8gw@virginia.edu::afcc7bf1-7561-4a4f-9f29-309f7a9f78d7" providerId="AD" clId="Web-{82FF3CA5-5017-4E44-8331-8145896C2FD0}" dt="2024-01-29T17:28:18.924" v="1326" actId="1076"/>
          <ac:inkMkLst>
            <pc:docMk/>
            <pc:sldMk cId="1687599560" sldId="318"/>
            <ac:inkMk id="13" creationId="{456E80B4-8D9A-B389-7966-384DA2DB77D3}"/>
          </ac:inkMkLst>
        </pc:inkChg>
        <pc:inkChg chg="mod">
          <ac:chgData name="Goswami, Treena (gcm8gw)" userId="S::gcm8gw@virginia.edu::afcc7bf1-7561-4a4f-9f29-309f7a9f78d7" providerId="AD" clId="Web-{82FF3CA5-5017-4E44-8331-8145896C2FD0}" dt="2024-01-29T17:28:28.237" v="1328" actId="14100"/>
          <ac:inkMkLst>
            <pc:docMk/>
            <pc:sldMk cId="1687599560" sldId="318"/>
            <ac:inkMk id="15" creationId="{C6AACE35-2991-0DB6-C611-A500270B7FE9}"/>
          </ac:inkMkLst>
        </pc:inkChg>
        <pc:inkChg chg="del mod">
          <ac:chgData name="Goswami, Treena (gcm8gw)" userId="S::gcm8gw@virginia.edu::afcc7bf1-7561-4a4f-9f29-309f7a9f78d7" providerId="AD" clId="Web-{82FF3CA5-5017-4E44-8331-8145896C2FD0}" dt="2024-01-29T17:28:35.050" v="1329"/>
          <ac:inkMkLst>
            <pc:docMk/>
            <pc:sldMk cId="1687599560" sldId="318"/>
            <ac:inkMk id="16" creationId="{0ABFC5AF-15D9-FA6C-6453-AEFD49412991}"/>
          </ac:inkMkLst>
        </pc:inkChg>
      </pc:sldChg>
      <pc:sldChg chg="new del">
        <pc:chgData name="Goswami, Treena (gcm8gw)" userId="S::gcm8gw@virginia.edu::afcc7bf1-7561-4a4f-9f29-309f7a9f78d7" providerId="AD" clId="Web-{82FF3CA5-5017-4E44-8331-8145896C2FD0}" dt="2024-01-29T16:45:30" v="672"/>
        <pc:sldMkLst>
          <pc:docMk/>
          <pc:sldMk cId="2824324398" sldId="319"/>
        </pc:sldMkLst>
      </pc:sldChg>
      <pc:sldChg chg="addSp delSp modSp add replId modNotes">
        <pc:chgData name="Goswami, Treena (gcm8gw)" userId="S::gcm8gw@virginia.edu::afcc7bf1-7561-4a4f-9f29-309f7a9f78d7" providerId="AD" clId="Web-{82FF3CA5-5017-4E44-8331-8145896C2FD0}" dt="2024-01-29T17:48:12.375" v="1658" actId="20577"/>
        <pc:sldMkLst>
          <pc:docMk/>
          <pc:sldMk cId="3362167634" sldId="319"/>
        </pc:sldMkLst>
        <pc:spChg chg="add del">
          <ac:chgData name="Goswami, Treena (gcm8gw)" userId="S::gcm8gw@virginia.edu::afcc7bf1-7561-4a4f-9f29-309f7a9f78d7" providerId="AD" clId="Web-{82FF3CA5-5017-4E44-8331-8145896C2FD0}" dt="2024-01-29T17:38:44.557" v="1440"/>
          <ac:spMkLst>
            <pc:docMk/>
            <pc:sldMk cId="3362167634" sldId="319"/>
            <ac:spMk id="3" creationId="{CE270FB4-36C4-716E-167F-147799B55C3C}"/>
          </ac:spMkLst>
        </pc:spChg>
        <pc:spChg chg="add mod">
          <ac:chgData name="Goswami, Treena (gcm8gw)" userId="S::gcm8gw@virginia.edu::afcc7bf1-7561-4a4f-9f29-309f7a9f78d7" providerId="AD" clId="Web-{82FF3CA5-5017-4E44-8331-8145896C2FD0}" dt="2024-01-29T17:48:12.375" v="1658" actId="20577"/>
          <ac:spMkLst>
            <pc:docMk/>
            <pc:sldMk cId="3362167634" sldId="319"/>
            <ac:spMk id="5" creationId="{DB59D682-A381-E3FF-E47E-86D6F5AD61C9}"/>
          </ac:spMkLst>
        </pc:spChg>
        <pc:spChg chg="add del">
          <ac:chgData name="Goswami, Treena (gcm8gw)" userId="S::gcm8gw@virginia.edu::afcc7bf1-7561-4a4f-9f29-309f7a9f78d7" providerId="AD" clId="Web-{82FF3CA5-5017-4E44-8331-8145896C2FD0}" dt="2024-01-29T17:39:07.870" v="1450"/>
          <ac:spMkLst>
            <pc:docMk/>
            <pc:sldMk cId="3362167634" sldId="319"/>
            <ac:spMk id="6" creationId="{C3B3FB4A-D3E4-3717-71D3-EAF06B976D88}"/>
          </ac:spMkLst>
        </pc:spChg>
        <pc:spChg chg="add del mod">
          <ac:chgData name="Goswami, Treena (gcm8gw)" userId="S::gcm8gw@virginia.edu::afcc7bf1-7561-4a4f-9f29-309f7a9f78d7" providerId="AD" clId="Web-{82FF3CA5-5017-4E44-8331-8145896C2FD0}" dt="2024-01-29T17:46:20.074" v="1607" actId="1076"/>
          <ac:spMkLst>
            <pc:docMk/>
            <pc:sldMk cId="3362167634" sldId="319"/>
            <ac:spMk id="7" creationId="{94E01C82-0B90-9E9E-7062-E7B6FF407506}"/>
          </ac:spMkLst>
        </pc:spChg>
        <pc:spChg chg="add del">
          <ac:chgData name="Goswami, Treena (gcm8gw)" userId="S::gcm8gw@virginia.edu::afcc7bf1-7561-4a4f-9f29-309f7a9f78d7" providerId="AD" clId="Web-{82FF3CA5-5017-4E44-8331-8145896C2FD0}" dt="2024-01-29T17:39:45.856" v="1465"/>
          <ac:spMkLst>
            <pc:docMk/>
            <pc:sldMk cId="3362167634" sldId="319"/>
            <ac:spMk id="8" creationId="{B7DEF940-275F-3DD0-4FA8-D982A389C3BE}"/>
          </ac:spMkLst>
        </pc:spChg>
        <pc:spChg chg="add del">
          <ac:chgData name="Goswami, Treena (gcm8gw)" userId="S::gcm8gw@virginia.edu::afcc7bf1-7561-4a4f-9f29-309f7a9f78d7" providerId="AD" clId="Web-{82FF3CA5-5017-4E44-8331-8145896C2FD0}" dt="2024-01-29T17:39:50.965" v="1467"/>
          <ac:spMkLst>
            <pc:docMk/>
            <pc:sldMk cId="3362167634" sldId="319"/>
            <ac:spMk id="9" creationId="{B3768A80-99D9-E73C-7BC2-F1EAC773A61F}"/>
          </ac:spMkLst>
        </pc:spChg>
        <pc:spChg chg="add mod">
          <ac:chgData name="Goswami, Treena (gcm8gw)" userId="S::gcm8gw@virginia.edu::afcc7bf1-7561-4a4f-9f29-309f7a9f78d7" providerId="AD" clId="Web-{82FF3CA5-5017-4E44-8331-8145896C2FD0}" dt="2024-01-29T17:47:08.185" v="1627" actId="1076"/>
          <ac:spMkLst>
            <pc:docMk/>
            <pc:sldMk cId="3362167634" sldId="319"/>
            <ac:spMk id="10" creationId="{7057C180-1CBF-C195-15E6-DE9AACF2603E}"/>
          </ac:spMkLst>
        </pc:spChg>
        <pc:spChg chg="add del mod">
          <ac:chgData name="Goswami, Treena (gcm8gw)" userId="S::gcm8gw@virginia.edu::afcc7bf1-7561-4a4f-9f29-309f7a9f78d7" providerId="AD" clId="Web-{82FF3CA5-5017-4E44-8331-8145896C2FD0}" dt="2024-01-29T17:45:40.916" v="1593"/>
          <ac:spMkLst>
            <pc:docMk/>
            <pc:sldMk cId="3362167634" sldId="319"/>
            <ac:spMk id="11" creationId="{86F1F99A-F6CD-124D-9E9B-8BF4511E5BEC}"/>
          </ac:spMkLst>
        </pc:spChg>
        <pc:spChg chg="add mod">
          <ac:chgData name="Goswami, Treena (gcm8gw)" userId="S::gcm8gw@virginia.edu::afcc7bf1-7561-4a4f-9f29-309f7a9f78d7" providerId="AD" clId="Web-{82FF3CA5-5017-4E44-8331-8145896C2FD0}" dt="2024-01-29T17:46:23.292" v="1608" actId="1076"/>
          <ac:spMkLst>
            <pc:docMk/>
            <pc:sldMk cId="3362167634" sldId="319"/>
            <ac:spMk id="12" creationId="{B5EC10DD-BC11-C3DE-4184-574FE05698D0}"/>
          </ac:spMkLst>
        </pc:spChg>
        <pc:spChg chg="del mod">
          <ac:chgData name="Goswami, Treena (gcm8gw)" userId="S::gcm8gw@virginia.edu::afcc7bf1-7561-4a4f-9f29-309f7a9f78d7" providerId="AD" clId="Web-{82FF3CA5-5017-4E44-8331-8145896C2FD0}" dt="2024-01-29T17:43:40.036" v="1552"/>
          <ac:spMkLst>
            <pc:docMk/>
            <pc:sldMk cId="3362167634" sldId="319"/>
            <ac:spMk id="20" creationId="{82BDE7F9-D7FC-9D97-4A7E-823746AB7052}"/>
          </ac:spMkLst>
        </pc:spChg>
        <pc:picChg chg="mod">
          <ac:chgData name="Goswami, Treena (gcm8gw)" userId="S::gcm8gw@virginia.edu::afcc7bf1-7561-4a4f-9f29-309f7a9f78d7" providerId="AD" clId="Web-{82FF3CA5-5017-4E44-8331-8145896C2FD0}" dt="2024-01-29T17:40:30.014" v="1478" actId="1076"/>
          <ac:picMkLst>
            <pc:docMk/>
            <pc:sldMk cId="3362167634" sldId="319"/>
            <ac:picMk id="48" creationId="{F57323C3-C387-368D-0756-F84B607FF6DE}"/>
          </ac:picMkLst>
        </pc:picChg>
      </pc:sldChg>
      <pc:sldChg chg="new del">
        <pc:chgData name="Goswami, Treena (gcm8gw)" userId="S::gcm8gw@virginia.edu::afcc7bf1-7561-4a4f-9f29-309f7a9f78d7" providerId="AD" clId="Web-{82FF3CA5-5017-4E44-8331-8145896C2FD0}" dt="2024-01-29T16:45:27.688" v="671"/>
        <pc:sldMkLst>
          <pc:docMk/>
          <pc:sldMk cId="3734977912" sldId="320"/>
        </pc:sldMkLst>
      </pc:sldChg>
    </pc:docChg>
  </pc:docChgLst>
  <pc:docChgLst>
    <pc:chgData name="Shipp, Stephanie S (sss5sc)" userId="32ad11e2-6e98-46b4-87f4-a31b3ad2ebba" providerId="ADAL" clId="{D5885F61-2D43-834E-BDDD-3B2309800616}"/>
    <pc:docChg chg="undo custSel modSld">
      <pc:chgData name="Shipp, Stephanie S (sss5sc)" userId="32ad11e2-6e98-46b4-87f4-a31b3ad2ebba" providerId="ADAL" clId="{D5885F61-2D43-834E-BDDD-3B2309800616}" dt="2024-01-30T16:22:00.596" v="84" actId="20577"/>
      <pc:docMkLst>
        <pc:docMk/>
      </pc:docMkLst>
      <pc:sldChg chg="modSp mod modCm">
        <pc:chgData name="Shipp, Stephanie S (sss5sc)" userId="32ad11e2-6e98-46b4-87f4-a31b3ad2ebba" providerId="ADAL" clId="{D5885F61-2D43-834E-BDDD-3B2309800616}" dt="2024-01-30T16:22:00.596" v="84" actId="20577"/>
        <pc:sldMkLst>
          <pc:docMk/>
          <pc:sldMk cId="1776905435" sldId="257"/>
        </pc:sldMkLst>
        <pc:spChg chg="mod">
          <ac:chgData name="Shipp, Stephanie S (sss5sc)" userId="32ad11e2-6e98-46b4-87f4-a31b3ad2ebba" providerId="ADAL" clId="{D5885F61-2D43-834E-BDDD-3B2309800616}" dt="2024-01-30T16:22:00.596" v="84" actId="20577"/>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32ad11e2-6e98-46b4-87f4-a31b3ad2ebba" providerId="ADAL" clId="{D5885F61-2D43-834E-BDDD-3B2309800616}" dt="2024-01-30T16:22:00.596" v="84" actId="20577"/>
              <pc2:cmMkLst xmlns:pc2="http://schemas.microsoft.com/office/powerpoint/2019/9/main/command">
                <pc:docMk/>
                <pc:sldMk cId="1776905435" sldId="257"/>
                <pc2:cmMk id="{A239A06E-3430-41E8-B65F-C0DC7CB66C6A}"/>
              </pc2:cmMkLst>
            </pc226:cmChg>
          </p:ext>
        </pc:extLst>
      </pc:sldChg>
      <pc:sldChg chg="modSp mod addCm modCm">
        <pc:chgData name="Shipp, Stephanie S (sss5sc)" userId="32ad11e2-6e98-46b4-87f4-a31b3ad2ebba" providerId="ADAL" clId="{D5885F61-2D43-834E-BDDD-3B2309800616}" dt="2024-01-30T16:21:25.547" v="65"/>
        <pc:sldMkLst>
          <pc:docMk/>
          <pc:sldMk cId="391374158" sldId="313"/>
        </pc:sldMkLst>
        <pc:spChg chg="mod">
          <ac:chgData name="Shipp, Stephanie S (sss5sc)" userId="32ad11e2-6e98-46b4-87f4-a31b3ad2ebba" providerId="ADAL" clId="{D5885F61-2D43-834E-BDDD-3B2309800616}" dt="2024-01-30T16:19:27.237" v="59" actId="20577"/>
          <ac:spMkLst>
            <pc:docMk/>
            <pc:sldMk cId="391374158" sldId="313"/>
            <ac:spMk id="20" creationId="{FBCF381B-9AA5-5860-69EB-1E3FBD9C3A9B}"/>
          </ac:spMkLst>
        </pc:spChg>
        <pc:spChg chg="mod">
          <ac:chgData name="Shipp, Stephanie S (sss5sc)" userId="32ad11e2-6e98-46b4-87f4-a31b3ad2ebba" providerId="ADAL" clId="{D5885F61-2D43-834E-BDDD-3B2309800616}" dt="2024-01-30T16:20:01.315" v="63" actId="1076"/>
          <ac:spMkLst>
            <pc:docMk/>
            <pc:sldMk cId="391374158" sldId="313"/>
            <ac:spMk id="21" creationId="{6F480BB5-D7DC-2341-07D2-98FEE1A6A7AD}"/>
          </ac:spMkLst>
        </pc:spChg>
        <pc:extLst>
          <p:ext xmlns:p="http://schemas.openxmlformats.org/presentationml/2006/main" uri="{D6D511B9-2390-475A-947B-AFAB55BFBCF1}">
            <pc226:cmChg xmlns:pc226="http://schemas.microsoft.com/office/powerpoint/2022/06/main/command" chg="add">
              <pc226:chgData name="Shipp, Stephanie S (sss5sc)" userId="32ad11e2-6e98-46b4-87f4-a31b3ad2ebba" providerId="ADAL" clId="{D5885F61-2D43-834E-BDDD-3B2309800616}" dt="2024-01-30T16:21:25.547" v="65"/>
              <pc2:cmMkLst xmlns:pc2="http://schemas.microsoft.com/office/powerpoint/2019/9/main/command">
                <pc:docMk/>
                <pc:sldMk cId="391374158" sldId="313"/>
                <pc2:cmMk id="{997005D3-93F6-2A42-8F98-4C93591BFDD7}"/>
              </pc2:cmMkLst>
              <pc226:cmRplyChg chg="add">
                <pc226:chgData name="Shipp, Stephanie S (sss5sc)" userId="32ad11e2-6e98-46b4-87f4-a31b3ad2ebba" providerId="ADAL" clId="{D5885F61-2D43-834E-BDDD-3B2309800616}" dt="2024-01-30T16:21:25.547" v="65"/>
                <pc2:cmRplyMkLst xmlns:pc2="http://schemas.microsoft.com/office/powerpoint/2019/9/main/command">
                  <pc:docMk/>
                  <pc:sldMk cId="391374158" sldId="313"/>
                  <pc2:cmMk id="{997005D3-93F6-2A42-8F98-4C93591BFDD7}"/>
                  <pc2:cmRplyMk id="{17DE87C9-6439-7142-9241-1D3376F1AA59}"/>
                </pc2:cmRplyMkLst>
              </pc226:cmRplyChg>
            </pc226:cmChg>
          </p:ext>
        </pc:extLst>
      </pc:sldChg>
    </pc:docChg>
  </pc:docChgLst>
  <pc:docChgLst>
    <pc:chgData name="Shipp, Stephanie S (sss5sc)" userId="S::sss5sc@virginia.edu::32ad11e2-6e98-46b4-87f4-a31b3ad2ebba" providerId="AD" clId="Web-{22192111-80BB-C3BB-0A9C-79494CBA7B93}"/>
    <pc:docChg chg="modSld">
      <pc:chgData name="Shipp, Stephanie S (sss5sc)" userId="S::sss5sc@virginia.edu::32ad11e2-6e98-46b4-87f4-a31b3ad2ebba" providerId="AD" clId="Web-{22192111-80BB-C3BB-0A9C-79494CBA7B93}" dt="2024-01-30T17:15:12.472" v="397"/>
      <pc:docMkLst>
        <pc:docMk/>
      </pc:docMkLst>
      <pc:sldChg chg="modSp modCm">
        <pc:chgData name="Shipp, Stephanie S (sss5sc)" userId="S::sss5sc@virginia.edu::32ad11e2-6e98-46b4-87f4-a31b3ad2ebba" providerId="AD" clId="Web-{22192111-80BB-C3BB-0A9C-79494CBA7B93}" dt="2024-01-30T16:24:44.474" v="89" actId="20577"/>
        <pc:sldMkLst>
          <pc:docMk/>
          <pc:sldMk cId="1776905435" sldId="257"/>
        </pc:sldMkLst>
        <pc:spChg chg="mod">
          <ac:chgData name="Shipp, Stephanie S (sss5sc)" userId="S::sss5sc@virginia.edu::32ad11e2-6e98-46b4-87f4-a31b3ad2ebba" providerId="AD" clId="Web-{22192111-80BB-C3BB-0A9C-79494CBA7B93}" dt="2024-01-30T16:24:44.474" v="89" actId="20577"/>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S::sss5sc@virginia.edu::32ad11e2-6e98-46b4-87f4-a31b3ad2ebba" providerId="AD" clId="Web-{22192111-80BB-C3BB-0A9C-79494CBA7B93}" dt="2024-01-30T16:24:36.567" v="88" actId="20577"/>
              <pc2:cmMkLst xmlns:pc2="http://schemas.microsoft.com/office/powerpoint/2019/9/main/command">
                <pc:docMk/>
                <pc:sldMk cId="1776905435" sldId="257"/>
                <pc2:cmMk id="{A239A06E-3430-41E8-B65F-C0DC7CB66C6A}"/>
              </pc2:cmMkLst>
            </pc226:cmChg>
          </p:ext>
        </pc:extLst>
      </pc:sldChg>
      <pc:sldChg chg="modSp">
        <pc:chgData name="Shipp, Stephanie S (sss5sc)" userId="S::sss5sc@virginia.edu::32ad11e2-6e98-46b4-87f4-a31b3ad2ebba" providerId="AD" clId="Web-{22192111-80BB-C3BB-0A9C-79494CBA7B93}" dt="2024-01-30T16:29:12.548" v="129" actId="20577"/>
        <pc:sldMkLst>
          <pc:docMk/>
          <pc:sldMk cId="2440686047" sldId="261"/>
        </pc:sldMkLst>
        <pc:spChg chg="mod">
          <ac:chgData name="Shipp, Stephanie S (sss5sc)" userId="S::sss5sc@virginia.edu::32ad11e2-6e98-46b4-87f4-a31b3ad2ebba" providerId="AD" clId="Web-{22192111-80BB-C3BB-0A9C-79494CBA7B93}" dt="2024-01-30T16:29:12.548" v="129" actId="20577"/>
          <ac:spMkLst>
            <pc:docMk/>
            <pc:sldMk cId="2440686047" sldId="261"/>
            <ac:spMk id="20" creationId="{3080B752-8274-FF2A-7BC4-94A57846978A}"/>
          </ac:spMkLst>
        </pc:spChg>
      </pc:sldChg>
      <pc:sldChg chg="modSp">
        <pc:chgData name="Shipp, Stephanie S (sss5sc)" userId="S::sss5sc@virginia.edu::32ad11e2-6e98-46b4-87f4-a31b3ad2ebba" providerId="AD" clId="Web-{22192111-80BB-C3BB-0A9C-79494CBA7B93}" dt="2024-01-30T16:29:51.159" v="133" actId="20577"/>
        <pc:sldMkLst>
          <pc:docMk/>
          <pc:sldMk cId="2166316645" sldId="266"/>
        </pc:sldMkLst>
        <pc:spChg chg="mod">
          <ac:chgData name="Shipp, Stephanie S (sss5sc)" userId="S::sss5sc@virginia.edu::32ad11e2-6e98-46b4-87f4-a31b3ad2ebba" providerId="AD" clId="Web-{22192111-80BB-C3BB-0A9C-79494CBA7B93}" dt="2024-01-30T16:29:51.159" v="133" actId="20577"/>
          <ac:spMkLst>
            <pc:docMk/>
            <pc:sldMk cId="2166316645" sldId="266"/>
            <ac:spMk id="3" creationId="{EB1EFCDA-2F66-7793-991D-8E3933A9F7DA}"/>
          </ac:spMkLst>
        </pc:spChg>
        <pc:spChg chg="mod">
          <ac:chgData name="Shipp, Stephanie S (sss5sc)" userId="S::sss5sc@virginia.edu::32ad11e2-6e98-46b4-87f4-a31b3ad2ebba" providerId="AD" clId="Web-{22192111-80BB-C3BB-0A9C-79494CBA7B93}" dt="2024-01-30T16:29:49.846" v="132" actId="20577"/>
          <ac:spMkLst>
            <pc:docMk/>
            <pc:sldMk cId="2166316645" sldId="266"/>
            <ac:spMk id="4" creationId="{DEF4D6CE-2411-C719-C2C7-E44B57309159}"/>
          </ac:spMkLst>
        </pc:spChg>
      </pc:sldChg>
      <pc:sldChg chg="addSp modSp">
        <pc:chgData name="Shipp, Stephanie S (sss5sc)" userId="S::sss5sc@virginia.edu::32ad11e2-6e98-46b4-87f4-a31b3ad2ebba" providerId="AD" clId="Web-{22192111-80BB-C3BB-0A9C-79494CBA7B93}" dt="2024-01-30T17:14:15.189" v="361" actId="20577"/>
        <pc:sldMkLst>
          <pc:docMk/>
          <pc:sldMk cId="2836740793" sldId="291"/>
        </pc:sldMkLst>
        <pc:spChg chg="mod">
          <ac:chgData name="Shipp, Stephanie S (sss5sc)" userId="S::sss5sc@virginia.edu::32ad11e2-6e98-46b4-87f4-a31b3ad2ebba" providerId="AD" clId="Web-{22192111-80BB-C3BB-0A9C-79494CBA7B93}" dt="2024-01-30T17:10:41.494" v="240" actId="20577"/>
          <ac:spMkLst>
            <pc:docMk/>
            <pc:sldMk cId="2836740793" sldId="291"/>
            <ac:spMk id="2" creationId="{E9D77143-7B8E-C191-A5D1-3FCA147677A7}"/>
          </ac:spMkLst>
        </pc:spChg>
        <pc:spChg chg="add mod">
          <ac:chgData name="Shipp, Stephanie S (sss5sc)" userId="S::sss5sc@virginia.edu::32ad11e2-6e98-46b4-87f4-a31b3ad2ebba" providerId="AD" clId="Web-{22192111-80BB-C3BB-0A9C-79494CBA7B93}" dt="2024-01-30T17:14:15.189" v="361" actId="20577"/>
          <ac:spMkLst>
            <pc:docMk/>
            <pc:sldMk cId="2836740793" sldId="291"/>
            <ac:spMk id="3" creationId="{925ED3CD-F3F3-65EC-ED17-A230FBCD3B6A}"/>
          </ac:spMkLst>
        </pc:spChg>
        <pc:spChg chg="mod">
          <ac:chgData name="Shipp, Stephanie S (sss5sc)" userId="S::sss5sc@virginia.edu::32ad11e2-6e98-46b4-87f4-a31b3ad2ebba" providerId="AD" clId="Web-{22192111-80BB-C3BB-0A9C-79494CBA7B93}" dt="2024-01-30T17:10:22.134" v="231" actId="14100"/>
          <ac:spMkLst>
            <pc:docMk/>
            <pc:sldMk cId="2836740793" sldId="291"/>
            <ac:spMk id="5" creationId="{A4A1570F-D602-58C8-62C6-318B4B9D92AA}"/>
          </ac:spMkLst>
        </pc:spChg>
        <pc:picChg chg="mod">
          <ac:chgData name="Shipp, Stephanie S (sss5sc)" userId="S::sss5sc@virginia.edu::32ad11e2-6e98-46b4-87f4-a31b3ad2ebba" providerId="AD" clId="Web-{22192111-80BB-C3BB-0A9C-79494CBA7B93}" dt="2024-01-30T17:10:10.462" v="227" actId="1076"/>
          <ac:picMkLst>
            <pc:docMk/>
            <pc:sldMk cId="2836740793" sldId="291"/>
            <ac:picMk id="4" creationId="{E5162DA3-E2CC-15BF-BD80-7EF14B75F9AA}"/>
          </ac:picMkLst>
        </pc:picChg>
      </pc:sldChg>
      <pc:sldChg chg="modSp">
        <pc:chgData name="Shipp, Stephanie S (sss5sc)" userId="S::sss5sc@virginia.edu::32ad11e2-6e98-46b4-87f4-a31b3ad2ebba" providerId="AD" clId="Web-{22192111-80BB-C3BB-0A9C-79494CBA7B93}" dt="2024-01-30T16:27:59.670" v="115" actId="20577"/>
        <pc:sldMkLst>
          <pc:docMk/>
          <pc:sldMk cId="2564838282" sldId="293"/>
        </pc:sldMkLst>
        <pc:spChg chg="mod">
          <ac:chgData name="Shipp, Stephanie S (sss5sc)" userId="S::sss5sc@virginia.edu::32ad11e2-6e98-46b4-87f4-a31b3ad2ebba" providerId="AD" clId="Web-{22192111-80BB-C3BB-0A9C-79494CBA7B93}" dt="2024-01-30T16:27:59.670" v="115" actId="20577"/>
          <ac:spMkLst>
            <pc:docMk/>
            <pc:sldMk cId="2564838282" sldId="293"/>
            <ac:spMk id="20" creationId="{3080B752-8274-FF2A-7BC4-94A57846978A}"/>
          </ac:spMkLst>
        </pc:spChg>
      </pc:sldChg>
      <pc:sldChg chg="modSp">
        <pc:chgData name="Shipp, Stephanie S (sss5sc)" userId="S::sss5sc@virginia.edu::32ad11e2-6e98-46b4-87f4-a31b3ad2ebba" providerId="AD" clId="Web-{22192111-80BB-C3BB-0A9C-79494CBA7B93}" dt="2024-01-30T16:25:14.928" v="91" actId="20577"/>
        <pc:sldMkLst>
          <pc:docMk/>
          <pc:sldMk cId="391374158" sldId="313"/>
        </pc:sldMkLst>
        <pc:spChg chg="mod">
          <ac:chgData name="Shipp, Stephanie S (sss5sc)" userId="S::sss5sc@virginia.edu::32ad11e2-6e98-46b4-87f4-a31b3ad2ebba" providerId="AD" clId="Web-{22192111-80BB-C3BB-0A9C-79494CBA7B93}" dt="2024-01-30T16:25:14.928" v="91" actId="20577"/>
          <ac:spMkLst>
            <pc:docMk/>
            <pc:sldMk cId="391374158" sldId="313"/>
            <ac:spMk id="20" creationId="{FBCF381B-9AA5-5860-69EB-1E3FBD9C3A9B}"/>
          </ac:spMkLst>
        </pc:spChg>
      </pc:sldChg>
      <pc:sldChg chg="modSp">
        <pc:chgData name="Shipp, Stephanie S (sss5sc)" userId="S::sss5sc@virginia.edu::32ad11e2-6e98-46b4-87f4-a31b3ad2ebba" providerId="AD" clId="Web-{22192111-80BB-C3BB-0A9C-79494CBA7B93}" dt="2024-01-30T16:27:09.996" v="109" actId="14100"/>
        <pc:sldMkLst>
          <pc:docMk/>
          <pc:sldMk cId="2877586845" sldId="315"/>
        </pc:sldMkLst>
        <pc:spChg chg="mod">
          <ac:chgData name="Shipp, Stephanie S (sss5sc)" userId="S::sss5sc@virginia.edu::32ad11e2-6e98-46b4-87f4-a31b3ad2ebba" providerId="AD" clId="Web-{22192111-80BB-C3BB-0A9C-79494CBA7B93}" dt="2024-01-30T16:26:24.259" v="108" actId="20577"/>
          <ac:spMkLst>
            <pc:docMk/>
            <pc:sldMk cId="2877586845" sldId="315"/>
            <ac:spMk id="2" creationId="{DA0A57A1-F844-AB04-5E53-E9BBE1783524}"/>
          </ac:spMkLst>
        </pc:spChg>
        <pc:picChg chg="mod">
          <ac:chgData name="Shipp, Stephanie S (sss5sc)" userId="S::sss5sc@virginia.edu::32ad11e2-6e98-46b4-87f4-a31b3ad2ebba" providerId="AD" clId="Web-{22192111-80BB-C3BB-0A9C-79494CBA7B93}" dt="2024-01-30T16:27:09.996" v="109" actId="14100"/>
          <ac:picMkLst>
            <pc:docMk/>
            <pc:sldMk cId="2877586845" sldId="315"/>
            <ac:picMk id="9" creationId="{451D7198-5393-1414-0983-7CEB134D3760}"/>
          </ac:picMkLst>
        </pc:picChg>
      </pc:sldChg>
      <pc:sldChg chg="modSp">
        <pc:chgData name="Shipp, Stephanie S (sss5sc)" userId="S::sss5sc@virginia.edu::32ad11e2-6e98-46b4-87f4-a31b3ad2ebba" providerId="AD" clId="Web-{22192111-80BB-C3BB-0A9C-79494CBA7B93}" dt="2024-01-30T16:31:21.600" v="159" actId="20577"/>
        <pc:sldMkLst>
          <pc:docMk/>
          <pc:sldMk cId="1095140467" sldId="316"/>
        </pc:sldMkLst>
        <pc:spChg chg="mod">
          <ac:chgData name="Shipp, Stephanie S (sss5sc)" userId="S::sss5sc@virginia.edu::32ad11e2-6e98-46b4-87f4-a31b3ad2ebba" providerId="AD" clId="Web-{22192111-80BB-C3BB-0A9C-79494CBA7B93}" dt="2024-01-30T16:30:52.817" v="143" actId="1076"/>
          <ac:spMkLst>
            <pc:docMk/>
            <pc:sldMk cId="1095140467" sldId="316"/>
            <ac:spMk id="2" creationId="{8992D859-4B99-4AFA-09D5-882FE16DD464}"/>
          </ac:spMkLst>
        </pc:spChg>
        <pc:spChg chg="mod">
          <ac:chgData name="Shipp, Stephanie S (sss5sc)" userId="S::sss5sc@virginia.edu::32ad11e2-6e98-46b4-87f4-a31b3ad2ebba" providerId="AD" clId="Web-{22192111-80BB-C3BB-0A9C-79494CBA7B93}" dt="2024-01-30T16:31:21.600" v="159" actId="20577"/>
          <ac:spMkLst>
            <pc:docMk/>
            <pc:sldMk cId="1095140467" sldId="316"/>
            <ac:spMk id="3" creationId="{ABCE1752-6763-3B54-0B5D-7A2EDC311A98}"/>
          </ac:spMkLst>
        </pc:spChg>
        <pc:spChg chg="mod">
          <ac:chgData name="Shipp, Stephanie S (sss5sc)" userId="S::sss5sc@virginia.edu::32ad11e2-6e98-46b4-87f4-a31b3ad2ebba" providerId="AD" clId="Web-{22192111-80BB-C3BB-0A9C-79494CBA7B93}" dt="2024-01-30T16:30:17.378" v="136" actId="20577"/>
          <ac:spMkLst>
            <pc:docMk/>
            <pc:sldMk cId="1095140467" sldId="316"/>
            <ac:spMk id="5" creationId="{485BBFBF-A871-D077-4A74-BD146E8DA33C}"/>
          </ac:spMkLst>
        </pc:spChg>
        <pc:picChg chg="mod">
          <ac:chgData name="Shipp, Stephanie S (sss5sc)" userId="S::sss5sc@virginia.edu::32ad11e2-6e98-46b4-87f4-a31b3ad2ebba" providerId="AD" clId="Web-{22192111-80BB-C3BB-0A9C-79494CBA7B93}" dt="2024-01-30T16:30:56.114" v="144" actId="14100"/>
          <ac:picMkLst>
            <pc:docMk/>
            <pc:sldMk cId="1095140467" sldId="316"/>
            <ac:picMk id="7" creationId="{5852BE33-9B32-779A-98B2-14C882356A1E}"/>
          </ac:picMkLst>
        </pc:picChg>
      </pc:sldChg>
      <pc:sldChg chg="modSp">
        <pc:chgData name="Shipp, Stephanie S (sss5sc)" userId="S::sss5sc@virginia.edu::32ad11e2-6e98-46b4-87f4-a31b3ad2ebba" providerId="AD" clId="Web-{22192111-80BB-C3BB-0A9C-79494CBA7B93}" dt="2024-01-30T16:31:51.929" v="164" actId="14100"/>
        <pc:sldMkLst>
          <pc:docMk/>
          <pc:sldMk cId="2831367903" sldId="317"/>
        </pc:sldMkLst>
        <pc:spChg chg="mod">
          <ac:chgData name="Shipp, Stephanie S (sss5sc)" userId="S::sss5sc@virginia.edu::32ad11e2-6e98-46b4-87f4-a31b3ad2ebba" providerId="AD" clId="Web-{22192111-80BB-C3BB-0A9C-79494CBA7B93}" dt="2024-01-30T16:31:51.929" v="164" actId="14100"/>
          <ac:spMkLst>
            <pc:docMk/>
            <pc:sldMk cId="2831367903" sldId="317"/>
            <ac:spMk id="12" creationId="{61A0A9C2-E6F8-CE1E-B184-017BD8A99BD3}"/>
          </ac:spMkLst>
        </pc:spChg>
        <pc:spChg chg="mod">
          <ac:chgData name="Shipp, Stephanie S (sss5sc)" userId="S::sss5sc@virginia.edu::32ad11e2-6e98-46b4-87f4-a31b3ad2ebba" providerId="AD" clId="Web-{22192111-80BB-C3BB-0A9C-79494CBA7B93}" dt="2024-01-30T16:31:36.444" v="160" actId="20577"/>
          <ac:spMkLst>
            <pc:docMk/>
            <pc:sldMk cId="2831367903" sldId="317"/>
            <ac:spMk id="13" creationId="{5385E3BF-D24C-2574-D018-A7B1FE09EEB5}"/>
          </ac:spMkLst>
        </pc:spChg>
      </pc:sldChg>
      <pc:sldChg chg="modSp">
        <pc:chgData name="Shipp, Stephanie S (sss5sc)" userId="S::sss5sc@virginia.edu::32ad11e2-6e98-46b4-87f4-a31b3ad2ebba" providerId="AD" clId="Web-{22192111-80BB-C3BB-0A9C-79494CBA7B93}" dt="2024-01-30T16:26:16.618" v="107" actId="20577"/>
        <pc:sldMkLst>
          <pc:docMk/>
          <pc:sldMk cId="1687599560" sldId="318"/>
        </pc:sldMkLst>
        <pc:spChg chg="mod">
          <ac:chgData name="Shipp, Stephanie S (sss5sc)" userId="S::sss5sc@virginia.edu::32ad11e2-6e98-46b4-87f4-a31b3ad2ebba" providerId="AD" clId="Web-{22192111-80BB-C3BB-0A9C-79494CBA7B93}" dt="2024-01-30T16:26:16.618" v="107" actId="20577"/>
          <ac:spMkLst>
            <pc:docMk/>
            <pc:sldMk cId="1687599560" sldId="318"/>
            <ac:spMk id="20" creationId="{7C799C3E-CC74-90E9-59C9-E4476075ABB4}"/>
          </ac:spMkLst>
        </pc:spChg>
      </pc:sldChg>
      <pc:sldChg chg="modSp">
        <pc:chgData name="Shipp, Stephanie S (sss5sc)" userId="S::sss5sc@virginia.edu::32ad11e2-6e98-46b4-87f4-a31b3ad2ebba" providerId="AD" clId="Web-{22192111-80BB-C3BB-0A9C-79494CBA7B93}" dt="2024-01-30T17:15:12.472" v="397"/>
        <pc:sldMkLst>
          <pc:docMk/>
          <pc:sldMk cId="1267718946" sldId="320"/>
        </pc:sldMkLst>
        <pc:graphicFrameChg chg="mod modGraphic">
          <ac:chgData name="Shipp, Stephanie S (sss5sc)" userId="S::sss5sc@virginia.edu::32ad11e2-6e98-46b4-87f4-a31b3ad2ebba" providerId="AD" clId="Web-{22192111-80BB-C3BB-0A9C-79494CBA7B93}" dt="2024-01-30T17:15:12.472" v="397"/>
          <ac:graphicFrameMkLst>
            <pc:docMk/>
            <pc:sldMk cId="1267718946" sldId="320"/>
            <ac:graphicFrameMk id="3" creationId="{53341DF5-F94F-1C59-334E-AB149A3064B1}"/>
          </ac:graphicFrameMkLst>
        </pc:graphicFrameChg>
      </pc:sldChg>
      <pc:sldChg chg="modSp">
        <pc:chgData name="Shipp, Stephanie S (sss5sc)" userId="S::sss5sc@virginia.edu::32ad11e2-6e98-46b4-87f4-a31b3ad2ebba" providerId="AD" clId="Web-{22192111-80BB-C3BB-0A9C-79494CBA7B93}" dt="2024-01-30T17:08:59.288" v="218" actId="20577"/>
        <pc:sldMkLst>
          <pc:docMk/>
          <pc:sldMk cId="3637387622" sldId="322"/>
        </pc:sldMkLst>
        <pc:spChg chg="mod">
          <ac:chgData name="Shipp, Stephanie S (sss5sc)" userId="S::sss5sc@virginia.edu::32ad11e2-6e98-46b4-87f4-a31b3ad2ebba" providerId="AD" clId="Web-{22192111-80BB-C3BB-0A9C-79494CBA7B93}" dt="2024-01-30T16:33:08.292" v="169" actId="1076"/>
          <ac:spMkLst>
            <pc:docMk/>
            <pc:sldMk cId="3637387622" sldId="322"/>
            <ac:spMk id="2" creationId="{B940557F-D032-2EBB-9045-F9173FF51A0B}"/>
          </ac:spMkLst>
        </pc:spChg>
        <pc:spChg chg="mod">
          <ac:chgData name="Shipp, Stephanie S (sss5sc)" userId="S::sss5sc@virginia.edu::32ad11e2-6e98-46b4-87f4-a31b3ad2ebba" providerId="AD" clId="Web-{22192111-80BB-C3BB-0A9C-79494CBA7B93}" dt="2024-01-30T17:08:59.288" v="218" actId="20577"/>
          <ac:spMkLst>
            <pc:docMk/>
            <pc:sldMk cId="3637387622" sldId="322"/>
            <ac:spMk id="5" creationId="{DDF49DD8-EDC2-04EC-B63F-587AA379360F}"/>
          </ac:spMkLst>
        </pc:spChg>
      </pc:sldChg>
    </pc:docChg>
  </pc:docChgLst>
  <pc:docChgLst>
    <pc:chgData name="Shipp, Stephanie S (sss5sc)" userId="S::sss5sc@virginia.edu::32ad11e2-6e98-46b4-87f4-a31b3ad2ebba" providerId="AD" clId="Web-{75A1E72C-3DC1-00B2-DB9D-713F1A6D47C7}"/>
    <pc:docChg chg="modSld">
      <pc:chgData name="Shipp, Stephanie S (sss5sc)" userId="S::sss5sc@virginia.edu::32ad11e2-6e98-46b4-87f4-a31b3ad2ebba" providerId="AD" clId="Web-{75A1E72C-3DC1-00B2-DB9D-713F1A6D47C7}" dt="2024-02-01T05:37:19.122" v="53" actId="20577"/>
      <pc:docMkLst>
        <pc:docMk/>
      </pc:docMkLst>
      <pc:sldChg chg="modSp modCm">
        <pc:chgData name="Shipp, Stephanie S (sss5sc)" userId="S::sss5sc@virginia.edu::32ad11e2-6e98-46b4-87f4-a31b3ad2ebba" providerId="AD" clId="Web-{75A1E72C-3DC1-00B2-DB9D-713F1A6D47C7}" dt="2024-02-01T05:36:01.465" v="50" actId="14100"/>
        <pc:sldMkLst>
          <pc:docMk/>
          <pc:sldMk cId="1776905435" sldId="257"/>
        </pc:sldMkLst>
        <pc:spChg chg="mod">
          <ac:chgData name="Shipp, Stephanie S (sss5sc)" userId="S::sss5sc@virginia.edu::32ad11e2-6e98-46b4-87f4-a31b3ad2ebba" providerId="AD" clId="Web-{75A1E72C-3DC1-00B2-DB9D-713F1A6D47C7}" dt="2024-02-01T05:36:01.465" v="50" actId="14100"/>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S::sss5sc@virginia.edu::32ad11e2-6e98-46b4-87f4-a31b3ad2ebba" providerId="AD" clId="Web-{75A1E72C-3DC1-00B2-DB9D-713F1A6D47C7}" dt="2024-02-01T05:35:59.840" v="48" actId="20577"/>
              <pc2:cmMkLst xmlns:pc2="http://schemas.microsoft.com/office/powerpoint/2019/9/main/command">
                <pc:docMk/>
                <pc:sldMk cId="1776905435" sldId="257"/>
                <pc2:cmMk id="{A239A06E-3430-41E8-B65F-C0DC7CB66C6A}"/>
              </pc2:cmMkLst>
            </pc226:cmChg>
          </p:ext>
        </pc:extLst>
      </pc:sldChg>
      <pc:sldChg chg="modSp delCm">
        <pc:chgData name="Shipp, Stephanie S (sss5sc)" userId="S::sss5sc@virginia.edu::32ad11e2-6e98-46b4-87f4-a31b3ad2ebba" providerId="AD" clId="Web-{75A1E72C-3DC1-00B2-DB9D-713F1A6D47C7}" dt="2024-02-01T05:37:19.122" v="53" actId="20577"/>
        <pc:sldMkLst>
          <pc:docMk/>
          <pc:sldMk cId="2510184360" sldId="295"/>
        </pc:sldMkLst>
        <pc:spChg chg="mod">
          <ac:chgData name="Shipp, Stephanie S (sss5sc)" userId="S::sss5sc@virginia.edu::32ad11e2-6e98-46b4-87f4-a31b3ad2ebba" providerId="AD" clId="Web-{75A1E72C-3DC1-00B2-DB9D-713F1A6D47C7}" dt="2024-02-01T05:37:19.122" v="53" actId="20577"/>
          <ac:spMkLst>
            <pc:docMk/>
            <pc:sldMk cId="2510184360" sldId="295"/>
            <ac:spMk id="7" creationId="{AF1F0DED-D305-073A-76A1-2483FEC73D9C}"/>
          </ac:spMkLst>
        </pc:spChg>
        <pc:extLst>
          <p:ext xmlns:p="http://schemas.openxmlformats.org/presentationml/2006/main" uri="{D6D511B9-2390-475A-947B-AFAB55BFBCF1}">
            <pc226:cmChg xmlns:pc226="http://schemas.microsoft.com/office/powerpoint/2022/06/main/command" chg="del">
              <pc226:chgData name="Shipp, Stephanie S (sss5sc)" userId="S::sss5sc@virginia.edu::32ad11e2-6e98-46b4-87f4-a31b3ad2ebba" providerId="AD" clId="Web-{75A1E72C-3DC1-00B2-DB9D-713F1A6D47C7}" dt="2024-02-01T05:18:28.671" v="39"/>
              <pc2:cmMkLst xmlns:pc2="http://schemas.microsoft.com/office/powerpoint/2019/9/main/command">
                <pc:docMk/>
                <pc:sldMk cId="2510184360" sldId="295"/>
                <pc2:cmMk id="{D0C6FC22-4960-4D8C-97E4-B0CC41FB3168}"/>
              </pc2:cmMkLst>
            </pc226:cmChg>
          </p:ext>
        </pc:extLst>
      </pc:sldChg>
      <pc:sldChg chg="delCm">
        <pc:chgData name="Shipp, Stephanie S (sss5sc)" userId="S::sss5sc@virginia.edu::32ad11e2-6e98-46b4-87f4-a31b3ad2ebba" providerId="AD" clId="Web-{75A1E72C-3DC1-00B2-DB9D-713F1A6D47C7}" dt="2024-02-01T05:18:44.843" v="40"/>
        <pc:sldMkLst>
          <pc:docMk/>
          <pc:sldMk cId="1986971451" sldId="298"/>
        </pc:sldMkLst>
        <pc:extLst>
          <p:ext xmlns:p="http://schemas.openxmlformats.org/presentationml/2006/main" uri="{D6D511B9-2390-475A-947B-AFAB55BFBCF1}">
            <pc226:cmChg xmlns:pc226="http://schemas.microsoft.com/office/powerpoint/2022/06/main/command" chg="del">
              <pc226:chgData name="Shipp, Stephanie S (sss5sc)" userId="S::sss5sc@virginia.edu::32ad11e2-6e98-46b4-87f4-a31b3ad2ebba" providerId="AD" clId="Web-{75A1E72C-3DC1-00B2-DB9D-713F1A6D47C7}" dt="2024-02-01T05:18:44.843" v="40"/>
              <pc2:cmMkLst xmlns:pc2="http://schemas.microsoft.com/office/powerpoint/2019/9/main/command">
                <pc:docMk/>
                <pc:sldMk cId="1986971451" sldId="298"/>
                <pc2:cmMk id="{6EEC3610-0E1D-4843-8847-421E04723035}"/>
              </pc2:cmMkLst>
            </pc226:cmChg>
          </p:ext>
        </pc:extLst>
      </pc:sldChg>
    </pc:docChg>
  </pc:docChgLst>
  <pc:docChgLst>
    <pc:chgData name="Goswami, Treena (gcm8gw)" userId="S::gcm8gw@virginia.edu::afcc7bf1-7561-4a4f-9f29-309f7a9f78d7" providerId="AD" clId="Web-{FC673004-AC2A-A365-BFD0-22DC196BB3D7}"/>
    <pc:docChg chg="addSld delSld modSld">
      <pc:chgData name="Goswami, Treena (gcm8gw)" userId="S::gcm8gw@virginia.edu::afcc7bf1-7561-4a4f-9f29-309f7a9f78d7" providerId="AD" clId="Web-{FC673004-AC2A-A365-BFD0-22DC196BB3D7}" dt="2024-02-05T17:50:36.735" v="645" actId="1076"/>
      <pc:docMkLst>
        <pc:docMk/>
      </pc:docMkLst>
      <pc:sldChg chg="modCm">
        <pc:chgData name="Goswami, Treena (gcm8gw)" userId="S::gcm8gw@virginia.edu::afcc7bf1-7561-4a4f-9f29-309f7a9f78d7" providerId="AD" clId="Web-{FC673004-AC2A-A365-BFD0-22DC196BB3D7}" dt="2024-01-30T21:14:16.560" v="0"/>
        <pc:sldMkLst>
          <pc:docMk/>
          <pc:sldMk cId="1776905435" sldId="257"/>
        </pc:sldMkLst>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FC673004-AC2A-A365-BFD0-22DC196BB3D7}" dt="2024-01-30T21:14:16.560" v="0"/>
              <pc2:cmMkLst xmlns:pc2="http://schemas.microsoft.com/office/powerpoint/2019/9/main/command">
                <pc:docMk/>
                <pc:sldMk cId="1776905435" sldId="257"/>
                <pc2:cmMk id="{A239A06E-3430-41E8-B65F-C0DC7CB66C6A}"/>
              </pc2:cmMkLst>
            </pc226:cmChg>
          </p:ext>
        </pc:extLst>
      </pc:sldChg>
      <pc:sldChg chg="modNotes">
        <pc:chgData name="Goswami, Treena (gcm8gw)" userId="S::gcm8gw@virginia.edu::afcc7bf1-7561-4a4f-9f29-309f7a9f78d7" providerId="AD" clId="Web-{FC673004-AC2A-A365-BFD0-22DC196BB3D7}" dt="2024-02-05T16:21:07.906" v="14"/>
        <pc:sldMkLst>
          <pc:docMk/>
          <pc:sldMk cId="1224941005" sldId="258"/>
        </pc:sldMkLst>
      </pc:sldChg>
      <pc:sldChg chg="modSp modNotes">
        <pc:chgData name="Goswami, Treena (gcm8gw)" userId="S::gcm8gw@virginia.edu::afcc7bf1-7561-4a4f-9f29-309f7a9f78d7" providerId="AD" clId="Web-{FC673004-AC2A-A365-BFD0-22DC196BB3D7}" dt="2024-02-05T16:26:59.385" v="107" actId="20577"/>
        <pc:sldMkLst>
          <pc:docMk/>
          <pc:sldMk cId="2440686047" sldId="261"/>
        </pc:sldMkLst>
        <pc:spChg chg="mod">
          <ac:chgData name="Goswami, Treena (gcm8gw)" userId="S::gcm8gw@virginia.edu::afcc7bf1-7561-4a4f-9f29-309f7a9f78d7" providerId="AD" clId="Web-{FC673004-AC2A-A365-BFD0-22DC196BB3D7}" dt="2024-02-05T16:26:59.385" v="107" actId="20577"/>
          <ac:spMkLst>
            <pc:docMk/>
            <pc:sldMk cId="2440686047" sldId="261"/>
            <ac:spMk id="20" creationId="{3080B752-8274-FF2A-7BC4-94A57846978A}"/>
          </ac:spMkLst>
        </pc:spChg>
      </pc:sldChg>
      <pc:sldChg chg="modNotes">
        <pc:chgData name="Goswami, Treena (gcm8gw)" userId="S::gcm8gw@virginia.edu::afcc7bf1-7561-4a4f-9f29-309f7a9f78d7" providerId="AD" clId="Web-{FC673004-AC2A-A365-BFD0-22DC196BB3D7}" dt="2024-02-05T16:29:07.873" v="115"/>
        <pc:sldMkLst>
          <pc:docMk/>
          <pc:sldMk cId="2166316645" sldId="266"/>
        </pc:sldMkLst>
      </pc:sldChg>
      <pc:sldChg chg="modSp modNotes">
        <pc:chgData name="Goswami, Treena (gcm8gw)" userId="S::gcm8gw@virginia.edu::afcc7bf1-7561-4a4f-9f29-309f7a9f78d7" providerId="AD" clId="Web-{FC673004-AC2A-A365-BFD0-22DC196BB3D7}" dt="2024-02-05T17:37:15.091" v="605"/>
        <pc:sldMkLst>
          <pc:docMk/>
          <pc:sldMk cId="794762532" sldId="290"/>
        </pc:sldMkLst>
        <pc:spChg chg="mod">
          <ac:chgData name="Goswami, Treena (gcm8gw)" userId="S::gcm8gw@virginia.edu::afcc7bf1-7561-4a4f-9f29-309f7a9f78d7" providerId="AD" clId="Web-{FC673004-AC2A-A365-BFD0-22DC196BB3D7}" dt="2024-02-05T17:32:16.302" v="417" actId="20577"/>
          <ac:spMkLst>
            <pc:docMk/>
            <pc:sldMk cId="794762532" sldId="290"/>
            <ac:spMk id="2" creationId="{6CCD9D79-B581-B58D-0354-9E6BFA3CC488}"/>
          </ac:spMkLst>
        </pc:spChg>
        <pc:graphicFrameChg chg="mod modGraphic">
          <ac:chgData name="Goswami, Treena (gcm8gw)" userId="S::gcm8gw@virginia.edu::afcc7bf1-7561-4a4f-9f29-309f7a9f78d7" providerId="AD" clId="Web-{FC673004-AC2A-A365-BFD0-22DC196BB3D7}" dt="2024-02-05T17:37:15.091" v="605"/>
          <ac:graphicFrameMkLst>
            <pc:docMk/>
            <pc:sldMk cId="794762532" sldId="290"/>
            <ac:graphicFrameMk id="3" creationId="{D2358BD3-3929-B41D-19D6-A36694AD3CA8}"/>
          </ac:graphicFrameMkLst>
        </pc:graphicFrameChg>
        <pc:picChg chg="mod">
          <ac:chgData name="Goswami, Treena (gcm8gw)" userId="S::gcm8gw@virginia.edu::afcc7bf1-7561-4a4f-9f29-309f7a9f78d7" providerId="AD" clId="Web-{FC673004-AC2A-A365-BFD0-22DC196BB3D7}" dt="2024-02-05T17:37:02.137" v="547" actId="1076"/>
          <ac:picMkLst>
            <pc:docMk/>
            <pc:sldMk cId="794762532" sldId="290"/>
            <ac:picMk id="48" creationId="{A2A52563-AF5F-5B53-0046-849BA43224BE}"/>
          </ac:picMkLst>
        </pc:picChg>
      </pc:sldChg>
      <pc:sldChg chg="modSp modNotes">
        <pc:chgData name="Goswami, Treena (gcm8gw)" userId="S::gcm8gw@virginia.edu::afcc7bf1-7561-4a4f-9f29-309f7a9f78d7" providerId="AD" clId="Web-{FC673004-AC2A-A365-BFD0-22DC196BB3D7}" dt="2024-02-05T16:47:27.483" v="269"/>
        <pc:sldMkLst>
          <pc:docMk/>
          <pc:sldMk cId="2836740793" sldId="291"/>
        </pc:sldMkLst>
        <pc:spChg chg="mod">
          <ac:chgData name="Goswami, Treena (gcm8gw)" userId="S::gcm8gw@virginia.edu::afcc7bf1-7561-4a4f-9f29-309f7a9f78d7" providerId="AD" clId="Web-{FC673004-AC2A-A365-BFD0-22DC196BB3D7}" dt="2024-02-05T16:47:00.029" v="266" actId="20577"/>
          <ac:spMkLst>
            <pc:docMk/>
            <pc:sldMk cId="2836740793" sldId="291"/>
            <ac:spMk id="3" creationId="{925ED3CD-F3F3-65EC-ED17-A230FBCD3B6A}"/>
          </ac:spMkLst>
        </pc:spChg>
      </pc:sldChg>
      <pc:sldChg chg="modSp">
        <pc:chgData name="Goswami, Treena (gcm8gw)" userId="S::gcm8gw@virginia.edu::afcc7bf1-7561-4a4f-9f29-309f7a9f78d7" providerId="AD" clId="Web-{FC673004-AC2A-A365-BFD0-22DC196BB3D7}" dt="2024-02-05T17:32:26.928" v="427" actId="20577"/>
        <pc:sldMkLst>
          <pc:docMk/>
          <pc:sldMk cId="2564838282" sldId="293"/>
        </pc:sldMkLst>
        <pc:spChg chg="mod">
          <ac:chgData name="Goswami, Treena (gcm8gw)" userId="S::gcm8gw@virginia.edu::afcc7bf1-7561-4a4f-9f29-309f7a9f78d7" providerId="AD" clId="Web-{FC673004-AC2A-A365-BFD0-22DC196BB3D7}" dt="2024-02-05T17:32:26.928" v="427" actId="20577"/>
          <ac:spMkLst>
            <pc:docMk/>
            <pc:sldMk cId="2564838282" sldId="293"/>
            <ac:spMk id="20" creationId="{3080B752-8274-FF2A-7BC4-94A57846978A}"/>
          </ac:spMkLst>
        </pc:spChg>
      </pc:sldChg>
      <pc:sldChg chg="modSp modNotes">
        <pc:chgData name="Goswami, Treena (gcm8gw)" userId="S::gcm8gw@virginia.edu::afcc7bf1-7561-4a4f-9f29-309f7a9f78d7" providerId="AD" clId="Web-{FC673004-AC2A-A365-BFD0-22DC196BB3D7}" dt="2024-02-05T17:50:36.735" v="645" actId="1076"/>
        <pc:sldMkLst>
          <pc:docMk/>
          <pc:sldMk cId="2510184360" sldId="295"/>
        </pc:sldMkLst>
        <pc:spChg chg="mod">
          <ac:chgData name="Goswami, Treena (gcm8gw)" userId="S::gcm8gw@virginia.edu::afcc7bf1-7561-4a4f-9f29-309f7a9f78d7" providerId="AD" clId="Web-{FC673004-AC2A-A365-BFD0-22DC196BB3D7}" dt="2024-02-05T17:50:36.735" v="645" actId="1076"/>
          <ac:spMkLst>
            <pc:docMk/>
            <pc:sldMk cId="2510184360" sldId="295"/>
            <ac:spMk id="2" creationId="{CC61F88D-6D05-FA5E-917E-419D15A2FB3C}"/>
          </ac:spMkLst>
        </pc:spChg>
        <pc:spChg chg="mod">
          <ac:chgData name="Goswami, Treena (gcm8gw)" userId="S::gcm8gw@virginia.edu::afcc7bf1-7561-4a4f-9f29-309f7a9f78d7" providerId="AD" clId="Web-{FC673004-AC2A-A365-BFD0-22DC196BB3D7}" dt="2024-02-05T16:56:47.656" v="346" actId="20577"/>
          <ac:spMkLst>
            <pc:docMk/>
            <pc:sldMk cId="2510184360" sldId="295"/>
            <ac:spMk id="7" creationId="{AF1F0DED-D305-073A-76A1-2483FEC73D9C}"/>
          </ac:spMkLst>
        </pc:spChg>
      </pc:sldChg>
      <pc:sldChg chg="modNotes">
        <pc:chgData name="Goswami, Treena (gcm8gw)" userId="S::gcm8gw@virginia.edu::afcc7bf1-7561-4a4f-9f29-309f7a9f78d7" providerId="AD" clId="Web-{FC673004-AC2A-A365-BFD0-22DC196BB3D7}" dt="2024-02-05T16:55:50.779" v="331"/>
        <pc:sldMkLst>
          <pc:docMk/>
          <pc:sldMk cId="1986971451" sldId="298"/>
        </pc:sldMkLst>
      </pc:sldChg>
      <pc:sldChg chg="modSp modCm modNotes">
        <pc:chgData name="Goswami, Treena (gcm8gw)" userId="S::gcm8gw@virginia.edu::afcc7bf1-7561-4a4f-9f29-309f7a9f78d7" providerId="AD" clId="Web-{FC673004-AC2A-A365-BFD0-22DC196BB3D7}" dt="2024-02-05T16:53:57.291" v="310"/>
        <pc:sldMkLst>
          <pc:docMk/>
          <pc:sldMk cId="2894885031" sldId="301"/>
        </pc:sldMkLst>
        <pc:spChg chg="mod">
          <ac:chgData name="Goswami, Treena (gcm8gw)" userId="S::gcm8gw@virginia.edu::afcc7bf1-7561-4a4f-9f29-309f7a9f78d7" providerId="AD" clId="Web-{FC673004-AC2A-A365-BFD0-22DC196BB3D7}" dt="2024-02-05T16:53:04.681" v="299"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mod modRxn">
              <pc226:chgData name="Goswami, Treena (gcm8gw)" userId="S::gcm8gw@virginia.edu::afcc7bf1-7561-4a4f-9f29-309f7a9f78d7" providerId="AD" clId="Web-{FC673004-AC2A-A365-BFD0-22DC196BB3D7}" dt="2024-02-05T16:53:03.259" v="298"/>
              <pc2:cmMkLst xmlns:pc2="http://schemas.microsoft.com/office/powerpoint/2019/9/main/command">
                <pc:docMk/>
                <pc:sldMk cId="2894885031" sldId="301"/>
                <pc2:cmMk id="{54A37284-8A1E-4375-93CE-7DBC0F6E5029}"/>
              </pc2:cmMkLst>
            </pc226:cmChg>
          </p:ext>
        </pc:extLst>
      </pc:sldChg>
      <pc:sldChg chg="modNotes">
        <pc:chgData name="Goswami, Treena (gcm8gw)" userId="S::gcm8gw@virginia.edu::afcc7bf1-7561-4a4f-9f29-309f7a9f78d7" providerId="AD" clId="Web-{FC673004-AC2A-A365-BFD0-22DC196BB3D7}" dt="2024-02-05T16:49:41.768" v="284"/>
        <pc:sldMkLst>
          <pc:docMk/>
          <pc:sldMk cId="799235816" sldId="304"/>
        </pc:sldMkLst>
      </pc:sldChg>
      <pc:sldChg chg="modSp">
        <pc:chgData name="Goswami, Treena (gcm8gw)" userId="S::gcm8gw@virginia.edu::afcc7bf1-7561-4a4f-9f29-309f7a9f78d7" providerId="AD" clId="Web-{FC673004-AC2A-A365-BFD0-22DC196BB3D7}" dt="2024-02-05T17:45:01.837" v="644" actId="1076"/>
        <pc:sldMkLst>
          <pc:docMk/>
          <pc:sldMk cId="3608645240" sldId="309"/>
        </pc:sldMkLst>
        <pc:spChg chg="mod">
          <ac:chgData name="Goswami, Treena (gcm8gw)" userId="S::gcm8gw@virginia.edu::afcc7bf1-7561-4a4f-9f29-309f7a9f78d7" providerId="AD" clId="Web-{FC673004-AC2A-A365-BFD0-22DC196BB3D7}" dt="2024-02-05T17:45:01.837" v="644" actId="1076"/>
          <ac:spMkLst>
            <pc:docMk/>
            <pc:sldMk cId="3608645240" sldId="309"/>
            <ac:spMk id="2" creationId="{C8B925AF-3BA0-2F73-AF97-369BE05A518A}"/>
          </ac:spMkLst>
        </pc:spChg>
        <pc:spChg chg="mod">
          <ac:chgData name="Goswami, Treena (gcm8gw)" userId="S::gcm8gw@virginia.edu::afcc7bf1-7561-4a4f-9f29-309f7a9f78d7" providerId="AD" clId="Web-{FC673004-AC2A-A365-BFD0-22DC196BB3D7}" dt="2024-02-05T17:44:55.102" v="642" actId="14100"/>
          <ac:spMkLst>
            <pc:docMk/>
            <pc:sldMk cId="3608645240" sldId="309"/>
            <ac:spMk id="4" creationId="{E9E90C66-23BD-D989-96D1-2C1CBEB51EAA}"/>
          </ac:spMkLst>
        </pc:spChg>
        <pc:spChg chg="mod">
          <ac:chgData name="Goswami, Treena (gcm8gw)" userId="S::gcm8gw@virginia.edu::afcc7bf1-7561-4a4f-9f29-309f7a9f78d7" providerId="AD" clId="Web-{FC673004-AC2A-A365-BFD0-22DC196BB3D7}" dt="2024-02-05T17:44:59.040" v="643" actId="1076"/>
          <ac:spMkLst>
            <pc:docMk/>
            <pc:sldMk cId="3608645240" sldId="309"/>
            <ac:spMk id="5" creationId="{DEB406FA-2B2E-DC2D-BE9C-4F15DC564E88}"/>
          </ac:spMkLst>
        </pc:spChg>
      </pc:sldChg>
      <pc:sldChg chg="mod modShow">
        <pc:chgData name="Goswami, Treena (gcm8gw)" userId="S::gcm8gw@virginia.edu::afcc7bf1-7561-4a4f-9f29-309f7a9f78d7" providerId="AD" clId="Web-{FC673004-AC2A-A365-BFD0-22DC196BB3D7}" dt="2024-02-05T16:49:45.128" v="285"/>
        <pc:sldMkLst>
          <pc:docMk/>
          <pc:sldMk cId="2715225909" sldId="311"/>
        </pc:sldMkLst>
      </pc:sldChg>
      <pc:sldChg chg="modSp modCm modNotes">
        <pc:chgData name="Goswami, Treena (gcm8gw)" userId="S::gcm8gw@virginia.edu::afcc7bf1-7561-4a4f-9f29-309f7a9f78d7" providerId="AD" clId="Web-{FC673004-AC2A-A365-BFD0-22DC196BB3D7}" dt="2024-02-05T16:23:18.816" v="70"/>
        <pc:sldMkLst>
          <pc:docMk/>
          <pc:sldMk cId="391374158" sldId="313"/>
        </pc:sldMkLst>
        <pc:spChg chg="mod">
          <ac:chgData name="Goswami, Treena (gcm8gw)" userId="S::gcm8gw@virginia.edu::afcc7bf1-7561-4a4f-9f29-309f7a9f78d7" providerId="AD" clId="Web-{FC673004-AC2A-A365-BFD0-22DC196BB3D7}" dt="2024-01-30T21:14:45.093" v="5" actId="20577"/>
          <ac:spMkLst>
            <pc:docMk/>
            <pc:sldMk cId="391374158" sldId="313"/>
            <ac:spMk id="20" creationId="{FBCF381B-9AA5-5860-69EB-1E3FBD9C3A9B}"/>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FC673004-AC2A-A365-BFD0-22DC196BB3D7}" dt="2024-01-30T21:14:39.499" v="4"/>
              <pc2:cmMkLst xmlns:pc2="http://schemas.microsoft.com/office/powerpoint/2019/9/main/command">
                <pc:docMk/>
                <pc:sldMk cId="391374158" sldId="313"/>
                <pc2:cmMk id="{997005D3-93F6-2A42-8F98-4C93591BFDD7}"/>
              </pc2:cmMkLst>
            </pc226:cmChg>
          </p:ext>
        </pc:extLst>
      </pc:sldChg>
      <pc:sldChg chg="modNotes">
        <pc:chgData name="Goswami, Treena (gcm8gw)" userId="S::gcm8gw@virginia.edu::afcc7bf1-7561-4a4f-9f29-309f7a9f78d7" providerId="AD" clId="Web-{FC673004-AC2A-A365-BFD0-22DC196BB3D7}" dt="2024-02-05T16:25:52.102" v="96"/>
        <pc:sldMkLst>
          <pc:docMk/>
          <pc:sldMk cId="2877586845" sldId="315"/>
        </pc:sldMkLst>
      </pc:sldChg>
      <pc:sldChg chg="modSp">
        <pc:chgData name="Goswami, Treena (gcm8gw)" userId="S::gcm8gw@virginia.edu::afcc7bf1-7561-4a4f-9f29-309f7a9f78d7" providerId="AD" clId="Web-{FC673004-AC2A-A365-BFD0-22DC196BB3D7}" dt="2024-02-05T17:28:28.422" v="411" actId="14100"/>
        <pc:sldMkLst>
          <pc:docMk/>
          <pc:sldMk cId="1095140467" sldId="316"/>
        </pc:sldMkLst>
        <pc:spChg chg="mod">
          <ac:chgData name="Goswami, Treena (gcm8gw)" userId="S::gcm8gw@virginia.edu::afcc7bf1-7561-4a4f-9f29-309f7a9f78d7" providerId="AD" clId="Web-{FC673004-AC2A-A365-BFD0-22DC196BB3D7}" dt="2024-02-05T17:28:28.422" v="411" actId="14100"/>
          <ac:spMkLst>
            <pc:docMk/>
            <pc:sldMk cId="1095140467" sldId="316"/>
            <ac:spMk id="3" creationId="{ABCE1752-6763-3B54-0B5D-7A2EDC311A98}"/>
          </ac:spMkLst>
        </pc:spChg>
      </pc:sldChg>
      <pc:sldChg chg="modNotes">
        <pc:chgData name="Goswami, Treena (gcm8gw)" userId="S::gcm8gw@virginia.edu::afcc7bf1-7561-4a4f-9f29-309f7a9f78d7" providerId="AD" clId="Web-{FC673004-AC2A-A365-BFD0-22DC196BB3D7}" dt="2024-02-05T16:26:16.399" v="103"/>
        <pc:sldMkLst>
          <pc:docMk/>
          <pc:sldMk cId="1687599560" sldId="318"/>
        </pc:sldMkLst>
      </pc:sldChg>
      <pc:sldChg chg="modNotes">
        <pc:chgData name="Goswami, Treena (gcm8gw)" userId="S::gcm8gw@virginia.edu::afcc7bf1-7561-4a4f-9f29-309f7a9f78d7" providerId="AD" clId="Web-{FC673004-AC2A-A365-BFD0-22DC196BB3D7}" dt="2024-02-05T16:54:44.027" v="315"/>
        <pc:sldMkLst>
          <pc:docMk/>
          <pc:sldMk cId="1267718946" sldId="320"/>
        </pc:sldMkLst>
      </pc:sldChg>
      <pc:sldChg chg="modSp modNotes">
        <pc:chgData name="Goswami, Treena (gcm8gw)" userId="S::gcm8gw@virginia.edu::afcc7bf1-7561-4a4f-9f29-309f7a9f78d7" providerId="AD" clId="Web-{FC673004-AC2A-A365-BFD0-22DC196BB3D7}" dt="2024-02-05T17:44:05.570" v="629" actId="20577"/>
        <pc:sldMkLst>
          <pc:docMk/>
          <pc:sldMk cId="2843307357" sldId="321"/>
        </pc:sldMkLst>
        <pc:spChg chg="mod">
          <ac:chgData name="Goswami, Treena (gcm8gw)" userId="S::gcm8gw@virginia.edu::afcc7bf1-7561-4a4f-9f29-309f7a9f78d7" providerId="AD" clId="Web-{FC673004-AC2A-A365-BFD0-22DC196BB3D7}" dt="2024-02-05T17:43:18.881" v="614" actId="20577"/>
          <ac:spMkLst>
            <pc:docMk/>
            <pc:sldMk cId="2843307357" sldId="321"/>
            <ac:spMk id="2" creationId="{A29CC6E7-D7C5-6ABD-FBAA-921A8525082E}"/>
          </ac:spMkLst>
        </pc:spChg>
        <pc:spChg chg="mod">
          <ac:chgData name="Goswami, Treena (gcm8gw)" userId="S::gcm8gw@virginia.edu::afcc7bf1-7561-4a4f-9f29-309f7a9f78d7" providerId="AD" clId="Web-{FC673004-AC2A-A365-BFD0-22DC196BB3D7}" dt="2024-02-05T17:44:05.570" v="629" actId="20577"/>
          <ac:spMkLst>
            <pc:docMk/>
            <pc:sldMk cId="2843307357" sldId="321"/>
            <ac:spMk id="3" creationId="{C66CFB25-6E43-4717-2C25-3F727174F485}"/>
          </ac:spMkLst>
        </pc:spChg>
      </pc:sldChg>
      <pc:sldChg chg="modNotes">
        <pc:chgData name="Goswami, Treena (gcm8gw)" userId="S::gcm8gw@virginia.edu::afcc7bf1-7561-4a4f-9f29-309f7a9f78d7" providerId="AD" clId="Web-{FC673004-AC2A-A365-BFD0-22DC196BB3D7}" dt="2024-02-05T16:46:38.544" v="257"/>
        <pc:sldMkLst>
          <pc:docMk/>
          <pc:sldMk cId="3637387622" sldId="322"/>
        </pc:sldMkLst>
      </pc:sldChg>
      <pc:sldChg chg="add del replId">
        <pc:chgData name="Goswami, Treena (gcm8gw)" userId="S::gcm8gw@virginia.edu::afcc7bf1-7561-4a4f-9f29-309f7a9f78d7" providerId="AD" clId="Web-{FC673004-AC2A-A365-BFD0-22DC196BB3D7}" dt="2024-02-05T17:44:10.898" v="630"/>
        <pc:sldMkLst>
          <pc:docMk/>
          <pc:sldMk cId="1701953091" sldId="323"/>
        </pc:sldMkLst>
      </pc:sldChg>
    </pc:docChg>
  </pc:docChgLst>
  <pc:docChgLst>
    <pc:chgData name="Goswami, Treena (gcm8gw)" userId="S::gcm8gw@virginia.edu::afcc7bf1-7561-4a4f-9f29-309f7a9f78d7" providerId="AD" clId="Web-{15ED93DF-4A4C-B52F-4633-F36AC2580A90}"/>
    <pc:docChg chg="">
      <pc:chgData name="Goswami, Treena (gcm8gw)" userId="S::gcm8gw@virginia.edu::afcc7bf1-7561-4a4f-9f29-309f7a9f78d7" providerId="AD" clId="Web-{15ED93DF-4A4C-B52F-4633-F36AC2580A90}" dt="2024-01-29T22:08:26.065" v="1"/>
      <pc:docMkLst>
        <pc:docMk/>
      </pc:docMkLst>
      <pc:sldChg chg="delCm">
        <pc:chgData name="Goswami, Treena (gcm8gw)" userId="S::gcm8gw@virginia.edu::afcc7bf1-7561-4a4f-9f29-309f7a9f78d7" providerId="AD" clId="Web-{15ED93DF-4A4C-B52F-4633-F36AC2580A90}" dt="2024-01-29T22:08:26.065" v="1"/>
        <pc:sldMkLst>
          <pc:docMk/>
          <pc:sldMk cId="3608645240" sldId="309"/>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15ED93DF-4A4C-B52F-4633-F36AC2580A90}" dt="2024-01-29T22:08:26.065" v="1"/>
              <pc2:cmMkLst xmlns:pc2="http://schemas.microsoft.com/office/powerpoint/2019/9/main/command">
                <pc:docMk/>
                <pc:sldMk cId="3608645240" sldId="309"/>
                <pc2:cmMk id="{ABC46BAB-DE81-46E7-A1B0-513CB0AB39D6}"/>
              </pc2:cmMkLst>
            </pc226:cmChg>
          </p:ext>
        </pc:extLst>
      </pc:sldChg>
      <pc:sldChg chg="delCm">
        <pc:chgData name="Goswami, Treena (gcm8gw)" userId="S::gcm8gw@virginia.edu::afcc7bf1-7561-4a4f-9f29-309f7a9f78d7" providerId="AD" clId="Web-{15ED93DF-4A4C-B52F-4633-F36AC2580A90}" dt="2024-01-29T22:07:24.296" v="0"/>
        <pc:sldMkLst>
          <pc:docMk/>
          <pc:sldMk cId="1687599560" sldId="318"/>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15ED93DF-4A4C-B52F-4633-F36AC2580A90}" dt="2024-01-29T22:07:24.296" v="0"/>
              <pc2:cmMkLst xmlns:pc2="http://schemas.microsoft.com/office/powerpoint/2019/9/main/command">
                <pc:docMk/>
                <pc:sldMk cId="1687599560" sldId="318"/>
                <pc2:cmMk id="{99EC3DD1-5F62-4B75-B427-2163BF6F768B}"/>
              </pc2:cmMkLst>
            </pc226:cmChg>
          </p:ext>
        </pc:extLst>
      </pc:sldChg>
    </pc:docChg>
  </pc:docChgLst>
  <pc:docChgLst>
    <pc:chgData name="Lancaster, Vicki Ann (val7zv)" userId="S::val7zv@virginia.edu::1848b937-7720-42a5-9891-d77f8c3cb783" providerId="AD" clId="Web-{1488355F-CE35-20A8-C8C6-2DD9230E7D2F}"/>
    <pc:docChg chg="modSld">
      <pc:chgData name="Lancaster, Vicki Ann (val7zv)" userId="S::val7zv@virginia.edu::1848b937-7720-42a5-9891-d77f8c3cb783" providerId="AD" clId="Web-{1488355F-CE35-20A8-C8C6-2DD9230E7D2F}" dt="2024-01-29T21:17:34.287" v="18" actId="20577"/>
      <pc:docMkLst>
        <pc:docMk/>
      </pc:docMkLst>
      <pc:sldChg chg="modSp">
        <pc:chgData name="Lancaster, Vicki Ann (val7zv)" userId="S::val7zv@virginia.edu::1848b937-7720-42a5-9891-d77f8c3cb783" providerId="AD" clId="Web-{1488355F-CE35-20A8-C8C6-2DD9230E7D2F}" dt="2024-01-29T21:01:11.116" v="4" actId="14100"/>
        <pc:sldMkLst>
          <pc:docMk/>
          <pc:sldMk cId="2564838282" sldId="293"/>
        </pc:sldMkLst>
        <pc:spChg chg="mod">
          <ac:chgData name="Lancaster, Vicki Ann (val7zv)" userId="S::val7zv@virginia.edu::1848b937-7720-42a5-9891-d77f8c3cb783" providerId="AD" clId="Web-{1488355F-CE35-20A8-C8C6-2DD9230E7D2F}" dt="2024-01-29T21:01:11.116" v="4" actId="14100"/>
          <ac:spMkLst>
            <pc:docMk/>
            <pc:sldMk cId="2564838282" sldId="293"/>
            <ac:spMk id="20" creationId="{3080B752-8274-FF2A-7BC4-94A57846978A}"/>
          </ac:spMkLst>
        </pc:spChg>
      </pc:sldChg>
      <pc:sldChg chg="modSp">
        <pc:chgData name="Lancaster, Vicki Ann (val7zv)" userId="S::val7zv@virginia.edu::1848b937-7720-42a5-9891-d77f8c3cb783" providerId="AD" clId="Web-{1488355F-CE35-20A8-C8C6-2DD9230E7D2F}" dt="2024-01-29T21:17:34.287" v="18" actId="20577"/>
        <pc:sldMkLst>
          <pc:docMk/>
          <pc:sldMk cId="1986971451" sldId="298"/>
        </pc:sldMkLst>
        <pc:spChg chg="mod">
          <ac:chgData name="Lancaster, Vicki Ann (val7zv)" userId="S::val7zv@virginia.edu::1848b937-7720-42a5-9891-d77f8c3cb783" providerId="AD" clId="Web-{1488355F-CE35-20A8-C8C6-2DD9230E7D2F}" dt="2024-01-29T21:17:34.287" v="18" actId="20577"/>
          <ac:spMkLst>
            <pc:docMk/>
            <pc:sldMk cId="1986971451" sldId="298"/>
            <ac:spMk id="5" creationId="{4B57E253-96CE-9DF1-EE2E-32926DB2994D}"/>
          </ac:spMkLst>
        </pc:spChg>
      </pc:sldChg>
      <pc:sldChg chg="modSp">
        <pc:chgData name="Lancaster, Vicki Ann (val7zv)" userId="S::val7zv@virginia.edu::1848b937-7720-42a5-9891-d77f8c3cb783" providerId="AD" clId="Web-{1488355F-CE35-20A8-C8C6-2DD9230E7D2F}" dt="2024-01-29T21:16:32.925" v="16" actId="20577"/>
        <pc:sldMkLst>
          <pc:docMk/>
          <pc:sldMk cId="2894885031" sldId="301"/>
        </pc:sldMkLst>
        <pc:spChg chg="mod">
          <ac:chgData name="Lancaster, Vicki Ann (val7zv)" userId="S::val7zv@virginia.edu::1848b937-7720-42a5-9891-d77f8c3cb783" providerId="AD" clId="Web-{1488355F-CE35-20A8-C8C6-2DD9230E7D2F}" dt="2024-01-29T21:16:32.925" v="16" actId="20577"/>
          <ac:spMkLst>
            <pc:docMk/>
            <pc:sldMk cId="2894885031" sldId="301"/>
            <ac:spMk id="5" creationId="{4B57E253-96CE-9DF1-EE2E-32926DB2994D}"/>
          </ac:spMkLst>
        </pc:spChg>
      </pc:sldChg>
      <pc:sldChg chg="modSp">
        <pc:chgData name="Lancaster, Vicki Ann (val7zv)" userId="S::val7zv@virginia.edu::1848b937-7720-42a5-9891-d77f8c3cb783" providerId="AD" clId="Web-{1488355F-CE35-20A8-C8C6-2DD9230E7D2F}" dt="2024-01-29T21:16:04.221" v="14" actId="1076"/>
        <pc:sldMkLst>
          <pc:docMk/>
          <pc:sldMk cId="3608645240" sldId="309"/>
        </pc:sldMkLst>
        <pc:spChg chg="mod">
          <ac:chgData name="Lancaster, Vicki Ann (val7zv)" userId="S::val7zv@virginia.edu::1848b937-7720-42a5-9891-d77f8c3cb783" providerId="AD" clId="Web-{1488355F-CE35-20A8-C8C6-2DD9230E7D2F}" dt="2024-01-29T21:16:04.221" v="14" actId="1076"/>
          <ac:spMkLst>
            <pc:docMk/>
            <pc:sldMk cId="3608645240" sldId="309"/>
            <ac:spMk id="5" creationId="{DEB406FA-2B2E-DC2D-BE9C-4F15DC564E88}"/>
          </ac:spMkLst>
        </pc:spChg>
      </pc:sldChg>
      <pc:sldChg chg="modSp">
        <pc:chgData name="Lancaster, Vicki Ann (val7zv)" userId="S::val7zv@virginia.edu::1848b937-7720-42a5-9891-d77f8c3cb783" providerId="AD" clId="Web-{1488355F-CE35-20A8-C8C6-2DD9230E7D2F}" dt="2024-01-29T20:59:41.051" v="0" actId="20577"/>
        <pc:sldMkLst>
          <pc:docMk/>
          <pc:sldMk cId="391374158" sldId="313"/>
        </pc:sldMkLst>
        <pc:spChg chg="mod">
          <ac:chgData name="Lancaster, Vicki Ann (val7zv)" userId="S::val7zv@virginia.edu::1848b937-7720-42a5-9891-d77f8c3cb783" providerId="AD" clId="Web-{1488355F-CE35-20A8-C8C6-2DD9230E7D2F}" dt="2024-01-29T20:59:41.051" v="0" actId="20577"/>
          <ac:spMkLst>
            <pc:docMk/>
            <pc:sldMk cId="391374158" sldId="313"/>
            <ac:spMk id="20" creationId="{FBCF381B-9AA5-5860-69EB-1E3FBD9C3A9B}"/>
          </ac:spMkLst>
        </pc:spChg>
      </pc:sldChg>
      <pc:sldChg chg="modSp">
        <pc:chgData name="Lancaster, Vicki Ann (val7zv)" userId="S::val7zv@virginia.edu::1848b937-7720-42a5-9891-d77f8c3cb783" providerId="AD" clId="Web-{1488355F-CE35-20A8-C8C6-2DD9230E7D2F}" dt="2024-01-29T21:15:44.252" v="11" actId="14100"/>
        <pc:sldMkLst>
          <pc:docMk/>
          <pc:sldMk cId="2843307357" sldId="321"/>
        </pc:sldMkLst>
        <pc:spChg chg="mod">
          <ac:chgData name="Lancaster, Vicki Ann (val7zv)" userId="S::val7zv@virginia.edu::1848b937-7720-42a5-9891-d77f8c3cb783" providerId="AD" clId="Web-{1488355F-CE35-20A8-C8C6-2DD9230E7D2F}" dt="2024-01-29T21:15:44.252" v="11" actId="14100"/>
          <ac:spMkLst>
            <pc:docMk/>
            <pc:sldMk cId="2843307357" sldId="321"/>
            <ac:spMk id="3" creationId="{C66CFB25-6E43-4717-2C25-3F727174F485}"/>
          </ac:spMkLst>
        </pc:spChg>
      </pc:sldChg>
    </pc:docChg>
  </pc:docChgLst>
  <pc:docChgLst>
    <pc:chgData name="Goswami, Treena (gcm8gw)" userId="S::gcm8gw@virginia.edu::afcc7bf1-7561-4a4f-9f29-309f7a9f78d7" providerId="AD" clId="Web-{9082204C-E926-51D7-6B34-0034D6D8941C}"/>
    <pc:docChg chg="">
      <pc:chgData name="Goswami, Treena (gcm8gw)" userId="S::gcm8gw@virginia.edu::afcc7bf1-7561-4a4f-9f29-309f7a9f78d7" providerId="AD" clId="Web-{9082204C-E926-51D7-6B34-0034D6D8941C}" dt="2024-01-30T17:12:45.056" v="0"/>
      <pc:docMkLst>
        <pc:docMk/>
      </pc:docMkLst>
      <pc:sldChg chg="delCm">
        <pc:chgData name="Goswami, Treena (gcm8gw)" userId="S::gcm8gw@virginia.edu::afcc7bf1-7561-4a4f-9f29-309f7a9f78d7" providerId="AD" clId="Web-{9082204C-E926-51D7-6B34-0034D6D8941C}" dt="2024-01-30T17:12:45.056" v="0"/>
        <pc:sldMkLst>
          <pc:docMk/>
          <pc:sldMk cId="2440686047" sldId="261"/>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9082204C-E926-51D7-6B34-0034D6D8941C}" dt="2024-01-30T17:12:45.056" v="0"/>
              <pc2:cmMkLst xmlns:pc2="http://schemas.microsoft.com/office/powerpoint/2019/9/main/command">
                <pc:docMk/>
                <pc:sldMk cId="2440686047" sldId="261"/>
                <pc2:cmMk id="{E02E6D00-C18C-4155-A46C-B825B32B5164}"/>
              </pc2:cmMkLst>
            </pc226:cmChg>
          </p:ext>
        </pc:extLst>
      </pc:sldChg>
    </pc:docChg>
  </pc:docChgLst>
</pc:chgInfo>
</file>

<file path=ppt/comments/modernComment_12D_AC8C70A7.xml><?xml version="1.0" encoding="utf-8"?>
<p188:cmLst xmlns:a="http://schemas.openxmlformats.org/drawingml/2006/main" xmlns:r="http://schemas.openxmlformats.org/officeDocument/2006/relationships" xmlns:p188="http://schemas.microsoft.com/office/powerpoint/2018/8/main">
  <p188:cm id="{54A37284-8A1E-4375-93CE-7DBC0F6E5029}" authorId="{7C6D5C68-359E-1CF5-80A2-AA079752F682}" status="resolved" created="2024-01-30T20:53:45.145" complete="100000">
    <ac:txMkLst xmlns:ac="http://schemas.microsoft.com/office/drawing/2013/main/command">
      <pc:docMk xmlns:pc="http://schemas.microsoft.com/office/powerpoint/2013/main/command"/>
      <pc:sldMk xmlns:pc="http://schemas.microsoft.com/office/powerpoint/2013/main/command" cId="2894885031" sldId="301"/>
      <ac:spMk id="5" creationId="{4B57E253-96CE-9DF1-EE2E-32926DB2994D}"/>
      <ac:txMk cp="164">
        <ac:context len="412" hash="3812285943"/>
      </ac:txMk>
    </ac:txMkLst>
    <p188:pos x="7778496" y="1542288"/>
    <p188:txBody>
      <a:bodyPr/>
      <a:lstStyle/>
      <a:p>
        <a:r>
          <a:rPr lang="en-US"/>
          <a:t>2nd subullet says "Text analysis models may lack the historical background. " Q: Isn't it more likely that the information is not in the text?</a:t>
        </a:r>
      </a:p>
    </p188:txBody>
    <p188:extLst>
      <p:ext xmlns:p="http://schemas.openxmlformats.org/presentationml/2006/main" uri="{57CB4572-C831-44C2-8A1C-0ADB6CCDFE69}">
        <p223:reactions xmlns:p223="http://schemas.microsoft.com/office/powerpoint/2022/03/main">
          <p223:rxn type="👍">
            <p223:instance time="2024-02-05T16:52:55.274" authorId="{95CD191B-7194-2EF3-411F-138FA8BA6B26}"/>
          </p223:rxn>
        </p223:reactions>
      </p:ext>
    </p188:extLst>
  </p188:cm>
</p188:cmLst>
</file>

<file path=ppt/comments/modernComment_101_69E96CDB.xml><?xml version="1.0" encoding="utf-8"?>
<p188:cmLst xmlns:a="http://schemas.openxmlformats.org/drawingml/2006/main" xmlns:r="http://schemas.openxmlformats.org/officeDocument/2006/relationships" xmlns:p188="http://schemas.microsoft.com/office/powerpoint/2018/8/main">
  <p188:cm id="{A239A06E-3430-41E8-B65F-C0DC7CB66C6A}" authorId="{95CD191B-7194-2EF3-411F-138FA8BA6B26}" status="resolved" created="2024-01-29T20:23:54.510" complete="100000">
    <ac:txMkLst xmlns:ac="http://schemas.microsoft.com/office/drawing/2013/main/command">
      <pc:docMk xmlns:pc="http://schemas.microsoft.com/office/powerpoint/2013/main/command"/>
      <pc:sldMk xmlns:pc="http://schemas.microsoft.com/office/powerpoint/2013/main/command" cId="1776905435" sldId="257"/>
      <ac:spMk id="3" creationId="{00000000-0000-0000-0000-000000000000}"/>
      <ac:txMk cp="186" len="16">
        <ac:context len="251" hash="3944692149"/>
      </ac:txMk>
    </ac:txMkLst>
    <p188:pos x="5613148" y="2987643"/>
    <p188:txBody>
      <a:bodyPr/>
      <a:lstStyle/>
      <a:p>
        <a:r>
          <a:rPr lang="en-US"/>
          <a:t>Since there are a number of different affiliations, any suggestions on how to include them in the title slide?</a:t>
        </a:r>
      </a:p>
    </p188:txBody>
  </p188:cm>
</p188:cmLst>
</file>

<file path=ppt/comments/modernComment_123_A9153AB9.xml><?xml version="1.0" encoding="utf-8"?>
<p188:cmLst xmlns:a="http://schemas.openxmlformats.org/drawingml/2006/main" xmlns:r="http://schemas.openxmlformats.org/officeDocument/2006/relationships" xmlns:p188="http://schemas.microsoft.com/office/powerpoint/2018/8/main">
  <p188:cm id="{C03F1039-B6EE-41C1-B242-86963B7683B8}" authorId="{95CD191B-7194-2EF3-411F-138FA8BA6B26}" created="2024-01-29T18:28:06.932">
    <ac:txMkLst xmlns:ac="http://schemas.microsoft.com/office/drawing/2013/main/command">
      <pc:docMk xmlns:pc="http://schemas.microsoft.com/office/powerpoint/2013/main/command"/>
      <pc:sldMk xmlns:pc="http://schemas.microsoft.com/office/powerpoint/2013/main/command" cId="2836740793" sldId="291"/>
      <ac:spMk id="5" creationId="{A4A1570F-D602-58C8-62C6-318B4B9D92AA}"/>
      <ac:txMk cp="21" len="11">
        <ac:context len="63" hash="1738060681"/>
      </ac:txMk>
    </ac:txMkLst>
    <p188:pos x="5748950" y="618653"/>
    <p188:txBody>
      <a:bodyPr/>
      <a:lstStyle/>
      <a:p>
        <a:r>
          <a:rPr lang="en-US"/>
          <a:t>Will swap out this grainy picture for an image with better resolution</a:t>
        </a:r>
      </a:p>
    </p188:txBody>
  </p188:cm>
</p188:cmLst>
</file>

<file path=ppt/comments/modernComment_130_2FA35EE8.xml><?xml version="1.0" encoding="utf-8"?>
<p188:cmLst xmlns:a="http://schemas.openxmlformats.org/drawingml/2006/main" xmlns:r="http://schemas.openxmlformats.org/officeDocument/2006/relationships" xmlns:p188="http://schemas.microsoft.com/office/powerpoint/2018/8/main">
  <p188:cm id="{FE42D42F-3BF6-4E03-A486-F461B7E4D6C8}" authorId="{7C6D5C68-359E-1CF5-80A2-AA079752F682}" created="2024-01-30T20:59:06.125">
    <pc:sldMkLst xmlns:pc="http://schemas.microsoft.com/office/powerpoint/2013/main/command">
      <pc:docMk/>
      <pc:sldMk cId="799235816" sldId="304"/>
    </pc:sldMkLst>
    <p188:txBody>
      <a:bodyPr/>
      <a:lstStyle/>
      <a:p>
        <a:r>
          <a:rPr lang="en-US"/>
          <a:t>Did any say they use SDC website or are these the data they use from the SDCs?</a:t>
        </a:r>
      </a:p>
    </p188:txBody>
  </p188:cm>
</p188:cmLst>
</file>

<file path=ppt/comments/modernComment_137_A1D70F35.xml><?xml version="1.0" encoding="utf-8"?>
<p188:cmLst xmlns:a="http://schemas.openxmlformats.org/drawingml/2006/main" xmlns:r="http://schemas.openxmlformats.org/officeDocument/2006/relationships" xmlns:p188="http://schemas.microsoft.com/office/powerpoint/2018/8/main">
  <p188:cm id="{D3592569-AD12-43E4-BAFE-4052CA89F8AB}" authorId="{7C6D5C68-359E-1CF5-80A2-AA079752F682}" created="2024-01-30T20:58:22.718">
    <pc:sldMkLst xmlns:pc="http://schemas.microsoft.com/office/powerpoint/2013/main/command">
      <pc:docMk/>
      <pc:sldMk cId="2715225909" sldId="311"/>
    </pc:sldMkLst>
    <p188:txBody>
      <a:bodyPr/>
      <a:lstStyle/>
      <a:p>
        <a:r>
          <a:rPr lang="en-US"/>
          <a:t>You could probably hide this slide unless you plan to call out specific responses on this slide? </a:t>
        </a:r>
      </a:p>
    </p188:txBody>
  </p188:cm>
</p188:cmLst>
</file>

<file path=ppt/comments/modernComment_139_1753E54E.xml><?xml version="1.0" encoding="utf-8"?>
<p188:cmLst xmlns:a="http://schemas.openxmlformats.org/drawingml/2006/main" xmlns:r="http://schemas.openxmlformats.org/officeDocument/2006/relationships" xmlns:p188="http://schemas.microsoft.com/office/powerpoint/2018/8/main">
  <p188:cm id="{997005D3-93F6-2A42-8F98-4C93591BFDD7}" authorId="{8443ED59-20C7-4FDF-8DCA-8A14D1AA1C8C}" status="resolved" created="2024-01-30T16:21:08.363" complete="100000">
    <ac:deMkLst xmlns:ac="http://schemas.microsoft.com/office/drawing/2013/main/command">
      <pc:docMk xmlns:pc="http://schemas.microsoft.com/office/powerpoint/2013/main/command"/>
      <pc:sldMk xmlns:pc="http://schemas.microsoft.com/office/powerpoint/2013/main/command" cId="391374158" sldId="313"/>
      <ac:spMk id="2" creationId="{803E7013-54B6-A53E-06C2-CD3A8471DF27}"/>
    </ac:deMkLst>
    <p188:replyLst>
      <p188:reply id="{17DE87C9-6439-7142-9241-1D3376F1AA59}" authorId="{8443ED59-20C7-4FDF-8DCA-8A14D1AA1C8C}" created="2024-01-30T16:21:25.517">
        <p188:txBody>
          <a:bodyPr/>
          <a:lstStyle/>
          <a:p>
            <a:r>
              <a:rPr lang="en-US"/>
              <a:t>I also made the bullets be parallel</a:t>
            </a:r>
          </a:p>
        </p188:txBody>
      </p188:reply>
    </p188:replyLst>
    <p188:txBody>
      <a:bodyPr/>
      <a:lstStyle/>
      <a:p>
        <a:r>
          <a:rPr lang="en-US"/>
          <a:t>I would be more neutral about “a mutually beneficial partnership. " The website says that, but we don’t really know. </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7-13T03:02:52.15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13289 6371 16383 0 0,'9677'97'0'0'0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7-13T03:02:52.1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13227 8241 16383 0 0,'6397'-114'0'0'0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D5B70-920C-4F04-BCEB-DBE3F7DC0D20}" type="datetimeFigureOut">
              <a:t>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51F54-77FC-4435-ACE6-4D3B3D250F14}" type="slidenum">
              <a:t>‹#›</a:t>
            </a:fld>
            <a:endParaRPr lang="en-US"/>
          </a:p>
        </p:txBody>
      </p:sp>
    </p:spTree>
    <p:extLst>
      <p:ext uri="{BB962C8B-B14F-4D97-AF65-F5344CB8AC3E}">
        <p14:creationId xmlns:p14="http://schemas.microsoft.com/office/powerpoint/2010/main" val="1331776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dbedt.hawaii.gov/economic/datawarehouse/" TargetMode="External"/><Relationship Id="rId13" Type="http://schemas.openxmlformats.org/officeDocument/2006/relationships/hyperlink" Target="https://idph.illinois.gov/OpioidDataDashboard/" TargetMode="External"/><Relationship Id="rId3" Type="http://schemas.openxmlformats.org/officeDocument/2006/relationships/hyperlink" Target="https://live.laborstats.alaska.gov/pop/000013/000020/pfdmigr.cfm" TargetMode="External"/><Relationship Id="rId7" Type="http://schemas.openxmlformats.org/officeDocument/2006/relationships/hyperlink" Target="https://upwardmobility.dc.gov/" TargetMode="External"/><Relationship Id="rId12" Type="http://schemas.openxmlformats.org/officeDocument/2006/relationships/hyperlink" Target="https://data.illinois.gov/" TargetMode="External"/><Relationship Id="rId17" Type="http://schemas.openxmlformats.org/officeDocument/2006/relationships/hyperlink" Target="https://demographics.coopercenter.org/data-dashboard-aging-virginia" TargetMode="External"/><Relationship Id="rId2" Type="http://schemas.openxmlformats.org/officeDocument/2006/relationships/slide" Target="../slides/slide15.xml"/><Relationship Id="rId16" Type="http://schemas.openxmlformats.org/officeDocument/2006/relationships/hyperlink" Target="https://www.irs.gov/statistics/soi-tax-stats-migration-data" TargetMode="External"/><Relationship Id="rId1" Type="http://schemas.openxmlformats.org/officeDocument/2006/relationships/notesMaster" Target="../notesMasters/notesMaster1.xml"/><Relationship Id="rId6" Type="http://schemas.openxmlformats.org/officeDocument/2006/relationships/hyperlink" Target="https://opdatahub.dc.gov/" TargetMode="External"/><Relationship Id="rId11" Type="http://schemas.openxmlformats.org/officeDocument/2006/relationships/hyperlink" Target="https://dph.illinois.gov/data-statistics/vital-statistics.html" TargetMode="External"/><Relationship Id="rId5" Type="http://schemas.openxmlformats.org/officeDocument/2006/relationships/hyperlink" Target="https://dof.ca.gov/Forecasting/Demographics/" TargetMode="External"/><Relationship Id="rId15" Type="http://schemas.openxmlformats.org/officeDocument/2006/relationships/hyperlink" Target="https://nces.ed.gov/datalab/" TargetMode="External"/><Relationship Id="rId10" Type="http://schemas.openxmlformats.org/officeDocument/2006/relationships/hyperlink" Target="https://dbedt.hawaii.gov/economic/dashboards-main/" TargetMode="External"/><Relationship Id="rId4" Type="http://schemas.openxmlformats.org/officeDocument/2006/relationships/hyperlink" Target="https://www.azcommerce.com/oeo/population/" TargetMode="External"/><Relationship Id="rId9" Type="http://schemas.openxmlformats.org/officeDocument/2006/relationships/hyperlink" Target="https://dbedt.hawaii.gov/visitor/tourismdata/" TargetMode="External"/><Relationship Id="rId14" Type="http://schemas.openxmlformats.org/officeDocument/2006/relationships/hyperlink" Target="https://wonder.cdc.gov/"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www.csg.org/" TargetMode="External"/><Relationship Id="rId13" Type="http://schemas.openxmlformats.org/officeDocument/2006/relationships/hyperlink" Target="https://www.ncsl.org/our-work" TargetMode="External"/><Relationship Id="rId3" Type="http://schemas.openxmlformats.org/officeDocument/2006/relationships/hyperlink" Target="https://elicit.org/" TargetMode="External"/><Relationship Id="rId7" Type="http://schemas.openxmlformats.org/officeDocument/2006/relationships/hyperlink" Target="https://www.apdu.org/about-apdu" TargetMode="External"/><Relationship Id="rId12" Type="http://schemas.openxmlformats.org/officeDocument/2006/relationships/hyperlink" Target="https://www.ncsl.org/"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apdu.org/" TargetMode="External"/><Relationship Id="rId11" Type="http://schemas.openxmlformats.org/officeDocument/2006/relationships/hyperlink" Target="https://www.naco.org/page/about-naco" TargetMode="External"/><Relationship Id="rId5" Type="http://schemas.openxmlformats.org/officeDocument/2006/relationships/hyperlink" Target="https://www.urban.org/about/mission-and-values" TargetMode="External"/><Relationship Id="rId10" Type="http://schemas.openxmlformats.org/officeDocument/2006/relationships/hyperlink" Target="https://www.naco.org/" TargetMode="External"/><Relationship Id="rId4" Type="http://schemas.openxmlformats.org/officeDocument/2006/relationships/hyperlink" Target="https://www.urban.org/" TargetMode="External"/><Relationship Id="rId9" Type="http://schemas.openxmlformats.org/officeDocument/2006/relationships/hyperlink" Target="https://www.csg.org/about-us/"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report examines SDCs, in the 50 states, the District of Columbia, and Guam and Puerto Rico territories. </a:t>
            </a:r>
          </a:p>
          <a:p>
            <a:endParaRPr lang="en-US" dirty="0"/>
          </a:p>
          <a:p>
            <a:r>
              <a:rPr lang="en-US" dirty="0"/>
              <a:t>The overall objective of this project is to gain insight into how entities harness the power of data and report findings on how data users leverage their data, the tools they use, and the deliverables they produce, so that the Census Bureau can use our findings </a:t>
            </a:r>
            <a:r>
              <a:rPr lang="en-US" b="1" dirty="0"/>
              <a:t>to better address state government data needs </a:t>
            </a:r>
            <a:r>
              <a:rPr lang="en-US" dirty="0"/>
              <a:t>and to </a:t>
            </a:r>
            <a:r>
              <a:rPr lang="en-US" b="1" dirty="0"/>
              <a:t>create a tool that facilitates user data access</a:t>
            </a:r>
            <a:endParaRPr lang="en-US" b="1">
              <a:ea typeface="Calibri"/>
              <a:cs typeface="Calibri"/>
            </a:endParaRPr>
          </a:p>
          <a:p>
            <a:r>
              <a:rPr lang="en-US" dirty="0"/>
              <a:t> </a:t>
            </a:r>
            <a:endParaRPr lang="en-US" dirty="0">
              <a:ea typeface="Calibri"/>
              <a:cs typeface="Calibri"/>
            </a:endParaRPr>
          </a:p>
          <a:p>
            <a:r>
              <a:rPr lang="en-US" dirty="0"/>
              <a:t>To accomplish this, we’ve focused on identifying how state-level Census partners use data and identifying what those data sources are, such as Census, state government, or private sources. We did this through our data discovery process in which we collected data from state constitutions, State Data Centers, and the Federal-State Cooperative for Population Estimates contacts.</a:t>
            </a:r>
          </a:p>
        </p:txBody>
      </p:sp>
      <p:sp>
        <p:nvSpPr>
          <p:cNvPr id="4" name="Slide Number Placeholder 3"/>
          <p:cNvSpPr>
            <a:spLocks noGrp="1"/>
          </p:cNvSpPr>
          <p:nvPr>
            <p:ph type="sldNum" sz="quarter" idx="5"/>
          </p:nvPr>
        </p:nvSpPr>
        <p:spPr/>
        <p:txBody>
          <a:bodyPr/>
          <a:lstStyle/>
          <a:p>
            <a:fld id="{0A551F54-77FC-4435-ACE6-4D3B3D250F14}" type="slidenum">
              <a:rPr lang="en-US"/>
              <a:t>2</a:t>
            </a:fld>
            <a:endParaRPr lang="en-US"/>
          </a:p>
        </p:txBody>
      </p:sp>
    </p:spTree>
    <p:extLst>
      <p:ext uri="{BB962C8B-B14F-4D97-AF65-F5344CB8AC3E}">
        <p14:creationId xmlns:p14="http://schemas.microsoft.com/office/powerpoint/2010/main" val="241528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SDCs play a role in providing accessible, accurate, and timely information to data users </a:t>
            </a:r>
            <a:endParaRPr lang="en-US">
              <a:cs typeface="Calibri" panose="020F0502020204030204"/>
            </a:endParaRPr>
          </a:p>
          <a:p>
            <a:endParaRPr lang="en-US" dirty="0"/>
          </a:p>
          <a:p>
            <a:r>
              <a:rPr lang="en-US" dirty="0"/>
              <a:t>Have mutually beneficial partnership with the U.S. Census Bureau.</a:t>
            </a:r>
            <a:endParaRPr lang="en-US" dirty="0">
              <a:cs typeface="Calibri"/>
            </a:endParaRPr>
          </a:p>
          <a:p>
            <a:endParaRPr lang="en-US" dirty="0">
              <a:cs typeface="Calibri"/>
            </a:endParaRPr>
          </a:p>
          <a:p>
            <a:r>
              <a:rPr lang="en-US" dirty="0"/>
              <a:t>Acting as an  intermediary, the SDC network facilitates connections between local groups, individuals, and the Census Bureau’s statistical products. </a:t>
            </a:r>
            <a:endParaRPr lang="en-US" dirty="0">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3</a:t>
            </a:fld>
            <a:endParaRPr lang="en-US"/>
          </a:p>
        </p:txBody>
      </p:sp>
    </p:spTree>
    <p:extLst>
      <p:ext uri="{BB962C8B-B14F-4D97-AF65-F5344CB8AC3E}">
        <p14:creationId xmlns:p14="http://schemas.microsoft.com/office/powerpoint/2010/main" val="2639107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state designates one lead SDC agency, often affiliated with diverse organizations such as universities, libraries, and research centers. </a:t>
            </a:r>
          </a:p>
          <a:p>
            <a:endParaRPr lang="en-US" dirty="0">
              <a:cs typeface="Calibri"/>
            </a:endParaRPr>
          </a:p>
          <a:p>
            <a:r>
              <a:rPr lang="en-US" dirty="0">
                <a:cs typeface="Calibri"/>
              </a:rPr>
              <a:t>Additionally</a:t>
            </a:r>
            <a:r>
              <a:rPr lang="en-US" dirty="0"/>
              <a:t>, states may have multiple coordinating agencies contributing to the collaborative effort.</a:t>
            </a:r>
            <a:endParaRPr lang="en-US" dirty="0">
              <a:cs typeface="Calibri" panose="020F0502020204030204"/>
            </a:endParaRPr>
          </a:p>
          <a:p>
            <a:r>
              <a:rPr lang="en-US" dirty="0"/>
              <a:t>The coordinating agencies that provide data support to users, supplementing the SDCs, and the lead agencies coordinate this statewide network. </a:t>
            </a:r>
          </a:p>
          <a:p>
            <a:r>
              <a:rPr lang="en-US" dirty="0"/>
              <a:t>This collaborative network partners with the Census Bureau, through the Data Users Branch (DUB) and the Census Bureau's Regional Offices, to facilitate and meet data needs and dissemination at the local level (U.S. Census Bureau). </a:t>
            </a:r>
          </a:p>
          <a:p>
            <a:endParaRPr lang="en-US" dirty="0">
              <a:cs typeface="Calibri" panose="020F0502020204030204"/>
            </a:endParaRPr>
          </a:p>
          <a:p>
            <a:r>
              <a:rPr lang="en-US" dirty="0">
                <a:cs typeface="Calibri" panose="020F0502020204030204"/>
              </a:rPr>
              <a:t>Example of the state of Virginia on the right</a:t>
            </a:r>
          </a:p>
        </p:txBody>
      </p:sp>
      <p:sp>
        <p:nvSpPr>
          <p:cNvPr id="4" name="Slide Number Placeholder 3"/>
          <p:cNvSpPr>
            <a:spLocks noGrp="1"/>
          </p:cNvSpPr>
          <p:nvPr>
            <p:ph type="sldNum" sz="quarter" idx="5"/>
          </p:nvPr>
        </p:nvSpPr>
        <p:spPr/>
        <p:txBody>
          <a:bodyPr/>
          <a:lstStyle/>
          <a:p>
            <a:fld id="{0A551F54-77FC-4435-ACE6-4D3B3D250F14}" type="slidenum">
              <a:rPr lang="en-US"/>
              <a:t>4</a:t>
            </a:fld>
            <a:endParaRPr lang="en-US"/>
          </a:p>
        </p:txBody>
      </p:sp>
    </p:spTree>
    <p:extLst>
      <p:ext uri="{BB962C8B-B14F-4D97-AF65-F5344CB8AC3E}">
        <p14:creationId xmlns:p14="http://schemas.microsoft.com/office/powerpoint/2010/main" val="100040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LEAD AGENCY</a:t>
            </a:r>
          </a:p>
          <a:p>
            <a:r>
              <a:rPr lang="en-US" dirty="0"/>
              <a:t>Below is a visualization of the type of lead agency for each state. </a:t>
            </a:r>
          </a:p>
          <a:p>
            <a:endParaRPr lang="en-US" dirty="0"/>
          </a:p>
          <a:p>
            <a:r>
              <a:rPr lang="en-US" dirty="0"/>
              <a:t>These agencies are from numerous types of organizations: Libraries, State Agencies, Universities (Public and Private), and Others. All the universities hosting lead agencies are public. </a:t>
            </a:r>
            <a:endParaRPr lang="en-US">
              <a:cs typeface="Calibri"/>
            </a:endParaRPr>
          </a:p>
          <a:p>
            <a:r>
              <a:rPr lang="en-US" dirty="0"/>
              <a:t>CT SDC is nonprofit. Arizona has “Economic Development Organization” and Puerto Rico has “Autonomous Public Entity”. </a:t>
            </a:r>
            <a:endParaRPr lang="en-US" dirty="0">
              <a:cs typeface="Calibri"/>
            </a:endParaRPr>
          </a:p>
          <a:p>
            <a:endParaRPr lang="en-US" dirty="0"/>
          </a:p>
          <a:p>
            <a:r>
              <a:rPr lang="en-US" dirty="0"/>
              <a:t>Coordinating agencies also located within universities, and not all of them are public. For instance, in the case of the New York State Data Center (SDC), one of its coordinating agencies is the Cornell Program on Applied Demographics, which is part of Cornell University. See Exhibit 1. </a:t>
            </a:r>
            <a:endParaRPr lang="en-US">
              <a:cs typeface="Calibri" panose="020F0502020204030204"/>
            </a:endParaRPr>
          </a:p>
          <a:p>
            <a:endParaRPr lang="en-US"/>
          </a:p>
          <a:p>
            <a:r>
              <a:rPr lang="en-US" dirty="0"/>
              <a:t>31 State Agency-led SDCs, e.g., Virginia’s SDC is led by the Virginia Economic Commission; New Hampshire Office of Planning and Development.</a:t>
            </a:r>
            <a:endParaRPr lang="en-US" dirty="0">
              <a:cs typeface="Calibri"/>
            </a:endParaRPr>
          </a:p>
          <a:p>
            <a:r>
              <a:rPr lang="en-US" dirty="0"/>
              <a:t>4 Library-led SDCs, e.g., Nevada State Library and Archives; Missouri State Library.</a:t>
            </a:r>
            <a:endParaRPr lang="en-US" dirty="0">
              <a:cs typeface="Calibri"/>
            </a:endParaRPr>
          </a:p>
          <a:p>
            <a:r>
              <a:rPr lang="en-US" dirty="0"/>
              <a:t>14 Public University-led SDCs, e.g., University of Vermont’s Center for Rural Studies; University of Mississippi’s Center for Population Studies.</a:t>
            </a:r>
            <a:endParaRPr lang="en-US" dirty="0">
              <a:cs typeface="Calibri"/>
            </a:endParaRPr>
          </a:p>
          <a:p>
            <a:r>
              <a:rPr lang="en-US" dirty="0"/>
              <a:t> 2 Other type SDCs, Arizona Commerce Authority (ACA) is an economic development organization; Connecticut’s CT Data Collaborative is a nonprofit organization.</a:t>
            </a:r>
            <a:endParaRPr lang="en-US" dirty="0">
              <a:cs typeface="Calibri"/>
            </a:endParaRPr>
          </a:p>
          <a:p>
            <a:endParaRPr lang="en-US">
              <a:cs typeface="Calibri"/>
            </a:endParaRPr>
          </a:p>
          <a:p>
            <a:r>
              <a:rPr lang="en-US" dirty="0">
                <a:cs typeface="Calibri"/>
              </a:rPr>
              <a:t>COORDINATING AGENCY</a:t>
            </a:r>
          </a:p>
          <a:p>
            <a:r>
              <a:rPr lang="en-US" dirty="0"/>
              <a:t>The number of coordinating agencies ranges from 0 in 10 states to 7 in 1 state, Missouri. See Exhibit 2.  </a:t>
            </a:r>
            <a:endParaRPr lang="en-US" dirty="0">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5</a:t>
            </a:fld>
            <a:endParaRPr lang="en-US"/>
          </a:p>
        </p:txBody>
      </p:sp>
    </p:spTree>
    <p:extLst>
      <p:ext uri="{BB962C8B-B14F-4D97-AF65-F5344CB8AC3E}">
        <p14:creationId xmlns:p14="http://schemas.microsoft.com/office/powerpoint/2010/main" val="13129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predominantly encompass broad topics. While these topics and words are interesting to explore, they do not tell us what data a state requires, uses, or needs. Consequently, we turned our attention to SDC websites.</a:t>
            </a:r>
          </a:p>
          <a:p>
            <a:endParaRPr lang="en-US">
              <a:cs typeface="Calibri"/>
            </a:endParaRPr>
          </a:p>
          <a:p>
            <a:r>
              <a:rPr lang="en-US" dirty="0">
                <a:cs typeface="Calibri"/>
              </a:rPr>
              <a:t>MANUAL SEARCH</a:t>
            </a:r>
          </a:p>
          <a:p>
            <a:pPr marL="171450" indent="-171450">
              <a:lnSpc>
                <a:spcPct val="110000"/>
              </a:lnSpc>
              <a:spcBef>
                <a:spcPts val="1000"/>
              </a:spcBef>
              <a:buFont typeface="Arial"/>
              <a:buChar char="•"/>
            </a:pPr>
            <a:r>
              <a:rPr lang="en-US" dirty="0"/>
              <a:t>Collected constitutions and amendments</a:t>
            </a:r>
            <a:endParaRPr lang="en-US" dirty="0">
              <a:cs typeface="Calibri"/>
            </a:endParaRPr>
          </a:p>
          <a:p>
            <a:pPr marL="628650" lvl="1" indent="-171450">
              <a:lnSpc>
                <a:spcPct val="110000"/>
              </a:lnSpc>
              <a:spcBef>
                <a:spcPts val="500"/>
              </a:spcBef>
              <a:buFont typeface="Arial"/>
              <a:buChar char="•"/>
            </a:pPr>
            <a:r>
              <a:rPr lang="en-US" dirty="0"/>
              <a:t>Converted .pdf to .txt files</a:t>
            </a:r>
            <a:endParaRPr lang="en-US" dirty="0">
              <a:cs typeface="Calibri"/>
            </a:endParaRPr>
          </a:p>
          <a:p>
            <a:pPr marL="171450" indent="-171450">
              <a:lnSpc>
                <a:spcPct val="110000"/>
              </a:lnSpc>
              <a:spcBef>
                <a:spcPts val="1000"/>
              </a:spcBef>
              <a:buFont typeface="Arial"/>
              <a:buChar char="•"/>
            </a:pPr>
            <a:r>
              <a:rPr lang="en-US" dirty="0"/>
              <a:t>Searched 2 constitutions each for key words</a:t>
            </a:r>
            <a:endParaRPr lang="en-US" dirty="0">
              <a:cs typeface="Calibri"/>
            </a:endParaRPr>
          </a:p>
          <a:p>
            <a:pPr marL="628650" lvl="1" indent="-171450">
              <a:lnSpc>
                <a:spcPct val="110000"/>
              </a:lnSpc>
              <a:spcBef>
                <a:spcPts val="500"/>
              </a:spcBef>
              <a:buFont typeface="Arial"/>
              <a:buChar char="•"/>
            </a:pPr>
            <a:r>
              <a:rPr lang="en-US" dirty="0"/>
              <a:t>Data, census, information, etc.</a:t>
            </a:r>
            <a:endParaRPr lang="en-US" dirty="0">
              <a:cs typeface="Calibri"/>
            </a:endParaRPr>
          </a:p>
          <a:p>
            <a:pPr marL="171450" indent="-171450">
              <a:lnSpc>
                <a:spcPct val="110000"/>
              </a:lnSpc>
              <a:spcBef>
                <a:spcPts val="1000"/>
              </a:spcBef>
              <a:buFont typeface="Arial"/>
              <a:buChar char="•"/>
            </a:pPr>
            <a:r>
              <a:rPr lang="en-US" dirty="0"/>
              <a:t>Looked for adjectives that could be "tested" by data</a:t>
            </a:r>
            <a:endParaRPr lang="en-US" dirty="0">
              <a:cs typeface="Calibri"/>
            </a:endParaRPr>
          </a:p>
          <a:p>
            <a:pPr marL="628650" lvl="1" indent="-171450">
              <a:lnSpc>
                <a:spcPct val="110000"/>
              </a:lnSpc>
              <a:spcBef>
                <a:spcPts val="500"/>
              </a:spcBef>
              <a:buFont typeface="Arial"/>
              <a:buChar char="•"/>
            </a:pPr>
            <a:r>
              <a:rPr lang="en-US" dirty="0"/>
              <a:t>Minimum, maximum, annual, etc.</a:t>
            </a:r>
            <a:endParaRPr lang="en-US" dirty="0">
              <a:cs typeface="Calibri"/>
            </a:endParaRPr>
          </a:p>
          <a:p>
            <a:endParaRPr lang="en-US">
              <a:cs typeface="Calibri"/>
            </a:endParaRPr>
          </a:p>
          <a:p>
            <a:r>
              <a:rPr lang="en-US" dirty="0">
                <a:cs typeface="Calibri"/>
              </a:rPr>
              <a:t>COMPUTER SEARCH</a:t>
            </a:r>
          </a:p>
          <a:p>
            <a:pPr marL="171450" indent="-171450">
              <a:lnSpc>
                <a:spcPct val="90000"/>
              </a:lnSpc>
              <a:spcBef>
                <a:spcPts val="1000"/>
              </a:spcBef>
              <a:buFont typeface="Arial"/>
              <a:buChar char="•"/>
            </a:pPr>
            <a:r>
              <a:rPr lang="en-US" dirty="0"/>
              <a:t>In statistics and natural language processing, a </a:t>
            </a:r>
            <a:r>
              <a:rPr lang="en-US" b="1" dirty="0"/>
              <a:t>topic model</a:t>
            </a:r>
            <a:r>
              <a:rPr lang="en-US" dirty="0"/>
              <a:t> is a type of statistical model for discovering the abstract "topics" that occur in a collection of documents. </a:t>
            </a:r>
            <a:endParaRPr lang="en-US" dirty="0">
              <a:cs typeface="Calibri"/>
            </a:endParaRPr>
          </a:p>
          <a:p>
            <a:pPr marL="171450" indent="-171450">
              <a:lnSpc>
                <a:spcPct val="90000"/>
              </a:lnSpc>
              <a:spcBef>
                <a:spcPts val="1000"/>
              </a:spcBef>
              <a:buFont typeface="Arial"/>
              <a:buChar char="•"/>
            </a:pPr>
            <a:r>
              <a:rPr lang="en-US" dirty="0"/>
              <a:t>A frequently used text-mining tool for discovery of hidden semantic structures in a text body.</a:t>
            </a:r>
            <a:endParaRPr lang="en-US" dirty="0">
              <a:cs typeface="Calibri"/>
            </a:endParaRPr>
          </a:p>
          <a:p>
            <a:pPr marL="171450" indent="-171450">
              <a:lnSpc>
                <a:spcPct val="90000"/>
              </a:lnSpc>
              <a:spcBef>
                <a:spcPts val="1000"/>
              </a:spcBef>
              <a:buFont typeface="Arial"/>
              <a:buChar char="•"/>
            </a:pPr>
            <a:r>
              <a:rPr lang="en-US" dirty="0"/>
              <a:t>Packages: GENSIM, BERT</a:t>
            </a:r>
          </a:p>
          <a:p>
            <a:pPr marL="171450" indent="-171450">
              <a:lnSpc>
                <a:spcPct val="90000"/>
              </a:lnSpc>
              <a:spcBef>
                <a:spcPts val="1000"/>
              </a:spcBef>
              <a:buFont typeface="Arial"/>
              <a:buChar char="•"/>
            </a:pPr>
            <a:r>
              <a:rPr lang="en-US" dirty="0"/>
              <a:t>"</a:t>
            </a:r>
            <a:r>
              <a:rPr lang="en-US" dirty="0" err="1"/>
              <a:t>Gensim</a:t>
            </a:r>
            <a:r>
              <a:rPr lang="en-US" dirty="0"/>
              <a:t>" stands for "Generate Similar," </a:t>
            </a:r>
            <a:endParaRPr lang="en-US" dirty="0">
              <a:ea typeface="Calibri"/>
              <a:cs typeface="Calibri"/>
            </a:endParaRPr>
          </a:p>
          <a:p>
            <a:pPr marL="171450" indent="-171450">
              <a:lnSpc>
                <a:spcPct val="90000"/>
              </a:lnSpc>
              <a:spcBef>
                <a:spcPts val="1000"/>
              </a:spcBef>
              <a:buFont typeface="Arial"/>
              <a:buChar char="•"/>
            </a:pPr>
            <a:r>
              <a:rPr lang="en-US" dirty="0"/>
              <a:t>BERT stands for "Bidirectional Encoder Representations from Transformers."</a:t>
            </a:r>
          </a:p>
        </p:txBody>
      </p:sp>
      <p:sp>
        <p:nvSpPr>
          <p:cNvPr id="4" name="Slide Number Placeholder 3"/>
          <p:cNvSpPr>
            <a:spLocks noGrp="1"/>
          </p:cNvSpPr>
          <p:nvPr>
            <p:ph type="sldNum" sz="quarter" idx="5"/>
          </p:nvPr>
        </p:nvSpPr>
        <p:spPr/>
        <p:txBody>
          <a:bodyPr/>
          <a:lstStyle/>
          <a:p>
            <a:fld id="{0A551F54-77FC-4435-ACE6-4D3B3D250F14}" type="slidenum">
              <a:rPr lang="en-US"/>
              <a:t>7</a:t>
            </a:fld>
            <a:endParaRPr lang="en-US"/>
          </a:p>
        </p:txBody>
      </p:sp>
    </p:spTree>
    <p:extLst>
      <p:ext uri="{BB962C8B-B14F-4D97-AF65-F5344CB8AC3E}">
        <p14:creationId xmlns:p14="http://schemas.microsoft.com/office/powerpoint/2010/main" val="3443936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0000"/>
              </a:lnSpc>
              <a:spcBef>
                <a:spcPts val="1000"/>
              </a:spcBef>
            </a:pPr>
            <a:r>
              <a:rPr lang="en-US" dirty="0"/>
              <a:t>Eight most frequented topics found within Texas's state constitution and amendments, each accompanied by a set of words and their associated probabilities. </a:t>
            </a:r>
          </a:p>
          <a:p>
            <a:pPr>
              <a:lnSpc>
                <a:spcPct val="110000"/>
              </a:lnSpc>
              <a:spcBef>
                <a:spcPts val="1000"/>
              </a:spcBef>
            </a:pPr>
            <a:r>
              <a:rPr lang="en-US" dirty="0"/>
              <a:t>These words underline the core themes of each topic. </a:t>
            </a:r>
          </a:p>
          <a:p>
            <a:pPr>
              <a:lnSpc>
                <a:spcPct val="110000"/>
              </a:lnSpc>
              <a:spcBef>
                <a:spcPts val="1000"/>
              </a:spcBef>
            </a:pPr>
            <a:r>
              <a:rPr lang="en-US" dirty="0"/>
              <a:t>For example, Topic 0, the most frequently occurring topic, encompasses words like 'election,' 'voters,' and 'qualified,' collectively pointing to its relevance to electoral processes. Likewise, Topic 1 revolves around terms associated with positions of authority, including 'governor' and 'lieutenant,' providing insights related to governmental leadership.</a:t>
            </a:r>
            <a:endParaRPr lang="en-US" dirty="0">
              <a:cs typeface="Calibri" panose="020F0502020204030204"/>
            </a:endParaRPr>
          </a:p>
          <a:p>
            <a:pPr>
              <a:lnSpc>
                <a:spcPct val="110000"/>
              </a:lnSpc>
              <a:spcBef>
                <a:spcPts val="1000"/>
              </a:spcBef>
            </a:pPr>
            <a:endParaRPr lang="en-US" dirty="0"/>
          </a:p>
          <a:p>
            <a:pPr>
              <a:lnSpc>
                <a:spcPct val="110000"/>
              </a:lnSpc>
              <a:spcBef>
                <a:spcPts val="1000"/>
              </a:spcBef>
            </a:pPr>
            <a:r>
              <a:rPr lang="en-US" dirty="0"/>
              <a:t>Approach 1 Summary</a:t>
            </a:r>
            <a:endParaRPr lang="en-US" dirty="0">
              <a:cs typeface="Calibri" panose="020F0502020204030204"/>
            </a:endParaRPr>
          </a:p>
          <a:p>
            <a:pPr marL="285750" indent="-285750">
              <a:lnSpc>
                <a:spcPct val="110000"/>
              </a:lnSpc>
              <a:spcBef>
                <a:spcPts val="1000"/>
              </a:spcBef>
              <a:buFont typeface="Arial,Sans-Serif"/>
              <a:buChar char="•"/>
            </a:pPr>
            <a:r>
              <a:rPr lang="en-US" dirty="0"/>
              <a:t>State Constitutions contain only broad topics</a:t>
            </a:r>
            <a:endParaRPr lang="en-US" dirty="0">
              <a:cs typeface="Calibri"/>
            </a:endParaRPr>
          </a:p>
          <a:p>
            <a:pPr marL="285750" indent="-285750">
              <a:lnSpc>
                <a:spcPct val="110000"/>
              </a:lnSpc>
              <a:spcBef>
                <a:spcPts val="1000"/>
              </a:spcBef>
              <a:buFont typeface="Arial,Sans-Serif"/>
              <a:buChar char="•"/>
            </a:pPr>
            <a:r>
              <a:rPr lang="en-US" dirty="0"/>
              <a:t>Narrow down our focus to State Data Centers</a:t>
            </a:r>
            <a:endParaRPr lang="en-US" dirty="0">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8</a:t>
            </a:fld>
            <a:endParaRPr lang="en-US"/>
          </a:p>
        </p:txBody>
      </p:sp>
    </p:spTree>
    <p:extLst>
      <p:ext uri="{BB962C8B-B14F-4D97-AF65-F5344CB8AC3E}">
        <p14:creationId xmlns:p14="http://schemas.microsoft.com/office/powerpoint/2010/main" val="1772672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7E4D-B2D3-E171-35E1-A57B82F31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146E6-6B2A-0035-6843-59441F541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A29E2-FD3A-D30F-CB0A-8E28547B7EC4}"/>
              </a:ext>
            </a:extLst>
          </p:cNvPr>
          <p:cNvSpPr>
            <a:spLocks noGrp="1"/>
          </p:cNvSpPr>
          <p:nvPr>
            <p:ph type="body" idx="1"/>
          </p:nvPr>
        </p:nvSpPr>
        <p:spPr/>
        <p:txBody>
          <a:bodyPr/>
          <a:lstStyle/>
          <a:p>
            <a:pPr marL="171450" indent="-171450">
              <a:lnSpc>
                <a:spcPct val="90000"/>
              </a:lnSpc>
              <a:spcBef>
                <a:spcPts val="1000"/>
              </a:spcBef>
              <a:buFont typeface="Arial"/>
              <a:buChar char="•"/>
            </a:pPr>
            <a:r>
              <a:rPr lang="en-US"/>
              <a:t>Collection of SDC mission statements</a:t>
            </a:r>
          </a:p>
          <a:p>
            <a:pPr marL="171450" indent="-171450">
              <a:lnSpc>
                <a:spcPct val="90000"/>
              </a:lnSpc>
              <a:spcBef>
                <a:spcPts val="1000"/>
              </a:spcBef>
              <a:buFont typeface="Arial"/>
              <a:buChar char="•"/>
            </a:pPr>
            <a:r>
              <a:rPr lang="en-US"/>
              <a:t>Word-clouds</a:t>
            </a:r>
          </a:p>
          <a:p>
            <a:pPr marL="628650" lvl="1" indent="-171450">
              <a:lnSpc>
                <a:spcPct val="90000"/>
              </a:lnSpc>
              <a:spcBef>
                <a:spcPts val="500"/>
              </a:spcBef>
              <a:buFont typeface="Arial"/>
              <a:buChar char="•"/>
            </a:pPr>
            <a:r>
              <a:rPr lang="en-US"/>
              <a:t>Individual (Maryland) vs. Combination</a:t>
            </a:r>
          </a:p>
        </p:txBody>
      </p:sp>
      <p:sp>
        <p:nvSpPr>
          <p:cNvPr id="4" name="Slide Number Placeholder 3">
            <a:extLst>
              <a:ext uri="{FF2B5EF4-FFF2-40B4-BE49-F238E27FC236}">
                <a16:creationId xmlns:a16="http://schemas.microsoft.com/office/drawing/2014/main" id="{E542A0FF-2BD3-C72A-FABA-C9BDF45674B0}"/>
              </a:ext>
            </a:extLst>
          </p:cNvPr>
          <p:cNvSpPr>
            <a:spLocks noGrp="1"/>
          </p:cNvSpPr>
          <p:nvPr>
            <p:ph type="sldNum" sz="quarter" idx="5"/>
          </p:nvPr>
        </p:nvSpPr>
        <p:spPr/>
        <p:txBody>
          <a:bodyPr/>
          <a:lstStyle/>
          <a:p>
            <a:fld id="{02C443B4-6B42-402E-83E9-67C0C788C77E}" type="slidenum">
              <a:rPr lang="en-US"/>
              <a:t>9</a:t>
            </a:fld>
            <a:endParaRPr lang="en-US"/>
          </a:p>
        </p:txBody>
      </p:sp>
    </p:spTree>
    <p:extLst>
      <p:ext uri="{BB962C8B-B14F-4D97-AF65-F5344CB8AC3E}">
        <p14:creationId xmlns:p14="http://schemas.microsoft.com/office/powerpoint/2010/main" val="500371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slide presents word clouds summarizing the SDC’s Mission Statements from six states: Indiana, Maryland, North Carolina, Florida, California, and Massachusetts. These six SDC Mission Statements were chosen because they showed a variety of activities and data services provided.  The primary and secondary words reflect the similarity and variation of interests for each SDC, for example:</a:t>
            </a:r>
          </a:p>
          <a:p>
            <a:endParaRPr lang="en-US"/>
          </a:p>
          <a:p>
            <a:r>
              <a:rPr lang="en-US" b="1"/>
              <a:t>Indiana</a:t>
            </a:r>
            <a:r>
              <a:rPr lang="en-US"/>
              <a:t> – development, business, nonprofits, services, planning, community, organizations</a:t>
            </a:r>
          </a:p>
          <a:p>
            <a:r>
              <a:rPr lang="en-US" b="1"/>
              <a:t>Maryland</a:t>
            </a:r>
            <a:r>
              <a:rPr lang="en-US"/>
              <a:t> </a:t>
            </a:r>
            <a:r>
              <a:rPr lang="en-US" b="1"/>
              <a:t>– </a:t>
            </a:r>
            <a:r>
              <a:rPr lang="en-US"/>
              <a:t>development, planning, trends, growth, income, housing, projections</a:t>
            </a:r>
          </a:p>
          <a:p>
            <a:r>
              <a:rPr lang="en-US" b="1"/>
              <a:t>North</a:t>
            </a:r>
            <a:r>
              <a:rPr lang="en-US"/>
              <a:t> </a:t>
            </a:r>
            <a:r>
              <a:rPr lang="en-US" b="1"/>
              <a:t>Carolina –</a:t>
            </a:r>
            <a:r>
              <a:rPr lang="en-US"/>
              <a:t> resources, economics, demographic, geographic, analysis, international</a:t>
            </a:r>
          </a:p>
          <a:p>
            <a:r>
              <a:rPr lang="en-US" b="1"/>
              <a:t>Florida </a:t>
            </a:r>
            <a:r>
              <a:rPr lang="en-US"/>
              <a:t>– programs, tools, products, maps, redistricting, training, poverty</a:t>
            </a:r>
          </a:p>
          <a:p>
            <a:r>
              <a:rPr lang="en-US" b="1"/>
              <a:t>California</a:t>
            </a:r>
            <a:r>
              <a:rPr lang="en-US"/>
              <a:t> – center, public, survey, training, workshops, reports, maps, consultation</a:t>
            </a:r>
          </a:p>
          <a:p>
            <a:r>
              <a:rPr lang="en-US" b="1"/>
              <a:t>Massachusetts –</a:t>
            </a:r>
            <a:r>
              <a:rPr lang="en-US"/>
              <a:t> economic, census, research, public policy, networks, local agencies</a:t>
            </a: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10</a:t>
            </a:fld>
            <a:endParaRPr lang="en-US"/>
          </a:p>
        </p:txBody>
      </p:sp>
    </p:spTree>
    <p:extLst>
      <p:ext uri="{BB962C8B-B14F-4D97-AF65-F5344CB8AC3E}">
        <p14:creationId xmlns:p14="http://schemas.microsoft.com/office/powerpoint/2010/main" val="2433629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SDC website was organized to meet the needs of the state and reflected the amount of resources that SDC received.</a:t>
            </a:r>
          </a:p>
          <a:p>
            <a:endParaRPr lang="en-US" dirty="0"/>
          </a:p>
          <a:p>
            <a:r>
              <a:rPr lang="en-US" dirty="0"/>
              <a:t>Due to the varied organizational structures of the SDCs, we opted against employing web scraping for a systematic SDC review and instead conducted a manual audit. The primary drawback of the manual search lies in the substantial time investment.</a:t>
            </a:r>
            <a:endParaRPr lang="en-US" dirty="0">
              <a:ea typeface="Calibri"/>
              <a:cs typeface="Calibri"/>
            </a:endParaRPr>
          </a:p>
          <a:p>
            <a:pPr>
              <a:buFont typeface="Arial"/>
              <a:buChar char="•"/>
            </a:pPr>
            <a:endParaRPr lang="en-US"/>
          </a:p>
          <a:p>
            <a:r>
              <a:rPr lang="en-US" dirty="0"/>
              <a:t>The SDCs disseminate diverse information across various geographic levels. </a:t>
            </a:r>
          </a:p>
          <a:p>
            <a:r>
              <a:rPr lang="en-US" dirty="0"/>
              <a:t>Based on an in-depth examination of the SDC websites, we organized the findings into </a:t>
            </a:r>
            <a:r>
              <a:rPr lang="en-US" b="1" dirty="0"/>
              <a:t>six broad categories to enhance accessibility and understanding</a:t>
            </a:r>
            <a:r>
              <a:rPr lang="en-US" dirty="0"/>
              <a:t>. </a:t>
            </a:r>
          </a:p>
          <a:p>
            <a:r>
              <a:rPr lang="en-US" dirty="0"/>
              <a:t>These categories include demographics, economy, housing, health, education, and diversity. </a:t>
            </a:r>
          </a:p>
          <a:p>
            <a:r>
              <a:rPr lang="en-US" dirty="0"/>
              <a:t>These classifications are based on our initial scan of the data. </a:t>
            </a:r>
            <a:endParaRPr lang="en-US" dirty="0">
              <a:cs typeface="Calibri" panose="020F0502020204030204"/>
            </a:endParaRPr>
          </a:p>
          <a:p>
            <a:endParaRPr lang="en-US">
              <a:cs typeface="Calibri" panose="020F0502020204030204"/>
            </a:endParaRPr>
          </a:p>
          <a:p>
            <a:r>
              <a:rPr lang="en-US" dirty="0"/>
              <a:t>Within each broad category, we observe subcategories that reflect the specific topic on the data provided. </a:t>
            </a:r>
            <a:endParaRPr lang="en-US" dirty="0">
              <a:cs typeface="Calibri"/>
            </a:endParaRPr>
          </a:p>
          <a:p>
            <a:pPr marL="171450" indent="-171450">
              <a:buFont typeface="Arial"/>
              <a:buChar char="•"/>
            </a:pPr>
            <a:r>
              <a:rPr lang="en-US" dirty="0"/>
              <a:t>Exhibit above outlines these six main categories along with their respective subcategories. </a:t>
            </a:r>
            <a:endParaRPr lang="en-US" dirty="0">
              <a:cs typeface="Calibri" panose="020F0502020204030204"/>
            </a:endParaRPr>
          </a:p>
          <a:p>
            <a:pPr marL="171450" indent="-171450">
              <a:buFont typeface="Arial"/>
              <a:buChar char="•"/>
            </a:pPr>
            <a:r>
              <a:rPr lang="en-US" dirty="0"/>
              <a:t>For the specific category of diversity, defined in the context of population estimates and projections, if available, is based on race and ethnicity combined. But we looked at it as separate category from population.</a:t>
            </a:r>
            <a:endParaRPr lang="en-US" dirty="0">
              <a:cs typeface="Calibri" panose="020F0502020204030204"/>
            </a:endParaRPr>
          </a:p>
          <a:p>
            <a:pPr marL="171450" indent="-171450">
              <a:buFont typeface="Arial"/>
              <a:buChar char="•"/>
            </a:pPr>
            <a:r>
              <a:rPr lang="en-US" b="1" dirty="0"/>
              <a:t>Several subcategories, despite possibly measuring the same aspects, are labeled differently by different states</a:t>
            </a:r>
            <a:r>
              <a:rPr lang="en-US" dirty="0"/>
              <a:t>. These differences exemplify the variation in terminology used by states when disseminating comparable data. </a:t>
            </a:r>
            <a:endParaRPr lang="en-US" dirty="0">
              <a:cs typeface="Calibri"/>
            </a:endParaRPr>
          </a:p>
          <a:p>
            <a:endParaRPr lang="en-US">
              <a:ea typeface="Calibri" panose="020F0502020204030204"/>
              <a:cs typeface="Calibri"/>
            </a:endParaRPr>
          </a:p>
          <a:p>
            <a:r>
              <a:rPr lang="en-US" dirty="0"/>
              <a:t>For the states that present data on diversity, the total number of race and ethnicity categories usually aligned closely with the Office of Management and Budget (OMB) standards. However, some states, such as Alabama, offered limited data, classifying populations broadly into white and non-white. In contrast, some states, such as California, Iowa, and Kansas, provided detailed information, including the enumeration of Native American tribes, resulting in an extensive listing.</a:t>
            </a:r>
            <a:endParaRPr lang="en-US" dirty="0">
              <a:cs typeface="Calibri"/>
            </a:endParaRPr>
          </a:p>
          <a:p>
            <a:endParaRPr lang="en-US"/>
          </a:p>
          <a:p>
            <a:r>
              <a:rPr lang="en-US" dirty="0"/>
              <a:t>The exploration of the SDC data landscape highlights the variety of information provided by SDCs, presenting the details of state-level demographics, economic landscapes, housing dynamics, health indicators, educational trends, and diversity metrics. The variations in data presentation underscore the uniqueness of each state's approach, highlighting the importance of understanding local areas for informed decision-making and policy formulation. Certain state SDCs, such as Delaware, Georgia, Hawaii, Louisiana, Mississippi, New Mexico, redirect data inquiries related to population projections and estimates to the U.S. Census Bureau website.  </a:t>
            </a:r>
            <a:endParaRPr lang="en-US" dirty="0">
              <a:cs typeface="Calibri"/>
            </a:endParaRPr>
          </a:p>
          <a:p>
            <a:endParaRPr lang="en-US">
              <a:ea typeface="Calibri" panose="020F0502020204030204"/>
              <a:cs typeface="Calibri"/>
            </a:endParaRPr>
          </a:p>
          <a:p>
            <a:pPr marL="285750" indent="-285750">
              <a:lnSpc>
                <a:spcPct val="110000"/>
              </a:lnSpc>
              <a:spcBef>
                <a:spcPts val="1000"/>
              </a:spcBef>
              <a:buFont typeface="Arial"/>
              <a:buChar char="•"/>
            </a:pPr>
            <a:endParaRPr lang="en-US">
              <a:ea typeface="Calibri" panose="020F0502020204030204"/>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11</a:t>
            </a:fld>
            <a:endParaRPr lang="en-US"/>
          </a:p>
        </p:txBody>
      </p:sp>
    </p:spTree>
    <p:extLst>
      <p:ext uri="{BB962C8B-B14F-4D97-AF65-F5344CB8AC3E}">
        <p14:creationId xmlns:p14="http://schemas.microsoft.com/office/powerpoint/2010/main" val="2282724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12C2D-C4DB-DEA3-AF24-2E26079D9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1BCED-128D-AC64-730B-7B19FA897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3AF54-119E-A35B-42AF-EA63F0DD069C}"/>
              </a:ext>
            </a:extLst>
          </p:cNvPr>
          <p:cNvSpPr>
            <a:spLocks noGrp="1"/>
          </p:cNvSpPr>
          <p:nvPr>
            <p:ph type="body" idx="1"/>
          </p:nvPr>
        </p:nvSpPr>
        <p:spPr/>
        <p:txBody>
          <a:bodyPr/>
          <a:lstStyle/>
          <a:p>
            <a:r>
              <a:rPr lang="en-US" dirty="0"/>
              <a:t>The exploration of the SDC data landscape highlights the variety of information provided by SDCs, presenting the details of state-level demographics, economic landscapes, housing dynamics, health indicators, educational trends, and diversity metrics. The variations in data presentation underscore the uniqueness of each state's approach, highlighting the importance of understanding local areas for informed decision-making and policy formulation. </a:t>
            </a:r>
            <a:endParaRPr lang="en-US"/>
          </a:p>
          <a:p>
            <a:endParaRPr lang="en-US" dirty="0"/>
          </a:p>
          <a:p>
            <a:r>
              <a:rPr lang="en-US" dirty="0"/>
              <a:t>For the states that present data on diversity, the total number of race and ethnicity categories usually aligned closely with the Office of Management and Budget (OMB) standards. </a:t>
            </a:r>
            <a:endParaRPr lang="en-US" dirty="0">
              <a:cs typeface="Calibri" panose="020F0502020204030204"/>
            </a:endParaRPr>
          </a:p>
          <a:p>
            <a:r>
              <a:rPr lang="en-US" dirty="0"/>
              <a:t>However, some states, such as Alabama, offered limited data, classifying populations broadly into white and non-white. In contrast, some states, such as California, Iowa, and Kansas, provided detailed information, including the enumeration of Native American tribes, resulting in an extensive listing.</a:t>
            </a:r>
            <a:endParaRPr lang="en-US" dirty="0">
              <a:cs typeface="Calibri" panose="020F0502020204030204"/>
            </a:endParaRPr>
          </a:p>
          <a:p>
            <a:endParaRPr lang="en-US"/>
          </a:p>
          <a:p>
            <a:r>
              <a:rPr lang="en-US" dirty="0"/>
              <a:t>Certain state SDCs, such as Delaware, Georgia, Hawaii, Louisiana, Mississippi, New Mexico, redirect data inquiries related to population projections and estimates to the U.S. Census Bureau website.  </a:t>
            </a:r>
            <a:endParaRPr lang="en-US" dirty="0">
              <a:cs typeface="Calibri"/>
            </a:endParaRPr>
          </a:p>
          <a:p>
            <a:endParaRPr lang="en-US">
              <a:ea typeface="Calibri"/>
              <a:cs typeface="Calibri"/>
            </a:endParaRPr>
          </a:p>
          <a:p>
            <a:r>
              <a:rPr lang="en-US" dirty="0"/>
              <a:t>Encountered challenges in locating data for specific categories in certain states.</a:t>
            </a:r>
          </a:p>
          <a:p>
            <a:pPr marL="171450" indent="-171450">
              <a:buFont typeface="Arial"/>
              <a:buChar char="•"/>
            </a:pPr>
            <a:r>
              <a:rPr lang="en-US" dirty="0"/>
              <a:t>Some of these omissions are attributable to the absence of data in specific categories, whether in the lead SDC or coordinating agencies. </a:t>
            </a:r>
            <a:endParaRPr lang="en-US" dirty="0">
              <a:cs typeface="Calibri" panose="020F0502020204030204"/>
            </a:endParaRPr>
          </a:p>
          <a:p>
            <a:pPr marL="171450" indent="-171450">
              <a:buFont typeface="Arial"/>
              <a:buChar char="•"/>
            </a:pPr>
            <a:r>
              <a:rPr lang="en-US" dirty="0"/>
              <a:t>Health and education data were not found in the SDCs for Louisiana, Idaho, and Delaware.</a:t>
            </a:r>
            <a:endParaRPr lang="en-US" dirty="0">
              <a:cs typeface="Calibri" panose="020F0502020204030204"/>
            </a:endParaRPr>
          </a:p>
          <a:p>
            <a:pPr marL="171450" indent="-171450">
              <a:buFont typeface="Arial"/>
              <a:buChar char="•"/>
            </a:pPr>
            <a:r>
              <a:rPr lang="en-US" dirty="0"/>
              <a:t>Housing data was not on the SDC websites for Michigan, Minnesota, and Idaho. </a:t>
            </a:r>
            <a:endParaRPr lang="en-US" dirty="0">
              <a:cs typeface="Calibri" panose="020F0502020204030204"/>
            </a:endParaRPr>
          </a:p>
          <a:p>
            <a:pPr marL="171450" indent="-171450">
              <a:buFont typeface="Arial"/>
              <a:buChar char="•"/>
            </a:pPr>
            <a:r>
              <a:rPr lang="en-US" dirty="0"/>
              <a:t>SDCs for the District of Columbia and Louisiana lacked economy-related information. </a:t>
            </a:r>
            <a:endParaRPr lang="en-US" b="1" i="1" dirty="0">
              <a:cs typeface="Calibri"/>
            </a:endParaRPr>
          </a:p>
          <a:p>
            <a:endParaRPr lang="en-US" dirty="0"/>
          </a:p>
          <a:p>
            <a:r>
              <a:rPr lang="en-US" dirty="0"/>
              <a:t>Display tables and table downloads are the most prevalent methods of data dissemination. </a:t>
            </a:r>
          </a:p>
          <a:p>
            <a:pPr marL="171450" indent="-171450">
              <a:buFont typeface="Arial"/>
              <a:buChar char="•"/>
            </a:pPr>
            <a:r>
              <a:rPr lang="en-US" dirty="0"/>
              <a:t>The majority of SDCs also disseminate data through visualization, infographics, maps, reports, display tables, and download options across various categories. </a:t>
            </a:r>
            <a:endParaRPr lang="en-US" dirty="0">
              <a:cs typeface="Calibri" panose="020F0502020204030204"/>
            </a:endParaRPr>
          </a:p>
          <a:p>
            <a:pPr marL="171450" indent="-171450">
              <a:buFont typeface="Arial"/>
              <a:buChar char="•"/>
            </a:pPr>
            <a:r>
              <a:rPr lang="en-US" dirty="0"/>
              <a:t>Some SDCs, such as Alaska, the District of Columbia, and Iowa, as well as other states, create a variety of maps and infographics for housing, health, and education categories. </a:t>
            </a:r>
            <a:endParaRPr lang="en-US" dirty="0">
              <a:cs typeface="Calibri" panose="020F0502020204030204"/>
            </a:endParaRPr>
          </a:p>
          <a:p>
            <a:pPr marL="171450" indent="-171450">
              <a:buFont typeface="Arial"/>
              <a:buChar char="•"/>
            </a:pPr>
            <a:endParaRPr lang="en-US" b="1" dirty="0"/>
          </a:p>
          <a:p>
            <a:r>
              <a:rPr lang="en-US" b="1" dirty="0"/>
              <a:t>SDC Data Sources but lack of citation</a:t>
            </a:r>
            <a:endParaRPr lang="en-US" dirty="0">
              <a:cs typeface="Calibri" panose="020F0502020204030204"/>
            </a:endParaRPr>
          </a:p>
          <a:p>
            <a:pPr marL="171450" indent="-171450">
              <a:buFont typeface="Arial"/>
              <a:buChar char="•"/>
            </a:pPr>
            <a:r>
              <a:rPr lang="en-US" dirty="0"/>
              <a:t>The primary source of SDC information is the U.S. Census Bureau, which has commonly referenced statistical products and surveys such as the American Community Survey (ACS) and the Decennial Census. </a:t>
            </a:r>
          </a:p>
          <a:p>
            <a:pPr marL="171450" indent="-171450">
              <a:buFont typeface="Arial"/>
              <a:buChar char="•"/>
            </a:pPr>
            <a:endParaRPr lang="en-US" dirty="0"/>
          </a:p>
          <a:p>
            <a:pPr marL="171450" indent="-171450">
              <a:buFont typeface="Arial"/>
              <a:buChar char="•"/>
            </a:pPr>
            <a:endParaRPr lang="en-US" dirty="0">
              <a:cs typeface="Calibri" panose="020F0502020204030204"/>
            </a:endParaRPr>
          </a:p>
          <a:p>
            <a:r>
              <a:rPr lang="en-US" dirty="0"/>
              <a:t>Many SDCs also have data from other federal agencies such as the Bureau of Economic Analysis, the Bureau of Labor Statistics, the U.S. Department of Housing and Urban Development, the U.S. Department of Labor, the Centers for Disease Control and Prevention, and the National Center for Health Statistics. SDCs also have data from nonfederal entities, including state and local agencies that focus on the economy, education, health, housing, and labor. </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D92388B7-E796-684C-D9EA-A36EE8D0C7A2}"/>
              </a:ext>
            </a:extLst>
          </p:cNvPr>
          <p:cNvSpPr>
            <a:spLocks noGrp="1"/>
          </p:cNvSpPr>
          <p:nvPr>
            <p:ph type="sldNum" sz="quarter" idx="5"/>
          </p:nvPr>
        </p:nvSpPr>
        <p:spPr/>
        <p:txBody>
          <a:bodyPr/>
          <a:lstStyle/>
          <a:p>
            <a:fld id="{02C443B4-6B42-402E-83E9-67C0C788C77E}" type="slidenum">
              <a:rPr lang="en-US"/>
              <a:t>12</a:t>
            </a:fld>
            <a:endParaRPr lang="en-US"/>
          </a:p>
        </p:txBody>
      </p:sp>
    </p:spTree>
    <p:extLst>
      <p:ext uri="{BB962C8B-B14F-4D97-AF65-F5344CB8AC3E}">
        <p14:creationId xmlns:p14="http://schemas.microsoft.com/office/powerpoint/2010/main" val="1715219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Level of Geographies</a:t>
            </a:r>
            <a:endParaRPr lang="en-US" dirty="0">
              <a:cs typeface="Calibri"/>
            </a:endParaRPr>
          </a:p>
          <a:p>
            <a:endParaRPr lang="en-US" dirty="0">
              <a:cs typeface="Calibri"/>
            </a:endParaRPr>
          </a:p>
          <a:p>
            <a:r>
              <a:rPr lang="en-US" dirty="0"/>
              <a:t>SDCs also present data by varying geographic levels. The most utilized geographic levels across the six broad data categories  are state and county. </a:t>
            </a:r>
            <a:endParaRPr lang="en-US" dirty="0">
              <a:cs typeface="Calibri"/>
            </a:endParaRPr>
          </a:p>
          <a:p>
            <a:r>
              <a:rPr lang="en-US" dirty="0"/>
              <a:t>This aligns with the fact that the Census Bureau disseminates most of its data at the state and county level, and the Census Bureau is the primary source of information for the SDCs.</a:t>
            </a:r>
            <a:endParaRPr lang="en-US" dirty="0">
              <a:cs typeface="Calibri"/>
            </a:endParaRPr>
          </a:p>
          <a:p>
            <a:endParaRPr lang="en-US"/>
          </a:p>
          <a:p>
            <a:r>
              <a:rPr lang="en-US" dirty="0"/>
              <a:t>Geographic terminology at the local level is more diverse, reflecting administrative structures and traditions, such as state or region-specific nomenclatures like 'parishes' in Louisiana, 'towns' in Connecticut, or 'neighborhood clusters' in the District of Columbia. Notably, custom geographies emerge for administrative purposes. One example is groupings of counties related to development of groups of counties, such as 'economic development regions' in Kansas and 'development districts' in Kentucky. </a:t>
            </a:r>
            <a:endParaRPr lang="en-US" dirty="0">
              <a:cs typeface="Calibri"/>
            </a:endParaRPr>
          </a:p>
          <a:p>
            <a:r>
              <a:rPr lang="en-US" dirty="0"/>
              <a:t> </a:t>
            </a:r>
            <a:endParaRPr lang="en-US" dirty="0">
              <a:cs typeface="Calibri"/>
            </a:endParaRPr>
          </a:p>
          <a:p>
            <a:r>
              <a:rPr lang="en-US" dirty="0"/>
              <a:t>Furthermore, when delving into demographic or diversity data, states with significant American Indian or Alaska Native populations, like Alaska, provide data for 'Native Village Statistical Areas' and 'Native Regional Corporations.' This underscores the importance of recognizing and accommodating region-specific terminologies and structures when interpreting data from SDCs. When it comes to educational data, school districts emerge as a frequently utilized geographic level. </a:t>
            </a:r>
            <a:endParaRPr lang="en-US" dirty="0">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13</a:t>
            </a:fld>
            <a:endParaRPr lang="en-US"/>
          </a:p>
        </p:txBody>
      </p:sp>
    </p:spTree>
    <p:extLst>
      <p:ext uri="{BB962C8B-B14F-4D97-AF65-F5344CB8AC3E}">
        <p14:creationId xmlns:p14="http://schemas.microsoft.com/office/powerpoint/2010/main" val="1774789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DB10-53CE-D2FF-9E4E-B9C8C075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EFF8E-1C92-8026-F229-FE9947B5A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88573-7B3C-9E43-E3B7-85687EE1E815}"/>
              </a:ext>
            </a:extLst>
          </p:cNvPr>
          <p:cNvSpPr>
            <a:spLocks noGrp="1"/>
          </p:cNvSpPr>
          <p:nvPr>
            <p:ph type="body" idx="1"/>
          </p:nvPr>
        </p:nvSpPr>
        <p:spPr/>
        <p:txBody>
          <a:bodyPr/>
          <a:lstStyle/>
          <a:p>
            <a:r>
              <a:rPr lang="en-US" dirty="0"/>
              <a:t> SDCs that exhibit forward-thinking practices within the SDC network referred to as early adopters. These SDCs proactively leverage Census Bureau data while supplementing it with information from state agencies and other federal agencies. These SDCs stand out for their strategic use of multiple data sources, to create statistical products. This proactive approach enables them to release data that addresses the evolving needs of users. </a:t>
            </a:r>
            <a:endParaRPr lang="en-US" dirty="0">
              <a:cs typeface="Calibri"/>
            </a:endParaRPr>
          </a:p>
          <a:p>
            <a:endParaRPr lang="en-US"/>
          </a:p>
          <a:p>
            <a:r>
              <a:rPr lang="en-US" dirty="0"/>
              <a:t>Four SDCs stand out as forward-thinking entities, each distinguished by unique approaches in addressing user data needs: Colorado, Kansas, New Mexico, and New York. </a:t>
            </a:r>
            <a:endParaRPr lang="en-US" dirty="0">
              <a:cs typeface="Calibri"/>
            </a:endParaRPr>
          </a:p>
          <a:p>
            <a:r>
              <a:rPr lang="en-US" dirty="0"/>
              <a:t>Four early adopter states were identified for the breadth and depth of their data offerings: Colorado, New Mexico, Kansas, and New York. </a:t>
            </a:r>
            <a:endParaRPr lang="en-US" dirty="0">
              <a:cs typeface="Calibri"/>
            </a:endParaRPr>
          </a:p>
          <a:p>
            <a:endParaRPr lang="en-US" dirty="0"/>
          </a:p>
          <a:p>
            <a:r>
              <a:rPr lang="en-US" dirty="0"/>
              <a:t>The Colorado State Data Center (SDC) publishes population estimates and projections by combining data from various sources, including Census Bureau data such as the American Community Survey and Decennial Census, along with non-Census data from entities like the Colorado Department of Public Health and Environment, Internal Revenue Service, Medicare, and Immigration Statistics. </a:t>
            </a:r>
            <a:endParaRPr lang="en-US" dirty="0">
              <a:ea typeface="Calibri"/>
              <a:cs typeface="Calibri"/>
            </a:endParaRPr>
          </a:p>
          <a:p>
            <a:r>
              <a:rPr lang="en-US" dirty="0"/>
              <a:t> </a:t>
            </a:r>
            <a:endParaRPr lang="en-US" dirty="0">
              <a:ea typeface="Calibri"/>
              <a:cs typeface="Calibri"/>
            </a:endParaRPr>
          </a:p>
          <a:p>
            <a:r>
              <a:rPr lang="en-US" dirty="0"/>
              <a:t>The Kansas SDC, with its Kansas Regional Data Portal, a dynamic dashboard, offers an overview of regional and county characteristics. Covering diverse categories such as demographics, housing, business, healthcare, quality of life, infrastructure, and natural resources, this user-friendly platform engages users with interactive data presentation. Notably, the portal provides citations for the data, enhancing transparency and credibility. </a:t>
            </a:r>
            <a:endParaRPr lang="en-US" dirty="0">
              <a:ea typeface="Calibri"/>
              <a:cs typeface="Calibri"/>
            </a:endParaRPr>
          </a:p>
          <a:p>
            <a:endParaRPr lang="en-US"/>
          </a:p>
          <a:p>
            <a:r>
              <a:rPr lang="en-US" dirty="0"/>
              <a:t>Situated in the New Mexico Economic Development Department, the New Mexico SDC strategically focuses on economic characteristics. While redirecting population, social, and housing data to Census Bureau products, it excels in providing up-to-date information on the workforce profile. Regular updates, as recent as November 2023, offer timely and relevant economic data. </a:t>
            </a:r>
            <a:endParaRPr lang="en-US" dirty="0">
              <a:ea typeface="Calibri"/>
              <a:cs typeface="Calibri"/>
            </a:endParaRPr>
          </a:p>
          <a:p>
            <a:r>
              <a:rPr lang="en-US" dirty="0"/>
              <a:t>  </a:t>
            </a:r>
            <a:endParaRPr lang="en-US" dirty="0">
              <a:ea typeface="Calibri"/>
              <a:cs typeface="Calibri"/>
            </a:endParaRPr>
          </a:p>
          <a:p>
            <a:r>
              <a:rPr lang="en-US" dirty="0"/>
              <a:t>The New York SDC stands out for its detailed dashboard, encompassing variables from the American Community Survey and Current Population Survey for the state and counties. Beyond conventional data offerings, it provides a Self-Sufficiency Earnings Estimator. This tool, originally developed by the Center for Women’s Welfare, University of Washington, calculates the income required for basic needs, considering family size and geographic location. The inclusion of regional occupational information adds a valuable dimension, aiding users in making informed career decisions. </a:t>
            </a:r>
            <a:endParaRPr lang="en-US" dirty="0">
              <a:ea typeface="Calibri"/>
              <a:cs typeface="Calibri"/>
            </a:endParaRPr>
          </a:p>
          <a:p>
            <a:r>
              <a:rPr lang="en-US" dirty="0"/>
              <a:t>  </a:t>
            </a:r>
            <a:endParaRPr lang="en-US" dirty="0">
              <a:ea typeface="Calibri"/>
              <a:cs typeface="Calibri"/>
            </a:endParaRPr>
          </a:p>
          <a:p>
            <a:r>
              <a:rPr lang="en-US" dirty="0"/>
              <a:t>In summary, these forward-thinking SDCs display a diverse range of strategies, from comprehensive data integration to interactive dashboards and specialized tools. Their initiatives not only address immediate data needs but also pave the way for potential replication and adoption by other SDCs nationwide, contributing to informed users . </a:t>
            </a:r>
            <a:endParaRPr lang="en-US" dirty="0">
              <a:ea typeface="Calibri"/>
              <a:cs typeface="Calibri"/>
            </a:endParaRPr>
          </a:p>
          <a:p>
            <a:endParaRPr lang="en-US">
              <a:cs typeface="Calibri"/>
            </a:endParaRPr>
          </a:p>
        </p:txBody>
      </p:sp>
      <p:sp>
        <p:nvSpPr>
          <p:cNvPr id="4" name="Slide Number Placeholder 3">
            <a:extLst>
              <a:ext uri="{FF2B5EF4-FFF2-40B4-BE49-F238E27FC236}">
                <a16:creationId xmlns:a16="http://schemas.microsoft.com/office/drawing/2014/main" id="{A1524096-8030-76E3-8798-94BB7DA13B7B}"/>
              </a:ext>
            </a:extLst>
          </p:cNvPr>
          <p:cNvSpPr>
            <a:spLocks noGrp="1"/>
          </p:cNvSpPr>
          <p:nvPr>
            <p:ph type="sldNum" sz="quarter" idx="5"/>
          </p:nvPr>
        </p:nvSpPr>
        <p:spPr/>
        <p:txBody>
          <a:bodyPr/>
          <a:lstStyle/>
          <a:p>
            <a:fld id="{0A551F54-77FC-4435-ACE6-4D3B3D250F14}" type="slidenum">
              <a:rPr lang="en-US"/>
              <a:t>14</a:t>
            </a:fld>
            <a:endParaRPr lang="en-US"/>
          </a:p>
        </p:txBody>
      </p:sp>
    </p:spTree>
    <p:extLst>
      <p:ext uri="{BB962C8B-B14F-4D97-AF65-F5344CB8AC3E}">
        <p14:creationId xmlns:p14="http://schemas.microsoft.com/office/powerpoint/2010/main" val="1950429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State FSCPE agencies, designated by their respective governors, work in cooperation with the Census Bureau's Program Branches to produce population estimates, consistent with the last decennial census counts. </a:t>
            </a:r>
            <a:endParaRPr lang="en-US"/>
          </a:p>
          <a:p>
            <a:r>
              <a:rPr lang="en-US" dirty="0"/>
              <a:t>The Census Bureau begins the process of preparing population estimates by updating population information from the most recent census with information found in the annual administrative records of Federal and state agencies. The Census estimates are sent to the FSCPE agencies for review and comment. Population estimates are used to distribute Federal dollars and to determine eligibility for many social programs which are based on population.</a:t>
            </a:r>
            <a:endParaRPr lang="en-US" dirty="0">
              <a:cs typeface="Calibri"/>
            </a:endParaRPr>
          </a:p>
          <a:p>
            <a:endParaRPr lang="en-US"/>
          </a:p>
          <a:p>
            <a:r>
              <a:rPr lang="en-US" dirty="0"/>
              <a:t>The FSCPE responses to the survey include a diverse range of data sources utilized by different states and territories in the United States. These data sources cover various aspects, including Census data, economic indicators, labor market information, and demographic statistics. </a:t>
            </a:r>
          </a:p>
          <a:p>
            <a:pPr marL="171450" indent="-171450">
              <a:buFont typeface="Arial"/>
              <a:buChar char="•"/>
            </a:pPr>
            <a:r>
              <a:rPr lang="en-US"/>
              <a:t>several states rely on data.census.gov for comprehensive Census data</a:t>
            </a:r>
            <a:endParaRPr lang="en-US">
              <a:cs typeface="Calibri" panose="020F0502020204030204"/>
            </a:endParaRPr>
          </a:p>
          <a:p>
            <a:pPr marL="171450" indent="-171450">
              <a:buFont typeface="Arial"/>
              <a:buChar char="•"/>
            </a:pPr>
            <a:r>
              <a:rPr lang="en-US"/>
              <a:t>others utilize specialized tools such as the National Historical Geographic Information System (NHGIS) for historical data</a:t>
            </a:r>
            <a:endParaRPr lang="en-US">
              <a:cs typeface="Calibri" panose="020F0502020204030204"/>
            </a:endParaRPr>
          </a:p>
          <a:p>
            <a:pPr marL="171450" indent="-171450">
              <a:buFont typeface="Arial"/>
              <a:buChar char="•"/>
            </a:pPr>
            <a:r>
              <a:rPr lang="en-US"/>
              <a:t>Economic indicators are accessed through sources like the Bureau of Economic Analysis (BEA) and the St. Louis Federal Reserve Economic Data (FRED)</a:t>
            </a:r>
            <a:endParaRPr lang="en-US">
              <a:cs typeface="Calibri" panose="020F0502020204030204"/>
            </a:endParaRPr>
          </a:p>
          <a:p>
            <a:pPr marL="171450" indent="-171450">
              <a:buFont typeface="Arial"/>
              <a:buChar char="•"/>
            </a:pPr>
            <a:r>
              <a:rPr lang="en-US" dirty="0"/>
              <a:t>States also employ proprietary tools and dashboards developed by the California Department of Finance and the DC Office of Planning to provide detailed demographic, social, and economic insights. </a:t>
            </a:r>
            <a:endParaRPr lang="en-US" dirty="0">
              <a:cs typeface="Calibri" panose="020F0502020204030204"/>
            </a:endParaRPr>
          </a:p>
          <a:p>
            <a:pPr marL="171450" indent="-171450">
              <a:buFont typeface="Arial"/>
              <a:buChar char="•"/>
            </a:pPr>
            <a:r>
              <a:rPr lang="en-US"/>
              <a:t>These resources play a role in informing decision-making processes, supporting research, and facilitating access to data for planning and development.</a:t>
            </a:r>
            <a:endParaRPr lang="en-US">
              <a:cs typeface="Calibri" panose="020F0502020204030204"/>
            </a:endParaRPr>
          </a:p>
          <a:p>
            <a:endParaRPr lang="en-US"/>
          </a:p>
          <a:p>
            <a:r>
              <a:rPr lang="en-US" dirty="0"/>
              <a:t>Examples from many of the states that responded are included below. </a:t>
            </a:r>
            <a:endParaRPr lang="en-US" dirty="0">
              <a:cs typeface="Calibri"/>
            </a:endParaRPr>
          </a:p>
          <a:p>
            <a:r>
              <a:rPr lang="en-US" dirty="0"/>
              <a:t>Alaska’s migration tracker allows you to see annual migration between Alaska's boroughs and census areas based on permanent fund dividend filings. </a:t>
            </a:r>
            <a:r>
              <a:rPr lang="en-US" u="sng" dirty="0">
                <a:hlinkClick r:id="rId3"/>
              </a:rPr>
              <a:t>https://live.laborstats.alaska.gov/pop/000013/000020/pfdmigr.cfm</a:t>
            </a:r>
            <a:r>
              <a:rPr lang="en-US" dirty="0"/>
              <a:t> </a:t>
            </a:r>
            <a:endParaRPr lang="en-US" dirty="0">
              <a:cs typeface="Calibri"/>
            </a:endParaRPr>
          </a:p>
          <a:p>
            <a:endParaRPr lang="en-US"/>
          </a:p>
          <a:p>
            <a:r>
              <a:rPr lang="en-US" dirty="0"/>
              <a:t>Arizona State Demographer's Office produces population estimates and projections. They publish them online using downloadable files. </a:t>
            </a:r>
            <a:r>
              <a:rPr lang="en-US" u="sng" dirty="0">
                <a:hlinkClick r:id="rId4"/>
              </a:rPr>
              <a:t>https://www.azcommerce.com/oeo/population/</a:t>
            </a:r>
            <a:r>
              <a:rPr lang="en-US" dirty="0"/>
              <a:t> </a:t>
            </a:r>
            <a:endParaRPr lang="en-US" dirty="0">
              <a:cs typeface="Calibri"/>
            </a:endParaRPr>
          </a:p>
          <a:p>
            <a:endParaRPr lang="en-US"/>
          </a:p>
          <a:p>
            <a:r>
              <a:rPr lang="en-US" dirty="0"/>
              <a:t>California Department of Finance Demographic Research Unit releases historical and current population estimates with components of change and rankings, Housing unit counts, demographic, social, economic, migration, and housing data from the decennial censuses, ACS, the Current Population Survey (CPS), and other special and periodic surveys, DRU Data Hub. </a:t>
            </a:r>
            <a:r>
              <a:rPr lang="en-US" u="sng" dirty="0">
                <a:hlinkClick r:id="rId5"/>
              </a:rPr>
              <a:t>https://dof.ca.gov/Forecasting/Demographics/</a:t>
            </a:r>
            <a:r>
              <a:rPr lang="en-US" dirty="0"/>
              <a:t> </a:t>
            </a:r>
            <a:endParaRPr lang="en-US" dirty="0">
              <a:cs typeface="Calibri"/>
            </a:endParaRPr>
          </a:p>
          <a:p>
            <a:endParaRPr lang="en-US"/>
          </a:p>
          <a:p>
            <a:r>
              <a:rPr lang="en-US" dirty="0"/>
              <a:t>The District of Columbia’s Office of Planning (OP) Demographic Data Hub presents selected demographic, social, housing, and economic data and analysis to help guide decision-making. The information is presented in geographic profiles, policy, interactive and downloadable maps, open data search, reports, studies, and other downloadable resources that users can incorporate into their research and data products. The Hub was built by the DC State Data Center in collaboration with the Environmental Systems Research Institute (Esri) and the DC Office of the Chief Technology Officer (OCTO) and uses many features of the ArcGIS platform and solution templates. </a:t>
            </a:r>
            <a:r>
              <a:rPr lang="en-US" u="sng" dirty="0">
                <a:hlinkClick r:id="rId6"/>
              </a:rPr>
              <a:t>https://opdatahub.dc.gov/</a:t>
            </a:r>
            <a:r>
              <a:rPr lang="en-US" dirty="0"/>
              <a:t> </a:t>
            </a:r>
            <a:endParaRPr lang="en-US" dirty="0">
              <a:cs typeface="Calibri"/>
            </a:endParaRPr>
          </a:p>
          <a:p>
            <a:endParaRPr lang="en-US"/>
          </a:p>
          <a:p>
            <a:r>
              <a:rPr lang="en-US" dirty="0"/>
              <a:t>The District of Columbia’s Data Dashboard provides a detailed look at key indicators of upward mobility in Washington, DC. They highlight outcomes across racial and ethnic groups as well as across communities. </a:t>
            </a:r>
            <a:endParaRPr lang="en-US" dirty="0">
              <a:cs typeface="Calibri"/>
            </a:endParaRPr>
          </a:p>
          <a:p>
            <a:r>
              <a:rPr lang="en-US" dirty="0"/>
              <a:t>The dashboard includes data for the DC Upward Mobility Project’s three policy areas— housing, financial well-being, and workforce development/adult education. </a:t>
            </a:r>
            <a:endParaRPr lang="en-US" dirty="0">
              <a:cs typeface="Calibri"/>
            </a:endParaRPr>
          </a:p>
          <a:p>
            <a:r>
              <a:rPr lang="en-US" dirty="0"/>
              <a:t>The DC State Data Center assisted in building this dashboard and is responsible for management and annual updates. </a:t>
            </a:r>
            <a:r>
              <a:rPr lang="en-US" u="sng" dirty="0">
                <a:hlinkClick r:id="rId7"/>
              </a:rPr>
              <a:t>https://upwardmobility.dc.gov/</a:t>
            </a:r>
            <a:r>
              <a:rPr lang="en-US" dirty="0"/>
              <a:t> </a:t>
            </a:r>
            <a:endParaRPr lang="en-US" dirty="0">
              <a:cs typeface="Calibri"/>
            </a:endParaRPr>
          </a:p>
          <a:p>
            <a:endParaRPr lang="en-US"/>
          </a:p>
          <a:p>
            <a:r>
              <a:rPr lang="en-US" dirty="0"/>
              <a:t>Hawaii created two data warehouses and a data dashboard: </a:t>
            </a:r>
            <a:endParaRPr lang="en-US" dirty="0">
              <a:cs typeface="Calibri"/>
            </a:endParaRPr>
          </a:p>
          <a:p>
            <a:r>
              <a:rPr lang="en-US" dirty="0"/>
              <a:t>1. Economic Data warehouse. </a:t>
            </a:r>
            <a:r>
              <a:rPr lang="en-US" u="sng" dirty="0">
                <a:hlinkClick r:id="rId8"/>
              </a:rPr>
              <a:t>https://dbedt.hawaii.gov/economic/datawarehouse/</a:t>
            </a:r>
            <a:r>
              <a:rPr lang="en-US" dirty="0"/>
              <a:t> </a:t>
            </a:r>
            <a:endParaRPr lang="en-US" dirty="0">
              <a:cs typeface="Calibri"/>
            </a:endParaRPr>
          </a:p>
          <a:p>
            <a:r>
              <a:rPr lang="en-US" dirty="0"/>
              <a:t>2. DBEDT Tourism Data warehouse. </a:t>
            </a:r>
            <a:r>
              <a:rPr lang="en-US" u="sng" dirty="0">
                <a:hlinkClick r:id="rId9"/>
              </a:rPr>
              <a:t>https://dbedt.hawaii.gov/visitor/tourismdata/</a:t>
            </a:r>
            <a:r>
              <a:rPr lang="en-US" dirty="0"/>
              <a:t> </a:t>
            </a:r>
            <a:endParaRPr lang="en-US" dirty="0">
              <a:cs typeface="Calibri"/>
            </a:endParaRPr>
          </a:p>
          <a:p>
            <a:r>
              <a:rPr lang="en-US" dirty="0"/>
              <a:t>3. The DBEDT Dashboards are the main links to various Tableau dashboards. </a:t>
            </a:r>
            <a:r>
              <a:rPr lang="en-US" u="sng" dirty="0">
                <a:hlinkClick r:id="rId10"/>
              </a:rPr>
              <a:t>https://dbedt.hawaii.gov/economic/dashboards-main/</a:t>
            </a:r>
            <a:r>
              <a:rPr lang="en-US" dirty="0"/>
              <a:t> we created</a:t>
            </a:r>
            <a:endParaRPr lang="en-US" dirty="0">
              <a:cs typeface="Calibri"/>
            </a:endParaRPr>
          </a:p>
          <a:p>
            <a:endParaRPr lang="en-US"/>
          </a:p>
          <a:p>
            <a:r>
              <a:rPr lang="en-US" dirty="0"/>
              <a:t>Examples of Illinois-created datasets and dashboards include:</a:t>
            </a:r>
            <a:endParaRPr lang="en-US" dirty="0">
              <a:cs typeface="Calibri"/>
            </a:endParaRPr>
          </a:p>
          <a:p>
            <a:r>
              <a:rPr lang="en-US" dirty="0"/>
              <a:t>Vital Statistics of Illinois, Illinois Department of Public Health. </a:t>
            </a:r>
            <a:r>
              <a:rPr lang="en-US" u="sng" dirty="0">
                <a:hlinkClick r:id="rId11"/>
              </a:rPr>
              <a:t>https://dph.illinois.gov/data-statistics/vital-statistics.html</a:t>
            </a:r>
            <a:r>
              <a:rPr lang="en-US" dirty="0"/>
              <a:t> </a:t>
            </a:r>
            <a:endParaRPr lang="en-US" dirty="0">
              <a:cs typeface="Calibri"/>
            </a:endParaRPr>
          </a:p>
          <a:p>
            <a:r>
              <a:rPr lang="en-US" dirty="0"/>
              <a:t>Population projections for Illinois and its counties, Illinois Department of Public Health. </a:t>
            </a:r>
            <a:r>
              <a:rPr lang="en-US" u="sng" dirty="0">
                <a:hlinkClick r:id="rId12"/>
              </a:rPr>
              <a:t>https://data.illinois.gov/</a:t>
            </a:r>
            <a:r>
              <a:rPr lang="en-US" dirty="0"/>
              <a:t> </a:t>
            </a:r>
            <a:endParaRPr lang="en-US" dirty="0">
              <a:cs typeface="Calibri"/>
            </a:endParaRPr>
          </a:p>
          <a:p>
            <a:r>
              <a:rPr lang="en-US" dirty="0"/>
              <a:t>Health Disparity Dashboard in Illinois, Chicago, and Illinois Counties, Department of Public </a:t>
            </a:r>
            <a:endParaRPr lang="en-US" dirty="0">
              <a:cs typeface="Calibri"/>
            </a:endParaRPr>
          </a:p>
          <a:p>
            <a:r>
              <a:rPr lang="en-US" dirty="0"/>
              <a:t>Opioid Data Dashboard, Illinois Department of Public Health. </a:t>
            </a:r>
            <a:r>
              <a:rPr lang="en-US" u="sng" dirty="0">
                <a:hlinkClick r:id="rId13"/>
              </a:rPr>
              <a:t>https://idph.illinois.gov/OpioidDataDashboard/</a:t>
            </a:r>
            <a:r>
              <a:rPr lang="en-US" dirty="0"/>
              <a:t> </a:t>
            </a:r>
            <a:endParaRPr lang="en-US" dirty="0">
              <a:cs typeface="Calibri"/>
            </a:endParaRPr>
          </a:p>
          <a:p>
            <a:endParaRPr lang="en-US"/>
          </a:p>
          <a:p>
            <a:r>
              <a:rPr lang="en-US" dirty="0"/>
              <a:t>In addition to Census decennial and ACS data, Massachusetts provides data from other federal agencies for their data products.</a:t>
            </a:r>
            <a:endParaRPr lang="en-US" dirty="0">
              <a:cs typeface="Calibri"/>
            </a:endParaRPr>
          </a:p>
          <a:p>
            <a:r>
              <a:rPr lang="en-US" dirty="0"/>
              <a:t>National Historical GIS (NHGIS) Data Finder: population estimates and projections, public health, transportation, school enrollment, and more.</a:t>
            </a:r>
            <a:endParaRPr lang="en-US" dirty="0">
              <a:cs typeface="Calibri"/>
            </a:endParaRPr>
          </a:p>
          <a:p>
            <a:r>
              <a:rPr lang="en-US" dirty="0"/>
              <a:t>CDC Wonder dataset Births and deaths data by US County </a:t>
            </a:r>
            <a:r>
              <a:rPr lang="en-US" u="sng" dirty="0">
                <a:hlinkClick r:id="rId14"/>
              </a:rPr>
              <a:t>https://wonder.cdc.gov/</a:t>
            </a:r>
            <a:r>
              <a:rPr lang="en-US" dirty="0"/>
              <a:t> </a:t>
            </a:r>
            <a:endParaRPr lang="en-US" dirty="0">
              <a:cs typeface="Calibri"/>
            </a:endParaRPr>
          </a:p>
          <a:p>
            <a:r>
              <a:rPr lang="en-US" dirty="0"/>
              <a:t>National Center for Education Statistics. </a:t>
            </a:r>
            <a:r>
              <a:rPr lang="en-US" u="sng" dirty="0">
                <a:hlinkClick r:id="rId15"/>
              </a:rPr>
              <a:t>https://nces.ed.gov/datalab/</a:t>
            </a:r>
            <a:endParaRPr lang="en-US" dirty="0"/>
          </a:p>
          <a:p>
            <a:r>
              <a:rPr lang="en-US" dirty="0"/>
              <a:t>Internal Revenue Service, Statistics of Income, SOI Tax Stats - Migration Data. </a:t>
            </a:r>
            <a:r>
              <a:rPr lang="en-US" u="sng" dirty="0">
                <a:hlinkClick r:id="rId16"/>
              </a:rPr>
              <a:t>https://www.irs.gov/statistics/soi-tax-stats-migration-data</a:t>
            </a:r>
            <a:r>
              <a:rPr lang="en-US" dirty="0"/>
              <a:t> </a:t>
            </a:r>
            <a:endParaRPr lang="en-US" dirty="0">
              <a:cs typeface="Calibri"/>
            </a:endParaRPr>
          </a:p>
          <a:p>
            <a:endParaRPr lang="en-US"/>
          </a:p>
          <a:p>
            <a:r>
              <a:rPr lang="en-US" dirty="0"/>
              <a:t>New York and Virginia are similar. The SDC is a state agency that works closely with a university (Cornell and University of Virginia, respectively).  </a:t>
            </a:r>
            <a:endParaRPr lang="en-US" dirty="0">
              <a:cs typeface="Calibri"/>
            </a:endParaRPr>
          </a:p>
          <a:p>
            <a:r>
              <a:rPr lang="en-US" dirty="0"/>
              <a:t>They produce similar kinds of databases around county and city population estimates, trends, projections, and school district trends. </a:t>
            </a:r>
            <a:endParaRPr lang="en-US" dirty="0">
              <a:cs typeface="Calibri"/>
            </a:endParaRPr>
          </a:p>
          <a:p>
            <a:r>
              <a:rPr lang="en-US" dirty="0"/>
              <a:t>Virginia also has a dashboard on Virginia Data Dashboard for the 65+ Population: </a:t>
            </a:r>
            <a:r>
              <a:rPr lang="en-US" u="sng" dirty="0">
                <a:hlinkClick r:id="rId17"/>
              </a:rPr>
              <a:t>https://demographics.coopercenter.org/data-dashboard-aging-virginia</a:t>
            </a:r>
            <a:r>
              <a:rPr lang="en-US" dirty="0"/>
              <a:t> </a:t>
            </a:r>
            <a:endParaRPr lang="en-US" dirty="0">
              <a:cs typeface="Calibri"/>
            </a:endParaRPr>
          </a:p>
          <a:p>
            <a:endParaRPr lang="en-US">
              <a:ea typeface="Calibri"/>
              <a:cs typeface="Calibri"/>
            </a:endParaRPr>
          </a:p>
          <a:p>
            <a:pPr marL="628650" lvl="1" indent="-171450">
              <a:lnSpc>
                <a:spcPct val="90000"/>
              </a:lnSpc>
              <a:spcBef>
                <a:spcPts val="500"/>
              </a:spcBef>
              <a:buFont typeface="Courier New,monospace"/>
              <a:buChar char="o"/>
            </a:pPr>
            <a:r>
              <a:rPr lang="en-US" dirty="0"/>
              <a:t>Reached out to all 56 contacts on the Federal-State Cooperative for Population Estimates (FSCPE) website </a:t>
            </a:r>
            <a:endParaRPr lang="en-US" dirty="0">
              <a:cs typeface="Calibri"/>
            </a:endParaRPr>
          </a:p>
          <a:p>
            <a:pPr marL="628650" lvl="1" indent="-171450">
              <a:lnSpc>
                <a:spcPct val="90000"/>
              </a:lnSpc>
              <a:spcBef>
                <a:spcPts val="500"/>
              </a:spcBef>
              <a:buFont typeface="Courier New,monospace"/>
              <a:buChar char="o"/>
            </a:pPr>
            <a:r>
              <a:rPr lang="en-US" dirty="0"/>
              <a:t>Asked for top 6 priority data applications with their corresponding data sources, a brief description/objective, and related web links</a:t>
            </a:r>
            <a:endParaRPr lang="en-US" dirty="0">
              <a:cs typeface="Calibri"/>
            </a:endParaRPr>
          </a:p>
          <a:p>
            <a:endParaRPr lang="en-US">
              <a:ea typeface="Calibri"/>
              <a:cs typeface="Calibri"/>
            </a:endParaRPr>
          </a:p>
          <a:p>
            <a:r>
              <a:rPr lang="en-US" dirty="0"/>
              <a:t>We conducted three rounds of outreach to the 56 FSCPE members, resulting in responses from 18 states. Among the respondents, 15 states cited the U.S. Census Bureau as a primary data source. Other frequently mentioned sources included the U.S. Bureau of Labor Statistics, the U.S. Department of Housing and Urban Development, the U.S. Bureau of Economic Analysis, and the U.S. Department of Agriculture. The survey responses from FSCPE members are displayed on our publicly accessible dashboard.</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0A551F54-77FC-4435-ACE6-4D3B3D250F14}" type="slidenum">
              <a:rPr lang="en-US"/>
              <a:t>15</a:t>
            </a:fld>
            <a:endParaRPr lang="en-US"/>
          </a:p>
        </p:txBody>
      </p:sp>
    </p:spTree>
    <p:extLst>
      <p:ext uri="{BB962C8B-B14F-4D97-AF65-F5344CB8AC3E}">
        <p14:creationId xmlns:p14="http://schemas.microsoft.com/office/powerpoint/2010/main" val="2849942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Courier New,monospace"/>
              <a:buChar char="•"/>
            </a:pPr>
            <a:r>
              <a:rPr lang="en-US"/>
              <a:t>Reached out to all 56 contacts on the Federal-State Cooperative for Population Estimates (FSCPE) website </a:t>
            </a:r>
          </a:p>
          <a:p>
            <a:pPr marL="628650" lvl="1" indent="-171450">
              <a:lnSpc>
                <a:spcPct val="90000"/>
              </a:lnSpc>
              <a:spcBef>
                <a:spcPts val="500"/>
              </a:spcBef>
              <a:buFont typeface="Courier New,monospace"/>
              <a:buChar char="•"/>
            </a:pPr>
            <a:r>
              <a:rPr lang="en-US"/>
              <a:t>Asked for top 6 priority data applications with their corresponding data sources, a brief description/objective, and related web links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16</a:t>
            </a:fld>
            <a:endParaRPr lang="en-US"/>
          </a:p>
        </p:txBody>
      </p:sp>
    </p:spTree>
    <p:extLst>
      <p:ext uri="{BB962C8B-B14F-4D97-AF65-F5344CB8AC3E}">
        <p14:creationId xmlns:p14="http://schemas.microsoft.com/office/powerpoint/2010/main" val="1658304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Questions asked:</a:t>
            </a:r>
          </a:p>
          <a:p>
            <a:endParaRPr lang="en-US" dirty="0">
              <a:cs typeface="Calibri"/>
            </a:endParaRPr>
          </a:p>
          <a:p>
            <a:r>
              <a:rPr lang="en-US" dirty="0"/>
              <a:t>1. What are the data needs of U.S. state and local governments? </a:t>
            </a:r>
            <a:endParaRPr lang="en-US" dirty="0">
              <a:cs typeface="Calibri"/>
            </a:endParaRPr>
          </a:p>
          <a:p>
            <a:r>
              <a:rPr lang="en-US" dirty="0"/>
              <a:t>2. What can the Census do to help U.S. State Data Centers?</a:t>
            </a:r>
          </a:p>
          <a:p>
            <a:r>
              <a:rPr lang="en-US" dirty="0"/>
              <a:t>3. What data do U.S. local governments want?</a:t>
            </a:r>
          </a:p>
          <a:p>
            <a:r>
              <a:rPr lang="en-US" dirty="0"/>
              <a:t>4. How can the U.S. Census help State Data Centers?</a:t>
            </a:r>
          </a:p>
          <a:p>
            <a:r>
              <a:rPr lang="en-US" dirty="0"/>
              <a:t>5. What are the United States local government data needs?</a:t>
            </a:r>
          </a:p>
          <a:p>
            <a:endParaRPr lang="en-US" dirty="0">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17</a:t>
            </a:fld>
            <a:endParaRPr lang="en-US"/>
          </a:p>
        </p:txBody>
      </p:sp>
    </p:spTree>
    <p:extLst>
      <p:ext uri="{BB962C8B-B14F-4D97-AF65-F5344CB8AC3E}">
        <p14:creationId xmlns:p14="http://schemas.microsoft.com/office/powerpoint/2010/main" val="1440447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3.5.1 Search Platform</a:t>
            </a:r>
            <a:endParaRPr lang="en-US"/>
          </a:p>
          <a:p>
            <a:r>
              <a:rPr lang="en-US" i="1" u="sng">
                <a:hlinkClick r:id="rId3"/>
              </a:rPr>
              <a:t>elicit.org</a:t>
            </a:r>
            <a:r>
              <a:rPr lang="en-US" i="1"/>
              <a:t> </a:t>
            </a:r>
            <a:r>
              <a:rPr lang="en-US"/>
              <a:t>– Elicit is an online tool developed by the U.S. nonprofit Ought, a machine learning research lab. The following questions were used to queried.</a:t>
            </a:r>
          </a:p>
          <a:p>
            <a:endParaRPr lang="en-US"/>
          </a:p>
          <a:p>
            <a:r>
              <a:rPr lang="en-US"/>
              <a:t>1. What are the data needs of U.S. state and local governments? </a:t>
            </a:r>
          </a:p>
          <a:p>
            <a:r>
              <a:rPr lang="en-US"/>
              <a:t>2. What can the Census do to help U.S. State Data Centers?</a:t>
            </a:r>
          </a:p>
          <a:p>
            <a:r>
              <a:rPr lang="en-US"/>
              <a:t>3. What data do U.S. local governments want?</a:t>
            </a:r>
          </a:p>
          <a:p>
            <a:r>
              <a:rPr lang="en-US"/>
              <a:t>4. How can the U.S. Census help State Data Centers?</a:t>
            </a:r>
          </a:p>
          <a:p>
            <a:r>
              <a:rPr lang="en-US"/>
              <a:t>5. What are the United States local government data needs?</a:t>
            </a:r>
          </a:p>
          <a:p>
            <a:endParaRPr lang="en-US"/>
          </a:p>
          <a:p>
            <a:r>
              <a:rPr lang="en-US" b="1"/>
              <a:t>3.5.2 Databases</a:t>
            </a:r>
            <a:endParaRPr lang="en-US"/>
          </a:p>
          <a:p>
            <a:r>
              <a:rPr lang="en-US"/>
              <a:t>Various iterations of the above questions in Section 3.5.1 were used to search the following two databases that provide insights into many resources. Since we focused on SDCs, we spent limited time exploring data needs through these venues but provide them as another avenue for future research. </a:t>
            </a:r>
          </a:p>
          <a:p>
            <a:endParaRPr lang="en-US"/>
          </a:p>
          <a:p>
            <a:r>
              <a:rPr lang="en-US" b="1" u="sng"/>
              <a:t>Policy Commons</a:t>
            </a:r>
            <a:r>
              <a:rPr lang="en-US"/>
              <a:t> (accessed through the University of Virginia (UVA) library) – Policy Commons is a public policy database launched in November 2020. It contains documents from over 10,000 think tanks, nongovernmental organizations, and research centers. The database includes public policy academic and grey literature, for example, reports, policy literature, working papers, newsletters, government documents, speeches, white papers, urban plans, and preserves documents removed from the internet and defunct organizations. </a:t>
            </a:r>
          </a:p>
          <a:p>
            <a:endParaRPr lang="en-US"/>
          </a:p>
          <a:p>
            <a:r>
              <a:rPr lang="en-US" b="1" u="sng"/>
              <a:t>Policy Index File</a:t>
            </a:r>
            <a:r>
              <a:rPr lang="en-US"/>
              <a:t> (accessed through the UVA library) – The Policy File Index provides information from over 350 public policy think tanks, nongovernmental organizations, research institutes, university centers, advocacy groups, and other entities. Over 75 public policy topics are covered, from foreign to domestic. </a:t>
            </a:r>
          </a:p>
          <a:p>
            <a:r>
              <a:rPr lang="en-US"/>
              <a:t> </a:t>
            </a:r>
          </a:p>
          <a:p>
            <a:r>
              <a:rPr lang="en-US" b="1"/>
              <a:t>3.5.3 Websites</a:t>
            </a:r>
            <a:endParaRPr lang="en-US"/>
          </a:p>
          <a:p>
            <a:r>
              <a:rPr lang="en-US"/>
              <a:t>Various iterations of the questions in Section 3.5.1 were used to search the following nonprofit websites.</a:t>
            </a:r>
          </a:p>
          <a:p>
            <a:endParaRPr lang="en-US"/>
          </a:p>
          <a:p>
            <a:r>
              <a:rPr lang="en-US" u="sng">
                <a:hlinkClick r:id="rId4"/>
              </a:rPr>
              <a:t>Urban Institute</a:t>
            </a:r>
            <a:r>
              <a:rPr lang="en-US"/>
              <a:t> – “The Urban Institute is a nonprofit research organization that provides </a:t>
            </a:r>
            <a:r>
              <a:rPr lang="en-US" b="1"/>
              <a:t>data and evidence to help advance upward mobility and equity</a:t>
            </a:r>
            <a:r>
              <a:rPr lang="en-US"/>
              <a:t>.” (Accessed 12/19/2023: </a:t>
            </a:r>
            <a:r>
              <a:rPr lang="en-US" u="sng">
                <a:hlinkClick r:id="rId5"/>
              </a:rPr>
              <a:t>https://www.urban.org/about/mission-and-values</a:t>
            </a:r>
            <a:r>
              <a:rPr lang="en-US"/>
              <a:t>)</a:t>
            </a:r>
          </a:p>
          <a:p>
            <a:endParaRPr lang="en-US"/>
          </a:p>
          <a:p>
            <a:r>
              <a:rPr lang="en-US" u="sng">
                <a:hlinkClick r:id="rId6"/>
              </a:rPr>
              <a:t>Association of Public Data Users</a:t>
            </a:r>
            <a:r>
              <a:rPr lang="en-US"/>
              <a:t> – “The Association of Public Data Users (APDU) is a national network that links users, producers, and disseminators of government statistical data. APDU members share a vital concern about the </a:t>
            </a:r>
            <a:r>
              <a:rPr lang="en-US" b="1"/>
              <a:t>collection, dissemination, preservation, and interpretation of public data</a:t>
            </a:r>
            <a:r>
              <a:rPr lang="en-US"/>
              <a:t>.” (Accessed 12/19/2023: </a:t>
            </a:r>
            <a:r>
              <a:rPr lang="en-US" u="sng">
                <a:hlinkClick r:id="rId7"/>
              </a:rPr>
              <a:t>https://www.apdu.org/about-apdu</a:t>
            </a:r>
            <a:r>
              <a:rPr lang="en-US"/>
              <a:t>)</a:t>
            </a:r>
          </a:p>
          <a:p>
            <a:endParaRPr lang="en-US"/>
          </a:p>
          <a:p>
            <a:r>
              <a:rPr lang="en-US" u="sng">
                <a:hlinkClick r:id="rId8"/>
              </a:rPr>
              <a:t>Council of State Governments</a:t>
            </a:r>
            <a:r>
              <a:rPr lang="en-US"/>
              <a:t> – The Council of State Governments is the nation’s largest nonpartisan organization serving all three branches of state elected and appointed officials. The mission of CSG is to </a:t>
            </a:r>
            <a:r>
              <a:rPr lang="en-US" b="1"/>
              <a:t>champion excellence in state government</a:t>
            </a:r>
            <a:r>
              <a:rPr lang="en-US"/>
              <a:t>.” (Accessed 12/19/2023: </a:t>
            </a:r>
            <a:r>
              <a:rPr lang="en-US" u="sng">
                <a:hlinkClick r:id="rId9"/>
              </a:rPr>
              <a:t>https://www.csg.org/about-us/</a:t>
            </a:r>
            <a:r>
              <a:rPr lang="en-US"/>
              <a:t>)</a:t>
            </a:r>
          </a:p>
          <a:p>
            <a:endParaRPr lang="en-US"/>
          </a:p>
          <a:p>
            <a:r>
              <a:rPr lang="en-US" u="sng">
                <a:hlinkClick r:id="rId10"/>
              </a:rPr>
              <a:t>National Association of Counties</a:t>
            </a:r>
            <a:r>
              <a:rPr lang="en-US"/>
              <a:t> – “Through NACo, counties unite to </a:t>
            </a:r>
            <a:r>
              <a:rPr lang="en-US" b="1"/>
              <a:t>advocate for county priorities in federal policymaking, </a:t>
            </a:r>
            <a:r>
              <a:rPr lang="en-US"/>
              <a:t>promote exemplary county policies and practices, nurture leadership skills and expand knowledge networks, </a:t>
            </a:r>
            <a:r>
              <a:rPr lang="en-US" b="1"/>
              <a:t>optimize county and taxpayer resources and cost savings,</a:t>
            </a:r>
            <a:r>
              <a:rPr lang="en-US"/>
              <a:t> and enrich the public’s understanding of county government.” (Accessed 12/19/2023: </a:t>
            </a:r>
            <a:r>
              <a:rPr lang="en-US" u="sng">
                <a:hlinkClick r:id="rId11"/>
              </a:rPr>
              <a:t>https://www.naco.org/page/about-naco</a:t>
            </a:r>
            <a:r>
              <a:rPr lang="en-US"/>
              <a:t>)</a:t>
            </a:r>
          </a:p>
          <a:p>
            <a:endParaRPr lang="en-US"/>
          </a:p>
          <a:p>
            <a:r>
              <a:rPr lang="en-US" u="sng">
                <a:hlinkClick r:id="rId12"/>
              </a:rPr>
              <a:t>National Conference of State Legislatures</a:t>
            </a:r>
            <a:r>
              <a:rPr lang="en-US"/>
              <a:t> – “NCSL provides objective, fact- and evidence-based (nonpartisan) research, technical assistance, skills training, and other resources to </a:t>
            </a:r>
            <a:r>
              <a:rPr lang="en-US" b="1"/>
              <a:t>support the policymaking process</a:t>
            </a:r>
            <a:r>
              <a:rPr lang="en-US"/>
              <a:t>.” (Accessed 12/19/2023:  </a:t>
            </a:r>
            <a:r>
              <a:rPr lang="en-US">
                <a:hlinkClick r:id="rId13"/>
              </a:rPr>
              <a:t>https://www.ncsl.org/our-work</a:t>
            </a:r>
            <a:r>
              <a:rPr lang="en-US"/>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18</a:t>
            </a:fld>
            <a:endParaRPr lang="en-US"/>
          </a:p>
        </p:txBody>
      </p:sp>
    </p:spTree>
    <p:extLst>
      <p:ext uri="{BB962C8B-B14F-4D97-AF65-F5344CB8AC3E}">
        <p14:creationId xmlns:p14="http://schemas.microsoft.com/office/powerpoint/2010/main" val="2497416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key challenges with the text analysis of state constitutions and amendments approach, was understanding context for accurate interpretation of the results. Using GENSIM and BERT, we found cluster of topics related to government and governance, without any mention of state data needs. </a:t>
            </a:r>
          </a:p>
          <a:p>
            <a:endParaRPr lang="en-US" dirty="0"/>
          </a:p>
          <a:p>
            <a:r>
              <a:rPr lang="en-US" dirty="0"/>
              <a:t>Due to the varied organizational structures of the SDCs, we opted against employing web scraping for a systematic SDC review and instead conducted a manual audit. </a:t>
            </a:r>
          </a:p>
          <a:p>
            <a:pPr marL="171450" indent="-171450">
              <a:buFont typeface="Arial"/>
              <a:buChar char="•"/>
            </a:pPr>
            <a:r>
              <a:rPr lang="en-US"/>
              <a:t>The primary drawback of the manual search lies in the substantial time investment.</a:t>
            </a:r>
            <a:endParaRPr lang="en-US">
              <a:cs typeface="Calibri" panose="020F0502020204030204"/>
            </a:endParaRPr>
          </a:p>
          <a:p>
            <a:pPr marL="171450" indent="-171450">
              <a:buFont typeface="Arial"/>
              <a:buChar char="•"/>
            </a:pPr>
            <a:r>
              <a:rPr lang="en-US" dirty="0"/>
              <a:t>It's important to acknowledge that our categorization of the six identified SDC categories—demographics, economy, education, health, housing, and diversity—is subjective and may differ from how the SDCs present their data. Different analysts could possibly infer different classifications from the data available in the SDCs. </a:t>
            </a:r>
            <a:endParaRPr lang="en-US" dirty="0">
              <a:cs typeface="Calibri" panose="020F0502020204030204"/>
            </a:endParaRPr>
          </a:p>
          <a:p>
            <a:pPr marL="171450" indent="-171450">
              <a:buFont typeface="Arial"/>
              <a:buChar char="•"/>
            </a:pPr>
            <a:r>
              <a:rPr lang="en-US"/>
              <a:t>While our manual search was systematic, there's a potential for excluding data related to the six categories or other relevant general information.</a:t>
            </a:r>
            <a:endParaRPr lang="en-US">
              <a:cs typeface="Calibri" panose="020F0502020204030204"/>
            </a:endParaRPr>
          </a:p>
          <a:p>
            <a:endParaRPr lang="en-US"/>
          </a:p>
          <a:p>
            <a:r>
              <a:rPr lang="en-US" dirty="0"/>
              <a:t>In the survey of the Federal-State Cooperative for Population Estimates (FSCPE) contacts, limited responses from members posed a limitation. </a:t>
            </a:r>
          </a:p>
          <a:p>
            <a:endParaRPr lang="en-US"/>
          </a:p>
          <a:p>
            <a:r>
              <a:rPr lang="en-US" dirty="0"/>
              <a:t>In summary, our chosen methods have certain limitations, including subjectivity in classification, time constraints in manual searches, and limited responses in surveys. These considerations are crucial for future efforts aiming to reproduce our approach and should be factored into the interpretation of results.</a:t>
            </a:r>
            <a:endParaRPr lang="en-US" dirty="0">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19</a:t>
            </a:fld>
            <a:endParaRPr lang="en-US"/>
          </a:p>
        </p:txBody>
      </p:sp>
    </p:spTree>
    <p:extLst>
      <p:ext uri="{BB962C8B-B14F-4D97-AF65-F5344CB8AC3E}">
        <p14:creationId xmlns:p14="http://schemas.microsoft.com/office/powerpoint/2010/main" val="4263848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Substantial variations exist among states concerning the accessibility of data on the websites maintained by the leading and coordinating agencies of the SDCs.   </a:t>
            </a:r>
            <a:endParaRPr lang="en-US">
              <a:cs typeface="Calibri"/>
            </a:endParaRPr>
          </a:p>
          <a:p>
            <a:r>
              <a:rPr lang="en-US" dirty="0"/>
              <a:t>The significant variability in the layout of SDCs across states posed a substantial challenge at the project's outset. </a:t>
            </a:r>
          </a:p>
          <a:p>
            <a:endParaRPr lang="en-US" dirty="0"/>
          </a:p>
          <a:p>
            <a:r>
              <a:rPr lang="en-US" dirty="0"/>
              <a:t>SDC’s data citation practices</a:t>
            </a:r>
            <a:endParaRPr lang="en-US" dirty="0">
              <a:cs typeface="Calibri" panose="020F0502020204030204"/>
            </a:endParaRPr>
          </a:p>
          <a:p>
            <a:r>
              <a:rPr lang="en-US" dirty="0"/>
              <a:t> More often than not, SDCs attribute their data to the U.S. Census Bureau without specifying the Census Bureau product or survey</a:t>
            </a:r>
            <a:endParaRPr lang="en-US" dirty="0">
              <a:cs typeface="Calibri" panose="020F0502020204030204"/>
            </a:endParaRPr>
          </a:p>
          <a:p>
            <a:r>
              <a:rPr lang="en-US" dirty="0"/>
              <a:t> Nearly all SDCs referenced their data sources; however, they did not include Digital Object Identifiers (DOIs) nor data citations.</a:t>
            </a:r>
            <a:endParaRPr lang="en-US" dirty="0">
              <a:cs typeface="Calibri"/>
            </a:endParaRPr>
          </a:p>
          <a:p>
            <a:r>
              <a:rPr lang="en-US" dirty="0"/>
              <a:t>The introduction of the citation feature within the tables on data.census.gov represents a positive development. This feature not only aids the SDCs but also enhances the ability of other researchers using Census Bureau data to furnish dependable citations. </a:t>
            </a:r>
            <a:endParaRPr lang="en-US" dirty="0">
              <a:cs typeface="Calibri"/>
            </a:endParaRPr>
          </a:p>
          <a:p>
            <a:endParaRPr lang="en-US"/>
          </a:p>
          <a:p>
            <a:endParaRPr lang="en-US" dirty="0">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20</a:t>
            </a:fld>
            <a:endParaRPr lang="en-US"/>
          </a:p>
        </p:txBody>
      </p:sp>
    </p:spTree>
    <p:extLst>
      <p:ext uri="{BB962C8B-B14F-4D97-AF65-F5344CB8AC3E}">
        <p14:creationId xmlns:p14="http://schemas.microsoft.com/office/powerpoint/2010/main" val="3357371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study, we were ambitious in undertaking multiple approaches to assess state and local data needs. As a next step, we recommend a deeper dive into fewer states, starting with our list of early adopters (Colorado, New Mexico, Kansas, and New York) and proactive data developers (Utah and North Carolina). A deeper dive could include a more detailed review of the SDC websites, interviews, focus groups with the SDC and Coordinating Agency employees and data users, and other methods to provide a richer overview of SDCs.</a:t>
            </a:r>
            <a:endParaRPr lang="en-US" dirty="0">
              <a:cs typeface="Calibri" panose="020F0502020204030204"/>
            </a:endParaRPr>
          </a:p>
          <a:p>
            <a:endParaRPr lang="en-US" dirty="0"/>
          </a:p>
          <a:p>
            <a:r>
              <a:rPr lang="en-US" dirty="0"/>
              <a:t>While recognizing the challenges posed by state variations in resources and type of SDC, the Census Bureau could help achieve some level of consistency in the presentation of the data, starting with population trends and projections. Over time, this would help reduce data access disparities across states.</a:t>
            </a:r>
          </a:p>
          <a:p>
            <a:endParaRPr lang="en-US" dirty="0">
              <a:cs typeface="Calibri"/>
            </a:endParaRPr>
          </a:p>
          <a:p>
            <a:r>
              <a:rPr lang="en-US" dirty="0">
                <a:cs typeface="Calibri"/>
              </a:rPr>
              <a:t>Housekeeping:</a:t>
            </a:r>
            <a:endParaRPr lang="en-US" dirty="0"/>
          </a:p>
          <a:p>
            <a:r>
              <a:rPr lang="en-US" dirty="0"/>
              <a:t>Conduct regular updates to SDC and Coordinating Agency links on the Census Bureau’s website with SDCs. This could be a monthly or quarterly call to SDCs and Coordinating Agencies to check the links and provide updates to the Census Bureau. This collaborative effort would enhance the accuracy and accessibility of SDC-related information, benefiting researchers and users seeking reliable data. Exhibit A2 in the appendix provides the most current weblinks for few SDCs found in our review.</a:t>
            </a:r>
            <a:endParaRPr lang="en-US" dirty="0">
              <a:cs typeface="Calibri"/>
            </a:endParaRPr>
          </a:p>
          <a:p>
            <a:endParaRPr lang="en-US"/>
          </a:p>
          <a:p>
            <a:r>
              <a:rPr lang="en-US" dirty="0"/>
              <a:t>Provide additional clarity on the Census Bureau citations policy webpage and send regular updates on this policy to SDCs and Coordinating Agencies.</a:t>
            </a:r>
            <a:endParaRPr lang="en-US" dirty="0">
              <a:cs typeface="Calibri"/>
            </a:endParaRPr>
          </a:p>
          <a:p>
            <a:endParaRPr lang="en-US"/>
          </a:p>
          <a:p>
            <a:r>
              <a:rPr lang="en-US" dirty="0"/>
              <a:t> </a:t>
            </a:r>
            <a:endParaRPr lang="en-US" dirty="0">
              <a:cs typeface="Calibri"/>
            </a:endParaRPr>
          </a:p>
          <a:p>
            <a:r>
              <a:rPr lang="en-US" dirty="0"/>
              <a:t>The 2020 Census showed increased racial and ethnic diversity within the U.S. population compared to the previous decade (Menchaca et al. 2023). In light of this, we recommend that the Census Bureau encourage the State Data Centers (SDCs) to enhance the accessibility and widespread reporting of diversity information concerning statewide race and ethnicity distribution. The Bureau could also advocate for adherence to the Office of Management and Budget (OMB) standards related to race and ethnicity categories in data reporting by its SDC partners.</a:t>
            </a:r>
            <a:endParaRPr lang="en-US" dirty="0">
              <a:cs typeface="Calibri"/>
            </a:endParaRPr>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21</a:t>
            </a:fld>
            <a:endParaRPr lang="en-US"/>
          </a:p>
        </p:txBody>
      </p:sp>
    </p:spTree>
    <p:extLst>
      <p:ext uri="{BB962C8B-B14F-4D97-AF65-F5344CB8AC3E}">
        <p14:creationId xmlns:p14="http://schemas.microsoft.com/office/powerpoint/2010/main" val="4281271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1_69E96CDB.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39_1753E54E.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23_A9153AB9.xml"/><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30_2FA35EE8.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37_A1D70F35.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2D_AC8C70A7.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A8523B-A73F-69A8-76AD-D4A2DB30BB3B}"/>
              </a:ext>
            </a:extLst>
          </p:cNvPr>
          <p:cNvSpPr/>
          <p:nvPr/>
        </p:nvSpPr>
        <p:spPr>
          <a:xfrm>
            <a:off x="-2475" y="-2475"/>
            <a:ext cx="4586243" cy="6729814"/>
          </a:xfrm>
          <a:prstGeom prst="rect">
            <a:avLst/>
          </a:prstGeom>
          <a:solidFill>
            <a:srgbClr val="1D3259"/>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90218" y="635007"/>
            <a:ext cx="3588543" cy="5588964"/>
          </a:xfrm>
        </p:spPr>
        <p:txBody>
          <a:bodyPr vert="horz" lIns="91440" tIns="45720" rIns="91440" bIns="45720" rtlCol="0" anchor="ctr">
            <a:normAutofit/>
          </a:bodyPr>
          <a:lstStyle/>
          <a:p>
            <a:pPr algn="l"/>
            <a:r>
              <a:rPr lang="en-US" sz="4200">
                <a:solidFill>
                  <a:schemeClr val="bg1"/>
                </a:solidFill>
                <a:ea typeface="+mj-lt"/>
                <a:cs typeface="+mj-lt"/>
              </a:rPr>
              <a:t>A Review of State Data Centers Indicators, Tools, and Methods</a:t>
            </a:r>
            <a:r>
              <a:rPr lang="en-US" sz="4200" b="1">
                <a:solidFill>
                  <a:schemeClr val="bg1"/>
                </a:solidFill>
                <a:ea typeface="+mj-lt"/>
                <a:cs typeface="+mj-lt"/>
              </a:rPr>
              <a:t> </a:t>
            </a:r>
            <a:br>
              <a:rPr lang="en-US" sz="4200" b="1">
                <a:solidFill>
                  <a:schemeClr val="bg1"/>
                </a:solidFill>
                <a:ea typeface="+mj-lt"/>
                <a:cs typeface="+mj-lt"/>
              </a:rPr>
            </a:br>
            <a:endParaRPr lang="en-US" sz="4200">
              <a:solidFill>
                <a:schemeClr val="bg1"/>
              </a:solidFill>
              <a:ea typeface="+mj-lt"/>
              <a:cs typeface="+mj-lt"/>
            </a:endParaRPr>
          </a:p>
        </p:txBody>
      </p:sp>
      <p:pic>
        <p:nvPicPr>
          <p:cNvPr id="4" name="Picture 4">
            <a:extLst>
              <a:ext uri="{FF2B5EF4-FFF2-40B4-BE49-F238E27FC236}">
                <a16:creationId xmlns:a16="http://schemas.microsoft.com/office/drawing/2014/main" id="{08849813-2D6A-8A27-50F6-D231152C8EF8}"/>
              </a:ext>
            </a:extLst>
          </p:cNvPr>
          <p:cNvPicPr>
            <a:picLocks noChangeAspect="1"/>
          </p:cNvPicPr>
          <p:nvPr/>
        </p:nvPicPr>
        <p:blipFill>
          <a:blip r:embed="rId3"/>
          <a:stretch>
            <a:fillRect/>
          </a:stretch>
        </p:blipFill>
        <p:spPr>
          <a:xfrm>
            <a:off x="5850706" y="5185339"/>
            <a:ext cx="5396480" cy="1145119"/>
          </a:xfrm>
          <a:prstGeom prst="rect">
            <a:avLst/>
          </a:prstGeom>
        </p:spPr>
      </p:pic>
      <p:sp>
        <p:nvSpPr>
          <p:cNvPr id="3" name="Subtitle 2"/>
          <p:cNvSpPr>
            <a:spLocks noGrp="1"/>
          </p:cNvSpPr>
          <p:nvPr>
            <p:ph type="subTitle" idx="1"/>
          </p:nvPr>
        </p:nvSpPr>
        <p:spPr>
          <a:xfrm>
            <a:off x="4878781" y="527542"/>
            <a:ext cx="7127247" cy="4511689"/>
          </a:xfrm>
        </p:spPr>
        <p:txBody>
          <a:bodyPr vert="horz" lIns="91440" tIns="45720" rIns="91440" bIns="45720" rtlCol="0" anchor="t">
            <a:noAutofit/>
          </a:bodyPr>
          <a:lstStyle/>
          <a:p>
            <a:r>
              <a:rPr lang="en-US">
                <a:ea typeface="+mn-lt"/>
                <a:cs typeface="+mn-lt"/>
              </a:rPr>
              <a:t>Treena Goswami, UVA</a:t>
            </a:r>
          </a:p>
          <a:p>
            <a:r>
              <a:rPr lang="en-US">
                <a:ea typeface="+mn-lt"/>
                <a:cs typeface="+mn-lt"/>
              </a:rPr>
              <a:t>Marijke van der Geer and </a:t>
            </a:r>
            <a:r>
              <a:rPr lang="en-US" err="1">
                <a:ea typeface="+mn-lt"/>
                <a:cs typeface="+mn-lt"/>
              </a:rPr>
              <a:t>Jianing</a:t>
            </a:r>
            <a:r>
              <a:rPr lang="en-US">
                <a:ea typeface="+mn-lt"/>
                <a:cs typeface="+mn-lt"/>
              </a:rPr>
              <a:t> Cai, </a:t>
            </a:r>
            <a:br>
              <a:rPr lang="en-US"/>
            </a:br>
            <a:r>
              <a:rPr lang="en-US">
                <a:ea typeface="+mn-lt"/>
                <a:cs typeface="+mn-lt"/>
              </a:rPr>
              <a:t>UVA Data Science for the Public Good students</a:t>
            </a:r>
          </a:p>
          <a:p>
            <a:r>
              <a:rPr lang="en-US">
                <a:ea typeface="+mn-lt"/>
                <a:cs typeface="+mn-lt"/>
              </a:rPr>
              <a:t>Neil </a:t>
            </a:r>
            <a:r>
              <a:rPr lang="en-US" err="1">
                <a:ea typeface="+mn-lt"/>
                <a:cs typeface="+mn-lt"/>
              </a:rPr>
              <a:t>Kattampalil</a:t>
            </a:r>
            <a:r>
              <a:rPr lang="en-US">
                <a:ea typeface="+mn-lt"/>
                <a:cs typeface="+mn-lt"/>
              </a:rPr>
              <a:t>, UVA</a:t>
            </a:r>
            <a:endParaRPr lang="en-US"/>
          </a:p>
          <a:p>
            <a:r>
              <a:rPr lang="en-US">
                <a:ea typeface="+mn-lt"/>
                <a:cs typeface="+mn-lt"/>
              </a:rPr>
              <a:t> Vicki Lancaster, UVA </a:t>
            </a:r>
            <a:endParaRPr lang="en-US" i="1">
              <a:ea typeface="+mn-lt"/>
              <a:cs typeface="+mn-lt"/>
            </a:endParaRPr>
          </a:p>
          <a:p>
            <a:r>
              <a:rPr lang="en-US">
                <a:ea typeface="+mn-lt"/>
                <a:cs typeface="+mn-lt"/>
              </a:rPr>
              <a:t>Stephanie Shipp, UVA</a:t>
            </a:r>
            <a:endParaRPr lang="en-US"/>
          </a:p>
          <a:p>
            <a:r>
              <a:rPr lang="en-US">
                <a:ea typeface="+mn-lt"/>
                <a:cs typeface="+mn-lt"/>
              </a:rPr>
              <a:t>Emily Molfino, US Census Bureau</a:t>
            </a:r>
            <a:endParaRPr lang="en-US">
              <a:cs typeface="Calibri" panose="020F0502020204030204"/>
            </a:endParaRPr>
          </a:p>
          <a:p>
            <a:endParaRPr lang="en-US">
              <a:ea typeface="+mn-lt"/>
              <a:cs typeface="+mn-lt"/>
            </a:endParaRPr>
          </a:p>
          <a:p>
            <a:r>
              <a:rPr lang="en-US" dirty="0">
                <a:ea typeface="+mn-lt"/>
                <a:cs typeface="+mn-lt"/>
              </a:rPr>
              <a:t>Applied Demography Conference</a:t>
            </a:r>
          </a:p>
          <a:p>
            <a:r>
              <a:rPr lang="en-US">
                <a:ea typeface="+mn-lt"/>
                <a:cs typeface="+mn-lt"/>
              </a:rPr>
              <a:t>February 7, 2024</a:t>
            </a:r>
            <a:endParaRPr lang="en-US">
              <a:cs typeface="Calibri"/>
            </a:endParaRPr>
          </a:p>
        </p:txBody>
      </p:sp>
      <p:sp>
        <p:nvSpPr>
          <p:cNvPr id="7" name="Slide Number Placeholder 6">
            <a:extLst>
              <a:ext uri="{FF2B5EF4-FFF2-40B4-BE49-F238E27FC236}">
                <a16:creationId xmlns:a16="http://schemas.microsoft.com/office/drawing/2014/main" id="{F7FF1B38-9768-127B-EA7F-A70E2383ED0F}"/>
              </a:ext>
            </a:extLst>
          </p:cNvPr>
          <p:cNvSpPr>
            <a:spLocks noGrp="1"/>
          </p:cNvSpPr>
          <p:nvPr>
            <p:ph type="sldNum" sz="quarter" idx="12"/>
          </p:nvPr>
        </p:nvSpPr>
        <p:spPr>
          <a:xfrm>
            <a:off x="547686" y="6217771"/>
            <a:ext cx="2743200" cy="365125"/>
          </a:xfrm>
        </p:spPr>
        <p:txBody>
          <a:bodyPr/>
          <a:lstStyle/>
          <a:p>
            <a:pPr algn="l"/>
            <a:fld id="{330EA680-D336-4FF7-8B7A-9848BB0A1C32}" type="slidenum">
              <a:rPr lang="en-US" dirty="0" smtClean="0"/>
              <a:pPr algn="l"/>
              <a:t>1</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1776905435"/>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p:txBody>
          <a:bodyPr/>
          <a:lstStyle/>
          <a:p>
            <a:r>
              <a:rPr lang="en-US" b="1">
                <a:solidFill>
                  <a:schemeClr val="accent2"/>
                </a:solidFill>
                <a:ea typeface="Calibri Light"/>
                <a:cs typeface="Calibri Light"/>
              </a:rPr>
              <a:t>Project Goals</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a:xfrm>
            <a:off x="838200" y="1825625"/>
            <a:ext cx="10515600" cy="4392044"/>
          </a:xfrm>
        </p:spPr>
        <p:txBody>
          <a:bodyPr vert="horz" lIns="91440" tIns="45720" rIns="91440" bIns="45720" rtlCol="0" anchor="t">
            <a:normAutofit lnSpcReduction="10000"/>
          </a:bodyPr>
          <a:lstStyle/>
          <a:p>
            <a:pPr marL="0" indent="0">
              <a:lnSpc>
                <a:spcPct val="100000"/>
              </a:lnSpc>
              <a:buNone/>
            </a:pPr>
            <a:r>
              <a:rPr lang="en-US" sz="3200">
                <a:ea typeface="+mn-lt"/>
                <a:cs typeface="+mn-lt"/>
              </a:rPr>
              <a:t>To provide the Census Bureau with information on the State Data Centers (SDC)</a:t>
            </a:r>
            <a:endParaRPr lang="en-US"/>
          </a:p>
          <a:p>
            <a:pPr marL="514350" indent="-514350">
              <a:lnSpc>
                <a:spcPct val="100000"/>
              </a:lnSpc>
              <a:buAutoNum type="arabicPeriod"/>
            </a:pPr>
            <a:r>
              <a:rPr lang="en-US" sz="3200">
                <a:ea typeface="+mn-lt"/>
                <a:cs typeface="+mn-lt"/>
              </a:rPr>
              <a:t>What data sources, tools and statistical products they use?</a:t>
            </a:r>
          </a:p>
          <a:p>
            <a:pPr marL="514350" indent="-514350">
              <a:lnSpc>
                <a:spcPct val="100000"/>
              </a:lnSpc>
              <a:buAutoNum type="arabicPeriod"/>
            </a:pPr>
            <a:r>
              <a:rPr lang="en-US" sz="3200">
                <a:ea typeface="+mn-lt"/>
                <a:cs typeface="+mn-lt"/>
              </a:rPr>
              <a:t>How do they use these data sources?</a:t>
            </a:r>
          </a:p>
          <a:p>
            <a:pPr marL="514350" indent="-514350">
              <a:lnSpc>
                <a:spcPct val="100000"/>
              </a:lnSpc>
              <a:buAutoNum type="arabicPeriod"/>
            </a:pPr>
            <a:r>
              <a:rPr lang="en-US" sz="3200">
                <a:ea typeface="+mn-lt"/>
                <a:cs typeface="+mn-lt"/>
              </a:rPr>
              <a:t>What are standard practices among the SDC network?</a:t>
            </a:r>
          </a:p>
          <a:p>
            <a:pPr marL="0" indent="0">
              <a:lnSpc>
                <a:spcPct val="100000"/>
              </a:lnSpc>
              <a:buNone/>
            </a:pPr>
            <a:endParaRPr lang="en-US" sz="3200">
              <a:ea typeface="+mn-lt"/>
              <a:cs typeface="+mn-lt"/>
            </a:endParaRPr>
          </a:p>
          <a:p>
            <a:pPr marL="0" indent="0">
              <a:lnSpc>
                <a:spcPct val="100000"/>
              </a:lnSpc>
              <a:buNone/>
            </a:pPr>
            <a:r>
              <a:rPr lang="en-US" sz="3200">
                <a:ea typeface="+mn-lt"/>
                <a:cs typeface="+mn-lt"/>
              </a:rPr>
              <a:t>In this project: Examined SDCs, in the 50 states, the District of Columbia, and Guam and Puerto Rico territories.</a:t>
            </a:r>
            <a:endParaRPr lang="en-US">
              <a:cs typeface="Calibri" panose="020F0502020204030204"/>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2</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1224941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19D10-C763-6BE5-550F-65E528E22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E7013-54B6-A53E-06C2-CD3A8471DF27}"/>
              </a:ext>
            </a:extLst>
          </p:cNvPr>
          <p:cNvSpPr>
            <a:spLocks noGrp="1"/>
          </p:cNvSpPr>
          <p:nvPr>
            <p:ph type="title"/>
          </p:nvPr>
        </p:nvSpPr>
        <p:spPr/>
        <p:txBody>
          <a:bodyPr/>
          <a:lstStyle/>
          <a:p>
            <a:r>
              <a:rPr lang="en-US" b="1">
                <a:solidFill>
                  <a:schemeClr val="accent2"/>
                </a:solidFill>
                <a:cs typeface="Calibri Light"/>
              </a:rPr>
              <a:t>What are State Data Centers (SDC)?</a:t>
            </a:r>
            <a:endParaRPr lang="en-US">
              <a:solidFill>
                <a:schemeClr val="accent2"/>
              </a:solidFill>
            </a:endParaRPr>
          </a:p>
        </p:txBody>
      </p:sp>
      <p:pic>
        <p:nvPicPr>
          <p:cNvPr id="48" name="Picture 4">
            <a:extLst>
              <a:ext uri="{FF2B5EF4-FFF2-40B4-BE49-F238E27FC236}">
                <a16:creationId xmlns:a16="http://schemas.microsoft.com/office/drawing/2014/main" id="{A6AF7E19-5673-5517-7837-DDD18E06CDB0}"/>
              </a:ext>
            </a:extLst>
          </p:cNvPr>
          <p:cNvPicPr>
            <a:picLocks noChangeAspect="1"/>
          </p:cNvPicPr>
          <p:nvPr/>
        </p:nvPicPr>
        <p:blipFill>
          <a:blip r:embed="rId4"/>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FBCF381B-9AA5-5860-69EB-1E3FBD9C3A9B}"/>
              </a:ext>
            </a:extLst>
          </p:cNvPr>
          <p:cNvSpPr>
            <a:spLocks noGrp="1"/>
          </p:cNvSpPr>
          <p:nvPr>
            <p:ph idx="1"/>
          </p:nvPr>
        </p:nvSpPr>
        <p:spPr>
          <a:xfrm>
            <a:off x="838200" y="1825625"/>
            <a:ext cx="10515600" cy="4063379"/>
          </a:xfrm>
        </p:spPr>
        <p:txBody>
          <a:bodyPr vert="horz" lIns="91440" tIns="45720" rIns="91440" bIns="45720" rtlCol="0" anchor="t">
            <a:noAutofit/>
          </a:bodyPr>
          <a:lstStyle/>
          <a:p>
            <a:pPr marL="171450" indent="-171450">
              <a:lnSpc>
                <a:spcPct val="100000"/>
              </a:lnSpc>
            </a:pPr>
            <a:r>
              <a:rPr lang="en-US" sz="3200">
                <a:latin typeface="Calibri"/>
                <a:ea typeface="+mn-lt"/>
                <a:cs typeface="Times New Roman"/>
              </a:rPr>
              <a:t>Provide  accessible, accurate, and timely information to data users </a:t>
            </a:r>
            <a:endParaRPr lang="en-US" sz="3200">
              <a:latin typeface="Calibri"/>
              <a:ea typeface="+mn-lt"/>
              <a:cs typeface="Calibri" panose="020F0502020204030204"/>
            </a:endParaRPr>
          </a:p>
          <a:p>
            <a:pPr marL="171450" indent="-171450">
              <a:lnSpc>
                <a:spcPct val="100000"/>
              </a:lnSpc>
            </a:pPr>
            <a:r>
              <a:rPr lang="en-US" sz="3200">
                <a:latin typeface="Calibri"/>
                <a:ea typeface="+mn-lt"/>
                <a:cs typeface="Times New Roman"/>
              </a:rPr>
              <a:t>Partner with the U.S. Census Bureau</a:t>
            </a:r>
            <a:endParaRPr lang="en-US" sz="3200">
              <a:latin typeface="Calibri"/>
              <a:ea typeface="+mn-lt"/>
              <a:cs typeface="Calibri" panose="020F0502020204030204"/>
            </a:endParaRPr>
          </a:p>
          <a:p>
            <a:pPr marL="171450" indent="-171450">
              <a:lnSpc>
                <a:spcPct val="100000"/>
              </a:lnSpc>
            </a:pPr>
            <a:r>
              <a:rPr lang="en-US" sz="3200">
                <a:latin typeface="Calibri"/>
                <a:ea typeface="+mn-lt"/>
                <a:cs typeface="Times New Roman"/>
              </a:rPr>
              <a:t>Facilitate connections across their network of  local groups, individuals, and the Census Bureau’s statistical products</a:t>
            </a:r>
          </a:p>
          <a:p>
            <a:pPr marL="0" indent="0">
              <a:lnSpc>
                <a:spcPct val="100000"/>
              </a:lnSpc>
              <a:buNone/>
            </a:pPr>
            <a:endParaRPr lang="en-US">
              <a:latin typeface="Calibri"/>
              <a:cs typeface="Calibri"/>
            </a:endParaRPr>
          </a:p>
        </p:txBody>
      </p:sp>
      <p:sp>
        <p:nvSpPr>
          <p:cNvPr id="21" name="Slide Number Placeholder 20">
            <a:extLst>
              <a:ext uri="{FF2B5EF4-FFF2-40B4-BE49-F238E27FC236}">
                <a16:creationId xmlns:a16="http://schemas.microsoft.com/office/drawing/2014/main" id="{6F480BB5-D7DC-2341-07D2-98FEE1A6A7AD}"/>
              </a:ext>
            </a:extLst>
          </p:cNvPr>
          <p:cNvSpPr>
            <a:spLocks noGrp="1"/>
          </p:cNvSpPr>
          <p:nvPr>
            <p:ph type="sldNum" sz="quarter" idx="12"/>
          </p:nvPr>
        </p:nvSpPr>
        <p:spPr>
          <a:xfrm>
            <a:off x="478589" y="6127750"/>
            <a:ext cx="2743200" cy="365125"/>
          </a:xfrm>
        </p:spPr>
        <p:txBody>
          <a:bodyPr/>
          <a:lstStyle/>
          <a:p>
            <a:pPr algn="l"/>
            <a:fld id="{330EA680-D336-4FF7-8B7A-9848BB0A1C32}" type="slidenum">
              <a:rPr lang="en-US" smtClean="0"/>
              <a:pPr algn="l"/>
              <a:t>3</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39137415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011A2-F2BD-D95B-1BFF-C7D9C3BC2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3CA0B-B727-A8FF-6E78-E3D14C976B29}"/>
              </a:ext>
            </a:extLst>
          </p:cNvPr>
          <p:cNvSpPr>
            <a:spLocks noGrp="1"/>
          </p:cNvSpPr>
          <p:nvPr>
            <p:ph type="title"/>
          </p:nvPr>
        </p:nvSpPr>
        <p:spPr>
          <a:xfrm>
            <a:off x="838200" y="153458"/>
            <a:ext cx="10515600" cy="1325563"/>
          </a:xfrm>
        </p:spPr>
        <p:txBody>
          <a:bodyPr/>
          <a:lstStyle/>
          <a:p>
            <a:r>
              <a:rPr lang="en-US" b="1">
                <a:solidFill>
                  <a:schemeClr val="accent2"/>
                </a:solidFill>
                <a:ea typeface="+mj-lt"/>
                <a:cs typeface="+mj-lt"/>
              </a:rPr>
              <a:t>State Data Centers </a:t>
            </a:r>
            <a:endParaRPr lang="en-US"/>
          </a:p>
        </p:txBody>
      </p:sp>
      <p:pic>
        <p:nvPicPr>
          <p:cNvPr id="48" name="Picture 4">
            <a:extLst>
              <a:ext uri="{FF2B5EF4-FFF2-40B4-BE49-F238E27FC236}">
                <a16:creationId xmlns:a16="http://schemas.microsoft.com/office/drawing/2014/main" id="{50CA1594-7F2B-5520-E9C9-39E7FB923872}"/>
              </a:ext>
            </a:extLst>
          </p:cNvPr>
          <p:cNvPicPr>
            <a:picLocks noChangeAspect="1"/>
          </p:cNvPicPr>
          <p:nvPr/>
        </p:nvPicPr>
        <p:blipFill>
          <a:blip r:embed="rId3"/>
          <a:stretch>
            <a:fillRect/>
          </a:stretch>
        </p:blipFill>
        <p:spPr>
          <a:xfrm>
            <a:off x="9963412" y="6327599"/>
            <a:ext cx="2012950" cy="444877"/>
          </a:xfrm>
          <a:prstGeom prst="rect">
            <a:avLst/>
          </a:prstGeom>
        </p:spPr>
      </p:pic>
      <p:sp>
        <p:nvSpPr>
          <p:cNvPr id="20" name="Content Placeholder 19">
            <a:extLst>
              <a:ext uri="{FF2B5EF4-FFF2-40B4-BE49-F238E27FC236}">
                <a16:creationId xmlns:a16="http://schemas.microsoft.com/office/drawing/2014/main" id="{7C799C3E-CC74-90E9-59C9-E4476075ABB4}"/>
              </a:ext>
            </a:extLst>
          </p:cNvPr>
          <p:cNvSpPr>
            <a:spLocks noGrp="1"/>
          </p:cNvSpPr>
          <p:nvPr>
            <p:ph idx="1"/>
          </p:nvPr>
        </p:nvSpPr>
        <p:spPr>
          <a:xfrm>
            <a:off x="647700" y="1243542"/>
            <a:ext cx="5729955" cy="4351338"/>
          </a:xfrm>
        </p:spPr>
        <p:txBody>
          <a:bodyPr vert="horz" lIns="91440" tIns="45720" rIns="91440" bIns="45720" rtlCol="0" anchor="t">
            <a:normAutofit/>
          </a:bodyPr>
          <a:lstStyle/>
          <a:p>
            <a:pPr>
              <a:lnSpc>
                <a:spcPct val="100000"/>
              </a:lnSpc>
            </a:pPr>
            <a:r>
              <a:rPr lang="en-US" sz="3200">
                <a:ea typeface="+mn-lt"/>
                <a:cs typeface="+mn-lt"/>
              </a:rPr>
              <a:t>Lead and have one or more coordinating agencies</a:t>
            </a:r>
          </a:p>
          <a:p>
            <a:pPr lvl="1">
              <a:lnSpc>
                <a:spcPct val="100000"/>
              </a:lnSpc>
            </a:pPr>
            <a:r>
              <a:rPr lang="en-US">
                <a:ea typeface="+mn-lt"/>
                <a:cs typeface="+mn-lt"/>
              </a:rPr>
              <a:t> Some states do not have coordinating agencies, ex: Colorado</a:t>
            </a:r>
            <a:endParaRPr lang="en-US">
              <a:cs typeface="Calibri"/>
            </a:endParaRPr>
          </a:p>
          <a:p>
            <a:pPr marL="342900" indent="-342900">
              <a:lnSpc>
                <a:spcPct val="110000"/>
              </a:lnSpc>
            </a:pPr>
            <a:r>
              <a:rPr lang="en-US" sz="3200">
                <a:ea typeface="+mn-lt"/>
                <a:cs typeface="+mn-lt"/>
              </a:rPr>
              <a:t>Numerous types of lead agencies</a:t>
            </a:r>
          </a:p>
          <a:p>
            <a:pPr marL="800100" lvl="1" indent="-342900">
              <a:lnSpc>
                <a:spcPct val="110000"/>
              </a:lnSpc>
            </a:pPr>
            <a:r>
              <a:rPr lang="en-US">
                <a:ea typeface="+mn-lt"/>
                <a:cs typeface="+mn-lt"/>
              </a:rPr>
              <a:t>Universities, Libraries, Research Centers</a:t>
            </a:r>
          </a:p>
          <a:p>
            <a:pPr marL="342900">
              <a:lnSpc>
                <a:spcPct val="110000"/>
              </a:lnSpc>
            </a:pPr>
            <a:endParaRPr lang="en-US" sz="3200">
              <a:ea typeface="+mn-lt"/>
              <a:cs typeface="+mn-lt"/>
            </a:endParaRPr>
          </a:p>
          <a:p>
            <a:pPr marL="342900" indent="-342900">
              <a:lnSpc>
                <a:spcPct val="110000"/>
              </a:lnSpc>
            </a:pPr>
            <a:endParaRPr lang="en-US" sz="2400">
              <a:latin typeface="Arial"/>
              <a:cs typeface="Arial"/>
            </a:endParaRPr>
          </a:p>
        </p:txBody>
      </p:sp>
      <p:sp>
        <p:nvSpPr>
          <p:cNvPr id="21" name="Slide Number Placeholder 20">
            <a:extLst>
              <a:ext uri="{FF2B5EF4-FFF2-40B4-BE49-F238E27FC236}">
                <a16:creationId xmlns:a16="http://schemas.microsoft.com/office/drawing/2014/main" id="{114FDE21-5F51-A892-DFB5-6EF74DFD16D5}"/>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4</a:t>
            </a:fld>
            <a:endParaRPr lang="en-US">
              <a:ea typeface="Calibri" panose="020F0502020204030204"/>
              <a:cs typeface="Calibri" panose="020F0502020204030204"/>
            </a:endParaRPr>
          </a:p>
        </p:txBody>
      </p:sp>
      <p:pic>
        <p:nvPicPr>
          <p:cNvPr id="5" name="Picture 5" descr="A screenshot of a phone&#10;&#10;Description automatically generated">
            <a:extLst>
              <a:ext uri="{FF2B5EF4-FFF2-40B4-BE49-F238E27FC236}">
                <a16:creationId xmlns:a16="http://schemas.microsoft.com/office/drawing/2014/main" id="{82E53D26-1C98-AEEB-C6A6-178AAA8B9230}"/>
              </a:ext>
            </a:extLst>
          </p:cNvPr>
          <p:cNvPicPr>
            <a:picLocks noChangeAspect="1"/>
          </p:cNvPicPr>
          <p:nvPr/>
        </p:nvPicPr>
        <p:blipFill>
          <a:blip r:embed="rId4"/>
          <a:stretch>
            <a:fillRect/>
          </a:stretch>
        </p:blipFill>
        <p:spPr>
          <a:xfrm>
            <a:off x="6918269" y="919964"/>
            <a:ext cx="4208015" cy="5015257"/>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56E80B4-8D9A-B389-7966-384DA2DB77D3}"/>
                  </a:ext>
                </a:extLst>
              </p14:cNvPr>
              <p14:cNvContentPartPr/>
              <p14:nvPr/>
            </p14:nvContentPartPr>
            <p14:xfrm>
              <a:off x="7091955" y="4362451"/>
              <a:ext cx="3484123" cy="42010"/>
            </p14:xfrm>
          </p:contentPart>
        </mc:Choice>
        <mc:Fallback xmlns="">
          <p:pic>
            <p:nvPicPr>
              <p:cNvPr id="13" name="Ink 12">
                <a:extLst>
                  <a:ext uri="{FF2B5EF4-FFF2-40B4-BE49-F238E27FC236}">
                    <a16:creationId xmlns:a16="http://schemas.microsoft.com/office/drawing/2014/main" id="{456E80B4-8D9A-B389-7966-384DA2DB77D3}"/>
                  </a:ext>
                </a:extLst>
              </p:cNvPr>
              <p:cNvPicPr/>
              <p:nvPr/>
            </p:nvPicPr>
            <p:blipFill>
              <a:blip r:embed="rId6"/>
              <a:stretch>
                <a:fillRect/>
              </a:stretch>
            </p:blipFill>
            <p:spPr>
              <a:xfrm>
                <a:off x="7037954" y="4233849"/>
                <a:ext cx="3591764" cy="29878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C6AACE35-2991-0DB6-C611-A500270B7FE9}"/>
                  </a:ext>
                </a:extLst>
              </p14:cNvPr>
              <p14:cNvContentPartPr/>
              <p14:nvPr/>
            </p14:nvContentPartPr>
            <p14:xfrm>
              <a:off x="7009766" y="2605271"/>
              <a:ext cx="2302739" cy="42010"/>
            </p14:xfrm>
          </p:contentPart>
        </mc:Choice>
        <mc:Fallback xmlns="">
          <p:pic>
            <p:nvPicPr>
              <p:cNvPr id="15" name="Ink 14">
                <a:extLst>
                  <a:ext uri="{FF2B5EF4-FFF2-40B4-BE49-F238E27FC236}">
                    <a16:creationId xmlns:a16="http://schemas.microsoft.com/office/drawing/2014/main" id="{C6AACE35-2991-0DB6-C611-A500270B7FE9}"/>
                  </a:ext>
                </a:extLst>
              </p:cNvPr>
              <p:cNvPicPr/>
              <p:nvPr/>
            </p:nvPicPr>
            <p:blipFill>
              <a:blip r:embed="rId8"/>
              <a:stretch>
                <a:fillRect/>
              </a:stretch>
            </p:blipFill>
            <p:spPr>
              <a:xfrm>
                <a:off x="6955779" y="2495680"/>
                <a:ext cx="2410354" cy="260827"/>
              </a:xfrm>
              <a:prstGeom prst="rect">
                <a:avLst/>
              </a:prstGeom>
            </p:spPr>
          </p:pic>
        </mc:Fallback>
      </mc:AlternateContent>
    </p:spTree>
    <p:extLst>
      <p:ext uri="{BB962C8B-B14F-4D97-AF65-F5344CB8AC3E}">
        <p14:creationId xmlns:p14="http://schemas.microsoft.com/office/powerpoint/2010/main" val="1687599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57A1-F844-AB04-5E53-E9BBE1783524}"/>
              </a:ext>
            </a:extLst>
          </p:cNvPr>
          <p:cNvSpPr>
            <a:spLocks noGrp="1"/>
          </p:cNvSpPr>
          <p:nvPr>
            <p:ph type="title"/>
          </p:nvPr>
        </p:nvSpPr>
        <p:spPr/>
        <p:txBody>
          <a:bodyPr>
            <a:normAutofit/>
          </a:bodyPr>
          <a:lstStyle/>
          <a:p>
            <a:r>
              <a:rPr lang="en-US" sz="3600" b="1">
                <a:solidFill>
                  <a:schemeClr val="accent2"/>
                </a:solidFill>
                <a:ea typeface="+mj-lt"/>
                <a:cs typeface="+mj-lt"/>
              </a:rPr>
              <a:t>State Data Center (SDC) Member Network: </a:t>
            </a:r>
            <a:br>
              <a:rPr lang="en-US" sz="3600" b="1">
                <a:solidFill>
                  <a:schemeClr val="accent2"/>
                </a:solidFill>
                <a:ea typeface="+mj-lt"/>
                <a:cs typeface="+mj-lt"/>
              </a:rPr>
            </a:br>
            <a:r>
              <a:rPr lang="en-US" sz="3600" b="1">
                <a:solidFill>
                  <a:schemeClr val="accent2"/>
                </a:solidFill>
                <a:ea typeface="+mj-lt"/>
                <a:cs typeface="+mj-lt"/>
              </a:rPr>
              <a:t>Lead and Coordinating Agencies</a:t>
            </a:r>
          </a:p>
        </p:txBody>
      </p:sp>
      <p:sp>
        <p:nvSpPr>
          <p:cNvPr id="3" name="Text Placeholder 2">
            <a:extLst>
              <a:ext uri="{FF2B5EF4-FFF2-40B4-BE49-F238E27FC236}">
                <a16:creationId xmlns:a16="http://schemas.microsoft.com/office/drawing/2014/main" id="{6FB3434C-FE93-47EE-B650-66B0F6A1A19D}"/>
              </a:ext>
            </a:extLst>
          </p:cNvPr>
          <p:cNvSpPr>
            <a:spLocks noGrp="1"/>
          </p:cNvSpPr>
          <p:nvPr>
            <p:ph type="body" idx="1"/>
          </p:nvPr>
        </p:nvSpPr>
        <p:spPr>
          <a:xfrm>
            <a:off x="649288" y="2164217"/>
            <a:ext cx="5355090" cy="823912"/>
          </a:xfrm>
          <a:ln>
            <a:solidFill>
              <a:schemeClr val="tx1"/>
            </a:solidFill>
          </a:ln>
        </p:spPr>
        <p:txBody>
          <a:bodyPr/>
          <a:lstStyle/>
          <a:p>
            <a:r>
              <a:rPr lang="en-US" b="0">
                <a:ea typeface="+mn-lt"/>
                <a:cs typeface="+mn-lt"/>
              </a:rPr>
              <a:t>Type of SDC Lead by State, 2023 </a:t>
            </a:r>
            <a:endParaRPr lang="en-US"/>
          </a:p>
        </p:txBody>
      </p:sp>
      <p:pic>
        <p:nvPicPr>
          <p:cNvPr id="9" name="Content Placeholder 8" descr="A map of the united states&#10;&#10;Description automatically generated">
            <a:extLst>
              <a:ext uri="{FF2B5EF4-FFF2-40B4-BE49-F238E27FC236}">
                <a16:creationId xmlns:a16="http://schemas.microsoft.com/office/drawing/2014/main" id="{451D7198-5393-1414-0983-7CEB134D3760}"/>
              </a:ext>
            </a:extLst>
          </p:cNvPr>
          <p:cNvPicPr>
            <a:picLocks noGrp="1" noChangeAspect="1"/>
          </p:cNvPicPr>
          <p:nvPr>
            <p:ph sz="half" idx="2"/>
          </p:nvPr>
        </p:nvPicPr>
        <p:blipFill>
          <a:blip r:embed="rId3"/>
          <a:stretch>
            <a:fillRect/>
          </a:stretch>
        </p:blipFill>
        <p:spPr>
          <a:xfrm>
            <a:off x="643806" y="2992397"/>
            <a:ext cx="5360572" cy="2441963"/>
          </a:xfrm>
          <a:ln>
            <a:solidFill>
              <a:schemeClr val="tx1"/>
            </a:solidFill>
          </a:ln>
        </p:spPr>
      </p:pic>
      <p:sp>
        <p:nvSpPr>
          <p:cNvPr id="5" name="Text Placeholder 4">
            <a:extLst>
              <a:ext uri="{FF2B5EF4-FFF2-40B4-BE49-F238E27FC236}">
                <a16:creationId xmlns:a16="http://schemas.microsoft.com/office/drawing/2014/main" id="{8B2F868A-4D28-9A2F-35AF-06165A804379}"/>
              </a:ext>
            </a:extLst>
          </p:cNvPr>
          <p:cNvSpPr>
            <a:spLocks noGrp="1"/>
          </p:cNvSpPr>
          <p:nvPr>
            <p:ph type="body" sz="quarter" idx="3"/>
          </p:nvPr>
        </p:nvSpPr>
        <p:spPr>
          <a:xfrm>
            <a:off x="6267450" y="2164217"/>
            <a:ext cx="5679848" cy="830716"/>
          </a:xfrm>
          <a:ln>
            <a:solidFill>
              <a:schemeClr val="tx1"/>
            </a:solidFill>
          </a:ln>
        </p:spPr>
        <p:txBody>
          <a:bodyPr/>
          <a:lstStyle/>
          <a:p>
            <a:r>
              <a:rPr lang="en-US" b="0">
                <a:ea typeface="+mn-lt"/>
                <a:cs typeface="+mn-lt"/>
              </a:rPr>
              <a:t>Number of Coordinating Agencies by State, 2023 </a:t>
            </a:r>
            <a:endParaRPr lang="en-US"/>
          </a:p>
        </p:txBody>
      </p:sp>
      <p:pic>
        <p:nvPicPr>
          <p:cNvPr id="10" name="Content Placeholder 9" descr="A map of the united states&#10;&#10;Description automatically generated">
            <a:extLst>
              <a:ext uri="{FF2B5EF4-FFF2-40B4-BE49-F238E27FC236}">
                <a16:creationId xmlns:a16="http://schemas.microsoft.com/office/drawing/2014/main" id="{F038A08B-B39A-313B-FF33-F5181EF8A1CD}"/>
              </a:ext>
            </a:extLst>
          </p:cNvPr>
          <p:cNvPicPr>
            <a:picLocks noGrp="1" noChangeAspect="1"/>
          </p:cNvPicPr>
          <p:nvPr>
            <p:ph sz="quarter" idx="4"/>
          </p:nvPr>
        </p:nvPicPr>
        <p:blipFill>
          <a:blip r:embed="rId4"/>
          <a:stretch>
            <a:fillRect/>
          </a:stretch>
        </p:blipFill>
        <p:spPr>
          <a:xfrm>
            <a:off x="6267450" y="2981727"/>
            <a:ext cx="5686652" cy="2438729"/>
          </a:xfrm>
          <a:ln>
            <a:solidFill>
              <a:schemeClr val="tx1"/>
            </a:solidFill>
          </a:ln>
        </p:spPr>
      </p:pic>
      <p:pic>
        <p:nvPicPr>
          <p:cNvPr id="8" name="Picture 4" descr="A black background with blue text&#10;&#10;Description automatically generated">
            <a:extLst>
              <a:ext uri="{FF2B5EF4-FFF2-40B4-BE49-F238E27FC236}">
                <a16:creationId xmlns:a16="http://schemas.microsoft.com/office/drawing/2014/main" id="{64CEF2E2-41B0-325A-56AB-812A478D550A}"/>
              </a:ext>
            </a:extLst>
          </p:cNvPr>
          <p:cNvPicPr>
            <a:picLocks noChangeAspect="1"/>
          </p:cNvPicPr>
          <p:nvPr/>
        </p:nvPicPr>
        <p:blipFill>
          <a:blip r:embed="rId5"/>
          <a:stretch>
            <a:fillRect/>
          </a:stretch>
        </p:blipFill>
        <p:spPr>
          <a:xfrm>
            <a:off x="9248281" y="6190772"/>
            <a:ext cx="2743200" cy="582460"/>
          </a:xfrm>
          <a:prstGeom prst="rect">
            <a:avLst/>
          </a:prstGeom>
        </p:spPr>
      </p:pic>
    </p:spTree>
    <p:extLst>
      <p:ext uri="{BB962C8B-B14F-4D97-AF65-F5344CB8AC3E}">
        <p14:creationId xmlns:p14="http://schemas.microsoft.com/office/powerpoint/2010/main" val="287758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487570"/>
            <a:ext cx="10515600" cy="792265"/>
          </a:xfrm>
        </p:spPr>
        <p:txBody>
          <a:bodyPr/>
          <a:lstStyle/>
          <a:p>
            <a:r>
              <a:rPr lang="en-US" b="1">
                <a:solidFill>
                  <a:schemeClr val="accent2"/>
                </a:solidFill>
                <a:ea typeface="Calibri Light"/>
                <a:cs typeface="Calibri Light"/>
              </a:rPr>
              <a:t>Our Methods:</a:t>
            </a:r>
            <a:endParaRPr lang="en-US">
              <a:solidFill>
                <a:schemeClr val="accent2"/>
              </a:solidFill>
              <a:ea typeface="Calibri Light" panose="020F0302020204030204"/>
              <a:cs typeface="Calibri Light" panose="020F0302020204030204"/>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2"/>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a:xfrm>
            <a:off x="703729" y="1474775"/>
            <a:ext cx="10515600" cy="3861478"/>
          </a:xfrm>
        </p:spPr>
        <p:txBody>
          <a:bodyPr vert="horz" lIns="91440" tIns="45720" rIns="91440" bIns="45720" rtlCol="0" anchor="t">
            <a:noAutofit/>
          </a:bodyPr>
          <a:lstStyle/>
          <a:p>
            <a:pPr marL="514350" indent="-514350">
              <a:lnSpc>
                <a:spcPct val="110000"/>
              </a:lnSpc>
              <a:buAutoNum type="arabicPeriod"/>
            </a:pPr>
            <a:r>
              <a:rPr lang="en-US" sz="3200" dirty="0">
                <a:ea typeface="+mn-lt"/>
                <a:cs typeface="+mn-lt"/>
              </a:rPr>
              <a:t>Text analysis of state constitutions and amendments </a:t>
            </a:r>
            <a:endParaRPr lang="en-US" sz="3200">
              <a:ea typeface="Calibri"/>
              <a:cs typeface="Calibri" panose="020F0502020204030204"/>
            </a:endParaRPr>
          </a:p>
          <a:p>
            <a:pPr marL="514350" indent="-514350">
              <a:lnSpc>
                <a:spcPct val="110000"/>
              </a:lnSpc>
              <a:buAutoNum type="arabicPeriod"/>
            </a:pPr>
            <a:r>
              <a:rPr lang="en-US" sz="3200" dirty="0">
                <a:latin typeface="Calibri"/>
                <a:ea typeface="+mn-lt"/>
                <a:cs typeface="Arial"/>
              </a:rPr>
              <a:t>Text analysis of SDC mission statements</a:t>
            </a:r>
          </a:p>
          <a:p>
            <a:pPr marL="514350" indent="-514350">
              <a:lnSpc>
                <a:spcPct val="110000"/>
              </a:lnSpc>
              <a:buAutoNum type="arabicPeriod"/>
            </a:pPr>
            <a:r>
              <a:rPr lang="en-US" sz="3200" dirty="0">
                <a:latin typeface="Calibri"/>
                <a:ea typeface="+mn-lt"/>
                <a:cs typeface="Arial"/>
              </a:rPr>
              <a:t>Review of SDC websites</a:t>
            </a:r>
            <a:endParaRPr lang="en-US" sz="3200" dirty="0">
              <a:ea typeface="Calibri"/>
              <a:cs typeface="Arial"/>
            </a:endParaRPr>
          </a:p>
          <a:p>
            <a:pPr marL="514350" indent="-514350">
              <a:lnSpc>
                <a:spcPct val="110000"/>
              </a:lnSpc>
              <a:buAutoNum type="arabicPeriod"/>
            </a:pPr>
            <a:r>
              <a:rPr lang="en-US" sz="3200" dirty="0">
                <a:ea typeface="+mn-lt"/>
                <a:cs typeface="+mn-lt"/>
              </a:rPr>
              <a:t>Survey of the Federal-State Cooperative for Population Estimates (FSCPE) contacts; and </a:t>
            </a:r>
            <a:endParaRPr lang="en-US" sz="3200">
              <a:ea typeface="Calibri"/>
              <a:cs typeface="Calibri" panose="020F0502020204030204"/>
            </a:endParaRPr>
          </a:p>
          <a:p>
            <a:pPr marL="514350" indent="-514350">
              <a:lnSpc>
                <a:spcPct val="110000"/>
              </a:lnSpc>
              <a:buAutoNum type="arabicPeriod"/>
            </a:pPr>
            <a:r>
              <a:rPr lang="en-US" sz="3200" dirty="0">
                <a:ea typeface="+mn-lt"/>
                <a:cs typeface="+mn-lt"/>
              </a:rPr>
              <a:t>Exploration of search platforms and databases</a:t>
            </a:r>
            <a:endParaRPr lang="en-US" sz="3200">
              <a:ea typeface="Calibri"/>
              <a:cs typeface="Calibri" panose="020F0502020204030204"/>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6</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256483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747818" y="342335"/>
            <a:ext cx="10872019" cy="1325563"/>
          </a:xfrm>
        </p:spPr>
        <p:txBody>
          <a:bodyPr/>
          <a:lstStyle/>
          <a:p>
            <a:r>
              <a:rPr lang="en-US" b="1">
                <a:solidFill>
                  <a:schemeClr val="accent2"/>
                </a:solidFill>
                <a:ea typeface="Calibri Light"/>
                <a:cs typeface="Calibri Light"/>
              </a:rPr>
              <a:t>Method 1</a:t>
            </a:r>
            <a:r>
              <a:rPr lang="en-US" b="1">
                <a:ea typeface="Calibri Light"/>
                <a:cs typeface="Calibri Light"/>
              </a:rPr>
              <a:t>:</a:t>
            </a:r>
            <a:r>
              <a:rPr lang="en-US" b="1">
                <a:ea typeface="+mj-lt"/>
                <a:cs typeface="+mj-lt"/>
              </a:rPr>
              <a:t> </a:t>
            </a:r>
            <a:r>
              <a:rPr lang="en-US">
                <a:ea typeface="+mj-lt"/>
                <a:cs typeface="+mj-lt"/>
              </a:rPr>
              <a:t>Text analysis of state constitutions and amendments </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p:txBody>
          <a:bodyPr vert="horz" lIns="91440" tIns="45720" rIns="91440" bIns="45720" rtlCol="0" anchor="t">
            <a:normAutofit/>
          </a:bodyPr>
          <a:lstStyle/>
          <a:p>
            <a:pPr marL="0" indent="0">
              <a:lnSpc>
                <a:spcPct val="110000"/>
              </a:lnSpc>
              <a:buNone/>
            </a:pPr>
            <a:r>
              <a:rPr lang="en-US" sz="3200" b="1" dirty="0">
                <a:latin typeface="Calibri"/>
                <a:cs typeface="Arial"/>
              </a:rPr>
              <a:t>Findings</a:t>
            </a:r>
            <a:endParaRPr lang="en-US" sz="3200" b="1" dirty="0">
              <a:ea typeface="+mn-lt"/>
              <a:cs typeface="Calibri"/>
            </a:endParaRPr>
          </a:p>
          <a:p>
            <a:pPr marL="914400" lvl="1" indent="-457200">
              <a:lnSpc>
                <a:spcPct val="110000"/>
              </a:lnSpc>
            </a:pPr>
            <a:r>
              <a:rPr lang="en-US" sz="2800" dirty="0">
                <a:ea typeface="+mn-lt"/>
                <a:cs typeface="Arial"/>
              </a:rPr>
              <a:t>These d</a:t>
            </a:r>
            <a:r>
              <a:rPr lang="en-US" sz="2800" dirty="0">
                <a:ea typeface="+mn-lt"/>
                <a:cs typeface="+mn-lt"/>
              </a:rPr>
              <a:t>ocuments encompass broad topics</a:t>
            </a:r>
          </a:p>
          <a:p>
            <a:pPr marL="914400" lvl="1" indent="-457200">
              <a:lnSpc>
                <a:spcPct val="110000"/>
              </a:lnSpc>
            </a:pPr>
            <a:r>
              <a:rPr lang="en-US" sz="2800" dirty="0">
                <a:ea typeface="+mn-lt"/>
                <a:cs typeface="+mn-lt"/>
              </a:rPr>
              <a:t>Topics and words are interesting BUT do not say what data a state requires, uses, or needs</a:t>
            </a:r>
          </a:p>
          <a:p>
            <a:pPr marL="0" indent="0">
              <a:lnSpc>
                <a:spcPct val="110000"/>
              </a:lnSpc>
              <a:buNone/>
            </a:pPr>
            <a:r>
              <a:rPr lang="en-US" sz="3600" dirty="0">
                <a:ea typeface="+mn-lt"/>
                <a:cs typeface="+mn-lt"/>
              </a:rPr>
              <a:t>Methods</a:t>
            </a:r>
            <a:endParaRPr lang="en-US" sz="3600" dirty="0">
              <a:latin typeface="Calibri"/>
              <a:cs typeface="Calibri"/>
            </a:endParaRPr>
          </a:p>
          <a:p>
            <a:pPr marL="914400" lvl="1" indent="-457200">
              <a:lnSpc>
                <a:spcPct val="110000"/>
              </a:lnSpc>
            </a:pPr>
            <a:r>
              <a:rPr lang="en-US" sz="2800" dirty="0">
                <a:latin typeface="Calibri"/>
                <a:cs typeface="Calibri"/>
              </a:rPr>
              <a:t>Manual Search and Topic Modelling (GENSIM and BERT)</a:t>
            </a: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7</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2440686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156040"/>
            <a:ext cx="11353800" cy="1325563"/>
          </a:xfrm>
        </p:spPr>
        <p:txBody>
          <a:bodyPr>
            <a:normAutofit/>
          </a:bodyPr>
          <a:lstStyle/>
          <a:p>
            <a:r>
              <a:rPr lang="en-US" sz="3600" b="1">
                <a:ea typeface="+mj-lt"/>
                <a:cs typeface="+mj-lt"/>
              </a:rPr>
              <a:t>Topic Modeling using BERT</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710923" y="6217986"/>
            <a:ext cx="2307772" cy="480407"/>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8</a:t>
            </a:fld>
            <a:endParaRPr lang="en-US">
              <a:ea typeface="Calibri" panose="020F0502020204030204"/>
              <a:cs typeface="Calibri" panose="020F0502020204030204"/>
            </a:endParaRPr>
          </a:p>
        </p:txBody>
      </p:sp>
      <p:sp>
        <p:nvSpPr>
          <p:cNvPr id="4" name="Content Placeholder 2">
            <a:extLst>
              <a:ext uri="{FF2B5EF4-FFF2-40B4-BE49-F238E27FC236}">
                <a16:creationId xmlns:a16="http://schemas.microsoft.com/office/drawing/2014/main" id="{DEF4D6CE-2411-C719-C2C7-E44B57309159}"/>
              </a:ext>
            </a:extLst>
          </p:cNvPr>
          <p:cNvSpPr>
            <a:spLocks noGrp="1"/>
          </p:cNvSpPr>
          <p:nvPr/>
        </p:nvSpPr>
        <p:spPr>
          <a:xfrm>
            <a:off x="1051427" y="1144852"/>
            <a:ext cx="9994334" cy="1136006"/>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ea typeface="+mn-lt"/>
                <a:cs typeface="+mn-lt"/>
              </a:rPr>
              <a:t>Example: Eight most frequent topics in the state constitution and amendments of Texas </a:t>
            </a:r>
            <a:endParaRPr lang="en-US">
              <a:ea typeface="Calibri" panose="020F0502020204030204"/>
              <a:cs typeface="Calibri" panose="020F0502020204030204"/>
            </a:endParaRPr>
          </a:p>
          <a:p>
            <a:pPr marL="0" indent="0">
              <a:buNone/>
            </a:pPr>
            <a:endParaRPr lang="en-US" sz="2000">
              <a:ea typeface="Calibri"/>
              <a:cs typeface="Calibri"/>
            </a:endParaRPr>
          </a:p>
          <a:p>
            <a:endParaRPr lang="en-US" sz="2000">
              <a:ea typeface="Calibri"/>
              <a:cs typeface="Calibri"/>
            </a:endParaRPr>
          </a:p>
          <a:p>
            <a:pPr lvl="1"/>
            <a:endParaRPr lang="en-US">
              <a:ea typeface="Calibri"/>
              <a:cs typeface="Calibri"/>
            </a:endParaRPr>
          </a:p>
        </p:txBody>
      </p:sp>
      <p:sp>
        <p:nvSpPr>
          <p:cNvPr id="3" name="TextBox 2">
            <a:extLst>
              <a:ext uri="{FF2B5EF4-FFF2-40B4-BE49-F238E27FC236}">
                <a16:creationId xmlns:a16="http://schemas.microsoft.com/office/drawing/2014/main" id="{EB1EFCDA-2F66-7793-991D-8E3933A9F7DA}"/>
              </a:ext>
            </a:extLst>
          </p:cNvPr>
          <p:cNvSpPr txBox="1"/>
          <p:nvPr/>
        </p:nvSpPr>
        <p:spPr>
          <a:xfrm>
            <a:off x="8446576" y="154982"/>
            <a:ext cx="3629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2"/>
                </a:solidFill>
                <a:latin typeface="Calibri Light"/>
                <a:ea typeface="+mn-lt"/>
                <a:cs typeface="+mn-lt"/>
              </a:rPr>
              <a:t>Method 1: Text analysis of state constitutions and amendments </a:t>
            </a:r>
          </a:p>
          <a:p>
            <a:pPr algn="l"/>
            <a:endParaRPr lang="en-US">
              <a:cs typeface="Calibri"/>
            </a:endParaRPr>
          </a:p>
        </p:txBody>
      </p:sp>
      <p:pic>
        <p:nvPicPr>
          <p:cNvPr id="5" name="Picture 4" descr="A group of colored bars&#10;&#10;Description automatically generated">
            <a:extLst>
              <a:ext uri="{FF2B5EF4-FFF2-40B4-BE49-F238E27FC236}">
                <a16:creationId xmlns:a16="http://schemas.microsoft.com/office/drawing/2014/main" id="{B542334A-32C6-76FD-46D5-5397963D3529}"/>
              </a:ext>
            </a:extLst>
          </p:cNvPr>
          <p:cNvPicPr>
            <a:picLocks noChangeAspect="1"/>
          </p:cNvPicPr>
          <p:nvPr/>
        </p:nvPicPr>
        <p:blipFill>
          <a:blip r:embed="rId4"/>
          <a:stretch>
            <a:fillRect/>
          </a:stretch>
        </p:blipFill>
        <p:spPr>
          <a:xfrm>
            <a:off x="1604102" y="1583922"/>
            <a:ext cx="8752217" cy="4564093"/>
          </a:xfrm>
          <a:prstGeom prst="rect">
            <a:avLst/>
          </a:prstGeom>
          <a:ln>
            <a:solidFill>
              <a:schemeClr val="tx1"/>
            </a:solidFill>
          </a:ln>
        </p:spPr>
      </p:pic>
    </p:spTree>
    <p:extLst>
      <p:ext uri="{BB962C8B-B14F-4D97-AF65-F5344CB8AC3E}">
        <p14:creationId xmlns:p14="http://schemas.microsoft.com/office/powerpoint/2010/main" val="216631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780D-585C-BBEA-6511-CA44AD6F3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2D859-4B99-4AFA-09D5-882FE16DD464}"/>
              </a:ext>
            </a:extLst>
          </p:cNvPr>
          <p:cNvSpPr>
            <a:spLocks noGrp="1"/>
          </p:cNvSpPr>
          <p:nvPr>
            <p:ph type="title"/>
          </p:nvPr>
        </p:nvSpPr>
        <p:spPr>
          <a:xfrm>
            <a:off x="843682" y="107470"/>
            <a:ext cx="10515600" cy="1325563"/>
          </a:xfrm>
        </p:spPr>
        <p:txBody>
          <a:bodyPr vert="horz" lIns="91440" tIns="45720" rIns="91440" bIns="45720" rtlCol="0" anchor="ctr">
            <a:noAutofit/>
          </a:bodyPr>
          <a:lstStyle/>
          <a:p>
            <a:r>
              <a:rPr lang="en-US" b="1">
                <a:solidFill>
                  <a:schemeClr val="accent2"/>
                </a:solidFill>
                <a:ea typeface="+mj-lt"/>
                <a:cs typeface="+mj-lt"/>
              </a:rPr>
              <a:t>Method 2</a:t>
            </a:r>
            <a:r>
              <a:rPr lang="en-US" b="1">
                <a:ea typeface="+mj-lt"/>
                <a:cs typeface="+mj-lt"/>
              </a:rPr>
              <a:t>: </a:t>
            </a:r>
            <a:r>
              <a:rPr lang="en-US">
                <a:ea typeface="+mj-lt"/>
                <a:cs typeface="+mj-lt"/>
              </a:rPr>
              <a:t>Text analysis of SDC mission statements</a:t>
            </a:r>
            <a:endParaRPr lang="en-US">
              <a:cs typeface="Calibri Light"/>
            </a:endParaRPr>
          </a:p>
        </p:txBody>
      </p:sp>
      <p:sp>
        <p:nvSpPr>
          <p:cNvPr id="3" name="Content Placeholder 2">
            <a:extLst>
              <a:ext uri="{FF2B5EF4-FFF2-40B4-BE49-F238E27FC236}">
                <a16:creationId xmlns:a16="http://schemas.microsoft.com/office/drawing/2014/main" id="{ABCE1752-6763-3B54-0B5D-7A2EDC311A98}"/>
              </a:ext>
            </a:extLst>
          </p:cNvPr>
          <p:cNvSpPr>
            <a:spLocks noGrp="1"/>
          </p:cNvSpPr>
          <p:nvPr>
            <p:ph sz="half" idx="1"/>
          </p:nvPr>
        </p:nvSpPr>
        <p:spPr>
          <a:xfrm>
            <a:off x="6849866" y="2018153"/>
            <a:ext cx="5181600" cy="2810431"/>
          </a:xfrm>
        </p:spPr>
        <p:txBody>
          <a:bodyPr vert="horz" lIns="91440" tIns="45720" rIns="91440" bIns="45720" rtlCol="0" anchor="t">
            <a:normAutofit fontScale="70000" lnSpcReduction="20000"/>
          </a:bodyPr>
          <a:lstStyle/>
          <a:p>
            <a:pPr marL="0" indent="0">
              <a:buNone/>
            </a:pPr>
            <a:r>
              <a:rPr lang="en-US" sz="3200" dirty="0">
                <a:ea typeface="+mn-lt"/>
                <a:cs typeface="+mn-lt"/>
              </a:rPr>
              <a:t>Word Cloud for 38 SDC mission statements</a:t>
            </a:r>
            <a:endParaRPr lang="en-US" dirty="0">
              <a:ea typeface="+mn-lt"/>
              <a:cs typeface="+mn-lt"/>
            </a:endParaRPr>
          </a:p>
          <a:p>
            <a:pPr marL="0" indent="0">
              <a:buNone/>
            </a:pPr>
            <a:br>
              <a:rPr lang="en-US" sz="3200" dirty="0">
                <a:ea typeface="+mn-lt"/>
                <a:cs typeface="+mn-lt"/>
              </a:rPr>
            </a:br>
            <a:r>
              <a:rPr lang="en-US" sz="3200" dirty="0">
                <a:ea typeface="Calibri"/>
                <a:cs typeface="Calibri"/>
              </a:rPr>
              <a:t>-demographics</a:t>
            </a:r>
            <a:endParaRPr lang="en-US" dirty="0">
              <a:cs typeface="Calibri"/>
            </a:endParaRPr>
          </a:p>
          <a:p>
            <a:pPr marL="0" indent="0">
              <a:buNone/>
            </a:pPr>
            <a:r>
              <a:rPr lang="en-US" sz="3200" dirty="0">
                <a:latin typeface="Calibri"/>
                <a:ea typeface="Calibri"/>
                <a:cs typeface="Calibri"/>
              </a:rPr>
              <a:t>-community</a:t>
            </a:r>
          </a:p>
          <a:p>
            <a:pPr marL="0" indent="0">
              <a:buNone/>
            </a:pPr>
            <a:r>
              <a:rPr lang="en-US" sz="3200" dirty="0">
                <a:ea typeface="Calibri"/>
                <a:cs typeface="Calibri"/>
              </a:rPr>
              <a:t>-housing</a:t>
            </a:r>
          </a:p>
          <a:p>
            <a:pPr marL="0" indent="0">
              <a:buNone/>
            </a:pPr>
            <a:r>
              <a:rPr lang="en-US" sz="3200" dirty="0">
                <a:ea typeface="Calibri"/>
                <a:cs typeface="Calibri"/>
              </a:rPr>
              <a:t>-regional</a:t>
            </a:r>
          </a:p>
          <a:p>
            <a:pPr marL="0" indent="0">
              <a:buNone/>
            </a:pPr>
            <a:r>
              <a:rPr lang="en-US" sz="3200" dirty="0">
                <a:ea typeface="Calibri"/>
                <a:cs typeface="Calibri"/>
              </a:rPr>
              <a:t>-population</a:t>
            </a:r>
          </a:p>
          <a:p>
            <a:pPr marL="0" indent="0">
              <a:buNone/>
            </a:pPr>
            <a:r>
              <a:rPr lang="en-US" sz="3200" dirty="0">
                <a:ea typeface="Calibri"/>
                <a:cs typeface="Calibri"/>
              </a:rPr>
              <a:t>-economic agencies</a:t>
            </a:r>
          </a:p>
          <a:p>
            <a:endParaRPr lang="en-US" sz="3200">
              <a:ea typeface="Calibri" panose="020F0502020204030204"/>
              <a:cs typeface="Arial"/>
            </a:endParaRPr>
          </a:p>
          <a:p>
            <a:endParaRPr lang="en-US" sz="3200">
              <a:ea typeface="Calibri" panose="020F0502020204030204"/>
              <a:cs typeface="Calibri"/>
            </a:endParaRPr>
          </a:p>
        </p:txBody>
      </p:sp>
      <p:sp>
        <p:nvSpPr>
          <p:cNvPr id="21" name="Slide Number Placeholder 20">
            <a:extLst>
              <a:ext uri="{FF2B5EF4-FFF2-40B4-BE49-F238E27FC236}">
                <a16:creationId xmlns:a16="http://schemas.microsoft.com/office/drawing/2014/main" id="{BC20844B-D78F-D0E9-D7D8-B6C5389CF2A6}"/>
              </a:ext>
            </a:extLst>
          </p:cNvPr>
          <p:cNvSpPr>
            <a:spLocks noGrp="1"/>
          </p:cNvSpPr>
          <p:nvPr>
            <p:ph type="sldNum" sz="quarter" idx="12"/>
          </p:nvPr>
        </p:nvSpPr>
        <p:spPr/>
        <p:txBody>
          <a:bodyPr/>
          <a:lstStyle/>
          <a:p>
            <a:pPr algn="l"/>
            <a:fld id="{330EA680-D336-4FF7-8B7A-9848BB0A1C32}" type="slidenum">
              <a:rPr lang="en-US" dirty="0" smtClean="0"/>
              <a:pPr algn="l"/>
              <a:t>9</a:t>
            </a:fld>
            <a:endParaRPr lang="en-US">
              <a:ea typeface="Calibri" panose="020F0502020204030204"/>
              <a:cs typeface="Calibri" panose="020F0502020204030204"/>
            </a:endParaRPr>
          </a:p>
        </p:txBody>
      </p:sp>
      <p:pic>
        <p:nvPicPr>
          <p:cNvPr id="48" name="Picture 4">
            <a:extLst>
              <a:ext uri="{FF2B5EF4-FFF2-40B4-BE49-F238E27FC236}">
                <a16:creationId xmlns:a16="http://schemas.microsoft.com/office/drawing/2014/main" id="{2613AAA7-202F-DF1F-F049-93DCD0FE3A17}"/>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5" name="Content Placeholder 2">
            <a:extLst>
              <a:ext uri="{FF2B5EF4-FFF2-40B4-BE49-F238E27FC236}">
                <a16:creationId xmlns:a16="http://schemas.microsoft.com/office/drawing/2014/main" id="{485BBFBF-A871-D077-4A74-BD146E8DA33C}"/>
              </a:ext>
            </a:extLst>
          </p:cNvPr>
          <p:cNvSpPr>
            <a:spLocks noGrp="1"/>
          </p:cNvSpPr>
          <p:nvPr/>
        </p:nvSpPr>
        <p:spPr>
          <a:xfrm>
            <a:off x="841840" y="2138183"/>
            <a:ext cx="10511979" cy="397309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500">
              <a:latin typeface="Calibri"/>
              <a:cs typeface="Arial"/>
            </a:endParaRPr>
          </a:p>
          <a:p>
            <a:pPr marL="0" indent="0">
              <a:buNone/>
            </a:pPr>
            <a:endParaRPr lang="en-US" sz="4100">
              <a:latin typeface="Calibri"/>
              <a:cs typeface="Arial"/>
            </a:endParaRPr>
          </a:p>
          <a:p>
            <a:endParaRPr lang="en-US">
              <a:latin typeface="Calibri"/>
              <a:cs typeface="Calibri"/>
            </a:endParaRPr>
          </a:p>
        </p:txBody>
      </p:sp>
      <p:pic>
        <p:nvPicPr>
          <p:cNvPr id="7" name="Picture 6" descr="A close up of words&#10;&#10;Description automatically generated">
            <a:extLst>
              <a:ext uri="{FF2B5EF4-FFF2-40B4-BE49-F238E27FC236}">
                <a16:creationId xmlns:a16="http://schemas.microsoft.com/office/drawing/2014/main" id="{5852BE33-9B32-779A-98B2-14C882356A1E}"/>
              </a:ext>
            </a:extLst>
          </p:cNvPr>
          <p:cNvPicPr>
            <a:picLocks noChangeAspect="1"/>
          </p:cNvPicPr>
          <p:nvPr/>
        </p:nvPicPr>
        <p:blipFill rotWithShape="1">
          <a:blip r:embed="rId4"/>
          <a:srcRect l="25216" t="26168" r="22625" b="26324"/>
          <a:stretch/>
        </p:blipFill>
        <p:spPr>
          <a:xfrm>
            <a:off x="556231" y="1293053"/>
            <a:ext cx="5997137" cy="5610483"/>
          </a:xfrm>
          <a:prstGeom prst="rect">
            <a:avLst/>
          </a:prstGeom>
        </p:spPr>
      </p:pic>
    </p:spTree>
    <p:extLst>
      <p:ext uri="{BB962C8B-B14F-4D97-AF65-F5344CB8AC3E}">
        <p14:creationId xmlns:p14="http://schemas.microsoft.com/office/powerpoint/2010/main" val="109514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blue text&#10;&#10;Description automatically generated">
            <a:extLst>
              <a:ext uri="{FF2B5EF4-FFF2-40B4-BE49-F238E27FC236}">
                <a16:creationId xmlns:a16="http://schemas.microsoft.com/office/drawing/2014/main" id="{66248780-0997-A579-9769-A2BEB3460F56}"/>
              </a:ext>
            </a:extLst>
          </p:cNvPr>
          <p:cNvPicPr>
            <a:picLocks noChangeAspect="1"/>
          </p:cNvPicPr>
          <p:nvPr/>
        </p:nvPicPr>
        <p:blipFill>
          <a:blip r:embed="rId3"/>
          <a:stretch>
            <a:fillRect/>
          </a:stretch>
        </p:blipFill>
        <p:spPr>
          <a:xfrm>
            <a:off x="10348515" y="6462914"/>
            <a:ext cx="1635191" cy="345308"/>
          </a:xfrm>
          <a:prstGeom prst="rect">
            <a:avLst/>
          </a:prstGeom>
        </p:spPr>
      </p:pic>
      <p:pic>
        <p:nvPicPr>
          <p:cNvPr id="6" name="Picture 5" descr="A close up of words&#10;&#10;Description automatically generated">
            <a:extLst>
              <a:ext uri="{FF2B5EF4-FFF2-40B4-BE49-F238E27FC236}">
                <a16:creationId xmlns:a16="http://schemas.microsoft.com/office/drawing/2014/main" id="{B518AEAE-628D-EA36-1C50-EE0D7B4CBF2A}"/>
              </a:ext>
            </a:extLst>
          </p:cNvPr>
          <p:cNvPicPr>
            <a:picLocks noChangeAspect="1"/>
          </p:cNvPicPr>
          <p:nvPr/>
        </p:nvPicPr>
        <p:blipFill>
          <a:blip r:embed="rId4"/>
          <a:stretch>
            <a:fillRect/>
          </a:stretch>
        </p:blipFill>
        <p:spPr>
          <a:xfrm>
            <a:off x="615055" y="965233"/>
            <a:ext cx="2923003" cy="2661886"/>
          </a:xfrm>
          <a:prstGeom prst="rect">
            <a:avLst/>
          </a:prstGeom>
          <a:ln>
            <a:solidFill>
              <a:schemeClr val="tx1"/>
            </a:solidFill>
          </a:ln>
        </p:spPr>
      </p:pic>
      <p:pic>
        <p:nvPicPr>
          <p:cNvPr id="7" name="Picture 6" descr="A close up of words&#10;&#10;Description automatically generated">
            <a:extLst>
              <a:ext uri="{FF2B5EF4-FFF2-40B4-BE49-F238E27FC236}">
                <a16:creationId xmlns:a16="http://schemas.microsoft.com/office/drawing/2014/main" id="{FB17B12E-70E7-4431-BECF-AADD04E96CA4}"/>
              </a:ext>
            </a:extLst>
          </p:cNvPr>
          <p:cNvPicPr>
            <a:picLocks noChangeAspect="1"/>
          </p:cNvPicPr>
          <p:nvPr/>
        </p:nvPicPr>
        <p:blipFill>
          <a:blip r:embed="rId5"/>
          <a:stretch>
            <a:fillRect/>
          </a:stretch>
        </p:blipFill>
        <p:spPr>
          <a:xfrm>
            <a:off x="3545154" y="965637"/>
            <a:ext cx="3472456" cy="2665941"/>
          </a:xfrm>
          <a:prstGeom prst="rect">
            <a:avLst/>
          </a:prstGeom>
          <a:ln>
            <a:solidFill>
              <a:schemeClr val="tx1"/>
            </a:solidFill>
          </a:ln>
        </p:spPr>
      </p:pic>
      <p:pic>
        <p:nvPicPr>
          <p:cNvPr id="8" name="Picture 7" descr="A close-up of words&#10;&#10;Description automatically generated">
            <a:extLst>
              <a:ext uri="{FF2B5EF4-FFF2-40B4-BE49-F238E27FC236}">
                <a16:creationId xmlns:a16="http://schemas.microsoft.com/office/drawing/2014/main" id="{030F9496-3E0D-D43F-1B2B-F8276FF48337}"/>
              </a:ext>
            </a:extLst>
          </p:cNvPr>
          <p:cNvPicPr>
            <a:picLocks noChangeAspect="1"/>
          </p:cNvPicPr>
          <p:nvPr/>
        </p:nvPicPr>
        <p:blipFill>
          <a:blip r:embed="rId6"/>
          <a:stretch>
            <a:fillRect/>
          </a:stretch>
        </p:blipFill>
        <p:spPr>
          <a:xfrm>
            <a:off x="7018278" y="966149"/>
            <a:ext cx="3359132" cy="2679192"/>
          </a:xfrm>
          <a:prstGeom prst="rect">
            <a:avLst/>
          </a:prstGeom>
          <a:ln>
            <a:solidFill>
              <a:schemeClr val="tx1"/>
            </a:solidFill>
          </a:ln>
        </p:spPr>
      </p:pic>
      <p:pic>
        <p:nvPicPr>
          <p:cNvPr id="9" name="Picture 8" descr="A close up of words&#10;&#10;Description automatically generated">
            <a:extLst>
              <a:ext uri="{FF2B5EF4-FFF2-40B4-BE49-F238E27FC236}">
                <a16:creationId xmlns:a16="http://schemas.microsoft.com/office/drawing/2014/main" id="{9593AECB-0B61-2418-E04D-D77AF4DD4C4A}"/>
              </a:ext>
            </a:extLst>
          </p:cNvPr>
          <p:cNvPicPr>
            <a:picLocks noChangeAspect="1"/>
          </p:cNvPicPr>
          <p:nvPr/>
        </p:nvPicPr>
        <p:blipFill>
          <a:blip r:embed="rId7"/>
          <a:stretch>
            <a:fillRect/>
          </a:stretch>
        </p:blipFill>
        <p:spPr>
          <a:xfrm>
            <a:off x="617083" y="3628674"/>
            <a:ext cx="2934864" cy="2965885"/>
          </a:xfrm>
          <a:prstGeom prst="rect">
            <a:avLst/>
          </a:prstGeom>
          <a:ln>
            <a:solidFill>
              <a:schemeClr val="tx1"/>
            </a:solidFill>
          </a:ln>
        </p:spPr>
      </p:pic>
      <p:pic>
        <p:nvPicPr>
          <p:cNvPr id="10" name="Picture 9" descr="A close up of words&#10;&#10;Description automatically generated">
            <a:extLst>
              <a:ext uri="{FF2B5EF4-FFF2-40B4-BE49-F238E27FC236}">
                <a16:creationId xmlns:a16="http://schemas.microsoft.com/office/drawing/2014/main" id="{0CF95024-4F75-9A84-47C8-712BD5D52AF0}"/>
              </a:ext>
            </a:extLst>
          </p:cNvPr>
          <p:cNvPicPr>
            <a:picLocks noChangeAspect="1"/>
          </p:cNvPicPr>
          <p:nvPr/>
        </p:nvPicPr>
        <p:blipFill>
          <a:blip r:embed="rId8"/>
          <a:stretch>
            <a:fillRect/>
          </a:stretch>
        </p:blipFill>
        <p:spPr>
          <a:xfrm>
            <a:off x="3545251" y="3636532"/>
            <a:ext cx="3470985" cy="2957942"/>
          </a:xfrm>
          <a:prstGeom prst="rect">
            <a:avLst/>
          </a:prstGeom>
          <a:ln>
            <a:solidFill>
              <a:schemeClr val="tx1"/>
            </a:solidFill>
          </a:ln>
        </p:spPr>
      </p:pic>
      <p:pic>
        <p:nvPicPr>
          <p:cNvPr id="11" name="Picture 10" descr="A close up of words&#10;&#10;Description automatically generated">
            <a:extLst>
              <a:ext uri="{FF2B5EF4-FFF2-40B4-BE49-F238E27FC236}">
                <a16:creationId xmlns:a16="http://schemas.microsoft.com/office/drawing/2014/main" id="{0F603110-C81E-8CFB-8888-47EA384365DC}"/>
              </a:ext>
            </a:extLst>
          </p:cNvPr>
          <p:cNvPicPr>
            <a:picLocks noChangeAspect="1"/>
          </p:cNvPicPr>
          <p:nvPr/>
        </p:nvPicPr>
        <p:blipFill>
          <a:blip r:embed="rId9"/>
          <a:stretch>
            <a:fillRect/>
          </a:stretch>
        </p:blipFill>
        <p:spPr>
          <a:xfrm>
            <a:off x="7014875" y="3635659"/>
            <a:ext cx="3363019" cy="2957749"/>
          </a:xfrm>
          <a:prstGeom prst="rect">
            <a:avLst/>
          </a:prstGeom>
          <a:ln>
            <a:solidFill>
              <a:schemeClr val="tx1"/>
            </a:solidFill>
          </a:ln>
        </p:spPr>
      </p:pic>
      <p:sp>
        <p:nvSpPr>
          <p:cNvPr id="12" name="TextBox 11">
            <a:extLst>
              <a:ext uri="{FF2B5EF4-FFF2-40B4-BE49-F238E27FC236}">
                <a16:creationId xmlns:a16="http://schemas.microsoft.com/office/drawing/2014/main" id="{61A0A9C2-E6F8-CE1E-B184-017BD8A99BD3}"/>
              </a:ext>
            </a:extLst>
          </p:cNvPr>
          <p:cNvSpPr txBox="1"/>
          <p:nvPr/>
        </p:nvSpPr>
        <p:spPr>
          <a:xfrm>
            <a:off x="620191" y="133936"/>
            <a:ext cx="8918470" cy="769441"/>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Light"/>
                <a:ea typeface="+mn-lt"/>
                <a:cs typeface="+mn-lt"/>
              </a:rPr>
              <a:t>Word clouds derived from State Data Center Missions Statements: </a:t>
            </a:r>
            <a:br>
              <a:rPr lang="en-US" sz="2400" b="1">
                <a:latin typeface="Calibri Light"/>
                <a:ea typeface="+mn-lt"/>
                <a:cs typeface="+mn-lt"/>
              </a:rPr>
            </a:br>
            <a:r>
              <a:rPr lang="en-US" sz="2000" b="1">
                <a:latin typeface="Calibri Light"/>
                <a:ea typeface="+mn-lt"/>
                <a:cs typeface="+mn-lt"/>
              </a:rPr>
              <a:t>Indiana, Maryland, North Carolina, Florida, California, and Massachusetts </a:t>
            </a:r>
            <a:endParaRPr lang="en-US" sz="2000" b="1">
              <a:latin typeface="Calibri Light"/>
            </a:endParaRPr>
          </a:p>
        </p:txBody>
      </p:sp>
      <p:sp>
        <p:nvSpPr>
          <p:cNvPr id="13" name="TextBox 12">
            <a:extLst>
              <a:ext uri="{FF2B5EF4-FFF2-40B4-BE49-F238E27FC236}">
                <a16:creationId xmlns:a16="http://schemas.microsoft.com/office/drawing/2014/main" id="{5385E3BF-D24C-2574-D018-A7B1FE09EEB5}"/>
              </a:ext>
            </a:extLst>
          </p:cNvPr>
          <p:cNvSpPr txBox="1"/>
          <p:nvPr/>
        </p:nvSpPr>
        <p:spPr>
          <a:xfrm>
            <a:off x="9523986" y="166808"/>
            <a:ext cx="266529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ED7D31"/>
                </a:solidFill>
                <a:latin typeface="Calibri Light"/>
              </a:rPr>
              <a:t>Method 2: Text analysis of SDC mission statements</a:t>
            </a:r>
            <a:endParaRPr lang="en-US"/>
          </a:p>
        </p:txBody>
      </p:sp>
      <p:sp>
        <p:nvSpPr>
          <p:cNvPr id="3" name="Rectangle 2">
            <a:extLst>
              <a:ext uri="{FF2B5EF4-FFF2-40B4-BE49-F238E27FC236}">
                <a16:creationId xmlns:a16="http://schemas.microsoft.com/office/drawing/2014/main" id="{BC0FA1EF-E64A-39ED-945C-4A35740020E5}"/>
              </a:ext>
            </a:extLst>
          </p:cNvPr>
          <p:cNvSpPr/>
          <p:nvPr/>
        </p:nvSpPr>
        <p:spPr>
          <a:xfrm>
            <a:off x="2761306" y="965703"/>
            <a:ext cx="784633"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Indiana</a:t>
            </a:r>
          </a:p>
        </p:txBody>
      </p:sp>
      <p:sp>
        <p:nvSpPr>
          <p:cNvPr id="15" name="Rectangle 14">
            <a:extLst>
              <a:ext uri="{FF2B5EF4-FFF2-40B4-BE49-F238E27FC236}">
                <a16:creationId xmlns:a16="http://schemas.microsoft.com/office/drawing/2014/main" id="{69AC456F-F107-B973-BF8A-58D97C2D9B77}"/>
              </a:ext>
            </a:extLst>
          </p:cNvPr>
          <p:cNvSpPr/>
          <p:nvPr/>
        </p:nvSpPr>
        <p:spPr>
          <a:xfrm>
            <a:off x="6103544" y="965702"/>
            <a:ext cx="912890"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Maryland</a:t>
            </a:r>
          </a:p>
        </p:txBody>
      </p:sp>
      <p:sp>
        <p:nvSpPr>
          <p:cNvPr id="16" name="Rectangle 15">
            <a:extLst>
              <a:ext uri="{FF2B5EF4-FFF2-40B4-BE49-F238E27FC236}">
                <a16:creationId xmlns:a16="http://schemas.microsoft.com/office/drawing/2014/main" id="{322ADD99-5746-972A-DE7D-8A56C1F1A2EE}"/>
              </a:ext>
            </a:extLst>
          </p:cNvPr>
          <p:cNvSpPr/>
          <p:nvPr/>
        </p:nvSpPr>
        <p:spPr>
          <a:xfrm>
            <a:off x="9536315" y="965703"/>
            <a:ext cx="844990" cy="4074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North Carolina</a:t>
            </a:r>
            <a:endParaRPr lang="en-US"/>
          </a:p>
        </p:txBody>
      </p:sp>
      <p:sp>
        <p:nvSpPr>
          <p:cNvPr id="17" name="Rectangle 16">
            <a:extLst>
              <a:ext uri="{FF2B5EF4-FFF2-40B4-BE49-F238E27FC236}">
                <a16:creationId xmlns:a16="http://schemas.microsoft.com/office/drawing/2014/main" id="{CA3DB0EA-093E-60FB-2D15-ED732AF2B9D2}"/>
              </a:ext>
            </a:extLst>
          </p:cNvPr>
          <p:cNvSpPr/>
          <p:nvPr/>
        </p:nvSpPr>
        <p:spPr>
          <a:xfrm>
            <a:off x="2768850" y="3644019"/>
            <a:ext cx="784633"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Florida</a:t>
            </a:r>
          </a:p>
        </p:txBody>
      </p:sp>
      <p:sp>
        <p:nvSpPr>
          <p:cNvPr id="18" name="Rectangle 17">
            <a:extLst>
              <a:ext uri="{FF2B5EF4-FFF2-40B4-BE49-F238E27FC236}">
                <a16:creationId xmlns:a16="http://schemas.microsoft.com/office/drawing/2014/main" id="{BE0188C3-193D-CE30-12FD-9320196BEA20}"/>
              </a:ext>
            </a:extLst>
          </p:cNvPr>
          <p:cNvSpPr/>
          <p:nvPr/>
        </p:nvSpPr>
        <p:spPr>
          <a:xfrm>
            <a:off x="6118633" y="3628931"/>
            <a:ext cx="897801" cy="3772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California</a:t>
            </a:r>
            <a:endParaRPr lang="en-US"/>
          </a:p>
        </p:txBody>
      </p:sp>
      <p:sp>
        <p:nvSpPr>
          <p:cNvPr id="19" name="Rectangle 18">
            <a:extLst>
              <a:ext uri="{FF2B5EF4-FFF2-40B4-BE49-F238E27FC236}">
                <a16:creationId xmlns:a16="http://schemas.microsoft.com/office/drawing/2014/main" id="{331130A3-8E26-79AB-E7F6-ECA635A3F5E8}"/>
              </a:ext>
            </a:extLst>
          </p:cNvPr>
          <p:cNvSpPr/>
          <p:nvPr/>
        </p:nvSpPr>
        <p:spPr>
          <a:xfrm>
            <a:off x="9113821" y="3644019"/>
            <a:ext cx="1267484" cy="30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Massachusetts</a:t>
            </a:r>
            <a:endParaRPr lang="en-US"/>
          </a:p>
        </p:txBody>
      </p:sp>
    </p:spTree>
    <p:extLst>
      <p:ext uri="{BB962C8B-B14F-4D97-AF65-F5344CB8AC3E}">
        <p14:creationId xmlns:p14="http://schemas.microsoft.com/office/powerpoint/2010/main" val="2831367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376705" y="233678"/>
            <a:ext cx="10825162" cy="998992"/>
          </a:xfrm>
        </p:spPr>
        <p:txBody>
          <a:bodyPr vert="horz" lIns="91440" tIns="45720" rIns="91440" bIns="45720" rtlCol="0" anchor="ctr">
            <a:noAutofit/>
          </a:bodyPr>
          <a:lstStyle/>
          <a:p>
            <a:r>
              <a:rPr lang="en-US" sz="3600" b="1">
                <a:solidFill>
                  <a:schemeClr val="accent2"/>
                </a:solidFill>
                <a:ea typeface="+mj-lt"/>
                <a:cs typeface="+mj-lt"/>
              </a:rPr>
              <a:t>Method 3</a:t>
            </a:r>
            <a:r>
              <a:rPr lang="en-US" sz="3600" b="1">
                <a:ea typeface="+mj-lt"/>
                <a:cs typeface="+mj-lt"/>
              </a:rPr>
              <a:t>: </a:t>
            </a:r>
            <a:r>
              <a:rPr lang="en-US" sz="3600">
                <a:ea typeface="+mj-lt"/>
                <a:cs typeface="+mj-lt"/>
              </a:rPr>
              <a:t>Review of the SDC websites</a:t>
            </a:r>
            <a:br>
              <a:rPr lang="en-US" sz="3600" dirty="0">
                <a:ea typeface="+mj-lt"/>
                <a:cs typeface="+mj-lt"/>
              </a:rPr>
            </a:br>
            <a:r>
              <a:rPr lang="en-US" sz="2000">
                <a:ea typeface="+mj-lt"/>
                <a:cs typeface="+mj-lt"/>
              </a:rPr>
              <a:t>Classified all SDC data tools and data sources into six broad categories </a:t>
            </a:r>
          </a:p>
          <a:p>
            <a:endParaRPr lang="en-US" sz="3600" dirty="0">
              <a:ea typeface="+mj-lt"/>
              <a:cs typeface="+mj-lt"/>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11</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472911" y="737109"/>
            <a:ext cx="10511979" cy="1218174"/>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Calibri" panose="020F0502020204030204"/>
              <a:ea typeface="Calibri"/>
              <a:cs typeface="Calibri"/>
            </a:endParaRPr>
          </a:p>
        </p:txBody>
      </p:sp>
      <p:graphicFrame>
        <p:nvGraphicFramePr>
          <p:cNvPr id="3" name="Table 2">
            <a:extLst>
              <a:ext uri="{FF2B5EF4-FFF2-40B4-BE49-F238E27FC236}">
                <a16:creationId xmlns:a16="http://schemas.microsoft.com/office/drawing/2014/main" id="{D2358BD3-3929-B41D-19D6-A36694AD3CA8}"/>
              </a:ext>
            </a:extLst>
          </p:cNvPr>
          <p:cNvGraphicFramePr>
            <a:graphicFrameLocks noGrp="1"/>
          </p:cNvGraphicFramePr>
          <p:nvPr>
            <p:extLst>
              <p:ext uri="{D42A27DB-BD31-4B8C-83A1-F6EECF244321}">
                <p14:modId xmlns:p14="http://schemas.microsoft.com/office/powerpoint/2010/main" val="3699195567"/>
              </p:ext>
            </p:extLst>
          </p:nvPr>
        </p:nvGraphicFramePr>
        <p:xfrm>
          <a:off x="238124" y="864053"/>
          <a:ext cx="11718231" cy="5933149"/>
        </p:xfrm>
        <a:graphic>
          <a:graphicData uri="http://schemas.openxmlformats.org/drawingml/2006/table">
            <a:tbl>
              <a:tblPr firstRow="1" bandRow="1">
                <a:tableStyleId>{5C22544A-7EE6-4342-B048-85BDC9FD1C3A}</a:tableStyleId>
              </a:tblPr>
              <a:tblGrid>
                <a:gridCol w="1632857">
                  <a:extLst>
                    <a:ext uri="{9D8B030D-6E8A-4147-A177-3AD203B41FA5}">
                      <a16:colId xmlns:a16="http://schemas.microsoft.com/office/drawing/2014/main" val="295105983"/>
                    </a:ext>
                  </a:extLst>
                </a:gridCol>
                <a:gridCol w="5683959">
                  <a:extLst>
                    <a:ext uri="{9D8B030D-6E8A-4147-A177-3AD203B41FA5}">
                      <a16:colId xmlns:a16="http://schemas.microsoft.com/office/drawing/2014/main" val="3804419449"/>
                    </a:ext>
                  </a:extLst>
                </a:gridCol>
                <a:gridCol w="4401415">
                  <a:extLst>
                    <a:ext uri="{9D8B030D-6E8A-4147-A177-3AD203B41FA5}">
                      <a16:colId xmlns:a16="http://schemas.microsoft.com/office/drawing/2014/main" val="319992296"/>
                    </a:ext>
                  </a:extLst>
                </a:gridCol>
              </a:tblGrid>
              <a:tr h="373415">
                <a:tc>
                  <a:txBody>
                    <a:bodyPr/>
                    <a:lstStyle/>
                    <a:p>
                      <a:pPr lvl="0">
                        <a:buNone/>
                      </a:pPr>
                      <a:r>
                        <a:rPr lang="en-US" i="0" dirty="0"/>
                        <a:t>Categories</a:t>
                      </a:r>
                    </a:p>
                  </a:txBody>
                  <a:tcPr/>
                </a:tc>
                <a:tc>
                  <a:txBody>
                    <a:bodyPr/>
                    <a:lstStyle/>
                    <a:p>
                      <a:r>
                        <a:rPr lang="en-US" dirty="0"/>
                        <a:t>Sub-categories</a:t>
                      </a:r>
                    </a:p>
                  </a:txBody>
                  <a:tcPr/>
                </a:tc>
                <a:tc>
                  <a:txBody>
                    <a:bodyPr/>
                    <a:lstStyle/>
                    <a:p>
                      <a:pPr lvl="0">
                        <a:buNone/>
                      </a:pPr>
                      <a:r>
                        <a:rPr lang="en-US" dirty="0"/>
                        <a:t>Sources examples</a:t>
                      </a:r>
                    </a:p>
                  </a:txBody>
                  <a:tcPr/>
                </a:tc>
                <a:extLst>
                  <a:ext uri="{0D108BD9-81ED-4DB2-BD59-A6C34878D82A}">
                    <a16:rowId xmlns:a16="http://schemas.microsoft.com/office/drawing/2014/main" val="2729295273"/>
                  </a:ext>
                </a:extLst>
              </a:tr>
              <a:tr h="650018">
                <a:tc>
                  <a:txBody>
                    <a:bodyPr/>
                    <a:lstStyle/>
                    <a:p>
                      <a:pPr lvl="0">
                        <a:buNone/>
                      </a:pPr>
                      <a:r>
                        <a:rPr lang="en-US" sz="1800" b="0" i="0" u="none" strike="noStrike" noProof="0" dirty="0">
                          <a:solidFill>
                            <a:srgbClr val="000000"/>
                          </a:solidFill>
                          <a:latin typeface="Calibri"/>
                        </a:rPr>
                        <a:t>Demographics</a:t>
                      </a:r>
                    </a:p>
                  </a:txBody>
                  <a:tcPr/>
                </a:tc>
                <a:tc>
                  <a:txBody>
                    <a:bodyPr/>
                    <a:lstStyle/>
                    <a:p>
                      <a:pPr lvl="0">
                        <a:buNone/>
                      </a:pPr>
                      <a:r>
                        <a:rPr lang="en-US" sz="1800" b="0" i="0" u="none" strike="noStrike" noProof="0" dirty="0">
                          <a:solidFill>
                            <a:srgbClr val="000000"/>
                          </a:solidFill>
                          <a:latin typeface="Calibri"/>
                        </a:rPr>
                        <a:t>Estimates, Projections – Total and by demographics such as age, gender, race</a:t>
                      </a:r>
                    </a:p>
                  </a:txBody>
                  <a:tcPr/>
                </a:tc>
                <a:tc>
                  <a:txBody>
                    <a:bodyPr/>
                    <a:lstStyle/>
                    <a:p>
                      <a:pPr lvl="0">
                        <a:buNone/>
                      </a:pPr>
                      <a:r>
                        <a:rPr lang="en-US" sz="1800" b="0" i="0" u="none" strike="noStrike" noProof="0" dirty="0">
                          <a:solidFill>
                            <a:srgbClr val="000000"/>
                          </a:solidFill>
                          <a:latin typeface="Calibri"/>
                        </a:rPr>
                        <a:t>U.S. Census Bureau</a:t>
                      </a:r>
                    </a:p>
                  </a:txBody>
                  <a:tcPr/>
                </a:tc>
                <a:extLst>
                  <a:ext uri="{0D108BD9-81ED-4DB2-BD59-A6C34878D82A}">
                    <a16:rowId xmlns:a16="http://schemas.microsoft.com/office/drawing/2014/main" val="2484133647"/>
                  </a:ext>
                </a:extLst>
              </a:tr>
              <a:tr h="650018">
                <a:tc>
                  <a:txBody>
                    <a:bodyPr/>
                    <a:lstStyle/>
                    <a:p>
                      <a:pPr lvl="0">
                        <a:buNone/>
                      </a:pPr>
                      <a:r>
                        <a:rPr lang="en-US" sz="1800" i="0" dirty="0">
                          <a:latin typeface="Calibri"/>
                        </a:rPr>
                        <a:t>Economy</a:t>
                      </a:r>
                    </a:p>
                  </a:txBody>
                  <a:tcPr/>
                </a:tc>
                <a:tc>
                  <a:txBody>
                    <a:bodyPr/>
                    <a:lstStyle/>
                    <a:p>
                      <a:pPr lvl="0">
                        <a:buNone/>
                      </a:pPr>
                      <a:r>
                        <a:rPr lang="en-US" sz="1800" b="0" i="0" u="none" strike="noStrike" noProof="0" dirty="0">
                          <a:solidFill>
                            <a:srgbClr val="000000"/>
                          </a:solidFill>
                          <a:latin typeface="Calibri"/>
                        </a:rPr>
                        <a:t>Economy, Employment, Income, Job, Labor force, Tax, Wage</a:t>
                      </a:r>
                    </a:p>
                  </a:txBody>
                  <a:tcPr/>
                </a:tc>
                <a:tc>
                  <a:txBody>
                    <a:bodyPr/>
                    <a:lstStyle/>
                    <a:p>
                      <a:pPr lvl="0">
                        <a:buNone/>
                      </a:pPr>
                      <a:r>
                        <a:rPr lang="en-US" sz="1800" b="0" i="0" u="none" strike="noStrike" noProof="0" dirty="0">
                          <a:solidFill>
                            <a:srgbClr val="000000"/>
                          </a:solidFill>
                        </a:rPr>
                        <a:t>Bureau of Economic Analysis, Bureau of Labor Statistics, </a:t>
                      </a:r>
                      <a:r>
                        <a:rPr lang="en-US" sz="1800" b="0" i="0" u="none" strike="noStrike" noProof="0" dirty="0">
                          <a:solidFill>
                            <a:srgbClr val="000000"/>
                          </a:solidFill>
                          <a:latin typeface="Calibri"/>
                        </a:rPr>
                        <a:t>U.S. Department of Labor</a:t>
                      </a:r>
                    </a:p>
                  </a:txBody>
                  <a:tcPr/>
                </a:tc>
                <a:extLst>
                  <a:ext uri="{0D108BD9-81ED-4DB2-BD59-A6C34878D82A}">
                    <a16:rowId xmlns:a16="http://schemas.microsoft.com/office/drawing/2014/main" val="3588088342"/>
                  </a:ext>
                </a:extLst>
              </a:tr>
              <a:tr h="1203226">
                <a:tc>
                  <a:txBody>
                    <a:bodyPr/>
                    <a:lstStyle/>
                    <a:p>
                      <a:pPr lvl="0">
                        <a:buNone/>
                      </a:pPr>
                      <a:r>
                        <a:rPr lang="en-US" sz="1800" i="0" dirty="0">
                          <a:latin typeface="Calibri"/>
                        </a:rPr>
                        <a:t>Housing</a:t>
                      </a:r>
                    </a:p>
                  </a:txBody>
                  <a:tcPr/>
                </a:tc>
                <a:tc>
                  <a:txBody>
                    <a:bodyPr/>
                    <a:lstStyle/>
                    <a:p>
                      <a:pPr lvl="0">
                        <a:buNone/>
                      </a:pPr>
                      <a:r>
                        <a:rPr lang="en-US" sz="1800" b="0" i="0" u="none" strike="noStrike" noProof="0" dirty="0">
                          <a:solidFill>
                            <a:srgbClr val="000000"/>
                          </a:solidFill>
                          <a:latin typeface="Calibri"/>
                        </a:rPr>
                        <a:t>Residential Mobility, Projections, Permits, Occupancy, Housing Units, Housing Prices/Rents, Housing Characteristics, Household Size, Household Type, Household Income, Foreclosures</a:t>
                      </a:r>
                      <a:endParaRPr lang="en-US" sz="1800" dirty="0">
                        <a:latin typeface="Calibri"/>
                      </a:endParaRPr>
                    </a:p>
                  </a:txBody>
                  <a:tcPr/>
                </a:tc>
                <a:tc>
                  <a:txBody>
                    <a:bodyPr/>
                    <a:lstStyle/>
                    <a:p>
                      <a:pPr lvl="0">
                        <a:buNone/>
                      </a:pPr>
                      <a:r>
                        <a:rPr lang="en-US" sz="1800" b="0" i="0" u="none" strike="noStrike" noProof="0" dirty="0">
                          <a:solidFill>
                            <a:srgbClr val="000000"/>
                          </a:solidFill>
                        </a:rPr>
                        <a:t>U.S. Department of Housing and Urban Development</a:t>
                      </a:r>
                    </a:p>
                  </a:txBody>
                  <a:tcPr/>
                </a:tc>
                <a:extLst>
                  <a:ext uri="{0D108BD9-81ED-4DB2-BD59-A6C34878D82A}">
                    <a16:rowId xmlns:a16="http://schemas.microsoft.com/office/drawing/2014/main" val="3990725145"/>
                  </a:ext>
                </a:extLst>
              </a:tr>
              <a:tr h="1203226">
                <a:tc>
                  <a:txBody>
                    <a:bodyPr/>
                    <a:lstStyle/>
                    <a:p>
                      <a:pPr lvl="0">
                        <a:buNone/>
                      </a:pPr>
                      <a:r>
                        <a:rPr lang="en-US" sz="1800" i="0" dirty="0">
                          <a:latin typeface="Calibri"/>
                        </a:rPr>
                        <a:t>Health</a:t>
                      </a:r>
                    </a:p>
                  </a:txBody>
                  <a:tcPr/>
                </a:tc>
                <a:tc>
                  <a:txBody>
                    <a:bodyPr/>
                    <a:lstStyle/>
                    <a:p>
                      <a:pPr lvl="0">
                        <a:buNone/>
                      </a:pPr>
                      <a:r>
                        <a:rPr lang="en-US" sz="1800" b="0" i="0" u="none" strike="noStrike" noProof="0" dirty="0">
                          <a:solidFill>
                            <a:srgbClr val="000000"/>
                          </a:solidFill>
                          <a:latin typeface="Calibri"/>
                        </a:rPr>
                        <a:t>SNAP, Physicians, Mental Health, Medicaid, Insurance, Incidence Rates, Health Estimates, Health Counts, Health Characteristics, Healthcare, Disability, Births and Deaths</a:t>
                      </a:r>
                      <a:endParaRPr lang="en-US" sz="1800" dirty="0">
                        <a:latin typeface="Calibri"/>
                      </a:endParaRPr>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Centers for Disease Control and Prevention, National Center for Health Statistics</a:t>
                      </a:r>
                    </a:p>
                    <a:p>
                      <a:pPr lvl="0">
                        <a:buNone/>
                      </a:pPr>
                      <a:r>
                        <a:rPr lang="en-US" sz="1800" b="0" i="0" u="none" strike="noStrike" noProof="0" dirty="0">
                          <a:solidFill>
                            <a:srgbClr val="000000"/>
                          </a:solidFill>
                        </a:rPr>
                        <a:t>Centers for Medicare &amp; Medicaid Services</a:t>
                      </a:r>
                      <a:r>
                        <a:rPr lang="en-US" sz="1800" b="0" i="0" u="none" strike="noStrike" noProof="0" dirty="0">
                          <a:solidFill>
                            <a:srgbClr val="000000"/>
                          </a:solidFill>
                          <a:latin typeface="Calibri"/>
                        </a:rPr>
                        <a:t>, State Health Departments</a:t>
                      </a:r>
                    </a:p>
                  </a:txBody>
                  <a:tcPr/>
                </a:tc>
                <a:extLst>
                  <a:ext uri="{0D108BD9-81ED-4DB2-BD59-A6C34878D82A}">
                    <a16:rowId xmlns:a16="http://schemas.microsoft.com/office/drawing/2014/main" val="973078335"/>
                  </a:ext>
                </a:extLst>
              </a:tr>
              <a:tr h="1479831">
                <a:tc>
                  <a:txBody>
                    <a:bodyPr/>
                    <a:lstStyle/>
                    <a:p>
                      <a:pPr lvl="0">
                        <a:buNone/>
                      </a:pPr>
                      <a:r>
                        <a:rPr lang="en-US" sz="1800" i="0" dirty="0">
                          <a:latin typeface="Calibri"/>
                        </a:rPr>
                        <a:t>Education</a:t>
                      </a:r>
                    </a:p>
                  </a:txBody>
                  <a:tcPr/>
                </a:tc>
                <a:tc>
                  <a:txBody>
                    <a:bodyPr/>
                    <a:lstStyle/>
                    <a:p>
                      <a:pPr lvl="0">
                        <a:buNone/>
                      </a:pPr>
                      <a:r>
                        <a:rPr lang="en-US" sz="1800" b="0" i="0" u="none" strike="noStrike" noProof="0" dirty="0">
                          <a:solidFill>
                            <a:srgbClr val="000000"/>
                          </a:solidFill>
                          <a:latin typeface="Calibri"/>
                        </a:rPr>
                        <a:t>Student Poverty, Student Performance, School Enrollment, School District, School Attendance, Public School, Post-Secondary, Graduation Rates, Educational Attainment, Education Services, Education Estimates, Education Counts, Education Characteristics, Adult Education</a:t>
                      </a:r>
                      <a:endParaRPr lang="en-US" sz="1800">
                        <a:latin typeface="Calibri"/>
                      </a:endParaRPr>
                    </a:p>
                  </a:txBody>
                  <a:tcPr/>
                </a:tc>
                <a:tc>
                  <a:txBody>
                    <a:bodyPr/>
                    <a:lstStyle/>
                    <a:p>
                      <a:pPr lvl="0">
                        <a:buNone/>
                      </a:pPr>
                      <a:r>
                        <a:rPr lang="en-US" sz="1800" b="0" i="0" u="none" strike="noStrike" noProof="0" dirty="0">
                          <a:solidFill>
                            <a:srgbClr val="000000"/>
                          </a:solidFill>
                          <a:latin typeface="Calibri"/>
                        </a:rPr>
                        <a:t>National Center for Education Statistics, </a:t>
                      </a:r>
                      <a:r>
                        <a:rPr lang="en-US" sz="1800" b="0" i="0" u="none" strike="noStrike" noProof="0" dirty="0">
                          <a:solidFill>
                            <a:srgbClr val="000000"/>
                          </a:solidFill>
                        </a:rPr>
                        <a:t>State Education Departments</a:t>
                      </a:r>
                      <a:endParaRPr lang="en-US" sz="1800" b="0" i="0" u="none" strike="noStrike" noProof="0" dirty="0">
                        <a:solidFill>
                          <a:srgbClr val="000000"/>
                        </a:solidFill>
                        <a:latin typeface="Calibri"/>
                      </a:endParaRPr>
                    </a:p>
                  </a:txBody>
                  <a:tcPr/>
                </a:tc>
                <a:extLst>
                  <a:ext uri="{0D108BD9-81ED-4DB2-BD59-A6C34878D82A}">
                    <a16:rowId xmlns:a16="http://schemas.microsoft.com/office/drawing/2014/main" val="3726934285"/>
                  </a:ext>
                </a:extLst>
              </a:tr>
              <a:tr h="373415">
                <a:tc>
                  <a:txBody>
                    <a:bodyPr/>
                    <a:lstStyle/>
                    <a:p>
                      <a:pPr lvl="0">
                        <a:buNone/>
                      </a:pPr>
                      <a:r>
                        <a:rPr lang="en-US" sz="1800" i="0" dirty="0">
                          <a:latin typeface="Calibri"/>
                        </a:rPr>
                        <a:t>Diversity</a:t>
                      </a:r>
                    </a:p>
                  </a:txBody>
                  <a:tcPr/>
                </a:tc>
                <a:tc>
                  <a:txBody>
                    <a:bodyPr/>
                    <a:lstStyle/>
                    <a:p>
                      <a:pPr lvl="0">
                        <a:buNone/>
                      </a:pPr>
                      <a:r>
                        <a:rPr lang="en-US" sz="1800" b="0" i="0" u="none" strike="noStrike" noProof="0" dirty="0">
                          <a:solidFill>
                            <a:srgbClr val="000000"/>
                          </a:solidFill>
                          <a:latin typeface="Calibri"/>
                        </a:rPr>
                        <a:t>Race and Ethnicity combined</a:t>
                      </a:r>
                      <a:endParaRPr lang="en-US" sz="1800" dirty="0">
                        <a:latin typeface="Calibri"/>
                      </a:endParaRPr>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U.S. Census Bureau</a:t>
                      </a:r>
                    </a:p>
                  </a:txBody>
                  <a:tcPr/>
                </a:tc>
                <a:extLst>
                  <a:ext uri="{0D108BD9-81ED-4DB2-BD59-A6C34878D82A}">
                    <a16:rowId xmlns:a16="http://schemas.microsoft.com/office/drawing/2014/main" val="1082911064"/>
                  </a:ext>
                </a:extLst>
              </a:tr>
            </a:tbl>
          </a:graphicData>
        </a:graphic>
      </p:graphicFrame>
    </p:spTree>
    <p:extLst>
      <p:ext uri="{BB962C8B-B14F-4D97-AF65-F5344CB8AC3E}">
        <p14:creationId xmlns:p14="http://schemas.microsoft.com/office/powerpoint/2010/main" val="794762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4E03-9315-6006-A6E8-C2F714A1D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0557F-D032-2EBB-9045-F9173FF51A0B}"/>
              </a:ext>
            </a:extLst>
          </p:cNvPr>
          <p:cNvSpPr>
            <a:spLocks noGrp="1"/>
          </p:cNvSpPr>
          <p:nvPr>
            <p:ph type="title"/>
          </p:nvPr>
        </p:nvSpPr>
        <p:spPr>
          <a:xfrm>
            <a:off x="788862" y="158179"/>
            <a:ext cx="10515600" cy="980197"/>
          </a:xfrm>
        </p:spPr>
        <p:txBody>
          <a:bodyPr>
            <a:normAutofit/>
          </a:bodyPr>
          <a:lstStyle/>
          <a:p>
            <a:r>
              <a:rPr lang="en-US" sz="4000" b="1">
                <a:ea typeface="Calibri Light" panose="020F0302020204030204"/>
                <a:cs typeface="Calibri Light" panose="020F0302020204030204"/>
              </a:rPr>
              <a:t>Key Findings</a:t>
            </a:r>
          </a:p>
        </p:txBody>
      </p:sp>
      <p:pic>
        <p:nvPicPr>
          <p:cNvPr id="48" name="Picture 4">
            <a:extLst>
              <a:ext uri="{FF2B5EF4-FFF2-40B4-BE49-F238E27FC236}">
                <a16:creationId xmlns:a16="http://schemas.microsoft.com/office/drawing/2014/main" id="{8A61DB76-AC3A-D24C-6A45-72A0794D72E7}"/>
              </a:ext>
            </a:extLst>
          </p:cNvPr>
          <p:cNvPicPr>
            <a:picLocks noChangeAspect="1"/>
          </p:cNvPicPr>
          <p:nvPr/>
        </p:nvPicPr>
        <p:blipFill>
          <a:blip r:embed="rId3"/>
          <a:stretch>
            <a:fillRect/>
          </a:stretch>
        </p:blipFill>
        <p:spPr>
          <a:xfrm>
            <a:off x="9615150" y="6210136"/>
            <a:ext cx="2403545" cy="488257"/>
          </a:xfrm>
          <a:prstGeom prst="rect">
            <a:avLst/>
          </a:prstGeom>
        </p:spPr>
      </p:pic>
      <p:sp>
        <p:nvSpPr>
          <p:cNvPr id="21" name="Slide Number Placeholder 20">
            <a:extLst>
              <a:ext uri="{FF2B5EF4-FFF2-40B4-BE49-F238E27FC236}">
                <a16:creationId xmlns:a16="http://schemas.microsoft.com/office/drawing/2014/main" id="{4AB48DBA-29DF-3D4D-A549-00CBB0D062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12</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DDF49DD8-EDC2-04EC-B63F-587AA379360F}"/>
              </a:ext>
            </a:extLst>
          </p:cNvPr>
          <p:cNvSpPr>
            <a:spLocks noGrp="1"/>
          </p:cNvSpPr>
          <p:nvPr/>
        </p:nvSpPr>
        <p:spPr>
          <a:xfrm>
            <a:off x="786950" y="1042821"/>
            <a:ext cx="10405040" cy="4924463"/>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200">
                <a:latin typeface="Calibri"/>
                <a:ea typeface="+mn-lt"/>
                <a:cs typeface="Arial"/>
              </a:rPr>
              <a:t>Variation in the information provided by SDCs</a:t>
            </a:r>
            <a:endParaRPr lang="en-US"/>
          </a:p>
          <a:p>
            <a:pPr>
              <a:lnSpc>
                <a:spcPct val="100000"/>
              </a:lnSpc>
            </a:pPr>
            <a:r>
              <a:rPr lang="en-US" sz="2200">
                <a:ea typeface="+mn-lt"/>
                <a:cs typeface="+mn-lt"/>
              </a:rPr>
              <a:t>For the </a:t>
            </a:r>
            <a:r>
              <a:rPr lang="en-US" sz="2200" b="1">
                <a:solidFill>
                  <a:schemeClr val="accent2"/>
                </a:solidFill>
                <a:ea typeface="+mn-lt"/>
                <a:cs typeface="+mn-lt"/>
              </a:rPr>
              <a:t>diversity data</a:t>
            </a:r>
            <a:r>
              <a:rPr lang="en-US" sz="2200">
                <a:solidFill>
                  <a:schemeClr val="accent2"/>
                </a:solidFill>
                <a:ea typeface="+mn-lt"/>
                <a:cs typeface="+mn-lt"/>
              </a:rPr>
              <a:t> </a:t>
            </a:r>
            <a:r>
              <a:rPr lang="en-US" sz="2200">
                <a:ea typeface="+mn-lt"/>
                <a:cs typeface="+mn-lt"/>
              </a:rPr>
              <a:t>reporting, total number of race and ethnicity categories usually aligned  with the Office of Management and Budget (OMB) standards. There are exceptions: Limited data in Alabama &amp; Detailed information in California, Iowa, Kansas</a:t>
            </a:r>
          </a:p>
          <a:p>
            <a:pPr>
              <a:lnSpc>
                <a:spcPct val="100000"/>
              </a:lnSpc>
            </a:pPr>
            <a:r>
              <a:rPr lang="en-US" sz="2200">
                <a:ea typeface="+mn-lt"/>
                <a:cs typeface="+mn-lt"/>
              </a:rPr>
              <a:t>Certain state SDCs </a:t>
            </a:r>
            <a:r>
              <a:rPr lang="en-US" sz="2200" b="1">
                <a:solidFill>
                  <a:schemeClr val="accent2"/>
                </a:solidFill>
                <a:ea typeface="+mn-lt"/>
                <a:cs typeface="+mn-lt"/>
              </a:rPr>
              <a:t>redirect data inquiries  to the U.S. Census Bureau website</a:t>
            </a:r>
            <a:r>
              <a:rPr lang="en-US" sz="2200">
                <a:ea typeface="+mn-lt"/>
                <a:cs typeface="+mn-lt"/>
              </a:rPr>
              <a:t>, such as population projections and estimates in Delaware, Georgia, Hawaii, Louisiana, Mississippi, New Mexico</a:t>
            </a:r>
            <a:endParaRPr lang="en-US" sz="2200">
              <a:ea typeface="Calibri"/>
              <a:cs typeface="Calibri"/>
            </a:endParaRPr>
          </a:p>
          <a:p>
            <a:pPr>
              <a:lnSpc>
                <a:spcPct val="100000"/>
              </a:lnSpc>
            </a:pPr>
            <a:r>
              <a:rPr lang="en-US" sz="2200" b="1">
                <a:solidFill>
                  <a:schemeClr val="accent2"/>
                </a:solidFill>
                <a:ea typeface="+mn-lt"/>
                <a:cs typeface="+mn-lt"/>
              </a:rPr>
              <a:t>Challenges </a:t>
            </a:r>
            <a:r>
              <a:rPr lang="en-US" sz="2200">
                <a:ea typeface="+mn-lt"/>
                <a:cs typeface="+mn-lt"/>
              </a:rPr>
              <a:t>in </a:t>
            </a:r>
            <a:r>
              <a:rPr lang="en-US" sz="2200" b="1">
                <a:solidFill>
                  <a:schemeClr val="accent2"/>
                </a:solidFill>
                <a:ea typeface="+mn-lt"/>
                <a:cs typeface="+mn-lt"/>
              </a:rPr>
              <a:t>locating data for specific categories </a:t>
            </a:r>
            <a:r>
              <a:rPr lang="en-US" sz="2200">
                <a:ea typeface="+mn-lt"/>
                <a:cs typeface="+mn-lt"/>
              </a:rPr>
              <a:t>in certain states</a:t>
            </a:r>
            <a:endParaRPr lang="en-US" sz="2200">
              <a:ea typeface="Calibri"/>
              <a:cs typeface="Calibri"/>
            </a:endParaRPr>
          </a:p>
          <a:p>
            <a:pPr>
              <a:lnSpc>
                <a:spcPct val="100000"/>
              </a:lnSpc>
            </a:pPr>
            <a:r>
              <a:rPr lang="en-US" sz="2200">
                <a:ea typeface="+mn-lt"/>
                <a:cs typeface="+mn-lt"/>
              </a:rPr>
              <a:t>Most prevalent methods of </a:t>
            </a:r>
            <a:r>
              <a:rPr lang="en-US" sz="2200" b="1">
                <a:solidFill>
                  <a:schemeClr val="accent2"/>
                </a:solidFill>
                <a:ea typeface="+mn-lt"/>
                <a:cs typeface="+mn-lt"/>
              </a:rPr>
              <a:t>data dissemination </a:t>
            </a:r>
            <a:r>
              <a:rPr lang="en-US" sz="2200">
                <a:ea typeface="+mn-lt"/>
                <a:cs typeface="+mn-lt"/>
              </a:rPr>
              <a:t>are display tables and table downloads  </a:t>
            </a:r>
            <a:endParaRPr lang="en-US" sz="2200">
              <a:ea typeface="Calibri"/>
              <a:cs typeface="Calibri"/>
            </a:endParaRPr>
          </a:p>
          <a:p>
            <a:pPr>
              <a:lnSpc>
                <a:spcPct val="100000"/>
              </a:lnSpc>
            </a:pPr>
            <a:r>
              <a:rPr lang="en-US" sz="2200" b="1">
                <a:solidFill>
                  <a:schemeClr val="accent2"/>
                </a:solidFill>
                <a:latin typeface="Calibri"/>
                <a:ea typeface="Calibri"/>
                <a:cs typeface="Arial"/>
              </a:rPr>
              <a:t>Lack of data citation</a:t>
            </a:r>
          </a:p>
          <a:p>
            <a:pPr lvl="1">
              <a:lnSpc>
                <a:spcPct val="100000"/>
              </a:lnSpc>
              <a:buFont typeface="Courier New,monospace" panose="020B0604020202020204" pitchFamily="34" charset="0"/>
              <a:buChar char="o"/>
            </a:pPr>
            <a:r>
              <a:rPr lang="en-US" sz="2200">
                <a:latin typeface="Calibri"/>
                <a:ea typeface="Calibri"/>
                <a:cs typeface="Arial"/>
              </a:rPr>
              <a:t>Attribute data to the U.S. Census Bureau without specifying the Census Bureau product or survey</a:t>
            </a: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p:txBody>
      </p:sp>
      <p:sp>
        <p:nvSpPr>
          <p:cNvPr id="3" name="TextBox 2">
            <a:extLst>
              <a:ext uri="{FF2B5EF4-FFF2-40B4-BE49-F238E27FC236}">
                <a16:creationId xmlns:a16="http://schemas.microsoft.com/office/drawing/2014/main" id="{32DEA647-1D33-C88B-CA73-0C3B9A6285C7}"/>
              </a:ext>
            </a:extLst>
          </p:cNvPr>
          <p:cNvSpPr txBox="1"/>
          <p:nvPr/>
        </p:nvSpPr>
        <p:spPr>
          <a:xfrm>
            <a:off x="9448800" y="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ED7D31"/>
                </a:solidFill>
                <a:latin typeface="Calibri Light"/>
              </a:rPr>
              <a:t>Method 3: </a:t>
            </a:r>
            <a:r>
              <a:rPr lang="en-US" dirty="0">
                <a:solidFill>
                  <a:srgbClr val="ED7D31"/>
                </a:solidFill>
              </a:rPr>
              <a:t>Review of the SDC websites </a:t>
            </a:r>
            <a:r>
              <a:rPr lang="en-US" dirty="0">
                <a:solidFill>
                  <a:srgbClr val="ED7D31"/>
                </a:solidFill>
                <a:ea typeface="Calibri"/>
                <a:cs typeface="Calibri"/>
              </a:rPr>
              <a:t>​</a:t>
            </a:r>
            <a:endParaRPr lang="en-US" dirty="0"/>
          </a:p>
        </p:txBody>
      </p:sp>
    </p:spTree>
    <p:extLst>
      <p:ext uri="{BB962C8B-B14F-4D97-AF65-F5344CB8AC3E}">
        <p14:creationId xmlns:p14="http://schemas.microsoft.com/office/powerpoint/2010/main" val="363738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4"/>
          <a:stretch>
            <a:fillRect/>
          </a:stretch>
        </p:blipFill>
        <p:spPr>
          <a:xfrm>
            <a:off x="9275495" y="6219255"/>
            <a:ext cx="2743200" cy="582460"/>
          </a:xfrm>
          <a:prstGeom prst="rect">
            <a:avLst/>
          </a:prstGeom>
        </p:spPr>
      </p:pic>
      <p:sp>
        <p:nvSpPr>
          <p:cNvPr id="5" name="Title 4">
            <a:extLst>
              <a:ext uri="{FF2B5EF4-FFF2-40B4-BE49-F238E27FC236}">
                <a16:creationId xmlns:a16="http://schemas.microsoft.com/office/drawing/2014/main" id="{A4A1570F-D602-58C8-62C6-318B4B9D92AA}"/>
              </a:ext>
            </a:extLst>
          </p:cNvPr>
          <p:cNvSpPr>
            <a:spLocks noGrp="1"/>
          </p:cNvSpPr>
          <p:nvPr>
            <p:ph type="title"/>
          </p:nvPr>
        </p:nvSpPr>
        <p:spPr>
          <a:xfrm>
            <a:off x="838200" y="295852"/>
            <a:ext cx="10515600" cy="861437"/>
          </a:xfrm>
        </p:spPr>
        <p:txBody>
          <a:bodyPr>
            <a:normAutofit/>
          </a:bodyPr>
          <a:lstStyle/>
          <a:p>
            <a:r>
              <a:rPr lang="en-US" sz="3200" b="1">
                <a:latin typeface="Calibri Light"/>
                <a:cs typeface="Times New Roman"/>
              </a:rPr>
              <a:t>Summary of Different Geographies for 28 States and Territories</a:t>
            </a:r>
            <a:endParaRPr lang="en-US" sz="3200" b="1">
              <a:latin typeface="Calibri Light"/>
              <a:ea typeface="Calibri Light"/>
              <a:cs typeface="Calibri Light"/>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p:txBody>
          <a:bodyPr/>
          <a:lstStyle/>
          <a:p>
            <a:pPr algn="l"/>
            <a:fld id="{330EA680-D336-4FF7-8B7A-9848BB0A1C32}" type="slidenum">
              <a:rPr lang="en-US" dirty="0" smtClean="0"/>
              <a:pPr algn="l"/>
              <a:t>13</a:t>
            </a:fld>
            <a:endParaRPr lang="en-US">
              <a:ea typeface="Calibri" panose="020F0502020204030204"/>
              <a:cs typeface="Calibri" panose="020F0502020204030204"/>
            </a:endParaRPr>
          </a:p>
        </p:txBody>
      </p:sp>
      <p:sp>
        <p:nvSpPr>
          <p:cNvPr id="2" name="TextBox 1">
            <a:extLst>
              <a:ext uri="{FF2B5EF4-FFF2-40B4-BE49-F238E27FC236}">
                <a16:creationId xmlns:a16="http://schemas.microsoft.com/office/drawing/2014/main" id="{E9D77143-7B8E-C191-A5D1-3FCA147677A7}"/>
              </a:ext>
            </a:extLst>
          </p:cNvPr>
          <p:cNvSpPr txBox="1"/>
          <p:nvPr/>
        </p:nvSpPr>
        <p:spPr>
          <a:xfrm>
            <a:off x="8355101" y="70015"/>
            <a:ext cx="38355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2"/>
                </a:solidFill>
                <a:latin typeface="Calibri Light"/>
                <a:ea typeface="+mn-lt"/>
                <a:cs typeface="+mn-lt"/>
              </a:rPr>
              <a:t>Method 3: </a:t>
            </a:r>
            <a:r>
              <a:rPr lang="en-US">
                <a:solidFill>
                  <a:schemeClr val="accent2"/>
                </a:solidFill>
                <a:ea typeface="+mn-lt"/>
                <a:cs typeface="+mn-lt"/>
              </a:rPr>
              <a:t>Review of the SDC websites </a:t>
            </a:r>
            <a:endParaRPr lang="en-US">
              <a:solidFill>
                <a:schemeClr val="accent2"/>
              </a:solidFill>
              <a:latin typeface="Calibri Light"/>
              <a:cs typeface="Calibri Light"/>
            </a:endParaRPr>
          </a:p>
        </p:txBody>
      </p:sp>
      <p:pic>
        <p:nvPicPr>
          <p:cNvPr id="4" name="Picture 3" descr="A graph of different types of geographic levels&#10;&#10;Description automatically generated">
            <a:extLst>
              <a:ext uri="{FF2B5EF4-FFF2-40B4-BE49-F238E27FC236}">
                <a16:creationId xmlns:a16="http://schemas.microsoft.com/office/drawing/2014/main" id="{E5162DA3-E2CC-15BF-BD80-7EF14B75F9AA}"/>
              </a:ext>
            </a:extLst>
          </p:cNvPr>
          <p:cNvPicPr>
            <a:picLocks noChangeAspect="1"/>
          </p:cNvPicPr>
          <p:nvPr/>
        </p:nvPicPr>
        <p:blipFill>
          <a:blip r:embed="rId5"/>
          <a:stretch>
            <a:fillRect/>
          </a:stretch>
        </p:blipFill>
        <p:spPr>
          <a:xfrm>
            <a:off x="22144" y="1261011"/>
            <a:ext cx="11994572" cy="4956709"/>
          </a:xfrm>
          <a:prstGeom prst="rect">
            <a:avLst/>
          </a:prstGeom>
        </p:spPr>
      </p:pic>
      <p:sp>
        <p:nvSpPr>
          <p:cNvPr id="3" name="TextBox 2">
            <a:extLst>
              <a:ext uri="{FF2B5EF4-FFF2-40B4-BE49-F238E27FC236}">
                <a16:creationId xmlns:a16="http://schemas.microsoft.com/office/drawing/2014/main" id="{925ED3CD-F3F3-65EC-ED17-A230FBCD3B6A}"/>
              </a:ext>
            </a:extLst>
          </p:cNvPr>
          <p:cNvSpPr txBox="1"/>
          <p:nvPr/>
        </p:nvSpPr>
        <p:spPr>
          <a:xfrm>
            <a:off x="5613861" y="1571105"/>
            <a:ext cx="35052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chemeClr val="accent2"/>
                </a:solidFill>
                <a:cs typeface="Calibri"/>
              </a:rPr>
              <a:t>Top 5 are:</a:t>
            </a:r>
          </a:p>
          <a:p>
            <a:pPr lvl="1"/>
            <a:r>
              <a:rPr lang="en-US" sz="2800" dirty="0">
                <a:solidFill>
                  <a:schemeClr val="accent2"/>
                </a:solidFill>
                <a:cs typeface="Calibri"/>
              </a:rPr>
              <a:t>1. County</a:t>
            </a:r>
            <a:endParaRPr lang="en-US" dirty="0">
              <a:solidFill>
                <a:schemeClr val="accent2"/>
              </a:solidFill>
              <a:cs typeface="Calibri"/>
            </a:endParaRPr>
          </a:p>
          <a:p>
            <a:pPr lvl="1"/>
            <a:r>
              <a:rPr lang="en-US" sz="2800" dirty="0">
                <a:solidFill>
                  <a:schemeClr val="accent2"/>
                </a:solidFill>
                <a:cs typeface="Calibri"/>
              </a:rPr>
              <a:t>2. State</a:t>
            </a:r>
            <a:endParaRPr lang="en-US" dirty="0">
              <a:solidFill>
                <a:schemeClr val="accent2"/>
              </a:solidFill>
              <a:cs typeface="Calibri"/>
            </a:endParaRPr>
          </a:p>
          <a:p>
            <a:pPr lvl="1"/>
            <a:r>
              <a:rPr lang="en-US" sz="2800" dirty="0">
                <a:solidFill>
                  <a:schemeClr val="accent2"/>
                </a:solidFill>
                <a:cs typeface="Calibri"/>
              </a:rPr>
              <a:t>3. City/Town</a:t>
            </a:r>
          </a:p>
          <a:p>
            <a:pPr lvl="1"/>
            <a:r>
              <a:rPr lang="en-US" sz="2800" dirty="0">
                <a:solidFill>
                  <a:schemeClr val="accent2"/>
                </a:solidFill>
                <a:cs typeface="Calibri"/>
              </a:rPr>
              <a:t>4. Census Areas</a:t>
            </a:r>
          </a:p>
          <a:p>
            <a:pPr lvl="1"/>
            <a:r>
              <a:rPr lang="en-US" sz="2800" dirty="0">
                <a:solidFill>
                  <a:schemeClr val="accent2"/>
                </a:solidFill>
                <a:cs typeface="Calibri"/>
              </a:rPr>
              <a:t>5. Region</a:t>
            </a:r>
          </a:p>
        </p:txBody>
      </p:sp>
    </p:spTree>
    <p:extLst>
      <p:ext uri="{BB962C8B-B14F-4D97-AF65-F5344CB8AC3E}">
        <p14:creationId xmlns:p14="http://schemas.microsoft.com/office/powerpoint/2010/main" val="283674079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E9B94-B5CD-2504-E69B-B3A841886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7D884-D065-1AD0-880C-EEDB7E06C308}"/>
              </a:ext>
            </a:extLst>
          </p:cNvPr>
          <p:cNvSpPr>
            <a:spLocks noGrp="1"/>
          </p:cNvSpPr>
          <p:nvPr>
            <p:ph type="title"/>
          </p:nvPr>
        </p:nvSpPr>
        <p:spPr/>
        <p:txBody>
          <a:bodyPr/>
          <a:lstStyle/>
          <a:p>
            <a:r>
              <a:rPr lang="en-US" sz="3200" b="1">
                <a:ea typeface="+mj-lt"/>
                <a:cs typeface="+mj-lt"/>
              </a:rPr>
              <a:t>SDC Early Adopters </a:t>
            </a:r>
            <a:br>
              <a:rPr lang="en-US" sz="3200" b="1">
                <a:ea typeface="+mj-lt"/>
                <a:cs typeface="+mj-lt"/>
              </a:rPr>
            </a:br>
            <a:r>
              <a:rPr lang="en-US" sz="3200">
                <a:ea typeface="+mj-lt"/>
                <a:cs typeface="+mj-lt"/>
              </a:rPr>
              <a:t>Exhibit forward-thinking practices within the SDC network</a:t>
            </a:r>
            <a:endParaRPr lang="en-US" b="1">
              <a:ea typeface="Calibri Light"/>
              <a:cs typeface="Calibri Light"/>
            </a:endParaRPr>
          </a:p>
        </p:txBody>
      </p:sp>
      <p:pic>
        <p:nvPicPr>
          <p:cNvPr id="48" name="Picture 4">
            <a:extLst>
              <a:ext uri="{FF2B5EF4-FFF2-40B4-BE49-F238E27FC236}">
                <a16:creationId xmlns:a16="http://schemas.microsoft.com/office/drawing/2014/main" id="{AA257866-3B98-18FC-57A6-C44B156440C5}"/>
              </a:ext>
            </a:extLst>
          </p:cNvPr>
          <p:cNvPicPr>
            <a:picLocks noChangeAspect="1"/>
          </p:cNvPicPr>
          <p:nvPr/>
        </p:nvPicPr>
        <p:blipFill>
          <a:blip r:embed="rId3"/>
          <a:stretch>
            <a:fillRect/>
          </a:stretch>
        </p:blipFill>
        <p:spPr>
          <a:xfrm>
            <a:off x="9765352" y="6354058"/>
            <a:ext cx="2253343" cy="473603"/>
          </a:xfrm>
          <a:prstGeom prst="rect">
            <a:avLst/>
          </a:prstGeom>
        </p:spPr>
      </p:pic>
      <p:sp>
        <p:nvSpPr>
          <p:cNvPr id="21" name="Slide Number Placeholder 20">
            <a:extLst>
              <a:ext uri="{FF2B5EF4-FFF2-40B4-BE49-F238E27FC236}">
                <a16:creationId xmlns:a16="http://schemas.microsoft.com/office/drawing/2014/main" id="{CE398CAC-42F9-BBED-79E2-639DBB837DB5}"/>
              </a:ext>
            </a:extLst>
          </p:cNvPr>
          <p:cNvSpPr>
            <a:spLocks noGrp="1"/>
          </p:cNvSpPr>
          <p:nvPr>
            <p:ph type="sldNum" sz="quarter" idx="12"/>
          </p:nvPr>
        </p:nvSpPr>
        <p:spPr>
          <a:xfrm>
            <a:off x="303094" y="6307190"/>
            <a:ext cx="2743200" cy="365125"/>
          </a:xfrm>
        </p:spPr>
        <p:txBody>
          <a:bodyPr/>
          <a:lstStyle/>
          <a:p>
            <a:pPr algn="l"/>
            <a:fld id="{330EA680-D336-4FF7-8B7A-9848BB0A1C32}" type="slidenum">
              <a:rPr lang="en-US" dirty="0" smtClean="0"/>
              <a:pPr algn="l"/>
              <a:t>14</a:t>
            </a:fld>
            <a:endParaRPr lang="en-US">
              <a:ea typeface="Calibri" panose="020F0502020204030204"/>
              <a:cs typeface="Calibri" panose="020F0502020204030204"/>
            </a:endParaRPr>
          </a:p>
        </p:txBody>
      </p:sp>
      <p:sp>
        <p:nvSpPr>
          <p:cNvPr id="4" name="TextBox 3">
            <a:extLst>
              <a:ext uri="{FF2B5EF4-FFF2-40B4-BE49-F238E27FC236}">
                <a16:creationId xmlns:a16="http://schemas.microsoft.com/office/drawing/2014/main" id="{8FDA57DD-45AC-1A1B-B79F-D76C09ABCC74}"/>
              </a:ext>
            </a:extLst>
          </p:cNvPr>
          <p:cNvSpPr txBox="1"/>
          <p:nvPr/>
        </p:nvSpPr>
        <p:spPr>
          <a:xfrm>
            <a:off x="9948666" y="-116"/>
            <a:ext cx="21570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2"/>
                </a:solidFill>
                <a:ea typeface="+mn-lt"/>
                <a:cs typeface="+mn-lt"/>
              </a:rPr>
              <a:t>Method 3:</a:t>
            </a:r>
            <a:r>
              <a:rPr lang="en-US" b="1" dirty="0">
                <a:solidFill>
                  <a:schemeClr val="accent2"/>
                </a:solidFill>
                <a:ea typeface="+mn-lt"/>
                <a:cs typeface="+mn-lt"/>
              </a:rPr>
              <a:t> </a:t>
            </a:r>
            <a:r>
              <a:rPr lang="en-US" dirty="0">
                <a:solidFill>
                  <a:schemeClr val="accent2"/>
                </a:solidFill>
                <a:ea typeface="+mn-lt"/>
                <a:cs typeface="+mn-lt"/>
              </a:rPr>
              <a:t>Review of the SDC websites </a:t>
            </a:r>
          </a:p>
          <a:p>
            <a:endParaRPr lang="en-US">
              <a:solidFill>
                <a:schemeClr val="accent2"/>
              </a:solidFill>
              <a:latin typeface="Calibri Light"/>
              <a:ea typeface="+mn-lt"/>
              <a:cs typeface="+mn-lt"/>
            </a:endParaRPr>
          </a:p>
          <a:p>
            <a:pPr algn="l"/>
            <a:endParaRPr lang="en-US">
              <a:cs typeface="Calibri"/>
            </a:endParaRPr>
          </a:p>
        </p:txBody>
      </p:sp>
      <p:graphicFrame>
        <p:nvGraphicFramePr>
          <p:cNvPr id="3" name="Table 2">
            <a:extLst>
              <a:ext uri="{FF2B5EF4-FFF2-40B4-BE49-F238E27FC236}">
                <a16:creationId xmlns:a16="http://schemas.microsoft.com/office/drawing/2014/main" id="{53341DF5-F94F-1C59-334E-AB149A3064B1}"/>
              </a:ext>
            </a:extLst>
          </p:cNvPr>
          <p:cNvGraphicFramePr>
            <a:graphicFrameLocks noGrp="1"/>
          </p:cNvGraphicFramePr>
          <p:nvPr>
            <p:extLst>
              <p:ext uri="{D42A27DB-BD31-4B8C-83A1-F6EECF244321}">
                <p14:modId xmlns:p14="http://schemas.microsoft.com/office/powerpoint/2010/main" val="558870636"/>
              </p:ext>
            </p:extLst>
          </p:nvPr>
        </p:nvGraphicFramePr>
        <p:xfrm>
          <a:off x="727981" y="1558018"/>
          <a:ext cx="10629367" cy="4754880"/>
        </p:xfrm>
        <a:graphic>
          <a:graphicData uri="http://schemas.openxmlformats.org/drawingml/2006/table">
            <a:tbl>
              <a:tblPr firstRow="1" bandRow="1">
                <a:tableStyleId>{2D5ABB26-0587-4C30-8999-92F81FD0307C}</a:tableStyleId>
              </a:tblPr>
              <a:tblGrid>
                <a:gridCol w="5388428">
                  <a:extLst>
                    <a:ext uri="{9D8B030D-6E8A-4147-A177-3AD203B41FA5}">
                      <a16:colId xmlns:a16="http://schemas.microsoft.com/office/drawing/2014/main" val="2167451246"/>
                    </a:ext>
                  </a:extLst>
                </a:gridCol>
                <a:gridCol w="5240939">
                  <a:extLst>
                    <a:ext uri="{9D8B030D-6E8A-4147-A177-3AD203B41FA5}">
                      <a16:colId xmlns:a16="http://schemas.microsoft.com/office/drawing/2014/main" val="3201647445"/>
                    </a:ext>
                  </a:extLst>
                </a:gridCol>
              </a:tblGrid>
              <a:tr h="1614092">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Colorado SDC</a:t>
                      </a:r>
                      <a:r>
                        <a:rPr lang="en-US" sz="2000" b="0" i="0" u="none" strike="noStrike" noProof="0" dirty="0">
                          <a:solidFill>
                            <a:srgbClr val="000000"/>
                          </a:solidFill>
                          <a:latin typeface="Calibri"/>
                        </a:rPr>
                        <a:t>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Publishes population estimates and projections by combining data from various Census and non-Census sources </a:t>
                      </a:r>
                    </a:p>
                    <a:p>
                      <a:pPr marL="285750" marR="0" lvl="0" indent="-285750" algn="l">
                        <a:lnSpc>
                          <a:spcPct val="100000"/>
                        </a:lnSpc>
                        <a:spcBef>
                          <a:spcPts val="0"/>
                        </a:spcBef>
                        <a:spcAft>
                          <a:spcPts val="0"/>
                        </a:spcAft>
                        <a:buClr>
                          <a:srgbClr val="000000"/>
                        </a:buClr>
                        <a:buFont typeface="Arial,Sans-Serif"/>
                        <a:buChar char="•"/>
                      </a:pPr>
                      <a:endParaRPr lang="en-US" sz="2000" b="0" i="0" u="none" strike="noStrike" noProof="0">
                        <a:solidFill>
                          <a:srgbClr val="000000"/>
                        </a:solidFill>
                        <a:latin typeface="Calibri"/>
                      </a:endParaRPr>
                    </a:p>
                    <a:p>
                      <a:pPr lvl="0">
                        <a:buNone/>
                      </a:pPr>
                      <a:endParaRPr lang="en-US" sz="200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New Mexico SDC</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up-to-date information on the workforce profile and economic characteristics</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Releases regular updates, as recent as November 2023, offer timely and relevant economic data.  </a:t>
                      </a:r>
                      <a:endParaRPr lang="en-US" sz="2000" dirty="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71809134"/>
                  </a:ext>
                </a:extLst>
              </a:tr>
              <a:tr h="2449285">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Kansas SDC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Offers overview of regional and county characteristics for diverse categories through the </a:t>
                      </a:r>
                      <a:r>
                        <a:rPr lang="en-US" sz="2000" b="0" i="0" u="none" strike="noStrike" noProof="0" dirty="0">
                          <a:solidFill>
                            <a:srgbClr val="000000"/>
                          </a:solidFill>
                        </a:rPr>
                        <a:t>Kansas Regional Data Portal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User-friendly platform engages users with interactive data presentation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citations for the data, enhancing transparency and credibility.  </a:t>
                      </a:r>
                      <a:endParaRPr lang="en-US" sz="2000" dirty="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New York SDC</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Detailed dashboard with variables from the American Community Survey and Current Population Survey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a Self-Sufficiency Earnings Estimator that calculates the income required for basic needs, considering family size and geographic location</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94740815"/>
                  </a:ext>
                </a:extLst>
              </a:tr>
            </a:tbl>
          </a:graphicData>
        </a:graphic>
      </p:graphicFrame>
    </p:spTree>
    <p:extLst>
      <p:ext uri="{BB962C8B-B14F-4D97-AF65-F5344CB8AC3E}">
        <p14:creationId xmlns:p14="http://schemas.microsoft.com/office/powerpoint/2010/main" val="1267718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9DC2C-8DB2-4F30-7811-48862A2B1140}"/>
              </a:ext>
            </a:extLst>
          </p:cNvPr>
          <p:cNvSpPr>
            <a:spLocks noGrp="1"/>
          </p:cNvSpPr>
          <p:nvPr>
            <p:ph type="title"/>
          </p:nvPr>
        </p:nvSpPr>
        <p:spPr>
          <a:xfrm>
            <a:off x="838200" y="263071"/>
            <a:ext cx="10515600" cy="1325563"/>
          </a:xfrm>
        </p:spPr>
        <p:txBody>
          <a:bodyPr>
            <a:normAutofit/>
          </a:bodyPr>
          <a:lstStyle/>
          <a:p>
            <a:r>
              <a:rPr lang="en-US" sz="3600" b="1">
                <a:solidFill>
                  <a:schemeClr val="accent2"/>
                </a:solidFill>
                <a:ea typeface="+mj-lt"/>
                <a:cs typeface="+mj-lt"/>
              </a:rPr>
              <a:t>Method 4</a:t>
            </a:r>
            <a:r>
              <a:rPr lang="en-US" sz="3600" b="1">
                <a:ea typeface="+mj-lt"/>
                <a:cs typeface="+mj-lt"/>
              </a:rPr>
              <a:t>: </a:t>
            </a:r>
            <a:r>
              <a:rPr lang="en-US" sz="3600">
                <a:ea typeface="+mj-lt"/>
                <a:cs typeface="+mj-lt"/>
              </a:rPr>
              <a:t>Survey of the Federal-State Cooperative for Population Estimates (FSCPE) contacts</a:t>
            </a:r>
          </a:p>
        </p:txBody>
      </p:sp>
      <p:sp>
        <p:nvSpPr>
          <p:cNvPr id="3" name="Content Placeholder 2">
            <a:extLst>
              <a:ext uri="{FF2B5EF4-FFF2-40B4-BE49-F238E27FC236}">
                <a16:creationId xmlns:a16="http://schemas.microsoft.com/office/drawing/2014/main" id="{6DAAC72D-6444-480D-EEF2-23BBE2174EE1}"/>
              </a:ext>
            </a:extLst>
          </p:cNvPr>
          <p:cNvSpPr>
            <a:spLocks noGrp="1"/>
          </p:cNvSpPr>
          <p:nvPr>
            <p:ph idx="1"/>
          </p:nvPr>
        </p:nvSpPr>
        <p:spPr>
          <a:xfrm>
            <a:off x="838200" y="1588983"/>
            <a:ext cx="10515600" cy="4786563"/>
          </a:xfrm>
        </p:spPr>
        <p:txBody>
          <a:bodyPr vert="horz" lIns="91440" tIns="45720" rIns="91440" bIns="45720" rtlCol="0" anchor="t">
            <a:noAutofit/>
          </a:bodyPr>
          <a:lstStyle/>
          <a:p>
            <a:r>
              <a:rPr lang="en-US" sz="2000">
                <a:ea typeface="+mn-lt"/>
                <a:cs typeface="+mn-lt"/>
              </a:rPr>
              <a:t>What are FSCPE agencies? </a:t>
            </a:r>
          </a:p>
          <a:p>
            <a:pPr lvl="1">
              <a:buFont typeface="Courier New" panose="020B0604020202020204" pitchFamily="34" charset="0"/>
              <a:buChar char="o"/>
            </a:pPr>
            <a:r>
              <a:rPr lang="en-US" sz="2000">
                <a:ea typeface="+mn-lt"/>
                <a:cs typeface="+mn-lt"/>
              </a:rPr>
              <a:t>State FSCPE agencies work in cooperation with the Census Bureau's Program Branches to produce population estimates, consistent with the last decennial census counts</a:t>
            </a:r>
            <a:endParaRPr lang="en-US" sz="2000">
              <a:ea typeface="Calibri"/>
              <a:cs typeface="Calibri"/>
            </a:endParaRPr>
          </a:p>
          <a:p>
            <a:r>
              <a:rPr lang="en-US" sz="2000">
                <a:latin typeface="Calibri"/>
                <a:ea typeface="Calibri"/>
                <a:cs typeface="Calibri"/>
              </a:rPr>
              <a:t>Summary of 18 FSCPE responses </a:t>
            </a:r>
            <a:endParaRPr lang="en-US" sz="2000">
              <a:ea typeface="+mn-lt"/>
              <a:cs typeface="+mn-lt"/>
            </a:endParaRPr>
          </a:p>
          <a:p>
            <a:pPr lvl="1">
              <a:buFont typeface="Courier New" panose="020B0604020202020204" pitchFamily="34" charset="0"/>
              <a:buChar char="o"/>
            </a:pPr>
            <a:r>
              <a:rPr lang="en-US" sz="2000">
                <a:ea typeface="+mn-lt"/>
                <a:cs typeface="+mn-lt"/>
              </a:rPr>
              <a:t>Rely on data.census.gov for comprehensive Census data</a:t>
            </a:r>
          </a:p>
          <a:p>
            <a:pPr lvl="1">
              <a:buFont typeface="Courier New" panose="020B0604020202020204" pitchFamily="34" charset="0"/>
              <a:buChar char="o"/>
            </a:pPr>
            <a:r>
              <a:rPr lang="en-US" sz="2000">
                <a:ea typeface="+mn-lt"/>
                <a:cs typeface="+mn-lt"/>
              </a:rPr>
              <a:t>For historical data – use National Historical Geographic Information System (NHGIS) </a:t>
            </a:r>
            <a:endParaRPr lang="en-US">
              <a:ea typeface="+mn-lt"/>
              <a:cs typeface="+mn-lt"/>
            </a:endParaRPr>
          </a:p>
          <a:p>
            <a:pPr lvl="1">
              <a:buFont typeface="Courier New" panose="020B0604020202020204" pitchFamily="34" charset="0"/>
              <a:buChar char="o"/>
            </a:pPr>
            <a:r>
              <a:rPr lang="en-US" sz="2000">
                <a:ea typeface="+mn-lt"/>
                <a:cs typeface="+mn-lt"/>
              </a:rPr>
              <a:t>Economic indicators – Bureau  of Economic Analysis (BEA), St. Louis Federal Reserve Economic Data (FRED)</a:t>
            </a:r>
            <a:endParaRPr lang="en-US">
              <a:ea typeface="Calibri"/>
              <a:cs typeface="Calibri"/>
            </a:endParaRPr>
          </a:p>
          <a:p>
            <a:pPr lvl="1">
              <a:buFont typeface="Courier New" panose="020B0604020202020204" pitchFamily="34" charset="0"/>
              <a:buChar char="o"/>
            </a:pPr>
            <a:r>
              <a:rPr lang="en-US" sz="2000">
                <a:ea typeface="+mn-lt"/>
                <a:cs typeface="+mn-lt"/>
              </a:rPr>
              <a:t>States employ proprietary tools and dashboards, example: California Department of Finance and the DC Office of Planning</a:t>
            </a:r>
          </a:p>
          <a:p>
            <a:r>
              <a:rPr lang="en-US" sz="2000">
                <a:ea typeface="+mn-lt"/>
                <a:cs typeface="Arial"/>
              </a:rPr>
              <a:t>Method</a:t>
            </a:r>
            <a:r>
              <a:rPr lang="en-US" sz="2000">
                <a:latin typeface="Calibri"/>
                <a:ea typeface="Calibri"/>
                <a:cs typeface="Arial"/>
              </a:rPr>
              <a:t>: </a:t>
            </a:r>
            <a:endParaRPr lang="en-US" sz="2000">
              <a:latin typeface="Calibri"/>
              <a:ea typeface="Calibri"/>
              <a:cs typeface="Calibri"/>
            </a:endParaRPr>
          </a:p>
          <a:p>
            <a:pPr lvl="1">
              <a:buFont typeface="Courier New" panose="020B0604020202020204" pitchFamily="34" charset="0"/>
              <a:buChar char="o"/>
            </a:pPr>
            <a:r>
              <a:rPr lang="en-US" sz="2000">
                <a:ea typeface="+mn-lt"/>
                <a:cs typeface="+mn-lt"/>
              </a:rPr>
              <a:t>Conducted three rounds of outreach to the 56 FSCPE members, resulting in responses from 18 states</a:t>
            </a:r>
            <a:endParaRPr lang="en-US" sz="2000">
              <a:ea typeface="Calibri"/>
              <a:cs typeface="Calibri"/>
            </a:endParaRPr>
          </a:p>
        </p:txBody>
      </p:sp>
      <p:sp>
        <p:nvSpPr>
          <p:cNvPr id="4" name="Slide Number Placeholder 3">
            <a:extLst>
              <a:ext uri="{FF2B5EF4-FFF2-40B4-BE49-F238E27FC236}">
                <a16:creationId xmlns:a16="http://schemas.microsoft.com/office/drawing/2014/main" id="{135529D3-8C0E-3D98-E803-F711EF15E8D7}"/>
              </a:ext>
            </a:extLst>
          </p:cNvPr>
          <p:cNvSpPr>
            <a:spLocks noGrp="1"/>
          </p:cNvSpPr>
          <p:nvPr>
            <p:ph type="sldNum" sz="quarter" idx="12"/>
          </p:nvPr>
        </p:nvSpPr>
        <p:spPr>
          <a:xfrm>
            <a:off x="843116" y="6294898"/>
            <a:ext cx="2743200" cy="365125"/>
          </a:xfrm>
        </p:spPr>
        <p:txBody>
          <a:bodyPr/>
          <a:lstStyle/>
          <a:p>
            <a:pPr algn="l"/>
            <a:fld id="{330EA680-D336-4FF7-8B7A-9848BB0A1C32}" type="slidenum">
              <a:rPr lang="en-US" smtClean="0"/>
              <a:pPr algn="l"/>
              <a:t>15</a:t>
            </a:fld>
            <a:endParaRPr lang="en-US"/>
          </a:p>
        </p:txBody>
      </p:sp>
      <p:pic>
        <p:nvPicPr>
          <p:cNvPr id="6" name="Picture 4">
            <a:extLst>
              <a:ext uri="{FF2B5EF4-FFF2-40B4-BE49-F238E27FC236}">
                <a16:creationId xmlns:a16="http://schemas.microsoft.com/office/drawing/2014/main" id="{0E2701C7-E34B-CF2B-1B51-4E3AB0067F0A}"/>
              </a:ext>
            </a:extLst>
          </p:cNvPr>
          <p:cNvPicPr>
            <a:picLocks noChangeAspect="1"/>
          </p:cNvPicPr>
          <p:nvPr/>
        </p:nvPicPr>
        <p:blipFill>
          <a:blip r:embed="rId4"/>
          <a:stretch>
            <a:fillRect/>
          </a:stretch>
        </p:blipFill>
        <p:spPr>
          <a:xfrm>
            <a:off x="9562123" y="6279438"/>
            <a:ext cx="2321379" cy="480407"/>
          </a:xfrm>
          <a:prstGeom prst="rect">
            <a:avLst/>
          </a:prstGeom>
        </p:spPr>
      </p:pic>
    </p:spTree>
    <p:extLst>
      <p:ext uri="{BB962C8B-B14F-4D97-AF65-F5344CB8AC3E}">
        <p14:creationId xmlns:p14="http://schemas.microsoft.com/office/powerpoint/2010/main" val="79923581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5529D3-8C0E-3D98-E803-F711EF15E8D7}"/>
              </a:ext>
            </a:extLst>
          </p:cNvPr>
          <p:cNvSpPr>
            <a:spLocks noGrp="1"/>
          </p:cNvSpPr>
          <p:nvPr>
            <p:ph type="sldNum" sz="quarter" idx="12"/>
          </p:nvPr>
        </p:nvSpPr>
        <p:spPr>
          <a:xfrm>
            <a:off x="843116" y="6294898"/>
            <a:ext cx="2743200" cy="365125"/>
          </a:xfrm>
        </p:spPr>
        <p:txBody>
          <a:bodyPr/>
          <a:lstStyle/>
          <a:p>
            <a:pPr algn="l"/>
            <a:fld id="{330EA680-D336-4FF7-8B7A-9848BB0A1C32}" type="slidenum">
              <a:rPr lang="en-US" smtClean="0"/>
              <a:pPr algn="l"/>
              <a:t>16</a:t>
            </a:fld>
            <a:endParaRPr lang="en-US"/>
          </a:p>
        </p:txBody>
      </p:sp>
      <p:pic>
        <p:nvPicPr>
          <p:cNvPr id="6" name="Picture 4">
            <a:extLst>
              <a:ext uri="{FF2B5EF4-FFF2-40B4-BE49-F238E27FC236}">
                <a16:creationId xmlns:a16="http://schemas.microsoft.com/office/drawing/2014/main" id="{0E2701C7-E34B-CF2B-1B51-4E3AB0067F0A}"/>
              </a:ext>
            </a:extLst>
          </p:cNvPr>
          <p:cNvPicPr>
            <a:picLocks noChangeAspect="1"/>
          </p:cNvPicPr>
          <p:nvPr/>
        </p:nvPicPr>
        <p:blipFill>
          <a:blip r:embed="rId4"/>
          <a:stretch>
            <a:fillRect/>
          </a:stretch>
        </p:blipFill>
        <p:spPr>
          <a:xfrm>
            <a:off x="9140302" y="6177385"/>
            <a:ext cx="2743200" cy="582460"/>
          </a:xfrm>
          <a:prstGeom prst="rect">
            <a:avLst/>
          </a:prstGeom>
        </p:spPr>
      </p:pic>
      <p:sp>
        <p:nvSpPr>
          <p:cNvPr id="3" name="Title 1">
            <a:extLst>
              <a:ext uri="{FF2B5EF4-FFF2-40B4-BE49-F238E27FC236}">
                <a16:creationId xmlns:a16="http://schemas.microsoft.com/office/drawing/2014/main" id="{05F00764-C307-0DA2-A5F2-FE091483DD82}"/>
              </a:ext>
            </a:extLst>
          </p:cNvPr>
          <p:cNvSpPr>
            <a:spLocks noGrp="1"/>
          </p:cNvSpPr>
          <p:nvPr>
            <p:ph type="title"/>
          </p:nvPr>
        </p:nvSpPr>
        <p:spPr>
          <a:xfrm>
            <a:off x="241927" y="-3032"/>
            <a:ext cx="11300233" cy="1325563"/>
          </a:xfrm>
        </p:spPr>
        <p:txBody>
          <a:bodyPr/>
          <a:lstStyle/>
          <a:p>
            <a:r>
              <a:rPr lang="en-US" sz="3600" b="1">
                <a:ea typeface="+mj-lt"/>
                <a:cs typeface="+mj-lt"/>
              </a:rPr>
              <a:t>Snapshot: Collected FSCPE Responses</a:t>
            </a:r>
          </a:p>
        </p:txBody>
      </p:sp>
      <p:sp>
        <p:nvSpPr>
          <p:cNvPr id="2" name="TextBox 1">
            <a:extLst>
              <a:ext uri="{FF2B5EF4-FFF2-40B4-BE49-F238E27FC236}">
                <a16:creationId xmlns:a16="http://schemas.microsoft.com/office/drawing/2014/main" id="{1845F33C-EBC0-7133-8920-280AAD23DF32}"/>
              </a:ext>
            </a:extLst>
          </p:cNvPr>
          <p:cNvSpPr txBox="1"/>
          <p:nvPr/>
        </p:nvSpPr>
        <p:spPr>
          <a:xfrm>
            <a:off x="9280336" y="45140"/>
            <a:ext cx="290859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accent2"/>
                </a:solidFill>
                <a:latin typeface="Calibri Light"/>
                <a:ea typeface="+mn-lt"/>
                <a:cs typeface="+mn-lt"/>
              </a:rPr>
              <a:t>Method 4:</a:t>
            </a:r>
            <a:r>
              <a:rPr lang="en-US" sz="1600">
                <a:solidFill>
                  <a:schemeClr val="accent2"/>
                </a:solidFill>
                <a:ea typeface="+mn-lt"/>
                <a:cs typeface="+mn-lt"/>
              </a:rPr>
              <a:t>Survey of the Federal-State Cooperative for Population Estimates (FSCPE) contacts</a:t>
            </a:r>
          </a:p>
        </p:txBody>
      </p:sp>
      <p:pic>
        <p:nvPicPr>
          <p:cNvPr id="5" name="Picture 7" descr="A screenshot of a web link to data tool&#10;&#10;Description automatically generated">
            <a:extLst>
              <a:ext uri="{FF2B5EF4-FFF2-40B4-BE49-F238E27FC236}">
                <a16:creationId xmlns:a16="http://schemas.microsoft.com/office/drawing/2014/main" id="{2A55AA8B-A5AE-22C6-BD27-0812CB4AF130}"/>
              </a:ext>
            </a:extLst>
          </p:cNvPr>
          <p:cNvPicPr>
            <a:picLocks noChangeAspect="1"/>
          </p:cNvPicPr>
          <p:nvPr/>
        </p:nvPicPr>
        <p:blipFill>
          <a:blip r:embed="rId5"/>
          <a:stretch>
            <a:fillRect/>
          </a:stretch>
        </p:blipFill>
        <p:spPr>
          <a:xfrm>
            <a:off x="152401" y="1032238"/>
            <a:ext cx="11887198" cy="5026356"/>
          </a:xfrm>
          <a:prstGeom prst="rect">
            <a:avLst/>
          </a:prstGeom>
        </p:spPr>
      </p:pic>
    </p:spTree>
    <p:extLst>
      <p:ext uri="{BB962C8B-B14F-4D97-AF65-F5344CB8AC3E}">
        <p14:creationId xmlns:p14="http://schemas.microsoft.com/office/powerpoint/2010/main" val="2715225909"/>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C6E7-D7C5-6ABD-FBAA-921A8525082E}"/>
              </a:ext>
            </a:extLst>
          </p:cNvPr>
          <p:cNvSpPr>
            <a:spLocks noGrp="1"/>
          </p:cNvSpPr>
          <p:nvPr>
            <p:ph type="title"/>
          </p:nvPr>
        </p:nvSpPr>
        <p:spPr/>
        <p:txBody>
          <a:bodyPr/>
          <a:lstStyle/>
          <a:p>
            <a:r>
              <a:rPr lang="en-US" sz="3600" b="1" dirty="0">
                <a:solidFill>
                  <a:schemeClr val="accent2"/>
                </a:solidFill>
                <a:cs typeface="Calibri Light"/>
              </a:rPr>
              <a:t>Method 5: </a:t>
            </a:r>
            <a:r>
              <a:rPr lang="en-US" sz="3600" dirty="0">
                <a:solidFill>
                  <a:srgbClr val="000000"/>
                </a:solidFill>
                <a:ea typeface="+mj-lt"/>
                <a:cs typeface="+mj-lt"/>
              </a:rPr>
              <a:t>Exploration of search platforms and databases – examples </a:t>
            </a:r>
            <a:endParaRPr lang="en-US" sz="3600"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C66CFB25-6E43-4717-2C25-3F727174F485}"/>
              </a:ext>
            </a:extLst>
          </p:cNvPr>
          <p:cNvSpPr>
            <a:spLocks noGrp="1"/>
          </p:cNvSpPr>
          <p:nvPr>
            <p:ph idx="1"/>
          </p:nvPr>
        </p:nvSpPr>
        <p:spPr>
          <a:xfrm>
            <a:off x="838200" y="1695356"/>
            <a:ext cx="10515600" cy="4521800"/>
          </a:xfrm>
        </p:spPr>
        <p:txBody>
          <a:bodyPr vert="horz" lIns="91440" tIns="45720" rIns="91440" bIns="45720" rtlCol="0" anchor="t">
            <a:noAutofit/>
          </a:bodyPr>
          <a:lstStyle/>
          <a:p>
            <a:pPr>
              <a:buFont typeface="Arial"/>
              <a:buChar char="•"/>
            </a:pPr>
            <a:r>
              <a:rPr lang="en-US" sz="2000" dirty="0">
                <a:latin typeface="Calibri"/>
                <a:ea typeface="+mn-lt"/>
                <a:cs typeface="Arial"/>
              </a:rPr>
              <a:t>Search Platform </a:t>
            </a:r>
          </a:p>
          <a:p>
            <a:pPr marL="800100" lvl="1" indent="-342900">
              <a:buFont typeface="Courier New,monospace"/>
              <a:buChar char="o"/>
            </a:pPr>
            <a:r>
              <a:rPr lang="en-US" sz="2000" dirty="0">
                <a:latin typeface="Calibri"/>
                <a:ea typeface="+mn-lt"/>
                <a:cs typeface="Arial"/>
              </a:rPr>
              <a:t>elicit.org – Elicit is an online tool developed by the U.S. nonprofit Ought, a machine learning research lab. </a:t>
            </a:r>
          </a:p>
          <a:p>
            <a:pPr>
              <a:buFont typeface="Courier New,monospace"/>
              <a:buChar char="o"/>
            </a:pPr>
            <a:r>
              <a:rPr lang="en-US" sz="2000" dirty="0">
                <a:latin typeface="Calibri"/>
                <a:ea typeface="+mn-lt"/>
                <a:cs typeface="Arial"/>
              </a:rPr>
              <a:t> Databases </a:t>
            </a:r>
          </a:p>
          <a:p>
            <a:pPr marL="971550" lvl="1" indent="-285750">
              <a:buFont typeface="Courier New,monospace"/>
              <a:buChar char="o"/>
            </a:pPr>
            <a:r>
              <a:rPr lang="en-US" sz="2000" dirty="0">
                <a:latin typeface="Calibri"/>
                <a:ea typeface="+mn-lt"/>
                <a:cs typeface="Arial"/>
              </a:rPr>
              <a:t>Policy Commons (accessed through the University of Virginia (UVA) library) </a:t>
            </a:r>
          </a:p>
          <a:p>
            <a:pPr marL="971550" lvl="1" indent="-285750">
              <a:buFont typeface="Courier New,monospace"/>
              <a:buChar char="o"/>
            </a:pPr>
            <a:r>
              <a:rPr lang="en-US" sz="2000" dirty="0">
                <a:latin typeface="Calibri"/>
                <a:ea typeface="+mn-lt"/>
                <a:cs typeface="Arial"/>
              </a:rPr>
              <a:t>Policy Index File (accessed through the UVA library)</a:t>
            </a:r>
          </a:p>
          <a:p>
            <a:pPr marL="971550" lvl="1" indent="-285750">
              <a:buFont typeface="Courier New,monospace"/>
              <a:buChar char="o"/>
            </a:pPr>
            <a:r>
              <a:rPr lang="en-US" sz="2000" dirty="0">
                <a:latin typeface="Calibri"/>
                <a:ea typeface="+mn-lt"/>
                <a:cs typeface="Arial"/>
              </a:rPr>
              <a:t>Policy Map</a:t>
            </a:r>
            <a:endParaRPr lang="en-US" sz="2000" dirty="0">
              <a:latin typeface="Calibri"/>
              <a:ea typeface="Calibri" panose="020F0502020204030204"/>
              <a:cs typeface="Arial"/>
            </a:endParaRPr>
          </a:p>
          <a:p>
            <a:pPr>
              <a:buFont typeface="Courier New,monospace"/>
              <a:buChar char="o"/>
            </a:pPr>
            <a:r>
              <a:rPr lang="en-US" sz="2000" dirty="0">
                <a:latin typeface="Calibri"/>
                <a:ea typeface="+mn-lt"/>
                <a:cs typeface="Arial"/>
              </a:rPr>
              <a:t>Websites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Urban Institute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Association of Public Data Users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Council of State Governments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National Association of Counties </a:t>
            </a:r>
          </a:p>
          <a:p>
            <a:pPr marL="971550" lvl="1" indent="-285750">
              <a:buFont typeface="Courier New,monospace"/>
              <a:buChar char="o"/>
            </a:pPr>
            <a:r>
              <a:rPr lang="en-US" sz="2000" dirty="0">
                <a:latin typeface="Calibri"/>
                <a:ea typeface="+mn-lt"/>
                <a:cs typeface="Arial"/>
              </a:rPr>
              <a:t>National Conference of State Legislatures  </a:t>
            </a:r>
            <a:endParaRPr lang="en-US" sz="2000">
              <a:latin typeface="Calibri"/>
              <a:cs typeface="Arial"/>
            </a:endParaRPr>
          </a:p>
        </p:txBody>
      </p:sp>
      <p:sp>
        <p:nvSpPr>
          <p:cNvPr id="4" name="Slide Number Placeholder 3">
            <a:extLst>
              <a:ext uri="{FF2B5EF4-FFF2-40B4-BE49-F238E27FC236}">
                <a16:creationId xmlns:a16="http://schemas.microsoft.com/office/drawing/2014/main" id="{36E864A8-A3E0-FE2C-E672-25676F3597E8}"/>
              </a:ext>
            </a:extLst>
          </p:cNvPr>
          <p:cNvSpPr>
            <a:spLocks noGrp="1"/>
          </p:cNvSpPr>
          <p:nvPr>
            <p:ph type="sldNum" sz="quarter" idx="12"/>
          </p:nvPr>
        </p:nvSpPr>
        <p:spPr>
          <a:xfrm>
            <a:off x="843116" y="6307189"/>
            <a:ext cx="2743200" cy="365125"/>
          </a:xfrm>
        </p:spPr>
        <p:txBody>
          <a:bodyPr/>
          <a:lstStyle/>
          <a:p>
            <a:pPr algn="l"/>
            <a:fld id="{330EA680-D336-4FF7-8B7A-9848BB0A1C32}" type="slidenum">
              <a:rPr lang="en-US" smtClean="0"/>
              <a:pPr algn="l"/>
              <a:t>17</a:t>
            </a:fld>
            <a:endParaRPr lang="en-US"/>
          </a:p>
        </p:txBody>
      </p:sp>
      <p:pic>
        <p:nvPicPr>
          <p:cNvPr id="6" name="Picture 4">
            <a:extLst>
              <a:ext uri="{FF2B5EF4-FFF2-40B4-BE49-F238E27FC236}">
                <a16:creationId xmlns:a16="http://schemas.microsoft.com/office/drawing/2014/main" id="{9079368F-219A-D0A0-0194-9E5CD5F0C151}"/>
              </a:ext>
            </a:extLst>
          </p:cNvPr>
          <p:cNvPicPr>
            <a:picLocks noChangeAspect="1"/>
          </p:cNvPicPr>
          <p:nvPr/>
        </p:nvPicPr>
        <p:blipFill>
          <a:blip r:embed="rId3"/>
          <a:stretch>
            <a:fillRect/>
          </a:stretch>
        </p:blipFill>
        <p:spPr>
          <a:xfrm>
            <a:off x="9103431" y="6177385"/>
            <a:ext cx="2743200" cy="582460"/>
          </a:xfrm>
          <a:prstGeom prst="rect">
            <a:avLst/>
          </a:prstGeom>
        </p:spPr>
      </p:pic>
    </p:spTree>
    <p:extLst>
      <p:ext uri="{BB962C8B-B14F-4D97-AF65-F5344CB8AC3E}">
        <p14:creationId xmlns:p14="http://schemas.microsoft.com/office/powerpoint/2010/main" val="2843307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25AF-3BA0-2F73-AF97-369BE05A518A}"/>
              </a:ext>
            </a:extLst>
          </p:cNvPr>
          <p:cNvSpPr>
            <a:spLocks noGrp="1"/>
          </p:cNvSpPr>
          <p:nvPr>
            <p:ph type="title"/>
          </p:nvPr>
        </p:nvSpPr>
        <p:spPr>
          <a:xfrm>
            <a:off x="838200" y="531105"/>
            <a:ext cx="10515600" cy="903068"/>
          </a:xfrm>
        </p:spPr>
        <p:txBody>
          <a:bodyPr/>
          <a:lstStyle/>
          <a:p>
            <a:r>
              <a:rPr lang="en-US" sz="3600" b="1" dirty="0">
                <a:ea typeface="+mj-lt"/>
                <a:cs typeface="+mj-lt"/>
              </a:rPr>
              <a:t>Findings – Data Needs from platforms explored</a:t>
            </a:r>
          </a:p>
        </p:txBody>
      </p:sp>
      <p:sp>
        <p:nvSpPr>
          <p:cNvPr id="5" name="Content Placeholder 4">
            <a:extLst>
              <a:ext uri="{FF2B5EF4-FFF2-40B4-BE49-F238E27FC236}">
                <a16:creationId xmlns:a16="http://schemas.microsoft.com/office/drawing/2014/main" id="{DEB406FA-2B2E-DC2D-BE9C-4F15DC564E88}"/>
              </a:ext>
            </a:extLst>
          </p:cNvPr>
          <p:cNvSpPr>
            <a:spLocks noGrp="1"/>
          </p:cNvSpPr>
          <p:nvPr>
            <p:ph idx="1"/>
          </p:nvPr>
        </p:nvSpPr>
        <p:spPr>
          <a:xfrm>
            <a:off x="792933" y="1594567"/>
            <a:ext cx="10515600" cy="5139645"/>
          </a:xfrm>
        </p:spPr>
        <p:txBody>
          <a:bodyPr vert="horz" lIns="91440" tIns="45720" rIns="91440" bIns="45720" rtlCol="0" anchor="t">
            <a:noAutofit/>
          </a:bodyPr>
          <a:lstStyle/>
          <a:p>
            <a:pPr marL="457200" lvl="1" indent="0">
              <a:buNone/>
            </a:pPr>
            <a:r>
              <a:rPr lang="en-US" sz="2600" dirty="0">
                <a:latin typeface="Calibri"/>
                <a:ea typeface="+mn-lt"/>
                <a:cs typeface="Arial"/>
              </a:rPr>
              <a:t>Exploring search platforms, databases, and websites about data needs provided some common themes across the examples below. These needs are: </a:t>
            </a:r>
            <a:endParaRPr lang="en-US">
              <a:latin typeface="Calibri"/>
              <a:ea typeface="Calibri"/>
              <a:cs typeface="Calibri"/>
            </a:endParaRPr>
          </a:p>
          <a:p>
            <a:pPr lvl="1"/>
            <a:r>
              <a:rPr lang="en-US" sz="2600" dirty="0">
                <a:latin typeface="Calibri"/>
                <a:ea typeface="Calibri"/>
                <a:cs typeface="Arial"/>
              </a:rPr>
              <a:t>To provide required interim reports for federal grant programs; </a:t>
            </a:r>
          </a:p>
          <a:p>
            <a:pPr lvl="1"/>
            <a:r>
              <a:rPr lang="en-US" sz="2600" dirty="0">
                <a:latin typeface="Calibri"/>
                <a:ea typeface="+mn-lt"/>
                <a:cs typeface="Arial"/>
              </a:rPr>
              <a:t>To track federally funded projects and to demonstrate impact; </a:t>
            </a:r>
            <a:endParaRPr lang="en-US" sz="2600">
              <a:latin typeface="Calibri"/>
              <a:ea typeface="Calibri"/>
              <a:cs typeface="Arial"/>
            </a:endParaRPr>
          </a:p>
          <a:p>
            <a:pPr lvl="1"/>
            <a:r>
              <a:rPr lang="en-US" sz="2600" dirty="0">
                <a:latin typeface="Calibri"/>
                <a:ea typeface="+mn-lt"/>
                <a:cs typeface="Arial"/>
              </a:rPr>
              <a:t>To proactively provide data and maps to meet local needs; </a:t>
            </a:r>
          </a:p>
          <a:p>
            <a:pPr lvl="1"/>
            <a:r>
              <a:rPr lang="en-US" sz="2600" dirty="0">
                <a:latin typeface="Calibri"/>
                <a:ea typeface="+mn-lt"/>
                <a:cs typeface="Arial"/>
              </a:rPr>
              <a:t>To provide data for small areas;  </a:t>
            </a:r>
            <a:endParaRPr lang="en-US" sz="2600" dirty="0">
              <a:latin typeface="Calibri"/>
              <a:ea typeface="Calibri" panose="020F0502020204030204"/>
              <a:cs typeface="Arial"/>
            </a:endParaRPr>
          </a:p>
          <a:p>
            <a:pPr lvl="1"/>
            <a:r>
              <a:rPr lang="en-US" sz="2600" dirty="0">
                <a:latin typeface="Calibri"/>
                <a:ea typeface="+mn-lt"/>
                <a:cs typeface="Arial"/>
              </a:rPr>
              <a:t>To inform strategies to support local and state populations, e.g., affordable housing strategies and </a:t>
            </a:r>
            <a:endParaRPr lang="en-US" sz="2600">
              <a:latin typeface="Calibri"/>
              <a:ea typeface="Calibri"/>
              <a:cs typeface="Arial"/>
            </a:endParaRPr>
          </a:p>
          <a:p>
            <a:pPr lvl="1"/>
            <a:r>
              <a:rPr lang="en-US" sz="2600" dirty="0">
                <a:latin typeface="Calibri"/>
                <a:ea typeface="+mn-lt"/>
                <a:cs typeface="Arial"/>
              </a:rPr>
              <a:t>To conduct impact analysis tailored to policy issues at local and state levels. </a:t>
            </a:r>
            <a:endParaRPr lang="en-US" sz="2600" dirty="0">
              <a:latin typeface="Calibri"/>
              <a:ea typeface="Calibri"/>
              <a:cs typeface="Arial"/>
            </a:endParaRPr>
          </a:p>
          <a:p>
            <a:endParaRPr lang="en-US" dirty="0">
              <a:ea typeface="Calibri"/>
              <a:cs typeface="Calibri"/>
            </a:endParaRPr>
          </a:p>
        </p:txBody>
      </p:sp>
      <p:sp>
        <p:nvSpPr>
          <p:cNvPr id="13" name="Slide Number Placeholder 20">
            <a:extLst>
              <a:ext uri="{FF2B5EF4-FFF2-40B4-BE49-F238E27FC236}">
                <a16:creationId xmlns:a16="http://schemas.microsoft.com/office/drawing/2014/main" id="{9EF0CFE4-BB64-B668-1C60-BE13CFFB865E}"/>
              </a:ext>
            </a:extLst>
          </p:cNvPr>
          <p:cNvSpPr>
            <a:spLocks noGrp="1"/>
          </p:cNvSpPr>
          <p:nvPr>
            <p:ph type="sldNum" sz="quarter" idx="12"/>
          </p:nvPr>
        </p:nvSpPr>
        <p:spPr>
          <a:xfrm>
            <a:off x="446314" y="6369957"/>
            <a:ext cx="2743200" cy="365125"/>
          </a:xfrm>
        </p:spPr>
        <p:txBody>
          <a:bodyPr/>
          <a:lstStyle/>
          <a:p>
            <a:pPr algn="l"/>
            <a:fld id="{330EA680-D336-4FF7-8B7A-9848BB0A1C32}" type="slidenum">
              <a:rPr lang="en-US" dirty="0" smtClean="0"/>
              <a:pPr algn="l"/>
              <a:t>18</a:t>
            </a:fld>
            <a:endParaRPr lang="en-US">
              <a:ea typeface="Calibri" panose="020F0502020204030204"/>
              <a:cs typeface="Calibri" panose="020F0502020204030204"/>
            </a:endParaRPr>
          </a:p>
        </p:txBody>
      </p:sp>
      <p:sp>
        <p:nvSpPr>
          <p:cNvPr id="4" name="TextBox 3">
            <a:extLst>
              <a:ext uri="{FF2B5EF4-FFF2-40B4-BE49-F238E27FC236}">
                <a16:creationId xmlns:a16="http://schemas.microsoft.com/office/drawing/2014/main" id="{E9E90C66-23BD-D989-96D1-2C1CBEB51EAA}"/>
              </a:ext>
            </a:extLst>
          </p:cNvPr>
          <p:cNvSpPr txBox="1"/>
          <p:nvPr/>
        </p:nvSpPr>
        <p:spPr>
          <a:xfrm>
            <a:off x="8812000" y="40821"/>
            <a:ext cx="33634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9900"/>
                </a:solidFill>
                <a:latin typeface="Calibri Light"/>
                <a:ea typeface="+mn-lt"/>
                <a:cs typeface="+mn-lt"/>
              </a:rPr>
              <a:t>Method 5:</a:t>
            </a:r>
            <a:r>
              <a:rPr lang="en-US">
                <a:solidFill>
                  <a:srgbClr val="FF9900"/>
                </a:solidFill>
                <a:latin typeface="Calibri Light"/>
                <a:ea typeface="+mn-lt"/>
                <a:cs typeface="+mn-lt"/>
              </a:rPr>
              <a:t> </a:t>
            </a:r>
            <a:r>
              <a:rPr lang="en-US">
                <a:solidFill>
                  <a:srgbClr val="FF9900"/>
                </a:solidFill>
                <a:ea typeface="+mn-lt"/>
                <a:cs typeface="+mn-lt"/>
              </a:rPr>
              <a:t>Exploration of search platforms and databases</a:t>
            </a:r>
            <a:endParaRPr lang="en-US"/>
          </a:p>
        </p:txBody>
      </p:sp>
      <p:pic>
        <p:nvPicPr>
          <p:cNvPr id="7" name="Picture 4" descr="A black background with blue text&#10;&#10;Description automatically generated">
            <a:extLst>
              <a:ext uri="{FF2B5EF4-FFF2-40B4-BE49-F238E27FC236}">
                <a16:creationId xmlns:a16="http://schemas.microsoft.com/office/drawing/2014/main" id="{66D272D8-81DF-85B1-555A-C4B5F38AF12C}"/>
              </a:ext>
            </a:extLst>
          </p:cNvPr>
          <p:cNvPicPr>
            <a:picLocks noChangeAspect="1"/>
          </p:cNvPicPr>
          <p:nvPr/>
        </p:nvPicPr>
        <p:blipFill>
          <a:blip r:embed="rId3"/>
          <a:stretch>
            <a:fillRect/>
          </a:stretch>
        </p:blipFill>
        <p:spPr>
          <a:xfrm>
            <a:off x="9103431" y="6177385"/>
            <a:ext cx="2743200" cy="582460"/>
          </a:xfrm>
          <a:prstGeom prst="rect">
            <a:avLst/>
          </a:prstGeom>
        </p:spPr>
      </p:pic>
    </p:spTree>
    <p:extLst>
      <p:ext uri="{BB962C8B-B14F-4D97-AF65-F5344CB8AC3E}">
        <p14:creationId xmlns:p14="http://schemas.microsoft.com/office/powerpoint/2010/main" val="3608645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52161"/>
            <a:ext cx="10515600" cy="1325563"/>
          </a:xfrm>
        </p:spPr>
        <p:txBody>
          <a:bodyPr>
            <a:normAutofit/>
          </a:bodyPr>
          <a:lstStyle/>
          <a:p>
            <a:r>
              <a:rPr lang="en-US" sz="4000" b="1">
                <a:solidFill>
                  <a:schemeClr val="accent2"/>
                </a:solidFill>
                <a:ea typeface="+mj-lt"/>
                <a:cs typeface="+mj-lt"/>
              </a:rPr>
              <a:t>Limitation of Methods</a:t>
            </a:r>
            <a:endParaRPr lang="en-US" sz="4000">
              <a:solidFill>
                <a:schemeClr val="accent2"/>
              </a:solidFill>
              <a:ea typeface="Calibri Light"/>
              <a:cs typeface="Calibri Light"/>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4"/>
          <a:stretch>
            <a:fillRect/>
          </a:stretch>
        </p:blipFill>
        <p:spPr>
          <a:xfrm>
            <a:off x="9479602" y="6156754"/>
            <a:ext cx="2539093" cy="541639"/>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19</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542464" y="1157240"/>
            <a:ext cx="10511979" cy="5636938"/>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mn-lt"/>
                <a:cs typeface="+mn-lt"/>
              </a:rPr>
              <a:t>Text analysis of state constitutions and amendments</a:t>
            </a:r>
          </a:p>
          <a:p>
            <a:pPr lvl="1">
              <a:buFont typeface="Courier New" panose="020B0604020202020204" pitchFamily="34" charset="0"/>
              <a:buChar char="o"/>
            </a:pPr>
            <a:r>
              <a:rPr lang="en-US" sz="2400" dirty="0">
                <a:ea typeface="+mn-lt"/>
                <a:cs typeface="+mn-lt"/>
              </a:rPr>
              <a:t>Topic modelling finds cluster of topics related to government and governance BUT no mention of state data needs</a:t>
            </a:r>
            <a:endParaRPr lang="en-US" sz="2400" dirty="0">
              <a:ea typeface="Calibri"/>
              <a:cs typeface="Calibri"/>
            </a:endParaRPr>
          </a:p>
          <a:p>
            <a:r>
              <a:rPr lang="en-US" dirty="0">
                <a:ea typeface="+mn-lt"/>
                <a:cs typeface="+mn-lt"/>
              </a:rPr>
              <a:t>Review of SDC websites</a:t>
            </a:r>
            <a:endParaRPr lang="en-US" dirty="0">
              <a:ea typeface="Calibri"/>
              <a:cs typeface="Calibri"/>
            </a:endParaRPr>
          </a:p>
          <a:p>
            <a:pPr lvl="1">
              <a:buFont typeface="Courier New" panose="020B0604020202020204" pitchFamily="34" charset="0"/>
              <a:buChar char="o"/>
            </a:pPr>
            <a:r>
              <a:rPr lang="en-US" sz="2400" dirty="0">
                <a:ea typeface="+mn-lt"/>
                <a:cs typeface="+mn-lt"/>
              </a:rPr>
              <a:t>Substantial time investment  in manual searches</a:t>
            </a:r>
          </a:p>
          <a:p>
            <a:pPr lvl="1">
              <a:buFont typeface="Courier New" panose="020B0604020202020204" pitchFamily="34" charset="0"/>
              <a:buChar char="o"/>
            </a:pPr>
            <a:r>
              <a:rPr lang="en-US" sz="2400" dirty="0">
                <a:ea typeface="+mn-lt"/>
                <a:cs typeface="+mn-lt"/>
              </a:rPr>
              <a:t>Subjectivity in classification </a:t>
            </a:r>
          </a:p>
          <a:p>
            <a:pPr lvl="1">
              <a:buFont typeface="Courier New" panose="020B0604020202020204" pitchFamily="34" charset="0"/>
              <a:buChar char="o"/>
            </a:pPr>
            <a:r>
              <a:rPr lang="en-US" sz="2400" dirty="0">
                <a:ea typeface="+mn-lt"/>
                <a:cs typeface="+mn-lt"/>
              </a:rPr>
              <a:t>Potential for excluding data  </a:t>
            </a:r>
          </a:p>
          <a:p>
            <a:r>
              <a:rPr lang="en-US" dirty="0">
                <a:ea typeface="+mn-lt"/>
                <a:cs typeface="+mn-lt"/>
              </a:rPr>
              <a:t>Survey of the Federal-State Cooperative for Population Estimates (FSCPE) contacts – there were limited</a:t>
            </a:r>
            <a:r>
              <a:rPr lang="en-US" sz="2400" dirty="0">
                <a:ea typeface="+mn-lt"/>
                <a:cs typeface="+mn-lt"/>
              </a:rPr>
              <a:t> responses</a:t>
            </a:r>
            <a:r>
              <a:rPr lang="en-US" dirty="0">
                <a:ea typeface="+mn-lt"/>
                <a:cs typeface="+mn-lt"/>
              </a:rPr>
              <a:t> </a:t>
            </a:r>
            <a:endParaRPr lang="en-US" sz="2400" dirty="0">
              <a:ea typeface="Calibri"/>
              <a:cs typeface="Calibri"/>
            </a:endParaRPr>
          </a:p>
        </p:txBody>
      </p:sp>
    </p:spTree>
    <p:extLst>
      <p:ext uri="{BB962C8B-B14F-4D97-AF65-F5344CB8AC3E}">
        <p14:creationId xmlns:p14="http://schemas.microsoft.com/office/powerpoint/2010/main" val="2894885031"/>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p:txBody>
          <a:bodyPr>
            <a:normAutofit/>
          </a:bodyPr>
          <a:lstStyle/>
          <a:p>
            <a:r>
              <a:rPr lang="en-US" b="1">
                <a:solidFill>
                  <a:schemeClr val="accent2"/>
                </a:solidFill>
                <a:ea typeface="+mj-lt"/>
                <a:cs typeface="+mj-lt"/>
              </a:rPr>
              <a:t>Conclusions</a:t>
            </a:r>
            <a:endParaRPr lang="en-US">
              <a:solidFill>
                <a:schemeClr val="accent2"/>
              </a:solidFill>
              <a:ea typeface="Calibri Light"/>
              <a:cs typeface="Calibri Light"/>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336727" y="6129540"/>
            <a:ext cx="2681968" cy="568853"/>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20</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842477" y="1560872"/>
            <a:ext cx="10272449" cy="4860573"/>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a:ea typeface="+mn-lt"/>
                <a:cs typeface="+mn-lt"/>
              </a:rPr>
              <a:t>Significant variability in the types and presentation of data and data products in the SDCs </a:t>
            </a:r>
          </a:p>
          <a:p>
            <a:r>
              <a:rPr lang="en-US" sz="3000">
                <a:ea typeface="+mn-lt"/>
                <a:cs typeface="+mn-lt"/>
              </a:rPr>
              <a:t>Data citation practices</a:t>
            </a:r>
          </a:p>
          <a:p>
            <a:pPr lvl="1">
              <a:buFont typeface="Courier New" panose="020B0604020202020204" pitchFamily="34" charset="0"/>
              <a:buChar char="o"/>
            </a:pPr>
            <a:r>
              <a:rPr lang="en-US" sz="3000">
                <a:ea typeface="+mn-lt"/>
                <a:cs typeface="+mn-lt"/>
              </a:rPr>
              <a:t> Most SDCs attribute their data to the U.S. Census Bureau without specifying the Census Bureau survey or other data product used</a:t>
            </a:r>
            <a:endParaRPr lang="en-US" sz="3000">
              <a:ea typeface="Calibri"/>
              <a:cs typeface="Calibri"/>
            </a:endParaRPr>
          </a:p>
          <a:p>
            <a:pPr lvl="2">
              <a:buFont typeface="Wingdings" panose="020B0604020202020204" pitchFamily="34" charset="0"/>
              <a:buChar char="§"/>
            </a:pPr>
            <a:r>
              <a:rPr lang="en-US" sz="2800">
                <a:ea typeface="+mn-lt"/>
                <a:cs typeface="+mn-lt"/>
              </a:rPr>
              <a:t>Introduction of the citation feature in the tables on data.census.gov represents a positive development to facilitate adding this information to the SDC websites</a:t>
            </a:r>
            <a:endParaRPr lang="en-US" sz="2800">
              <a:ea typeface="Calibri"/>
              <a:cs typeface="Calibri"/>
            </a:endParaRPr>
          </a:p>
          <a:p>
            <a:endParaRPr lang="en-US" sz="3000">
              <a:ea typeface="Calibri"/>
              <a:cs typeface="Calibri"/>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1986971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F88D-6D05-FA5E-917E-419D15A2FB3C}"/>
              </a:ext>
            </a:extLst>
          </p:cNvPr>
          <p:cNvSpPr>
            <a:spLocks noGrp="1"/>
          </p:cNvSpPr>
          <p:nvPr>
            <p:ph type="title"/>
          </p:nvPr>
        </p:nvSpPr>
        <p:spPr>
          <a:xfrm>
            <a:off x="838200" y="134468"/>
            <a:ext cx="10515600" cy="859592"/>
          </a:xfrm>
        </p:spPr>
        <p:txBody>
          <a:bodyPr>
            <a:normAutofit/>
          </a:bodyPr>
          <a:lstStyle/>
          <a:p>
            <a:pPr>
              <a:spcBef>
                <a:spcPts val="1000"/>
              </a:spcBef>
            </a:pPr>
            <a:r>
              <a:rPr lang="en-US" b="1">
                <a:solidFill>
                  <a:schemeClr val="accent2"/>
                </a:solidFill>
                <a:latin typeface="Calibri Light"/>
                <a:ea typeface="Calibri Light"/>
                <a:cs typeface="Calibri Light"/>
              </a:rPr>
              <a:t>Recommendations</a:t>
            </a:r>
          </a:p>
        </p:txBody>
      </p:sp>
      <p:sp>
        <p:nvSpPr>
          <p:cNvPr id="4" name="Slide Number Placeholder 3">
            <a:extLst>
              <a:ext uri="{FF2B5EF4-FFF2-40B4-BE49-F238E27FC236}">
                <a16:creationId xmlns:a16="http://schemas.microsoft.com/office/drawing/2014/main" id="{4F7CBA17-FE56-CD47-8C8F-3D392109EE1E}"/>
              </a:ext>
            </a:extLst>
          </p:cNvPr>
          <p:cNvSpPr>
            <a:spLocks noGrp="1"/>
          </p:cNvSpPr>
          <p:nvPr>
            <p:ph type="sldNum" sz="quarter" idx="12"/>
          </p:nvPr>
        </p:nvSpPr>
        <p:spPr>
          <a:xfrm>
            <a:off x="597310" y="6356350"/>
            <a:ext cx="2743200" cy="365125"/>
          </a:xfrm>
        </p:spPr>
        <p:txBody>
          <a:bodyPr/>
          <a:lstStyle/>
          <a:p>
            <a:pPr algn="l"/>
            <a:fld id="{330EA680-D336-4FF7-8B7A-9848BB0A1C32}" type="slidenum">
              <a:rPr lang="en-US" smtClean="0"/>
              <a:pPr algn="l"/>
              <a:t>21</a:t>
            </a:fld>
            <a:endParaRPr lang="en-US"/>
          </a:p>
        </p:txBody>
      </p:sp>
      <p:sp>
        <p:nvSpPr>
          <p:cNvPr id="7" name="Content Placeholder 6">
            <a:extLst>
              <a:ext uri="{FF2B5EF4-FFF2-40B4-BE49-F238E27FC236}">
                <a16:creationId xmlns:a16="http://schemas.microsoft.com/office/drawing/2014/main" id="{AF1F0DED-D305-073A-76A1-2483FEC73D9C}"/>
              </a:ext>
            </a:extLst>
          </p:cNvPr>
          <p:cNvSpPr>
            <a:spLocks noGrp="1"/>
          </p:cNvSpPr>
          <p:nvPr>
            <p:ph idx="1"/>
          </p:nvPr>
        </p:nvSpPr>
        <p:spPr>
          <a:xfrm>
            <a:off x="925912" y="1058285"/>
            <a:ext cx="10574202" cy="5682692"/>
          </a:xfrm>
        </p:spPr>
        <p:txBody>
          <a:bodyPr vert="horz" lIns="91440" tIns="45720" rIns="91440" bIns="45720" rtlCol="0" anchor="t">
            <a:noAutofit/>
          </a:bodyPr>
          <a:lstStyle/>
          <a:p>
            <a:r>
              <a:rPr lang="en-US" sz="2400" dirty="0">
                <a:ea typeface="+mn-lt"/>
                <a:cs typeface="+mn-lt"/>
              </a:rPr>
              <a:t>Conduct a </a:t>
            </a:r>
            <a:r>
              <a:rPr lang="en-US" sz="2400" b="1" dirty="0">
                <a:solidFill>
                  <a:srgbClr val="ED7D31"/>
                </a:solidFill>
                <a:ea typeface="+mn-lt"/>
                <a:cs typeface="+mn-lt"/>
              </a:rPr>
              <a:t>deeper dive into fewer states</a:t>
            </a:r>
            <a:r>
              <a:rPr lang="en-US" sz="2400" dirty="0">
                <a:ea typeface="+mn-lt"/>
                <a:cs typeface="+mn-lt"/>
              </a:rPr>
              <a:t>, starting with our list of early adopters, including talking to  SDC staff, data users who use the SDCs, and others (Colorado, New Mexico, Kansas, and New  York)</a:t>
            </a:r>
            <a:endParaRPr lang="en-US" dirty="0">
              <a:ea typeface="+mn-lt"/>
              <a:cs typeface="+mn-lt"/>
            </a:endParaRPr>
          </a:p>
          <a:p>
            <a:r>
              <a:rPr lang="en-US" sz="2400" dirty="0">
                <a:solidFill>
                  <a:srgbClr val="000000"/>
                </a:solidFill>
                <a:latin typeface="Arial"/>
                <a:ea typeface="+mn-lt"/>
                <a:cs typeface="Arial"/>
              </a:rPr>
              <a:t> </a:t>
            </a:r>
            <a:r>
              <a:rPr lang="en-US" sz="2400" b="1" dirty="0">
                <a:solidFill>
                  <a:srgbClr val="ED7D31"/>
                </a:solidFill>
                <a:ea typeface="+mn-lt"/>
                <a:cs typeface="+mn-lt"/>
              </a:rPr>
              <a:t>Achieve some level of consistency in the presentation of the data</a:t>
            </a:r>
            <a:r>
              <a:rPr lang="en-US" sz="2400" dirty="0">
                <a:ea typeface="+mn-lt"/>
                <a:cs typeface="+mn-lt"/>
              </a:rPr>
              <a:t>, starting with population trends and projections. </a:t>
            </a:r>
            <a:r>
              <a:rPr lang="en-US" sz="2400" i="1" dirty="0">
                <a:ea typeface="+mn-lt"/>
                <a:cs typeface="+mn-lt"/>
              </a:rPr>
              <a:t>Start with a few states, learn, and expand to other states.</a:t>
            </a:r>
            <a:endParaRPr lang="en-US" dirty="0">
              <a:cs typeface="Calibri" panose="020F0502020204030204"/>
            </a:endParaRPr>
          </a:p>
          <a:p>
            <a:pPr marL="0" indent="0">
              <a:buNone/>
            </a:pPr>
            <a:r>
              <a:rPr lang="en-US" sz="2400" b="1" dirty="0">
                <a:ea typeface="+mn-lt"/>
                <a:cs typeface="+mn-lt"/>
              </a:rPr>
              <a:t>Housekeeping</a:t>
            </a:r>
            <a:endParaRPr lang="en-US" dirty="0"/>
          </a:p>
          <a:p>
            <a:r>
              <a:rPr lang="en-US" sz="2400" dirty="0">
                <a:ea typeface="+mn-lt"/>
                <a:cs typeface="+mn-lt"/>
              </a:rPr>
              <a:t>Conduct regular reviews of SDC lead and coordinating agencies and update links, as needed, on the Census Bureau’s website </a:t>
            </a:r>
          </a:p>
          <a:p>
            <a:r>
              <a:rPr lang="en-US" sz="2400" dirty="0">
                <a:ea typeface="+mn-lt"/>
                <a:cs typeface="+mn-lt"/>
              </a:rPr>
              <a:t>Provide additional clarity on the Census Bureau citations policy webpage and send regular updates on this policy to SDCs lead and coordinating agencies</a:t>
            </a:r>
            <a:endParaRPr lang="en-US" sz="2400" dirty="0">
              <a:ea typeface="Calibri"/>
              <a:cs typeface="Calibri"/>
            </a:endParaRPr>
          </a:p>
          <a:p>
            <a:r>
              <a:rPr lang="en-US" sz="2400" dirty="0">
                <a:ea typeface="+mn-lt"/>
                <a:cs typeface="+mn-lt"/>
              </a:rPr>
              <a:t>Census Bureau suggests adherence to the Office of Management and Budget (OMB) standards related to race and ethnicity categories</a:t>
            </a:r>
            <a:br>
              <a:rPr lang="en-US" sz="2400" dirty="0">
                <a:ea typeface="+mn-lt"/>
                <a:cs typeface="+mn-lt"/>
              </a:rPr>
            </a:br>
            <a:r>
              <a:rPr lang="en-US" sz="2400" dirty="0">
                <a:ea typeface="+mn-lt"/>
                <a:cs typeface="+mn-lt"/>
              </a:rPr>
              <a:t>in data reporting by its SDC partners</a:t>
            </a:r>
          </a:p>
          <a:p>
            <a:pPr lvl="1">
              <a:buFont typeface="Courier New" panose="020B0604020202020204" pitchFamily="34" charset="0"/>
              <a:buChar char="o"/>
            </a:pPr>
            <a:endParaRPr lang="en-US">
              <a:ea typeface="Calibri"/>
              <a:cs typeface="Calibri"/>
            </a:endParaRPr>
          </a:p>
        </p:txBody>
      </p:sp>
      <p:pic>
        <p:nvPicPr>
          <p:cNvPr id="10" name="Picture 4">
            <a:extLst>
              <a:ext uri="{FF2B5EF4-FFF2-40B4-BE49-F238E27FC236}">
                <a16:creationId xmlns:a16="http://schemas.microsoft.com/office/drawing/2014/main" id="{33773168-4CE5-7084-B0CF-0D47A667214F}"/>
              </a:ext>
            </a:extLst>
          </p:cNvPr>
          <p:cNvPicPr>
            <a:picLocks noChangeAspect="1"/>
          </p:cNvPicPr>
          <p:nvPr/>
        </p:nvPicPr>
        <p:blipFill>
          <a:blip r:embed="rId3"/>
          <a:stretch>
            <a:fillRect/>
          </a:stretch>
        </p:blipFill>
        <p:spPr>
          <a:xfrm>
            <a:off x="9226334" y="6152804"/>
            <a:ext cx="2743200" cy="582460"/>
          </a:xfrm>
          <a:prstGeom prst="rect">
            <a:avLst/>
          </a:prstGeom>
        </p:spPr>
      </p:pic>
    </p:spTree>
    <p:extLst>
      <p:ext uri="{BB962C8B-B14F-4D97-AF65-F5344CB8AC3E}">
        <p14:creationId xmlns:p14="http://schemas.microsoft.com/office/powerpoint/2010/main" val="2510184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B52B0-D642-6301-9952-A626ECB1DE83}"/>
              </a:ext>
            </a:extLst>
          </p:cNvPr>
          <p:cNvSpPr/>
          <p:nvPr/>
        </p:nvSpPr>
        <p:spPr>
          <a:xfrm>
            <a:off x="2286000" y="1972655"/>
            <a:ext cx="7548785" cy="740634"/>
          </a:xfrm>
          <a:prstGeom prst="rect">
            <a:avLst/>
          </a:prstGeom>
          <a:solidFill>
            <a:srgbClr val="1D32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6000" y="1818696"/>
            <a:ext cx="7548785" cy="1076149"/>
          </a:xfrm>
        </p:spPr>
        <p:txBody>
          <a:bodyPr vert="horz" lIns="91440" tIns="45720" rIns="91440" bIns="45720" rtlCol="0" anchor="ctr">
            <a:normAutofit/>
          </a:bodyPr>
          <a:lstStyle/>
          <a:p>
            <a:r>
              <a:rPr lang="en-US" sz="4400" b="1">
                <a:solidFill>
                  <a:schemeClr val="bg1"/>
                </a:solidFill>
                <a:ea typeface="+mj-lt"/>
                <a:cs typeface="+mj-lt"/>
              </a:rPr>
              <a:t>Thank You!</a:t>
            </a:r>
          </a:p>
        </p:txBody>
      </p:sp>
      <p:pic>
        <p:nvPicPr>
          <p:cNvPr id="4" name="Picture 4">
            <a:extLst>
              <a:ext uri="{FF2B5EF4-FFF2-40B4-BE49-F238E27FC236}">
                <a16:creationId xmlns:a16="http://schemas.microsoft.com/office/drawing/2014/main" id="{08849813-2D6A-8A27-50F6-D231152C8EF8}"/>
              </a:ext>
            </a:extLst>
          </p:cNvPr>
          <p:cNvPicPr>
            <a:picLocks noChangeAspect="1"/>
          </p:cNvPicPr>
          <p:nvPr/>
        </p:nvPicPr>
        <p:blipFill>
          <a:blip r:embed="rId2"/>
          <a:stretch>
            <a:fillRect/>
          </a:stretch>
        </p:blipFill>
        <p:spPr>
          <a:xfrm>
            <a:off x="3875424" y="4088033"/>
            <a:ext cx="4448586" cy="946751"/>
          </a:xfrm>
          <a:prstGeom prst="rect">
            <a:avLst/>
          </a:prstGeom>
        </p:spPr>
      </p:pic>
      <p:sp>
        <p:nvSpPr>
          <p:cNvPr id="7" name="Slide Number Placeholder 6">
            <a:extLst>
              <a:ext uri="{FF2B5EF4-FFF2-40B4-BE49-F238E27FC236}">
                <a16:creationId xmlns:a16="http://schemas.microsoft.com/office/drawing/2014/main" id="{F7FF1B38-9768-127B-EA7F-A70E2383ED0F}"/>
              </a:ext>
            </a:extLst>
          </p:cNvPr>
          <p:cNvSpPr>
            <a:spLocks noGrp="1"/>
          </p:cNvSpPr>
          <p:nvPr>
            <p:ph type="sldNum" sz="quarter" idx="12"/>
          </p:nvPr>
        </p:nvSpPr>
        <p:spPr>
          <a:xfrm>
            <a:off x="547686" y="6217771"/>
            <a:ext cx="2743200" cy="365125"/>
          </a:xfrm>
        </p:spPr>
        <p:txBody>
          <a:bodyPr/>
          <a:lstStyle/>
          <a:p>
            <a:pPr algn="l"/>
            <a:fld id="{330EA680-D336-4FF7-8B7A-9848BB0A1C32}" type="slidenum">
              <a:rPr lang="en-US" dirty="0" smtClean="0"/>
              <a:pPr algn="l"/>
              <a:t>22</a:t>
            </a:fld>
            <a:endParaRPr lang="en-US">
              <a:ea typeface="Calibri" panose="020F0502020204030204"/>
              <a:cs typeface="Calibri" panose="020F0502020204030204"/>
            </a:endParaRPr>
          </a:p>
        </p:txBody>
      </p:sp>
      <p:pic>
        <p:nvPicPr>
          <p:cNvPr id="9" name="Picture 9">
            <a:extLst>
              <a:ext uri="{FF2B5EF4-FFF2-40B4-BE49-F238E27FC236}">
                <a16:creationId xmlns:a16="http://schemas.microsoft.com/office/drawing/2014/main" id="{85A21957-17FA-FCF4-7E30-1721297C126C}"/>
              </a:ext>
            </a:extLst>
          </p:cNvPr>
          <p:cNvPicPr>
            <a:picLocks noChangeAspect="1"/>
          </p:cNvPicPr>
          <p:nvPr/>
        </p:nvPicPr>
        <p:blipFill>
          <a:blip r:embed="rId3"/>
          <a:stretch>
            <a:fillRect/>
          </a:stretch>
        </p:blipFill>
        <p:spPr>
          <a:xfrm rot="5400000" flipH="1">
            <a:off x="6006913" y="-202872"/>
            <a:ext cx="183293" cy="6593494"/>
          </a:xfrm>
          <a:prstGeom prst="rect">
            <a:avLst/>
          </a:prstGeom>
        </p:spPr>
      </p:pic>
    </p:spTree>
    <p:extLst>
      <p:ext uri="{BB962C8B-B14F-4D97-AF65-F5344CB8AC3E}">
        <p14:creationId xmlns:p14="http://schemas.microsoft.com/office/powerpoint/2010/main" val="381106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454527F-0681-41D3-9A1A-FA08293B25E7}">
  <ds:schemaRefs>
    <ds:schemaRef ds:uri="5ba80a41-9917-4a22-8f13-cb051ddce64c"/>
    <ds:schemaRef ds:uri="7a2657dd-b8a5-4c99-8d51-b0b9d254c9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A9703C-7577-4DA1-BCF5-74E1E8F21492}">
  <ds:schemaRefs>
    <ds:schemaRef ds:uri="http://schemas.microsoft.com/sharepoint/v3/contenttype/forms"/>
  </ds:schemaRefs>
</ds:datastoreItem>
</file>

<file path=customXml/itemProps3.xml><?xml version="1.0" encoding="utf-8"?>
<ds:datastoreItem xmlns:ds="http://schemas.openxmlformats.org/officeDocument/2006/customXml" ds:itemID="{60AD7AC6-A284-4FF5-85E0-2FFE93AA7796}">
  <ds:schemaRefs>
    <ds:schemaRef ds:uri="5ba80a41-9917-4a22-8f13-cb051ddce64c"/>
    <ds:schemaRef ds:uri="7a2657dd-b8a5-4c99-8d51-b0b9d254c98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22</Slides>
  <Notes>19</Notes>
  <HiddenSlides>1</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A Review of State Data Centers Indicators, Tools, and Methods  </vt:lpstr>
      <vt:lpstr>Project Goals</vt:lpstr>
      <vt:lpstr>What are State Data Centers (SDC)?</vt:lpstr>
      <vt:lpstr>State Data Centers </vt:lpstr>
      <vt:lpstr>State Data Center (SDC) Member Network:  Lead and Coordinating Agencies</vt:lpstr>
      <vt:lpstr>Our Methods:</vt:lpstr>
      <vt:lpstr>Method 1: Text analysis of state constitutions and amendments </vt:lpstr>
      <vt:lpstr>Topic Modeling using BERT</vt:lpstr>
      <vt:lpstr>Method 2: Text analysis of SDC mission statements</vt:lpstr>
      <vt:lpstr>PowerPoint Presentation</vt:lpstr>
      <vt:lpstr>Method 3: Review of the SDC websites Classified all SDC data tools and data sources into six broad categories  </vt:lpstr>
      <vt:lpstr>Key Findings</vt:lpstr>
      <vt:lpstr>Summary of Different Geographies for 28 States and Territories</vt:lpstr>
      <vt:lpstr>SDC Early Adopters  Exhibit forward-thinking practices within the SDC network</vt:lpstr>
      <vt:lpstr>Method 4: Survey of the Federal-State Cooperative for Population Estimates (FSCPE) contacts</vt:lpstr>
      <vt:lpstr>Snapshot: Collected FSCPE Responses</vt:lpstr>
      <vt:lpstr>Method 5: Exploration of search platforms and databases – examples </vt:lpstr>
      <vt:lpstr>Findings – Data Needs from platforms explored</vt:lpstr>
      <vt:lpstr>Limitation of Methods</vt:lpstr>
      <vt:lpstr>Conclusions</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241</cp:revision>
  <dcterms:created xsi:type="dcterms:W3CDTF">2024-01-29T14:34:35Z</dcterms:created>
  <dcterms:modified xsi:type="dcterms:W3CDTF">2024-02-07T17:54:26Z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
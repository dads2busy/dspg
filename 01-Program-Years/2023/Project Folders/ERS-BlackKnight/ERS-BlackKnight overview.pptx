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4.xml" ContentType="application/vnd.openxmlformats-officedocument.theme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6.xml" ContentType="application/vnd.openxmlformats-officedocument.theme+xml"/>
  <Override PartName="/ppt/slideLayouts/slideLayout22.xml" ContentType="application/vnd.openxmlformats-officedocument.presentationml.slideLayout+xml"/>
  <Override PartName="/ppt/theme/theme7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8.xml" ContentType="application/vnd.openxmlformats-officedocument.theme+xml"/>
  <Override PartName="/ppt/slideLayouts/slideLayout25.xml" ContentType="application/vnd.openxmlformats-officedocument.presentationml.slideLayout+xml"/>
  <Override PartName="/ppt/theme/theme9.xml" ContentType="application/vnd.openxmlformats-officedocument.theme+xml"/>
  <Override PartName="/ppt/slideLayouts/slideLayout26.xml" ContentType="application/vnd.openxmlformats-officedocument.presentationml.slideLayout+xml"/>
  <Override PartName="/ppt/theme/theme10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theme/theme11.xml" ContentType="application/vnd.openxmlformats-officedocument.theme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12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13.xml" ContentType="application/vnd.openxmlformats-officedocument.theme+xml"/>
  <Override PartName="/ppt/slideLayouts/slideLayout35.xml" ContentType="application/vnd.openxmlformats-officedocument.presentationml.slideLayout+xml"/>
  <Override PartName="/ppt/theme/theme14.xml" ContentType="application/vnd.openxmlformats-officedocument.theme+xml"/>
  <Override PartName="/ppt/slideLayouts/slideLayout36.xml" ContentType="application/vnd.openxmlformats-officedocument.presentationml.slideLayout+xml"/>
  <Override PartName="/ppt/theme/theme15.xml" ContentType="application/vnd.openxmlformats-officedocument.theme+xml"/>
  <Override PartName="/ppt/slideLayouts/slideLayout37.xml" ContentType="application/vnd.openxmlformats-officedocument.presentationml.slideLayout+xml"/>
  <Override PartName="/ppt/theme/theme1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theme/theme17.xml" ContentType="application/vnd.openxmlformats-officedocument.theme+xml"/>
  <Override PartName="/ppt/slideLayouts/slideLayout41.xml" ContentType="application/vnd.openxmlformats-officedocument.presentationml.slideLayout+xml"/>
  <Override PartName="/ppt/theme/theme18.xml" ContentType="application/vnd.openxmlformats-officedocument.theme+xml"/>
  <Override PartName="/ppt/slideLayouts/slideLayout42.xml" ContentType="application/vnd.openxmlformats-officedocument.presentationml.slideLayout+xml"/>
  <Override PartName="/ppt/theme/theme19.xml" ContentType="application/vnd.openxmlformats-officedocument.theme+xml"/>
  <Override PartName="/ppt/theme/theme20.xml" ContentType="application/vnd.openxmlformats-officedocument.theme+xml"/>
  <Override PartName="/ppt/theme/theme21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0" r:id="rId4"/>
    <p:sldMasterId id="2147483652" r:id="rId5"/>
    <p:sldMasterId id="2147483670" r:id="rId6"/>
    <p:sldMasterId id="2147483658" r:id="rId7"/>
    <p:sldMasterId id="2147483672" r:id="rId8"/>
    <p:sldMasterId id="2147483664" r:id="rId9"/>
    <p:sldMasterId id="2147483674" r:id="rId10"/>
    <p:sldMasterId id="2147483676" r:id="rId11"/>
    <p:sldMasterId id="2147483698" r:id="rId12"/>
    <p:sldMasterId id="2147483700" r:id="rId13"/>
    <p:sldMasterId id="2147483708" r:id="rId14"/>
    <p:sldMasterId id="2147483712" r:id="rId15"/>
    <p:sldMasterId id="2147483716" r:id="rId16"/>
    <p:sldMasterId id="2147483719" r:id="rId17"/>
    <p:sldMasterId id="2147483723" r:id="rId18"/>
    <p:sldMasterId id="2147483738" r:id="rId19"/>
    <p:sldMasterId id="2147483741" r:id="rId20"/>
    <p:sldMasterId id="2147483746" r:id="rId21"/>
    <p:sldMasterId id="2147483758" r:id="rId22"/>
  </p:sldMasterIdLst>
  <p:notesMasterIdLst>
    <p:notesMasterId r:id="rId27"/>
  </p:notesMasterIdLst>
  <p:handoutMasterIdLst>
    <p:handoutMasterId r:id="rId28"/>
  </p:handoutMasterIdLst>
  <p:sldIdLst>
    <p:sldId id="298" r:id="rId23"/>
    <p:sldId id="1411" r:id="rId24"/>
    <p:sldId id="1412" r:id="rId25"/>
    <p:sldId id="1415" r:id="rId26"/>
  </p:sldIdLst>
  <p:sldSz cx="12192000" cy="6858000"/>
  <p:notesSz cx="1095375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urston, Joel (jt9sz)" initials="TJ(" lastIdx="4" clrIdx="0">
    <p:extLst>
      <p:ext uri="{19B8F6BF-5375-455C-9EA6-DF929625EA0E}">
        <p15:presenceInfo xmlns:p15="http://schemas.microsoft.com/office/powerpoint/2012/main" userId="Thurston, Joel (jt9sz)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  <a:srgbClr val="00306C"/>
    <a:srgbClr val="012F6C"/>
    <a:srgbClr val="0070C0"/>
    <a:srgbClr val="002E6C"/>
    <a:srgbClr val="E46C0A"/>
    <a:srgbClr val="FFCC99"/>
    <a:srgbClr val="FBE5D6"/>
    <a:srgbClr val="F19865"/>
    <a:srgbClr val="FFA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3BD6CF-F139-9DEA-2C9E-615568FDC5B2}" v="2" dt="2022-08-01T18:48:32.439"/>
    <p1510:client id="{29A8C083-0FFE-0C85-9B8F-E0F688AC8B79}" v="3" dt="2022-06-03T12:36:07.85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329"/>
    <p:restoredTop sz="89063" autoAdjust="0"/>
  </p:normalViewPr>
  <p:slideViewPr>
    <p:cSldViewPr snapToGrid="0">
      <p:cViewPr varScale="1">
        <p:scale>
          <a:sx n="114" d="100"/>
          <a:sy n="114" d="100"/>
        </p:scale>
        <p:origin x="568" y="1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Master" Target="slideMasters/slideMaster10.xml"/><Relationship Id="rId18" Type="http://schemas.openxmlformats.org/officeDocument/2006/relationships/slideMaster" Target="slideMasters/slideMaster15.xml"/><Relationship Id="rId26" Type="http://schemas.openxmlformats.org/officeDocument/2006/relationships/slide" Target="slides/slide4.xml"/><Relationship Id="rId3" Type="http://schemas.openxmlformats.org/officeDocument/2006/relationships/customXml" Target="../customXml/item3.xml"/><Relationship Id="rId21" Type="http://schemas.openxmlformats.org/officeDocument/2006/relationships/slideMaster" Target="slideMasters/slideMaster18.xml"/><Relationship Id="rId34" Type="http://schemas.microsoft.com/office/2015/10/relationships/revisionInfo" Target="revisionInfo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Master" Target="slideMasters/slideMaster14.xml"/><Relationship Id="rId25" Type="http://schemas.openxmlformats.org/officeDocument/2006/relationships/slide" Target="slides/slide3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Master" Target="slideMasters/slideMaster13.xml"/><Relationship Id="rId20" Type="http://schemas.openxmlformats.org/officeDocument/2006/relationships/slideMaster" Target="slideMasters/slideMaster17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2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Master" Target="slideMasters/slideMaster12.xml"/><Relationship Id="rId23" Type="http://schemas.openxmlformats.org/officeDocument/2006/relationships/slide" Target="slides/slide1.xml"/><Relationship Id="rId28" Type="http://schemas.openxmlformats.org/officeDocument/2006/relationships/handoutMaster" Target="handoutMasters/handoutMaster1.xml"/><Relationship Id="rId10" Type="http://schemas.openxmlformats.org/officeDocument/2006/relationships/slideMaster" Target="slideMasters/slideMaster7.xml"/><Relationship Id="rId19" Type="http://schemas.openxmlformats.org/officeDocument/2006/relationships/slideMaster" Target="slideMasters/slideMaster16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Master" Target="slideMasters/slideMaster11.xml"/><Relationship Id="rId22" Type="http://schemas.openxmlformats.org/officeDocument/2006/relationships/slideMaster" Target="slideMasters/slideMaster19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Relationship Id="rId8" Type="http://schemas.openxmlformats.org/officeDocument/2006/relationships/slideMaster" Target="slideMasters/slideMaster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620459" y="0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59ADF0D-4E3C-824B-B4C4-0F0207B029C3}" type="datetimeFigureOut">
              <a:rPr lang="en-US" smtClean="0"/>
              <a:t>5/25/23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54376986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620459" y="54376986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0CBC41-3838-4B45-8A94-E572349168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3888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20459" y="0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C7A0F2-2E8A-2448-9FE7-271D4943A144}" type="datetimeFigureOut">
              <a:rPr lang="en-US" smtClean="0"/>
              <a:t>5/25/23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8534063" y="4294188"/>
            <a:ext cx="38163501" cy="214677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9538" y="27193461"/>
            <a:ext cx="876300" cy="2576222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54376986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20459" y="54376986"/>
            <a:ext cx="474663" cy="28624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8E8C4F-731C-F24D-9A9E-B4D5C84CE4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519784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728663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236692" y="4226501"/>
            <a:ext cx="6384615" cy="4687312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229E2E7-B49B-654D-8C2C-2E24C7E5D9E3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6382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 algn="l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98915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8E8C4F-731C-F24D-9A9E-B4D5C84CE44D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741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5607897" y="1473518"/>
            <a:ext cx="6431704" cy="5219382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4400" baseline="3000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XCp"/>
              </a:defRPr>
            </a:lvl1pPr>
          </a:lstStyle>
          <a:p>
            <a:pPr lvl="0"/>
            <a:r>
              <a:rPr lang="en-US"/>
              <a:t>1. Introduction Title Placed Here</a:t>
            </a:r>
          </a:p>
          <a:p>
            <a:pPr lvl="0"/>
            <a:r>
              <a:rPr lang="en-US"/>
              <a:t>2. Purpose Title Here</a:t>
            </a:r>
          </a:p>
          <a:p>
            <a:pPr lvl="0"/>
            <a:r>
              <a:rPr lang="en-US"/>
              <a:t>3. Description Title Would Go Here</a:t>
            </a:r>
          </a:p>
          <a:p>
            <a:pPr lvl="0"/>
            <a:r>
              <a:rPr lang="en-US"/>
              <a:t>4. </a:t>
            </a:r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Etam</a:t>
            </a:r>
            <a:r>
              <a:rPr lang="en-US"/>
              <a:t> Would Go Here</a:t>
            </a:r>
          </a:p>
          <a:p>
            <a:pPr lvl="0"/>
            <a:r>
              <a:rPr lang="en-US"/>
              <a:t>5. </a:t>
            </a:r>
            <a:r>
              <a:rPr lang="en-US" err="1"/>
              <a:t>Ipsum</a:t>
            </a:r>
            <a:r>
              <a:rPr lang="en-US"/>
              <a:t> Dolor Would Go Here</a:t>
            </a:r>
          </a:p>
          <a:p>
            <a:pPr lvl="0"/>
            <a:r>
              <a:rPr lang="en-US"/>
              <a:t>6. Methodology Would Be Placed Here</a:t>
            </a:r>
          </a:p>
          <a:p>
            <a:pPr lvl="0"/>
            <a:r>
              <a:rPr lang="en-US"/>
              <a:t>7. Research Title Would Go Here</a:t>
            </a:r>
          </a:p>
          <a:p>
            <a:pPr lvl="0"/>
            <a:r>
              <a:rPr lang="en-US"/>
              <a:t>8. Findings Another Title Would Go Here</a:t>
            </a:r>
          </a:p>
        </p:txBody>
      </p:sp>
    </p:spTree>
    <p:extLst>
      <p:ext uri="{BB962C8B-B14F-4D97-AF65-F5344CB8AC3E}">
        <p14:creationId xmlns:p14="http://schemas.microsoft.com/office/powerpoint/2010/main" val="3530823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225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rgbClr val="E46C0A"/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5616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770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638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/>
          <p:cNvSpPr>
            <a:spLocks noGrp="1"/>
          </p:cNvSpPr>
          <p:nvPr>
            <p:ph type="sldNum" sz="quarter" idx="10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1489510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28631-89F8-4743-8F8D-7241C0B82BD7}"/>
              </a:ext>
            </a:extLst>
          </p:cNvPr>
          <p:cNvSpPr txBox="1"/>
          <p:nvPr userDrawn="1"/>
        </p:nvSpPr>
        <p:spPr>
          <a:xfrm>
            <a:off x="10030265" y="6175717"/>
            <a:ext cx="1871003" cy="562708"/>
          </a:xfrm>
          <a:prstGeom prst="rect">
            <a:avLst/>
          </a:prstGeom>
          <a:solidFill>
            <a:srgbClr val="0D2F68"/>
          </a:solidFill>
          <a:ln>
            <a:solidFill>
              <a:srgbClr val="0D2F68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06BE33-76FB-A049-9082-7A272C45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1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FAAE23-B945-A44D-88D8-6AA80210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017824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14D3B3-BF2F-9F4F-BB1A-90A09B1CB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484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722480-E2DF-D84C-AFD3-6FEAD59F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59988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85333" y="660400"/>
            <a:ext cx="9939867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85334" y="5786967"/>
            <a:ext cx="6468533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185333" y="6189127"/>
            <a:ext cx="9939867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234024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1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6652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2538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1817688"/>
            <a:ext cx="5419628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1817688"/>
            <a:ext cx="5264149" cy="3567112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775235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4006426" y="1689100"/>
            <a:ext cx="4240107" cy="4013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</p:spTree>
    <p:extLst>
      <p:ext uri="{BB962C8B-B14F-4D97-AF65-F5344CB8AC3E}">
        <p14:creationId xmlns:p14="http://schemas.microsoft.com/office/powerpoint/2010/main" val="65969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6140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6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18161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51209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223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2583308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2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5976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8242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long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236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LONG PARAGRAPH TEMPLATE TITLE</a:t>
            </a:r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 hasCustomPrompt="1"/>
          </p:nvPr>
        </p:nvSpPr>
        <p:spPr>
          <a:xfrm>
            <a:off x="645585" y="2185434"/>
            <a:ext cx="5419628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.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5" hasCustomPrompt="1"/>
          </p:nvPr>
        </p:nvSpPr>
        <p:spPr>
          <a:xfrm>
            <a:off x="6284386" y="2185434"/>
            <a:ext cx="5264149" cy="3491467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puri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et,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et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.</a:t>
            </a:r>
          </a:p>
        </p:txBody>
      </p:sp>
      <p:sp>
        <p:nvSpPr>
          <p:cNvPr id="11" name="TextBox 10"/>
          <p:cNvSpPr txBox="1"/>
          <p:nvPr userDrawn="1"/>
        </p:nvSpPr>
        <p:spPr>
          <a:xfrm>
            <a:off x="-440267" y="213360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79693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192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A LIST HERE</a:t>
            </a:r>
          </a:p>
        </p:txBody>
      </p:sp>
      <p:sp>
        <p:nvSpPr>
          <p:cNvPr id="9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4006426" y="2006600"/>
            <a:ext cx="4240107" cy="3886200"/>
          </a:xfrm>
          <a:prstGeom prst="rect">
            <a:avLst/>
          </a:prstGeom>
        </p:spPr>
        <p:txBody>
          <a:bodyPr vert="horz"/>
          <a:lstStyle>
            <a:lvl1pPr marL="342900" indent="-342900">
              <a:buFont typeface="Arial"/>
              <a:buChar char="•"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  <a:p>
            <a:pPr lvl="0"/>
            <a:r>
              <a:rPr lang="en-US"/>
              <a:t>Et Su </a:t>
            </a:r>
            <a:r>
              <a:rPr lang="en-US" err="1"/>
              <a:t>Domine</a:t>
            </a:r>
            <a:r>
              <a:rPr lang="en-US"/>
              <a:t> Antes</a:t>
            </a:r>
          </a:p>
          <a:p>
            <a:pPr lvl="0"/>
            <a:r>
              <a:rPr lang="en-US" err="1"/>
              <a:t>Lorem</a:t>
            </a:r>
            <a:r>
              <a:rPr lang="en-US"/>
              <a:t> </a:t>
            </a:r>
            <a:r>
              <a:rPr lang="en-US" err="1"/>
              <a:t>Ipsum</a:t>
            </a:r>
            <a:r>
              <a:rPr lang="en-US"/>
              <a:t> Dolor </a:t>
            </a:r>
          </a:p>
          <a:p>
            <a:pPr lvl="0"/>
            <a:r>
              <a:rPr lang="en-US" err="1"/>
              <a:t>Ishnack</a:t>
            </a:r>
            <a:r>
              <a:rPr lang="en-US"/>
              <a:t> Mansions Epson</a:t>
            </a:r>
          </a:p>
        </p:txBody>
      </p:sp>
    </p:spTree>
    <p:extLst>
      <p:ext uri="{BB962C8B-B14F-4D97-AF65-F5344CB8AC3E}">
        <p14:creationId xmlns:p14="http://schemas.microsoft.com/office/powerpoint/2010/main" val="22456473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shor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236369"/>
            <a:ext cx="12192000" cy="50815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accent6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SHORT PARAGRAPH TEMPLATE TITLE</a:t>
            </a:r>
          </a:p>
        </p:txBody>
      </p:sp>
      <p:sp>
        <p:nvSpPr>
          <p:cNvPr id="10" name="Text Placeholder 10"/>
          <p:cNvSpPr>
            <a:spLocks noGrp="1"/>
          </p:cNvSpPr>
          <p:nvPr>
            <p:ph type="body" sz="quarter" idx="14" hasCustomPrompt="1"/>
          </p:nvPr>
        </p:nvSpPr>
        <p:spPr>
          <a:xfrm>
            <a:off x="1930400" y="2298700"/>
            <a:ext cx="8263467" cy="2273300"/>
          </a:xfrm>
          <a:prstGeom prst="rect">
            <a:avLst/>
          </a:prstGeom>
        </p:spPr>
        <p:txBody>
          <a:bodyPr vert="horz"/>
          <a:lstStyle>
            <a:lvl1pPr marL="0" indent="0" algn="l">
              <a:buFontTx/>
              <a:buNone/>
              <a:defRPr sz="1800" baseline="0">
                <a:solidFill>
                  <a:schemeClr val="tx1">
                    <a:lumMod val="65000"/>
                    <a:lumOff val="3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potenti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et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tincidunt</a:t>
            </a:r>
            <a:r>
              <a:rPr lang="en-US"/>
              <a:t> </a:t>
            </a:r>
            <a:r>
              <a:rPr lang="en-US" err="1"/>
              <a:t>bibendum</a:t>
            </a:r>
            <a:r>
              <a:rPr lang="en-US"/>
              <a:t> vitae </a:t>
            </a:r>
            <a:r>
              <a:rPr lang="en-US" err="1"/>
              <a:t>sollicitudin</a:t>
            </a:r>
            <a:r>
              <a:rPr lang="en-US"/>
              <a:t> </a:t>
            </a:r>
            <a:r>
              <a:rPr lang="en-US" err="1"/>
              <a:t>urna</a:t>
            </a:r>
            <a:r>
              <a:rPr lang="en-US"/>
              <a:t>. </a:t>
            </a:r>
            <a:r>
              <a:rPr lang="en-US" err="1"/>
              <a:t>Cras</a:t>
            </a:r>
            <a:r>
              <a:rPr lang="en-US"/>
              <a:t> </a:t>
            </a:r>
            <a:r>
              <a:rPr lang="en-US" err="1"/>
              <a:t>eros</a:t>
            </a:r>
            <a:r>
              <a:rPr lang="en-US"/>
              <a:t> dolor, </a:t>
            </a:r>
            <a:r>
              <a:rPr lang="en-US" err="1"/>
              <a:t>finibus</a:t>
            </a:r>
            <a:r>
              <a:rPr lang="en-US"/>
              <a:t> in </a:t>
            </a:r>
            <a:r>
              <a:rPr lang="en-US" err="1"/>
              <a:t>risus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, </a:t>
            </a:r>
            <a:r>
              <a:rPr lang="en-US" err="1"/>
              <a:t>hendrerit</a:t>
            </a:r>
            <a:r>
              <a:rPr lang="en-US"/>
              <a:t> </a:t>
            </a:r>
            <a:r>
              <a:rPr lang="en-US" err="1"/>
              <a:t>porta</a:t>
            </a:r>
            <a:r>
              <a:rPr lang="en-US"/>
              <a:t> </a:t>
            </a:r>
            <a:r>
              <a:rPr lang="en-US" err="1"/>
              <a:t>augue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com </a:t>
            </a:r>
            <a:r>
              <a:rPr lang="en-US" err="1"/>
              <a:t>turpis</a:t>
            </a:r>
            <a:r>
              <a:rPr lang="en-US"/>
              <a:t> </a:t>
            </a:r>
            <a:r>
              <a:rPr lang="en-US" err="1"/>
              <a:t>nec</a:t>
            </a:r>
            <a:r>
              <a:rPr lang="en-US"/>
              <a:t> </a:t>
            </a:r>
            <a:r>
              <a:rPr lang="en-US" err="1"/>
              <a:t>vulputate</a:t>
            </a:r>
            <a:r>
              <a:rPr lang="en-US"/>
              <a:t> </a:t>
            </a:r>
            <a:r>
              <a:rPr lang="en-US" err="1"/>
              <a:t>vehicula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</a:t>
            </a:r>
            <a:r>
              <a:rPr lang="en-US" err="1"/>
              <a:t>commodo</a:t>
            </a:r>
            <a:r>
              <a:rPr lang="en-US"/>
              <a:t> </a:t>
            </a:r>
            <a:r>
              <a:rPr lang="en-US" err="1"/>
              <a:t>leo</a:t>
            </a:r>
            <a:r>
              <a:rPr lang="en-US"/>
              <a:t> </a:t>
            </a:r>
            <a:r>
              <a:rPr lang="en-US" err="1"/>
              <a:t>justo</a:t>
            </a:r>
            <a:r>
              <a:rPr lang="en-US"/>
              <a:t> </a:t>
            </a:r>
            <a:r>
              <a:rPr lang="en-US" err="1"/>
              <a:t>cursus</a:t>
            </a:r>
            <a:r>
              <a:rPr lang="en-US"/>
              <a:t>, </a:t>
            </a:r>
            <a:r>
              <a:rPr lang="en-US" err="1"/>
              <a:t>vel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</a:t>
            </a:r>
            <a:r>
              <a:rPr lang="en-US" err="1"/>
              <a:t>varius</a:t>
            </a:r>
            <a:r>
              <a:rPr lang="en-US"/>
              <a:t>. </a:t>
            </a:r>
            <a:r>
              <a:rPr lang="en-US" err="1"/>
              <a:t>Quisquety</a:t>
            </a:r>
            <a:r>
              <a:rPr lang="en-US"/>
              <a:t> </a:t>
            </a:r>
            <a:r>
              <a:rPr lang="en-US" err="1"/>
              <a:t>pharetra</a:t>
            </a:r>
            <a:r>
              <a:rPr lang="en-US"/>
              <a:t> dolor </a:t>
            </a:r>
            <a:r>
              <a:rPr lang="en-US" err="1"/>
              <a:t>eu</a:t>
            </a:r>
            <a:r>
              <a:rPr lang="en-US"/>
              <a:t>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sagittis</a:t>
            </a:r>
            <a:r>
              <a:rPr lang="en-US"/>
              <a:t>. </a:t>
            </a:r>
            <a:r>
              <a:rPr lang="en-US" err="1"/>
              <a:t>Aliquam</a:t>
            </a:r>
            <a:r>
              <a:rPr lang="en-US"/>
              <a:t>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massa</a:t>
            </a:r>
            <a:r>
              <a:rPr lang="en-US"/>
              <a:t>, </a:t>
            </a:r>
            <a:r>
              <a:rPr lang="en-US" err="1"/>
              <a:t>ornare</a:t>
            </a:r>
            <a:r>
              <a:rPr lang="en-US"/>
              <a:t> at </a:t>
            </a:r>
            <a:r>
              <a:rPr lang="en-US" err="1"/>
              <a:t>commodo</a:t>
            </a:r>
            <a:r>
              <a:rPr lang="en-US"/>
              <a:t> sit </a:t>
            </a:r>
            <a:r>
              <a:rPr lang="en-US" err="1"/>
              <a:t>amet</a:t>
            </a:r>
            <a:r>
              <a:rPr lang="en-US"/>
              <a:t>, un semper </a:t>
            </a:r>
            <a:r>
              <a:rPr lang="en-US" err="1"/>
              <a:t>sed</a:t>
            </a:r>
            <a:r>
              <a:rPr lang="en-US"/>
              <a:t> </a:t>
            </a:r>
            <a:r>
              <a:rPr lang="en-US" err="1"/>
              <a:t>erat</a:t>
            </a:r>
            <a:r>
              <a:rPr lang="en-US"/>
              <a:t>. </a:t>
            </a:r>
            <a:r>
              <a:rPr lang="en-US" err="1"/>
              <a:t>Suspendisse</a:t>
            </a:r>
            <a:r>
              <a:rPr lang="en-US"/>
              <a:t> </a:t>
            </a:r>
            <a:r>
              <a:rPr lang="en-US" err="1"/>
              <a:t>rhoncus</a:t>
            </a:r>
            <a:r>
              <a:rPr lang="en-US"/>
              <a:t>, </a:t>
            </a:r>
            <a:r>
              <a:rPr lang="en-US" err="1"/>
              <a:t>nunc</a:t>
            </a:r>
            <a:r>
              <a:rPr lang="en-US"/>
              <a:t> vitae dictum </a:t>
            </a:r>
            <a:r>
              <a:rPr lang="en-US" err="1"/>
              <a:t>pretium</a:t>
            </a:r>
            <a:r>
              <a:rPr lang="en-US"/>
              <a:t>, </a:t>
            </a:r>
            <a:r>
              <a:rPr lang="en-US" err="1"/>
              <a:t>libero</a:t>
            </a:r>
            <a:r>
              <a:rPr lang="en-US"/>
              <a:t> </a:t>
            </a:r>
            <a:r>
              <a:rPr lang="en-US" err="1"/>
              <a:t>purus</a:t>
            </a:r>
            <a:r>
              <a:rPr lang="en-US"/>
              <a:t> </a:t>
            </a:r>
            <a:r>
              <a:rPr lang="en-US" err="1"/>
              <a:t>convallis</a:t>
            </a:r>
            <a:r>
              <a:rPr lang="en-US"/>
              <a:t> </a:t>
            </a:r>
            <a:r>
              <a:rPr lang="en-US" err="1"/>
              <a:t>tortor</a:t>
            </a:r>
            <a:r>
              <a:rPr lang="en-US"/>
              <a:t>, </a:t>
            </a:r>
            <a:r>
              <a:rPr lang="en-US" err="1"/>
              <a:t>eget</a:t>
            </a:r>
            <a:r>
              <a:rPr lang="en-US"/>
              <a:t> </a:t>
            </a:r>
            <a:r>
              <a:rPr lang="en-US" err="1"/>
              <a:t>ultricies</a:t>
            </a:r>
            <a:r>
              <a:rPr lang="en-US"/>
              <a:t> </a:t>
            </a:r>
            <a:r>
              <a:rPr lang="en-US" err="1"/>
              <a:t>sapien</a:t>
            </a:r>
            <a:r>
              <a:rPr lang="en-US"/>
              <a:t> </a:t>
            </a:r>
            <a:r>
              <a:rPr lang="en-US" err="1"/>
              <a:t>odio</a:t>
            </a:r>
            <a:r>
              <a:rPr lang="en-US"/>
              <a:t> non ant. Lore </a:t>
            </a:r>
            <a:r>
              <a:rPr lang="en-US" err="1"/>
              <a:t>ipsum</a:t>
            </a:r>
            <a:r>
              <a:rPr lang="en-US"/>
              <a:t> </a:t>
            </a:r>
            <a:r>
              <a:rPr lang="en-US" err="1"/>
              <a:t>lunpt</a:t>
            </a:r>
            <a:r>
              <a:rPr lang="en-US"/>
              <a:t> and </a:t>
            </a:r>
            <a:r>
              <a:rPr lang="en-US" err="1"/>
              <a:t>ishlam</a:t>
            </a:r>
            <a:r>
              <a:rPr lang="en-US"/>
              <a:t>. </a:t>
            </a:r>
            <a:r>
              <a:rPr lang="en-US" err="1"/>
              <a:t>Nunc</a:t>
            </a:r>
            <a:r>
              <a:rPr lang="en-US"/>
              <a:t> vitae </a:t>
            </a:r>
            <a:r>
              <a:rPr lang="en-US" err="1"/>
              <a:t>neque</a:t>
            </a:r>
            <a:r>
              <a:rPr lang="en-US"/>
              <a:t> </a:t>
            </a:r>
            <a:r>
              <a:rPr lang="en-US" err="1"/>
              <a:t>etus</a:t>
            </a:r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53803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 Placeholder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 Placeholder 7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244600"/>
            <a:ext cx="12192000" cy="457200"/>
          </a:xfrm>
          <a:prstGeom prst="rect">
            <a:avLst/>
          </a:prstGeom>
        </p:spPr>
        <p:txBody>
          <a:bodyPr vert="horz"/>
          <a:lstStyle>
            <a:lvl1pPr marL="0" indent="0" algn="ctr">
              <a:buFontTx/>
              <a:buNone/>
              <a:defRPr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A TABLE HERE</a:t>
            </a:r>
          </a:p>
        </p:txBody>
      </p:sp>
    </p:spTree>
    <p:extLst>
      <p:ext uri="{BB962C8B-B14F-4D97-AF65-F5344CB8AC3E}">
        <p14:creationId xmlns:p14="http://schemas.microsoft.com/office/powerpoint/2010/main" val="999967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3: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4775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185333" y="660400"/>
            <a:ext cx="9939867" cy="49657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baseline="0"/>
            </a:lvl1pPr>
          </a:lstStyle>
          <a:p>
            <a:r>
              <a:rPr lang="en-US"/>
              <a:t>Drag/Insert Image here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185334" y="5786967"/>
            <a:ext cx="6468533" cy="40216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2000" baseline="0">
                <a:solidFill>
                  <a:schemeClr val="tx2">
                    <a:lumMod val="75000"/>
                  </a:schemeClr>
                </a:solidFill>
                <a:latin typeface="ITC Franklin Gothic Std Bk Cd"/>
              </a:defRPr>
            </a:lvl1pPr>
          </a:lstStyle>
          <a:p>
            <a:pPr lvl="0"/>
            <a:r>
              <a:rPr lang="en-US"/>
              <a:t>TITLE FOR IMAGE HERE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1185333" y="6189127"/>
            <a:ext cx="9939867" cy="355600"/>
          </a:xfrm>
          <a:prstGeom prst="rect">
            <a:avLst/>
          </a:prstGeom>
        </p:spPr>
        <p:txBody>
          <a:bodyPr vert="horz"/>
          <a:lstStyle>
            <a:lvl1pPr marL="0" indent="0">
              <a:buFontTx/>
              <a:buNone/>
              <a:defRPr sz="1400" baseline="0">
                <a:solidFill>
                  <a:schemeClr val="tx2">
                    <a:lumMod val="75000"/>
                  </a:schemeClr>
                </a:solidFill>
                <a:latin typeface="ITC Franklin Gothic Std Bk Cp"/>
              </a:defRPr>
            </a:lvl1pPr>
          </a:lstStyle>
          <a:p>
            <a:pPr lvl="0"/>
            <a:r>
              <a:rPr lang="en-US"/>
              <a:t>Subtitle And Description For Image Here</a:t>
            </a:r>
          </a:p>
        </p:txBody>
      </p:sp>
    </p:spTree>
    <p:extLst>
      <p:ext uri="{BB962C8B-B14F-4D97-AF65-F5344CB8AC3E}">
        <p14:creationId xmlns:p14="http://schemas.microsoft.com/office/powerpoint/2010/main" val="1319562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4628631-89F8-4743-8F8D-7241C0B82BD7}"/>
              </a:ext>
            </a:extLst>
          </p:cNvPr>
          <p:cNvSpPr txBox="1"/>
          <p:nvPr userDrawn="1"/>
        </p:nvSpPr>
        <p:spPr>
          <a:xfrm>
            <a:off x="10030265" y="6175717"/>
            <a:ext cx="1871003" cy="562708"/>
          </a:xfrm>
          <a:prstGeom prst="rect">
            <a:avLst/>
          </a:prstGeom>
          <a:solidFill>
            <a:srgbClr val="0D2F68"/>
          </a:solidFill>
          <a:ln>
            <a:solidFill>
              <a:srgbClr val="0D2F68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B06BE33-76FB-A049-9082-7A272C4551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144401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1FAAE23-B945-A44D-88D8-6AA80210B1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38" y="1017824"/>
            <a:ext cx="10434577" cy="4422449"/>
          </a:xfrm>
          <a:prstGeom prst="rect">
            <a:avLst/>
          </a:prstGeo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614D3B3-BF2F-9F4F-BB1A-90A09B1CBB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58501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743518"/>
            <a:ext cx="11814048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u="heavy" cap="all" baseline="0">
                <a:solidFill>
                  <a:schemeClr val="bg1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OPTIONAL PRESENTATION 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77825" y="3503864"/>
            <a:ext cx="11814175" cy="4540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</a:lstStyle>
          <a:p>
            <a:r>
              <a:rPr lang="en-US" b="1" i="0" cap="all"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rPr>
              <a:t> OPTIONAL AUTHOR NAME</a:t>
            </a:r>
          </a:p>
        </p:txBody>
      </p:sp>
    </p:spTree>
    <p:extLst>
      <p:ext uri="{BB962C8B-B14F-4D97-AF65-F5344CB8AC3E}">
        <p14:creationId xmlns:p14="http://schemas.microsoft.com/office/powerpoint/2010/main" val="17382667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4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09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423956456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315581"/>
            <a:ext cx="11436223" cy="1462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“A short statement or quote HERE”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77952" y="4181012"/>
            <a:ext cx="11436223" cy="183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- Optional author name here</a:t>
            </a:r>
          </a:p>
        </p:txBody>
      </p:sp>
    </p:spTree>
    <p:extLst>
      <p:ext uri="{BB962C8B-B14F-4D97-AF65-F5344CB8AC3E}">
        <p14:creationId xmlns:p14="http://schemas.microsoft.com/office/powerpoint/2010/main" val="318713520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3480040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315581"/>
            <a:ext cx="11436223" cy="1462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“A short statement or quote HERE”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77952" y="4181012"/>
            <a:ext cx="11436223" cy="183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- Optional author name here</a:t>
            </a:r>
          </a:p>
        </p:txBody>
      </p:sp>
    </p:spTree>
    <p:extLst>
      <p:ext uri="{BB962C8B-B14F-4D97-AF65-F5344CB8AC3E}">
        <p14:creationId xmlns:p14="http://schemas.microsoft.com/office/powerpoint/2010/main" val="369264766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BC142A-2882-934A-B898-661077BB4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2719E91-BC9C-C149-B560-646710A0C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A8175D-B2D9-2947-8BCF-E687A7FE1857}" type="datetimeFigureOut">
              <a:rPr lang="en-US" smtClean="0"/>
              <a:t>5/25/23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6C5927-902C-2946-A5D4-EA29A5F05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7E221-DC75-F741-A6CE-F4FCBFC43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94D77B-0506-FE43-8A0C-C4BA365F3B9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793234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130917"/>
            <a:ext cx="11814175" cy="731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u="heavy" baseline="0">
                <a:solidFill>
                  <a:srgbClr val="222C4B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59131552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E071F-E573-47EB-8AEA-9FDE5BD6A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7DB1F2-3747-4702-9B11-4693ED589E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65A38D-D90D-4132-B073-FD3AD1F7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3657-14BD-45A1-93C4-8C0B73BB50C3}" type="datetimeFigureOut">
              <a:rPr lang="en-US" smtClean="0"/>
              <a:t>5/25/23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9FD3E-0E1B-4277-9714-F14F7F95F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5FBC8D-FD5B-4843-805D-9B7B8100E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D624A-2A69-4E5D-AE09-F1B680DD9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28391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5AD4-476A-4EC5-A58D-016A19D63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1103D7-204F-4731-9FA3-D970C8736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753657-14BD-45A1-93C4-8C0B73BB50C3}" type="datetimeFigureOut">
              <a:rPr lang="en-US" smtClean="0"/>
              <a:t>5/25/23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4B79CB-265D-40B9-976F-D6CAB68B5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993402-7E98-411D-937B-8AA1D8ACD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DD624A-2A69-4E5D-AE09-F1B680DD9B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727798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743518"/>
            <a:ext cx="11814048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u="none" cap="all" baseline="0">
                <a:solidFill>
                  <a:schemeClr val="bg1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OPTIONAL PRESENTATION 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77825" y="3503864"/>
            <a:ext cx="11814175" cy="4540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</a:lstStyle>
          <a:p>
            <a:r>
              <a:rPr lang="en-US" b="1" i="0" cap="all"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rPr>
              <a:t> OPTIONAL AUTHOR NAME</a:t>
            </a:r>
          </a:p>
        </p:txBody>
      </p:sp>
    </p:spTree>
    <p:extLst>
      <p:ext uri="{BB962C8B-B14F-4D97-AF65-F5344CB8AC3E}">
        <p14:creationId xmlns:p14="http://schemas.microsoft.com/office/powerpoint/2010/main" val="26878417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5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10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373478361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315581"/>
            <a:ext cx="11436223" cy="1462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“A short statement or quote HERE”</a:t>
            </a:r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77952" y="4181012"/>
            <a:ext cx="11436223" cy="183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- Optional author name here</a:t>
            </a:r>
          </a:p>
        </p:txBody>
      </p:sp>
    </p:spTree>
    <p:extLst>
      <p:ext uri="{BB962C8B-B14F-4D97-AF65-F5344CB8AC3E}">
        <p14:creationId xmlns:p14="http://schemas.microsoft.com/office/powerpoint/2010/main" val="76106118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5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10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3364646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65760" y="3130917"/>
            <a:ext cx="11814175" cy="73183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u="heavy" baseline="0">
                <a:solidFill>
                  <a:srgbClr val="222C4B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b="1" i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7809490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443037"/>
            <a:ext cx="5384800" cy="4525963"/>
          </a:xfrm>
        </p:spPr>
        <p:txBody>
          <a:bodyPr/>
          <a:lstStyle>
            <a:lvl1pPr>
              <a:defRPr sz="32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  <a:lvl2pPr>
              <a:defRPr sz="28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2pPr>
            <a:lvl3pPr>
              <a:defRPr sz="24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3pPr>
            <a:lvl4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4pPr>
            <a:lvl5pPr>
              <a:defRPr sz="2000"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8722480-E2DF-D84C-AFD3-6FEAD59F60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276185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60DFBEA-7B27-3749-950B-7DE4151A4B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026" y="252389"/>
            <a:ext cx="10972800" cy="1143000"/>
          </a:xfrm>
        </p:spPr>
        <p:txBody>
          <a:bodyPr/>
          <a:lstStyle>
            <a:lvl1pPr algn="ctr">
              <a:lnSpc>
                <a:spcPct val="80000"/>
              </a:lnSpc>
              <a:defRPr sz="4400" b="1">
                <a:solidFill>
                  <a:srgbClr val="E46C0A"/>
                </a:solidFill>
                <a:latin typeface="ITC Franklin Gothic Std Book" panose="020B0504030503020204" pitchFamily="34" charset="0"/>
                <a:cs typeface="ITC Franklin Gothic Std Book" panose="020B0504030503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D5707C-19E4-0943-A995-81D349022A74}"/>
              </a:ext>
            </a:extLst>
          </p:cNvPr>
          <p:cNvSpPr txBox="1"/>
          <p:nvPr userDrawn="1"/>
        </p:nvSpPr>
        <p:spPr>
          <a:xfrm>
            <a:off x="10030265" y="6175717"/>
            <a:ext cx="1871003" cy="562708"/>
          </a:xfrm>
          <a:prstGeom prst="rect">
            <a:avLst/>
          </a:prstGeom>
          <a:solidFill>
            <a:srgbClr val="0D2F68"/>
          </a:solidFill>
          <a:ln>
            <a:solidFill>
              <a:srgbClr val="0D2F68"/>
            </a:solidFill>
          </a:ln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9781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Small Placeho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7"/>
          <p:cNvSpPr>
            <a:spLocks noGrp="1"/>
          </p:cNvSpPr>
          <p:nvPr>
            <p:ph type="pic" sz="quarter" idx="10" hasCustomPrompt="1"/>
          </p:nvPr>
        </p:nvSpPr>
        <p:spPr>
          <a:xfrm>
            <a:off x="1712022" y="839450"/>
            <a:ext cx="8767956" cy="4377128"/>
          </a:xfrm>
          <a:prstGeom prst="rect">
            <a:avLst/>
          </a:prstGeom>
        </p:spPr>
        <p:txBody>
          <a:bodyPr/>
          <a:lstStyle/>
          <a:p>
            <a:r>
              <a:rPr lang="en-US"/>
              <a:t>Drag image here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603294" y="5627124"/>
            <a:ext cx="2682240" cy="23343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Title for image</a:t>
            </a:r>
          </a:p>
          <a:p>
            <a:pPr lvl="0"/>
            <a:endParaRPr lang="en-US"/>
          </a:p>
        </p:txBody>
      </p:sp>
      <p:sp>
        <p:nvSpPr>
          <p:cNvPr id="12" name="Text Placeholder 9"/>
          <p:cNvSpPr>
            <a:spLocks noGrp="1"/>
          </p:cNvSpPr>
          <p:nvPr>
            <p:ph type="body" sz="quarter" idx="12" hasCustomPrompt="1"/>
          </p:nvPr>
        </p:nvSpPr>
        <p:spPr>
          <a:xfrm>
            <a:off x="1603294" y="5899509"/>
            <a:ext cx="8876684" cy="52567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600" b="0" i="0" cap="none" baseline="0">
                <a:solidFill>
                  <a:srgbClr val="222C4B"/>
                </a:solidFill>
                <a:latin typeface="ITC Franklin Gothic Std Book" charset="0"/>
                <a:ea typeface="ITC Franklin Gothic Std Book" charset="0"/>
                <a:cs typeface="ITC Franklin Gothic Std Book" charset="0"/>
              </a:defRPr>
            </a:lvl1pPr>
            <a:lvl2pPr marL="4572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 algn="ctr">
              <a:buNone/>
              <a:defRPr sz="3000" b="1" i="0" cap="all" baseline="0">
                <a:solidFill>
                  <a:srgbClr val="222C4B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Subtitle and Description for Image </a:t>
            </a:r>
          </a:p>
        </p:txBody>
      </p:sp>
    </p:spTree>
    <p:extLst>
      <p:ext uri="{BB962C8B-B14F-4D97-AF65-F5344CB8AC3E}">
        <p14:creationId xmlns:p14="http://schemas.microsoft.com/office/powerpoint/2010/main" val="23939699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377952" y="2743518"/>
            <a:ext cx="11814048" cy="5715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3600" b="1" i="0" u="none" cap="all" baseline="0">
                <a:solidFill>
                  <a:schemeClr val="bg1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4572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9144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3716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828800" indent="0">
              <a:buNone/>
              <a:defRPr b="1" i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</a:lstStyle>
          <a:p>
            <a:pPr lvl="0"/>
            <a:r>
              <a:rPr lang="en-US"/>
              <a:t>OPTIONAL PRESENTATION TITLE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377825" y="3503864"/>
            <a:ext cx="11814175" cy="45403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400" b="1" i="0" cap="all" baseline="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</a:lstStyle>
          <a:p>
            <a:r>
              <a:rPr lang="en-US" b="1" i="0" cap="all"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rPr>
              <a:t> OPTIONAL AUTHOR NAME</a:t>
            </a:r>
          </a:p>
        </p:txBody>
      </p:sp>
    </p:spTree>
    <p:extLst>
      <p:ext uri="{BB962C8B-B14F-4D97-AF65-F5344CB8AC3E}">
        <p14:creationId xmlns:p14="http://schemas.microsoft.com/office/powerpoint/2010/main" val="1372916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image" Target="../media/image4.emf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image" Target="../media/image3.png"/><Relationship Id="rId5" Type="http://schemas.openxmlformats.org/officeDocument/2006/relationships/slideLayout" Target="../slideLayouts/slideLayout6.xml"/><Relationship Id="rId10" Type="http://schemas.openxmlformats.org/officeDocument/2006/relationships/image" Target="../media/image1.jpeg"/><Relationship Id="rId4" Type="http://schemas.openxmlformats.org/officeDocument/2006/relationships/slideLayout" Target="../slideLayouts/slideLayout5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4.emf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slideLayout" Target="../slideLayouts/slideLayout13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theme" Target="../theme/theme4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6.xml"/><Relationship Id="rId5" Type="http://schemas.openxmlformats.org/officeDocument/2006/relationships/image" Target="../media/image4.emf"/><Relationship Id="rId4" Type="http://schemas.openxmlformats.org/officeDocument/2006/relationships/image" Target="../media/image5.png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emf"/><Relationship Id="rId3" Type="http://schemas.openxmlformats.org/officeDocument/2006/relationships/slideLayout" Target="../slideLayouts/slideLayout19.xml"/><Relationship Id="rId7" Type="http://schemas.openxmlformats.org/officeDocument/2006/relationships/image" Target="../media/image1.jpeg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theme" Target="../theme/theme6.xml"/><Relationship Id="rId5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0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2.xml"/><Relationship Id="rId6" Type="http://schemas.openxmlformats.org/officeDocument/2006/relationships/image" Target="../media/image4.emf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4" Type="http://schemas.openxmlformats.org/officeDocument/2006/relationships/image" Target="../media/image1.jpeg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25.xml"/><Relationship Id="rId4" Type="http://schemas.openxmlformats.org/officeDocument/2006/relationships/image" Target="../media/image8.emf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26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4" Type="http://schemas.openxmlformats.org/officeDocument/2006/relationships/image" Target="../media/image7.png"/></Relationships>
</file>

<file path=ppt/slideMasters/_rels/slideMaster12.xml.rels><?xml version="1.0" encoding="UTF-8" standalone="yes"?>
<Relationships xmlns="http://schemas.openxmlformats.org/package/2006/relationships"><Relationship Id="rId3" Type="http://schemas.openxmlformats.org/officeDocument/2006/relationships/theme" Target="../theme/theme12.xml"/><Relationship Id="rId2" Type="http://schemas.openxmlformats.org/officeDocument/2006/relationships/slideLayout" Target="../slideLayouts/slideLayout30.xml"/><Relationship Id="rId1" Type="http://schemas.openxmlformats.org/officeDocument/2006/relationships/slideLayout" Target="../slideLayouts/slideLayout29.xml"/><Relationship Id="rId4" Type="http://schemas.openxmlformats.org/officeDocument/2006/relationships/image" Target="../media/image7.png"/></Relationships>
</file>

<file path=ppt/slideMasters/_rels/slideMaster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7.png"/><Relationship Id="rId5" Type="http://schemas.openxmlformats.org/officeDocument/2006/relationships/theme" Target="../theme/theme13.xml"/><Relationship Id="rId4" Type="http://schemas.openxmlformats.org/officeDocument/2006/relationships/slideLayout" Target="../slideLayouts/slideLayout34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35.xml"/></Relationships>
</file>

<file path=ppt/slideMasters/_rels/slideMaster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36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37.xml"/></Relationships>
</file>

<file path=ppt/slideMasters/_rels/slideMaster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0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5" Type="http://schemas.openxmlformats.org/officeDocument/2006/relationships/image" Target="../media/image7.png"/><Relationship Id="rId4" Type="http://schemas.openxmlformats.org/officeDocument/2006/relationships/theme" Target="../theme/theme17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41.xml"/></Relationships>
</file>

<file path=ppt/slideMasters/_rels/slideMaster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42.xml"/><Relationship Id="rId4" Type="http://schemas.openxmlformats.org/officeDocument/2006/relationships/image" Target="../media/image8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ontents_orange.jpg"/>
          <p:cNvPicPr>
            <a:picLocks noChangeAspect="1"/>
          </p:cNvPicPr>
          <p:nvPr userDrawn="1"/>
        </p:nvPicPr>
        <p:blipFill>
          <a:blip r:embed="rId4" cstate="screen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937" y="329676"/>
            <a:ext cx="3711689" cy="2138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0871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rushedge_solid_blue.png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UVA_Primary_white.eps">
            <a:extLst>
              <a:ext uri="{FF2B5EF4-FFF2-40B4-BE49-F238E27FC236}">
                <a16:creationId xmlns:a16="http://schemas.microsoft.com/office/drawing/2014/main" id="{14E66DA3-969A-1E4A-9C04-CB30DE4BFDE4}"/>
              </a:ext>
            </a:extLst>
          </p:cNvPr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204180" y="6224048"/>
            <a:ext cx="1645920" cy="405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55677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53" r:id="rId2"/>
    <p:sldLayoutId id="2147483654" r:id="rId3"/>
    <p:sldLayoutId id="2147483656" r:id="rId4"/>
    <p:sldLayoutId id="2147483657" r:id="rId5"/>
    <p:sldLayoutId id="2147483693" r:id="rId6"/>
    <p:sldLayoutId id="2147483692" r:id="rId7"/>
    <p:sldLayoutId id="2147483695" r:id="rId8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pic>
        <p:nvPicPr>
          <p:cNvPr id="8" name="Picture 7" descr="brushedge_solid_blue.png"/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05" y="5194968"/>
            <a:ext cx="12192000" cy="1676400"/>
          </a:xfrm>
          <a:prstGeom prst="rect">
            <a:avLst/>
          </a:prstGeom>
        </p:spPr>
      </p:pic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2197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8" name="Picture 7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8657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59" r:id="rId2"/>
    <p:sldLayoutId id="2147483660" r:id="rId3"/>
    <p:sldLayoutId id="2147483662" r:id="rId4"/>
    <p:sldLayoutId id="2147483663" r:id="rId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sp>
        <p:nvSpPr>
          <p:cNvPr id="8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829029" y="6324412"/>
            <a:ext cx="1804172" cy="333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172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7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8" name="Rectangle 6"/>
          <p:cNvSpPr/>
          <p:nvPr userDrawn="1"/>
        </p:nvSpPr>
        <p:spPr>
          <a:xfrm>
            <a:off x="2" y="1"/>
            <a:ext cx="12193733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9" name="Picture 8" descr="UVA_Primary_white.eps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52941" y="277922"/>
            <a:ext cx="1877883" cy="347190"/>
          </a:xfrm>
          <a:prstGeom prst="rect">
            <a:avLst/>
          </a:prstGeom>
        </p:spPr>
      </p:pic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94085" y="646025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 baseline="0">
                <a:solidFill>
                  <a:schemeClr val="bg1"/>
                </a:solidFill>
                <a:latin typeface="ITC Franklin Gothic Std Bk XCp"/>
              </a:defRPr>
            </a:lvl1pPr>
          </a:lstStyle>
          <a:p>
            <a:fld id="{0F418C06-167A-E646-9EF6-18275B625F6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7998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65" r:id="rId2"/>
    <p:sldLayoutId id="2147483666" r:id="rId3"/>
    <p:sldLayoutId id="2147483668" r:id="rId4"/>
    <p:sldLayoutId id="2147483669" r:id="rId5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grounds.png"/>
          <p:cNvPicPr>
            <a:picLocks noChangeAspect="1"/>
          </p:cNvPicPr>
          <p:nvPr userDrawn="1"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" y="0"/>
            <a:ext cx="12207161" cy="7569200"/>
          </a:xfrm>
          <a:prstGeom prst="rect">
            <a:avLst/>
          </a:prstGeom>
        </p:spPr>
      </p:pic>
      <p:pic>
        <p:nvPicPr>
          <p:cNvPr id="8" name="Picture 7" descr="grounds.png"/>
          <p:cNvPicPr>
            <a:picLocks noChangeAspect="1"/>
          </p:cNvPicPr>
          <p:nvPr userDrawn="1"/>
        </p:nvPicPr>
        <p:blipFill rotWithShape="1"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-16499"/>
          <a:stretch/>
        </p:blipFill>
        <p:spPr>
          <a:xfrm>
            <a:off x="-19614" y="457200"/>
            <a:ext cx="12211615" cy="6974051"/>
          </a:xfrm>
          <a:prstGeom prst="rect">
            <a:avLst/>
          </a:prstGeom>
        </p:spPr>
      </p:pic>
      <p:sp>
        <p:nvSpPr>
          <p:cNvPr id="9" name="Rectangle 3"/>
          <p:cNvSpPr/>
          <p:nvPr userDrawn="1"/>
        </p:nvSpPr>
        <p:spPr>
          <a:xfrm>
            <a:off x="-19614" y="5978148"/>
            <a:ext cx="12226775" cy="936363"/>
          </a:xfrm>
          <a:custGeom>
            <a:avLst/>
            <a:gdLst>
              <a:gd name="connsiteX0" fmla="*/ 0 w 9144000"/>
              <a:gd name="connsiteY0" fmla="*/ 0 h 854363"/>
              <a:gd name="connsiteX1" fmla="*/ 9144000 w 9144000"/>
              <a:gd name="connsiteY1" fmla="*/ 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82100"/>
              <a:gd name="connsiteY0" fmla="*/ 0 h 854363"/>
              <a:gd name="connsiteX1" fmla="*/ 9182100 w 9182100"/>
              <a:gd name="connsiteY1" fmla="*/ 342900 h 854363"/>
              <a:gd name="connsiteX2" fmla="*/ 9144000 w 9182100"/>
              <a:gd name="connsiteY2" fmla="*/ 854363 h 854363"/>
              <a:gd name="connsiteX3" fmla="*/ 0 w 9182100"/>
              <a:gd name="connsiteY3" fmla="*/ 854363 h 854363"/>
              <a:gd name="connsiteX4" fmla="*/ 0 w 9182100"/>
              <a:gd name="connsiteY4" fmla="*/ 0 h 854363"/>
              <a:gd name="connsiteX0" fmla="*/ 0 w 9144000"/>
              <a:gd name="connsiteY0" fmla="*/ 0 h 854363"/>
              <a:gd name="connsiteX1" fmla="*/ 9104113 w 9144000"/>
              <a:gd name="connsiteY1" fmla="*/ 342900 h 854363"/>
              <a:gd name="connsiteX2" fmla="*/ 9144000 w 9144000"/>
              <a:gd name="connsiteY2" fmla="*/ 854363 h 854363"/>
              <a:gd name="connsiteX3" fmla="*/ 0 w 9144000"/>
              <a:gd name="connsiteY3" fmla="*/ 854363 h 854363"/>
              <a:gd name="connsiteX4" fmla="*/ 0 w 9144000"/>
              <a:gd name="connsiteY4" fmla="*/ 0 h 854363"/>
              <a:gd name="connsiteX0" fmla="*/ 0 w 9148677"/>
              <a:gd name="connsiteY0" fmla="*/ 0 h 854363"/>
              <a:gd name="connsiteX1" fmla="*/ 9148677 w 9148677"/>
              <a:gd name="connsiteY1" fmla="*/ 220361 h 854363"/>
              <a:gd name="connsiteX2" fmla="*/ 9144000 w 9148677"/>
              <a:gd name="connsiteY2" fmla="*/ 854363 h 854363"/>
              <a:gd name="connsiteX3" fmla="*/ 0 w 9148677"/>
              <a:gd name="connsiteY3" fmla="*/ 854363 h 854363"/>
              <a:gd name="connsiteX4" fmla="*/ 0 w 9148677"/>
              <a:gd name="connsiteY4" fmla="*/ 0 h 854363"/>
              <a:gd name="connsiteX0" fmla="*/ 0 w 9155141"/>
              <a:gd name="connsiteY0" fmla="*/ 0 h 887783"/>
              <a:gd name="connsiteX1" fmla="*/ 9148677 w 9155141"/>
              <a:gd name="connsiteY1" fmla="*/ 220361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0 w 9155141"/>
              <a:gd name="connsiteY0" fmla="*/ 0 h 887783"/>
              <a:gd name="connsiteX1" fmla="*/ 9148677 w 9155141"/>
              <a:gd name="connsiteY1" fmla="*/ 26126 h 887783"/>
              <a:gd name="connsiteX2" fmla="*/ 9155141 w 9155141"/>
              <a:gd name="connsiteY2" fmla="*/ 887783 h 887783"/>
              <a:gd name="connsiteX3" fmla="*/ 0 w 9155141"/>
              <a:gd name="connsiteY3" fmla="*/ 854363 h 887783"/>
              <a:gd name="connsiteX4" fmla="*/ 0 w 9155141"/>
              <a:gd name="connsiteY4" fmla="*/ 0 h 887783"/>
              <a:gd name="connsiteX0" fmla="*/ 29883 w 9155141"/>
              <a:gd name="connsiteY0" fmla="*/ 257757 h 861657"/>
              <a:gd name="connsiteX1" fmla="*/ 9148677 w 9155141"/>
              <a:gd name="connsiteY1" fmla="*/ 0 h 861657"/>
              <a:gd name="connsiteX2" fmla="*/ 9155141 w 9155141"/>
              <a:gd name="connsiteY2" fmla="*/ 861657 h 861657"/>
              <a:gd name="connsiteX3" fmla="*/ 0 w 9155141"/>
              <a:gd name="connsiteY3" fmla="*/ 828237 h 861657"/>
              <a:gd name="connsiteX4" fmla="*/ 29883 w 9155141"/>
              <a:gd name="connsiteY4" fmla="*/ 257757 h 861657"/>
              <a:gd name="connsiteX0" fmla="*/ 29883 w 9155141"/>
              <a:gd name="connsiteY0" fmla="*/ 332463 h 936363"/>
              <a:gd name="connsiteX1" fmla="*/ 9148677 w 9155141"/>
              <a:gd name="connsiteY1" fmla="*/ 0 h 936363"/>
              <a:gd name="connsiteX2" fmla="*/ 9155141 w 9155141"/>
              <a:gd name="connsiteY2" fmla="*/ 936363 h 936363"/>
              <a:gd name="connsiteX3" fmla="*/ 0 w 9155141"/>
              <a:gd name="connsiteY3" fmla="*/ 902943 h 936363"/>
              <a:gd name="connsiteX4" fmla="*/ 29883 w 9155141"/>
              <a:gd name="connsiteY4" fmla="*/ 332463 h 936363"/>
              <a:gd name="connsiteX0" fmla="*/ 0 w 9170081"/>
              <a:gd name="connsiteY0" fmla="*/ 2726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272698 h 936363"/>
              <a:gd name="connsiteX0" fmla="*/ 0 w 9170081"/>
              <a:gd name="connsiteY0" fmla="*/ 374298 h 936363"/>
              <a:gd name="connsiteX1" fmla="*/ 9163617 w 9170081"/>
              <a:gd name="connsiteY1" fmla="*/ 0 h 936363"/>
              <a:gd name="connsiteX2" fmla="*/ 9170081 w 9170081"/>
              <a:gd name="connsiteY2" fmla="*/ 936363 h 936363"/>
              <a:gd name="connsiteX3" fmla="*/ 14940 w 9170081"/>
              <a:gd name="connsiteY3" fmla="*/ 902943 h 936363"/>
              <a:gd name="connsiteX4" fmla="*/ 0 w 9170081"/>
              <a:gd name="connsiteY4" fmla="*/ 374298 h 93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70081" h="936363">
                <a:moveTo>
                  <a:pt x="0" y="374298"/>
                </a:moveTo>
                <a:lnTo>
                  <a:pt x="9163617" y="0"/>
                </a:lnTo>
                <a:cubicBezTo>
                  <a:pt x="9165772" y="222474"/>
                  <a:pt x="9167926" y="713889"/>
                  <a:pt x="9170081" y="936363"/>
                </a:cubicBezTo>
                <a:lnTo>
                  <a:pt x="14940" y="902943"/>
                </a:lnTo>
                <a:lnTo>
                  <a:pt x="0" y="374298"/>
                </a:ln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" name="Rectangle 6"/>
          <p:cNvSpPr/>
          <p:nvPr userDrawn="1"/>
        </p:nvSpPr>
        <p:spPr>
          <a:xfrm>
            <a:off x="-3507" y="1"/>
            <a:ext cx="12193733" cy="996305"/>
          </a:xfrm>
          <a:custGeom>
            <a:avLst/>
            <a:gdLst>
              <a:gd name="connsiteX0" fmla="*/ 0 w 9144000"/>
              <a:gd name="connsiteY0" fmla="*/ 0 h 727363"/>
              <a:gd name="connsiteX1" fmla="*/ 9144000 w 9144000"/>
              <a:gd name="connsiteY1" fmla="*/ 0 h 727363"/>
              <a:gd name="connsiteX2" fmla="*/ 9144000 w 9144000"/>
              <a:gd name="connsiteY2" fmla="*/ 727363 h 727363"/>
              <a:gd name="connsiteX3" fmla="*/ 0 w 9144000"/>
              <a:gd name="connsiteY3" fmla="*/ 727363 h 727363"/>
              <a:gd name="connsiteX4" fmla="*/ 0 w 9144000"/>
              <a:gd name="connsiteY4" fmla="*/ 0 h 727363"/>
              <a:gd name="connsiteX0" fmla="*/ 0 w 9155759"/>
              <a:gd name="connsiteY0" fmla="*/ 0 h 927253"/>
              <a:gd name="connsiteX1" fmla="*/ 9144000 w 9155759"/>
              <a:gd name="connsiteY1" fmla="*/ 0 h 927253"/>
              <a:gd name="connsiteX2" fmla="*/ 9155759 w 9155759"/>
              <a:gd name="connsiteY2" fmla="*/ 927253 h 927253"/>
              <a:gd name="connsiteX3" fmla="*/ 0 w 9155759"/>
              <a:gd name="connsiteY3" fmla="*/ 727363 h 927253"/>
              <a:gd name="connsiteX4" fmla="*/ 0 w 9155759"/>
              <a:gd name="connsiteY4" fmla="*/ 0 h 927253"/>
              <a:gd name="connsiteX0" fmla="*/ 0 w 9155759"/>
              <a:gd name="connsiteY0" fmla="*/ 0 h 936540"/>
              <a:gd name="connsiteX1" fmla="*/ 9144000 w 9155759"/>
              <a:gd name="connsiteY1" fmla="*/ 0 h 936540"/>
              <a:gd name="connsiteX2" fmla="*/ 9155759 w 9155759"/>
              <a:gd name="connsiteY2" fmla="*/ 927253 h 936540"/>
              <a:gd name="connsiteX3" fmla="*/ 29883 w 9155759"/>
              <a:gd name="connsiteY3" fmla="*/ 936540 h 936540"/>
              <a:gd name="connsiteX4" fmla="*/ 0 w 9155759"/>
              <a:gd name="connsiteY4" fmla="*/ 0 h 936540"/>
              <a:gd name="connsiteX0" fmla="*/ 0 w 9170700"/>
              <a:gd name="connsiteY0" fmla="*/ 0 h 936540"/>
              <a:gd name="connsiteX1" fmla="*/ 9144000 w 9170700"/>
              <a:gd name="connsiteY1" fmla="*/ 0 h 936540"/>
              <a:gd name="connsiteX2" fmla="*/ 9170700 w 9170700"/>
              <a:gd name="connsiteY2" fmla="*/ 747959 h 936540"/>
              <a:gd name="connsiteX3" fmla="*/ 29883 w 9170700"/>
              <a:gd name="connsiteY3" fmla="*/ 936540 h 936540"/>
              <a:gd name="connsiteX4" fmla="*/ 0 w 9170700"/>
              <a:gd name="connsiteY4" fmla="*/ 0 h 936540"/>
              <a:gd name="connsiteX0" fmla="*/ 44823 w 9215523"/>
              <a:gd name="connsiteY0" fmla="*/ 0 h 1041128"/>
              <a:gd name="connsiteX1" fmla="*/ 9188823 w 9215523"/>
              <a:gd name="connsiteY1" fmla="*/ 0 h 1041128"/>
              <a:gd name="connsiteX2" fmla="*/ 9215523 w 9215523"/>
              <a:gd name="connsiteY2" fmla="*/ 747959 h 1041128"/>
              <a:gd name="connsiteX3" fmla="*/ 0 w 9215523"/>
              <a:gd name="connsiteY3" fmla="*/ 1041128 h 1041128"/>
              <a:gd name="connsiteX4" fmla="*/ 44823 w 9215523"/>
              <a:gd name="connsiteY4" fmla="*/ 0 h 1041128"/>
              <a:gd name="connsiteX0" fmla="*/ 0 w 9170700"/>
              <a:gd name="connsiteY0" fmla="*/ 0 h 921599"/>
              <a:gd name="connsiteX1" fmla="*/ 9144000 w 9170700"/>
              <a:gd name="connsiteY1" fmla="*/ 0 h 921599"/>
              <a:gd name="connsiteX2" fmla="*/ 9170700 w 9170700"/>
              <a:gd name="connsiteY2" fmla="*/ 747959 h 921599"/>
              <a:gd name="connsiteX3" fmla="*/ 14942 w 9170700"/>
              <a:gd name="connsiteY3" fmla="*/ 921599 h 921599"/>
              <a:gd name="connsiteX4" fmla="*/ 0 w 9170700"/>
              <a:gd name="connsiteY4" fmla="*/ 0 h 921599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74795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891717"/>
              <a:gd name="connsiteX1" fmla="*/ 9144000 w 9170700"/>
              <a:gd name="connsiteY1" fmla="*/ 0 h 891717"/>
              <a:gd name="connsiteX2" fmla="*/ 9170700 w 9170700"/>
              <a:gd name="connsiteY2" fmla="*/ 628429 h 891717"/>
              <a:gd name="connsiteX3" fmla="*/ 1 w 9170700"/>
              <a:gd name="connsiteY3" fmla="*/ 891717 h 891717"/>
              <a:gd name="connsiteX4" fmla="*/ 0 w 9170700"/>
              <a:gd name="connsiteY4" fmla="*/ 0 h 891717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628429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70700"/>
              <a:gd name="connsiteY0" fmla="*/ 0 h 996305"/>
              <a:gd name="connsiteX1" fmla="*/ 9144000 w 9170700"/>
              <a:gd name="connsiteY1" fmla="*/ 0 h 996305"/>
              <a:gd name="connsiteX2" fmla="*/ 9170700 w 9170700"/>
              <a:gd name="connsiteY2" fmla="*/ 553724 h 996305"/>
              <a:gd name="connsiteX3" fmla="*/ 1 w 9170700"/>
              <a:gd name="connsiteY3" fmla="*/ 996305 h 996305"/>
              <a:gd name="connsiteX4" fmla="*/ 0 w 9170700"/>
              <a:gd name="connsiteY4" fmla="*/ 0 h 996305"/>
              <a:gd name="connsiteX0" fmla="*/ 0 w 9144000"/>
              <a:gd name="connsiteY0" fmla="*/ 0 h 996305"/>
              <a:gd name="connsiteX1" fmla="*/ 9144000 w 9144000"/>
              <a:gd name="connsiteY1" fmla="*/ 0 h 996305"/>
              <a:gd name="connsiteX2" fmla="*/ 9132600 w 9144000"/>
              <a:gd name="connsiteY2" fmla="*/ 566424 h 996305"/>
              <a:gd name="connsiteX3" fmla="*/ 1 w 9144000"/>
              <a:gd name="connsiteY3" fmla="*/ 996305 h 996305"/>
              <a:gd name="connsiteX4" fmla="*/ 0 w 9144000"/>
              <a:gd name="connsiteY4" fmla="*/ 0 h 996305"/>
              <a:gd name="connsiteX0" fmla="*/ 0 w 9145300"/>
              <a:gd name="connsiteY0" fmla="*/ 0 h 996305"/>
              <a:gd name="connsiteX1" fmla="*/ 9144000 w 9145300"/>
              <a:gd name="connsiteY1" fmla="*/ 0 h 996305"/>
              <a:gd name="connsiteX2" fmla="*/ 9145300 w 9145300"/>
              <a:gd name="connsiteY2" fmla="*/ 566424 h 996305"/>
              <a:gd name="connsiteX3" fmla="*/ 1 w 9145300"/>
              <a:gd name="connsiteY3" fmla="*/ 996305 h 996305"/>
              <a:gd name="connsiteX4" fmla="*/ 0 w 9145300"/>
              <a:gd name="connsiteY4" fmla="*/ 0 h 9963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5300" h="996305">
                <a:moveTo>
                  <a:pt x="0" y="0"/>
                </a:moveTo>
                <a:lnTo>
                  <a:pt x="9144000" y="0"/>
                </a:lnTo>
                <a:cubicBezTo>
                  <a:pt x="9144433" y="188808"/>
                  <a:pt x="9144867" y="377616"/>
                  <a:pt x="9145300" y="566424"/>
                </a:cubicBezTo>
                <a:lnTo>
                  <a:pt x="1" y="996305"/>
                </a:lnTo>
                <a:cubicBezTo>
                  <a:pt x="1" y="699066"/>
                  <a:pt x="0" y="297239"/>
                  <a:pt x="0" y="0"/>
                </a:cubicBezTo>
                <a:close/>
              </a:path>
            </a:pathLst>
          </a:custGeom>
          <a:solidFill>
            <a:srgbClr val="012158"/>
          </a:solidFill>
          <a:ln>
            <a:solidFill>
              <a:schemeClr val="tx2">
                <a:lumMod val="75000"/>
              </a:schemeClr>
            </a:solidFill>
          </a:ln>
          <a:effectLst/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pic>
        <p:nvPicPr>
          <p:cNvPr id="11" name="Picture 10" descr="UVA_Primary_white.eps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6367" y="277922"/>
            <a:ext cx="1877883" cy="347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77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4" cstate="hqprint">
            <a:alphaModFix amt="10000"/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 l="30000" t="3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953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97" r:id="rId2"/>
  </p:sldLayoutIdLst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E47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82669" y="5126805"/>
            <a:ext cx="1603756" cy="10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351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36829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5400000">
            <a:off x="5905928" y="-5525784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1811856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        </a:t>
            </a:r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5905928" y="952072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9392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5400000">
            <a:off x="5905928" y="-5525784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1811856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        </a:t>
            </a:r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5905928" y="952072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322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4312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55" r:id="rId2"/>
    <p:sldLayoutId id="2147483756" r:id="rId3"/>
    <p:sldLayoutId id="2147483762" r:id="rId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99578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 rot="5400000">
            <a:off x="5905928" y="-5525784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11811856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          </a:t>
            </a:r>
          </a:p>
        </p:txBody>
      </p:sp>
      <p:sp>
        <p:nvSpPr>
          <p:cNvPr id="10" name="Rectangle 9"/>
          <p:cNvSpPr/>
          <p:nvPr userDrawn="1"/>
        </p:nvSpPr>
        <p:spPr>
          <a:xfrm rot="5400000">
            <a:off x="5905928" y="952072"/>
            <a:ext cx="380144" cy="11431712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559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244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8330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2" r:id="rId1"/>
    <p:sldLayoutId id="2147483744" r:id="rId2"/>
    <p:sldLayoutId id="2147483745" r:id="rId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0444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-1" y="0"/>
            <a:ext cx="12188952" cy="6858000"/>
          </a:xfrm>
          <a:prstGeom prst="rect">
            <a:avLst/>
          </a:prstGeom>
          <a:solidFill>
            <a:srgbClr val="222C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0144" cy="6858000"/>
          </a:xfrm>
          <a:prstGeom prst="rect">
            <a:avLst/>
          </a:prstGeom>
          <a:solidFill>
            <a:srgbClr val="E471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2" y="0"/>
            <a:ext cx="1727200" cy="20574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482669" y="5126805"/>
            <a:ext cx="1603756" cy="1005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4891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12F6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6C0E0B-82DE-4143-9051-3C2038424B4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02460" y="2194791"/>
            <a:ext cx="11814175" cy="105043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0" cap="none" dirty="0">
                <a:latin typeface="ITC Franklin Gothic Std Book" panose="020B0504030503020204" pitchFamily="34" charset="0"/>
              </a:rPr>
              <a:t>Josh Goldstein, Neil </a:t>
            </a:r>
            <a:r>
              <a:rPr lang="en-US" sz="2400" b="0" cap="none" dirty="0" err="1">
                <a:latin typeface="ITC Franklin Gothic Std Book" panose="020B0504030503020204" pitchFamily="34" charset="0"/>
              </a:rPr>
              <a:t>Kattampalil</a:t>
            </a:r>
            <a:r>
              <a:rPr lang="en-US" sz="2400" b="0" cap="none" dirty="0">
                <a:latin typeface="ITC Franklin Gothic Std Book" panose="020B0504030503020204" pitchFamily="34" charset="0"/>
              </a:rPr>
              <a:t>, Leonel </a:t>
            </a:r>
            <a:r>
              <a:rPr lang="en-US" sz="2400" b="0" cap="none" dirty="0" err="1">
                <a:latin typeface="ITC Franklin Gothic Std Book" panose="020B0504030503020204" pitchFamily="34" charset="0"/>
              </a:rPr>
              <a:t>Siwe</a:t>
            </a:r>
            <a:r>
              <a:rPr lang="en-US" sz="2400" b="0" cap="none" dirty="0">
                <a:latin typeface="ITC Franklin Gothic Std Book" panose="020B0504030503020204" pitchFamily="34" charset="0"/>
              </a:rPr>
              <a:t>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0" cap="none" dirty="0">
                <a:latin typeface="ITC Franklin Gothic Std Book" panose="020B0504030503020204" pitchFamily="34" charset="0"/>
              </a:rPr>
              <a:t>USDA ERS Sponsor: John Pender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sz="2400" b="0" cap="none" dirty="0">
              <a:latin typeface="ITC Franklin Gothic Std Book" panose="020B0504030503020204" pitchFamily="34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0" cap="none" dirty="0">
                <a:latin typeface="ITC Franklin Gothic Std Book" panose="020B0504030503020204" pitchFamily="34" charset="0"/>
              </a:rPr>
              <a:t>Social and Decision Analytics Division (UVA-SDAD),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2400" b="0" cap="none" dirty="0">
                <a:latin typeface="ITC Franklin Gothic Std Book" panose="020B0504030503020204" pitchFamily="34" charset="0"/>
              </a:rPr>
              <a:t> Economic Research Service-U.S. Dept. of Agriculture.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B0FEE16-DE78-9346-8ADF-76D30FD1A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314" y="5906279"/>
            <a:ext cx="3441261" cy="730678"/>
          </a:xfrm>
          <a:prstGeom prst="rect">
            <a:avLst/>
          </a:prstGeom>
        </p:spPr>
      </p:pic>
      <p:sp>
        <p:nvSpPr>
          <p:cNvPr id="8" name="Text Placeholder 1"/>
          <p:cNvSpPr txBox="1">
            <a:spLocks/>
          </p:cNvSpPr>
          <p:nvPr/>
        </p:nvSpPr>
        <p:spPr>
          <a:xfrm>
            <a:off x="298900" y="4328380"/>
            <a:ext cx="11814048" cy="831502"/>
          </a:xfrm>
          <a:prstGeom prst="rect">
            <a:avLst/>
          </a:prstGeom>
        </p:spPr>
        <p:txBody>
          <a:bodyPr/>
          <a:lstStyle>
            <a:lvl1pPr marL="0" indent="0" algn="ctr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/>
              <a:buNone/>
              <a:defRPr sz="2700" b="1" i="0" u="none" kern="1200" cap="all" baseline="0">
                <a:solidFill>
                  <a:schemeClr val="bg1"/>
                </a:solidFill>
                <a:uFill>
                  <a:solidFill>
                    <a:srgbClr val="E47100"/>
                  </a:solidFill>
                </a:uFill>
                <a:latin typeface="ITC Franklin Gothic Std Med" charset="0"/>
                <a:ea typeface="ITC Franklin Gothic Std Med" charset="0"/>
                <a:cs typeface="ITC Franklin Gothic Std Med" charset="0"/>
              </a:defRPr>
            </a:lvl1pPr>
            <a:lvl2pPr marL="3429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800" b="1" i="0" kern="120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2pPr>
            <a:lvl3pPr marL="6858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500" b="1" i="0" kern="120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3pPr>
            <a:lvl4pPr marL="10287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b="1" i="0" kern="120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4pPr>
            <a:lvl5pPr marL="1371600" indent="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None/>
              <a:defRPr sz="1350" b="1" i="0" kern="1200">
                <a:solidFill>
                  <a:schemeClr val="bg1"/>
                </a:solidFill>
                <a:latin typeface="ITC Franklin Gothic Std Med" charset="0"/>
                <a:ea typeface="ITC Franklin Gothic Std Med" charset="0"/>
                <a:cs typeface="ITC Franklin Gothic Std Med" charset="0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>
                  <a:solidFill>
                    <a:srgbClr val="E47100"/>
                  </a:solidFill>
                </a:uFill>
                <a:latin typeface="ITC Franklin Gothic Std Book" panose="020B0504030503020204" pitchFamily="34" charset="0"/>
              </a:rPr>
              <a:t>Data Science for Public Good 2023</a:t>
            </a:r>
          </a:p>
          <a:p>
            <a:pPr marL="0" marR="0" lvl="0" indent="0" algn="ctr" defTabSz="685800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>
                <a:solidFill>
                  <a:srgbClr val="E47100"/>
                </a:solidFill>
              </a:uFill>
              <a:latin typeface="ITC Franklin Gothic Std Book" panose="020B0504030503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89114" y="424961"/>
            <a:ext cx="11224590" cy="1345486"/>
          </a:xfrm>
        </p:spPr>
        <p:txBody>
          <a:bodyPr/>
          <a:lstStyle/>
          <a:p>
            <a:pPr lvl="0">
              <a:defRPr/>
            </a:pPr>
            <a:r>
              <a:rPr lang="en-US" dirty="0"/>
              <a:t>USDA ERS/</a:t>
            </a:r>
            <a:r>
              <a:rPr lang="en-US" dirty="0" err="1"/>
              <a:t>Blackknight</a:t>
            </a:r>
            <a:endParaRPr lang="en-US" dirty="0"/>
          </a:p>
          <a:p>
            <a:pPr lvl="0">
              <a:defRPr/>
            </a:pPr>
            <a:r>
              <a:rPr lang="en-US" sz="4400" cap="none" dirty="0">
                <a:uFillTx/>
                <a:latin typeface="ITC Franklin Gothic Std Bk Cd"/>
              </a:rPr>
              <a:t>Evaluating Broadband Subsidy Programs</a:t>
            </a:r>
          </a:p>
        </p:txBody>
      </p:sp>
    </p:spTree>
    <p:extLst>
      <p:ext uri="{BB962C8B-B14F-4D97-AF65-F5344CB8AC3E}">
        <p14:creationId xmlns:p14="http://schemas.microsoft.com/office/powerpoint/2010/main" val="1171004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9E0D3AF-7546-2942-9076-6D566FFBEBFD}"/>
              </a:ext>
            </a:extLst>
          </p:cNvPr>
          <p:cNvSpPr/>
          <p:nvPr/>
        </p:nvSpPr>
        <p:spPr>
          <a:xfrm>
            <a:off x="1719124" y="0"/>
            <a:ext cx="87537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b="1" dirty="0">
                <a:solidFill>
                  <a:srgbClr val="DE6201"/>
                </a:solidFill>
                <a:latin typeface="ITC Franklin Gothic Std Book" panose="020B0504030503020204" pitchFamily="34" charset="0"/>
              </a:rPr>
              <a:t>Motivation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3FE4D537-17AA-5044-8525-CD08C9AEE2CB}"/>
              </a:ext>
            </a:extLst>
          </p:cNvPr>
          <p:cNvSpPr txBox="1">
            <a:spLocks/>
          </p:cNvSpPr>
          <p:nvPr/>
        </p:nvSpPr>
        <p:spPr>
          <a:xfrm>
            <a:off x="1309006" y="1393883"/>
            <a:ext cx="9354793" cy="5208932"/>
          </a:xfrm>
        </p:spPr>
        <p:txBody>
          <a:bodyPr lIns="91440" tIns="45720" rIns="91440" bIns="45720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en-US" dirty="0">
              <a:solidFill>
                <a:srgbClr val="002060"/>
              </a:solidFill>
              <a:latin typeface="ITC Franklin Gothic Std Book" panose="020B0504030503020204" pitchFamily="34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Broadband investment is a high priority for the Administration </a:t>
            </a:r>
            <a:b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</a:b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and Congress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Little research has investigated the economic impacts of broadband programs</a:t>
            </a: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Over $3 billion in funding FY2019-2023 for rural broadband through the </a:t>
            </a:r>
            <a:r>
              <a:rPr lang="en-US" dirty="0" err="1">
                <a:solidFill>
                  <a:srgbClr val="002060"/>
                </a:solidFill>
                <a:latin typeface="ITC Franklin Gothic Std Book" panose="020B0504030503020204" pitchFamily="34" charset="0"/>
              </a:rPr>
              <a:t>ReConnect</a:t>
            </a: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 program</a:t>
            </a:r>
          </a:p>
        </p:txBody>
      </p:sp>
    </p:spTree>
    <p:extLst>
      <p:ext uri="{BB962C8B-B14F-4D97-AF65-F5344CB8AC3E}">
        <p14:creationId xmlns:p14="http://schemas.microsoft.com/office/powerpoint/2010/main" val="26919980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86AD8B7-B804-0D47-82D8-B28BBA127E5E}"/>
              </a:ext>
            </a:extLst>
          </p:cNvPr>
          <p:cNvSpPr/>
          <p:nvPr/>
        </p:nvSpPr>
        <p:spPr>
          <a:xfrm>
            <a:off x="1719124" y="0"/>
            <a:ext cx="87537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b="1" dirty="0">
                <a:solidFill>
                  <a:srgbClr val="DE6201"/>
                </a:solidFill>
                <a:latin typeface="ITC Franklin Gothic Std Book" panose="020B0504030503020204" pitchFamily="34" charset="0"/>
              </a:rPr>
              <a:t>Data Sources and Methods</a:t>
            </a:r>
          </a:p>
        </p:txBody>
      </p:sp>
      <p:sp>
        <p:nvSpPr>
          <p:cNvPr id="5" name="Content Placeholder 6">
            <a:extLst>
              <a:ext uri="{FF2B5EF4-FFF2-40B4-BE49-F238E27FC236}">
                <a16:creationId xmlns:a16="http://schemas.microsoft.com/office/drawing/2014/main" id="{00949F1F-7FA6-1E4D-A61B-9C108F16712D}"/>
              </a:ext>
            </a:extLst>
          </p:cNvPr>
          <p:cNvSpPr txBox="1">
            <a:spLocks/>
          </p:cNvSpPr>
          <p:nvPr/>
        </p:nvSpPr>
        <p:spPr>
          <a:xfrm>
            <a:off x="1512025" y="848308"/>
            <a:ext cx="9725818" cy="5161384"/>
          </a:xfrm>
        </p:spPr>
        <p:txBody>
          <a:bodyPr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endParaRPr lang="en-US" dirty="0">
              <a:solidFill>
                <a:srgbClr val="002060"/>
              </a:solidFill>
              <a:latin typeface="ITC Franklin Gothic Std Book" panose="020B0504030503020204" pitchFamily="34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Data sources that reflect the effects of broadband</a:t>
            </a:r>
          </a:p>
          <a:p>
            <a:pPr marL="1257300" lvl="2" indent="-342900" algn="l">
              <a:lnSpc>
                <a:spcPct val="100000"/>
              </a:lnSpc>
              <a:buFont typeface="System Font Regular"/>
              <a:buChar char="–"/>
            </a:pPr>
            <a:r>
              <a:rPr lang="en-US" sz="2000" dirty="0" err="1">
                <a:solidFill>
                  <a:srgbClr val="002060"/>
                </a:solidFill>
                <a:latin typeface="ITC Franklin Gothic Std Book" panose="020B0504030503020204" pitchFamily="34" charset="0"/>
              </a:rPr>
              <a:t>BlackKnight</a:t>
            </a:r>
            <a:r>
              <a:rPr lang="en-US" sz="2000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: Property Values and Housing Characteristics</a:t>
            </a:r>
          </a:p>
          <a:p>
            <a:pPr marL="1257300" lvl="2" indent="-342900" algn="l">
              <a:lnSpc>
                <a:spcPct val="100000"/>
              </a:lnSpc>
              <a:buFont typeface="System Font Regular"/>
              <a:buChar char="–"/>
            </a:pPr>
            <a:r>
              <a:rPr lang="en-US" sz="2000" dirty="0" err="1">
                <a:solidFill>
                  <a:srgbClr val="002060"/>
                </a:solidFill>
                <a:latin typeface="ITC Franklin Gothic Std Book" panose="020B0504030503020204" pitchFamily="34" charset="0"/>
              </a:rPr>
              <a:t>Ookla</a:t>
            </a:r>
            <a:r>
              <a:rPr lang="en-US" sz="2000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 Data</a:t>
            </a:r>
          </a:p>
          <a:p>
            <a:pPr marL="1257300" lvl="2" indent="-342900" algn="l">
              <a:lnSpc>
                <a:spcPct val="100000"/>
              </a:lnSpc>
              <a:buFont typeface="System Font Regular"/>
              <a:buChar char="–"/>
            </a:pPr>
            <a:r>
              <a:rPr lang="en-US" sz="2000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American Community Survey (ACS): Demographic variables</a:t>
            </a:r>
          </a:p>
          <a:p>
            <a:pPr marL="1257300" lvl="2" indent="-342900" algn="l">
              <a:lnSpc>
                <a:spcPct val="100000"/>
              </a:lnSpc>
              <a:buFont typeface="System Font Regular"/>
              <a:buChar char="–"/>
            </a:pPr>
            <a:r>
              <a:rPr lang="en-US" sz="2000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RUS Program boundary and associated shapefiles</a:t>
            </a:r>
            <a:endParaRPr lang="en-US" dirty="0">
              <a:solidFill>
                <a:srgbClr val="002060"/>
              </a:solidFill>
              <a:latin typeface="ITC Franklin Gothic Std Book" panose="020B0504030503020204" pitchFamily="34" charset="0"/>
            </a:endParaRPr>
          </a:p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2060"/>
                </a:solidFill>
                <a:latin typeface="ITC Franklin Gothic Std Book" panose="020B0504030503020204" pitchFamily="34" charset="0"/>
              </a:rPr>
              <a:t>Modeling broadband adoption rates and subscription speeds down to the household level</a:t>
            </a:r>
            <a:endParaRPr lang="en-US" sz="2400" dirty="0">
              <a:solidFill>
                <a:srgbClr val="002060"/>
              </a:solidFill>
              <a:latin typeface="ITC Franklin Gothic Std Book" panose="020B0504030503020204" pitchFamily="34" charset="0"/>
            </a:endParaRPr>
          </a:p>
          <a:p>
            <a:pPr>
              <a:lnSpc>
                <a:spcPct val="120000"/>
              </a:lnSpc>
            </a:pPr>
            <a:endParaRPr lang="en-US" dirty="0">
              <a:solidFill>
                <a:srgbClr val="002060"/>
              </a:solidFill>
              <a:latin typeface="ITC Franklin Gothic Std Book" panose="020B0504030503020204" pitchFamily="34" charset="0"/>
            </a:endParaRPr>
          </a:p>
          <a:p>
            <a:pPr>
              <a:lnSpc>
                <a:spcPct val="120000"/>
              </a:lnSpc>
            </a:pPr>
            <a:endParaRPr lang="en-US" dirty="0">
              <a:solidFill>
                <a:srgbClr val="002060"/>
              </a:solidFill>
              <a:latin typeface="ITC Franklin Gothic Std Book" panose="020B05040305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6891593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Map&#10;&#10;Description automatically generated">
            <a:extLst>
              <a:ext uri="{FF2B5EF4-FFF2-40B4-BE49-F238E27FC236}">
                <a16:creationId xmlns:a16="http://schemas.microsoft.com/office/drawing/2014/main" id="{09432FB1-E707-0D43-9982-040CE0E9D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85979" y="1261534"/>
            <a:ext cx="7476203" cy="5178778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8773773-ADFD-5E44-A7C0-6E74D45C9BEE}"/>
              </a:ext>
            </a:extLst>
          </p:cNvPr>
          <p:cNvSpPr/>
          <p:nvPr/>
        </p:nvSpPr>
        <p:spPr>
          <a:xfrm>
            <a:off x="1719124" y="226980"/>
            <a:ext cx="8753752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4400" b="1" dirty="0" err="1">
                <a:solidFill>
                  <a:srgbClr val="DE6201"/>
                </a:solidFill>
                <a:latin typeface="ITC Franklin Gothic Std Book" panose="020B0504030503020204" pitchFamily="34" charset="0"/>
              </a:rPr>
              <a:t>Ookla</a:t>
            </a:r>
            <a:r>
              <a:rPr lang="en-US" sz="4400" b="1" dirty="0">
                <a:solidFill>
                  <a:srgbClr val="DE6201"/>
                </a:solidFill>
                <a:latin typeface="ITC Franklin Gothic Std Book" panose="020B0504030503020204" pitchFamily="34" charset="0"/>
              </a:rPr>
              <a:t> Data and the </a:t>
            </a:r>
            <a:r>
              <a:rPr lang="en-US" sz="4400" b="1" dirty="0" err="1">
                <a:solidFill>
                  <a:srgbClr val="DE6201"/>
                </a:solidFill>
                <a:latin typeface="ITC Franklin Gothic Std Book" panose="020B0504030503020204" pitchFamily="34" charset="0"/>
              </a:rPr>
              <a:t>ReConnect</a:t>
            </a:r>
            <a:endParaRPr lang="en-US" sz="4400" b="1" dirty="0">
              <a:solidFill>
                <a:srgbClr val="DE6201"/>
              </a:solidFill>
              <a:latin typeface="ITC Franklin Gothic Std Book" panose="020B0504030503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68FA80-9F92-7B4B-BAEB-F8BC8B7AA6FD}"/>
              </a:ext>
            </a:extLst>
          </p:cNvPr>
          <p:cNvSpPr txBox="1"/>
          <p:nvPr/>
        </p:nvSpPr>
        <p:spPr>
          <a:xfrm>
            <a:off x="633827" y="1779061"/>
            <a:ext cx="3952152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Linking the </a:t>
            </a:r>
            <a:r>
              <a:rPr lang="en-US" sz="2400" dirty="0" err="1">
                <a:solidFill>
                  <a:srgbClr val="002060"/>
                </a:solidFill>
              </a:rPr>
              <a:t>ReConnect</a:t>
            </a:r>
            <a:r>
              <a:rPr lang="en-US" sz="2400" dirty="0">
                <a:solidFill>
                  <a:srgbClr val="002060"/>
                </a:solidFill>
              </a:rPr>
              <a:t> program with </a:t>
            </a:r>
            <a:r>
              <a:rPr lang="en-US" sz="2400" dirty="0" err="1">
                <a:solidFill>
                  <a:srgbClr val="002060"/>
                </a:solidFill>
              </a:rPr>
              <a:t>Ookla</a:t>
            </a:r>
            <a:r>
              <a:rPr lang="en-US" sz="2400" dirty="0">
                <a:solidFill>
                  <a:srgbClr val="002060"/>
                </a:solidFill>
              </a:rPr>
              <a:t> Download speed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206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2060"/>
                </a:solidFill>
              </a:rPr>
              <a:t>600 sq. </a:t>
            </a:r>
            <a:r>
              <a:rPr lang="en-US" sz="2400" dirty="0" err="1">
                <a:solidFill>
                  <a:srgbClr val="002060"/>
                </a:solidFill>
              </a:rPr>
              <a:t>ms</a:t>
            </a:r>
            <a:r>
              <a:rPr lang="en-US" sz="2400" dirty="0">
                <a:solidFill>
                  <a:srgbClr val="002060"/>
                </a:solidFill>
              </a:rPr>
              <a:t> sized grid over which data is recorded</a:t>
            </a:r>
          </a:p>
        </p:txBody>
      </p:sp>
    </p:spTree>
    <p:extLst>
      <p:ext uri="{BB962C8B-B14F-4D97-AF65-F5344CB8AC3E}">
        <p14:creationId xmlns:p14="http://schemas.microsoft.com/office/powerpoint/2010/main" val="1661009920"/>
      </p:ext>
    </p:extLst>
  </p:cSld>
  <p:clrMapOvr>
    <a:masterClrMapping/>
  </p:clrMapOvr>
</p:sld>
</file>

<file path=ppt/theme/theme1.xml><?xml version="1.0" encoding="utf-8"?>
<a:theme xmlns:a="http://schemas.openxmlformats.org/drawingml/2006/main" name="content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02727821-2E31-934A-A32E-C14E5F12B740}"/>
    </a:ext>
  </a:extLst>
</a:theme>
</file>

<file path=ppt/theme/theme2.xml><?xml version="1.0" encoding="utf-8"?>
<a:theme xmlns:a="http://schemas.openxmlformats.org/drawingml/2006/main" name="O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3200" dirty="0">
            <a:solidFill>
              <a:srgbClr val="233E50"/>
            </a:solidFill>
            <a:latin typeface="ITC Franklin Gothic Std Book" panose="020B05040305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0C4570A-1D77-7046-B3DE-723FE9619450}"/>
    </a:ext>
  </a:extLst>
</a:theme>
</file>

<file path=ppt/theme/theme3.xml><?xml version="1.0" encoding="utf-8"?>
<a:theme xmlns:a="http://schemas.openxmlformats.org/drawingml/2006/main" name="O1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434CA7D8-5399-7149-85E4-3B3D3052645F}"/>
    </a:ext>
  </a:extLst>
</a:theme>
</file>

<file path=ppt/theme/theme4.xml><?xml version="1.0" encoding="utf-8"?>
<a:theme xmlns:a="http://schemas.openxmlformats.org/drawingml/2006/main" name="O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FC5AA49-074C-B140-8DAD-ED0AE7B80A03}"/>
    </a:ext>
  </a:extLst>
</a:theme>
</file>

<file path=ppt/theme/theme5.xml><?xml version="1.0" encoding="utf-8"?>
<a:theme xmlns:a="http://schemas.openxmlformats.org/drawingml/2006/main" name="O2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DB7182D6-1745-874B-95D6-18CAC20F0806}"/>
    </a:ext>
  </a:extLst>
</a:theme>
</file>

<file path=ppt/theme/theme6.xml><?xml version="1.0" encoding="utf-8"?>
<a:theme xmlns:a="http://schemas.openxmlformats.org/drawingml/2006/main" name="O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73DE15A0-8418-BB4A-B272-16A28AFE5ABD}"/>
    </a:ext>
  </a:extLst>
</a:theme>
</file>

<file path=ppt/theme/theme7.xml><?xml version="1.0" encoding="utf-8"?>
<a:theme xmlns:a="http://schemas.openxmlformats.org/drawingml/2006/main" name="O3: imag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CAF1A107-3AEE-A946-94CD-C3F923F9FBB3}"/>
    </a:ext>
  </a:extLst>
</a:theme>
</file>

<file path=ppt/theme/theme8.xml><?xml version="1.0" encoding="utf-8"?>
<a:theme xmlns:a="http://schemas.openxmlformats.org/drawingml/2006/main" name="blank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DSI lunch and learn Nov 2018" id="{216A16C2-0C32-B942-BC74-ADEEC444F9A3}" vid="{7069C071-F26A-1A4A-B28C-A371727EB3E6}"/>
    </a:ext>
  </a:extLst>
</a:theme>
</file>

<file path=ppt/theme/theme9.xml><?xml version="1.0" encoding="utf-8"?>
<a:theme xmlns:a="http://schemas.openxmlformats.org/drawingml/2006/main" name="Title Pag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ABE16229-AED9-D140-8E6D-80BC540ABF81}"/>
    </a:ext>
  </a:extLst>
</a:theme>
</file>

<file path=ppt/theme/theme10.xml><?xml version="1.0" encoding="utf-8"?>
<a:theme xmlns:a="http://schemas.openxmlformats.org/drawingml/2006/main" name="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C8502BE9-6D23-4040-AE2D-16AC44A52F5F}"/>
    </a:ext>
  </a:extLst>
</a:theme>
</file>

<file path=ppt/theme/theme11.xml><?xml version="1.0" encoding="utf-8"?>
<a:theme xmlns:a="http://schemas.openxmlformats.org/drawingml/2006/main" name="2_Quo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3200" dirty="0" smtClean="0">
            <a:latin typeface="ITC Franklin Gothic Std Book" panose="020B0504030503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A33D364A-5459-824D-BD63-A628ED6AFFDF}"/>
    </a:ext>
  </a:extLst>
</a:theme>
</file>

<file path=ppt/theme/theme12.xml><?xml version="1.0" encoding="utf-8"?>
<a:theme xmlns:a="http://schemas.openxmlformats.org/drawingml/2006/main" name="Quo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6E65268A-90BD-E746-9434-590A0B5AC538}"/>
    </a:ext>
  </a:extLst>
</a:theme>
</file>

<file path=ppt/theme/theme13.xml><?xml version="1.0" encoding="utf-8"?>
<a:theme xmlns:a="http://schemas.openxmlformats.org/drawingml/2006/main" name="Title Pag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98495C8F-282C-A64F-8757-ED63A5FF11F4}"/>
    </a:ext>
  </a:extLst>
</a:theme>
</file>

<file path=ppt/theme/theme14.xml><?xml version="1.0" encoding="utf-8"?>
<a:theme xmlns:a="http://schemas.openxmlformats.org/drawingml/2006/main" name="2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5.xml><?xml version="1.0" encoding="utf-8"?>
<a:theme xmlns:a="http://schemas.openxmlformats.org/drawingml/2006/main" name="1_Quot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A33D364A-5459-824D-BD63-A628ED6AFFDF}"/>
    </a:ext>
  </a:extLst>
</a:theme>
</file>

<file path=ppt/theme/theme16.xml><?xml version="1.0" encoding="utf-8"?>
<a:theme xmlns:a="http://schemas.openxmlformats.org/drawingml/2006/main" name="1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4368A4E1-956E-1D4D-B20B-BDE19238EAF7}"/>
    </a:ext>
  </a:extLst>
</a:theme>
</file>

<file path=ppt/theme/theme17.xml><?xml version="1.0" encoding="utf-8"?>
<a:theme xmlns:a="http://schemas.openxmlformats.org/drawingml/2006/main" name="1_Title Page 4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  <a:ln>
          <a:noFill/>
        </a:ln>
      </a:spPr>
      <a:bodyPr wrap="none" rtlCol="0">
        <a:spAutoFit/>
      </a:bodyPr>
      <a:lstStyle>
        <a:defPPr marL="0" marR="0" indent="0" algn="ctr" defTabSz="914400" rtl="0" eaLnBrk="1" fontAlgn="auto" latinLnBrk="0" hangingPunct="1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800" i="0" u="none" strike="noStrike" kern="1200" cap="none" spc="0" normalizeH="0" baseline="0" noProof="0" dirty="0" smtClean="0">
            <a:ln>
              <a:noFill/>
            </a:ln>
            <a:effectLst/>
            <a:uLnTx/>
            <a:uFillTx/>
            <a:latin typeface="ITC Franklin Gothic Std Book" panose="020B0504030503020204" pitchFamily="34" charset="0"/>
            <a:ea typeface="+mn-ea"/>
            <a:cs typeface="+mn-cs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98495C8F-282C-A64F-8757-ED63A5FF11F4}"/>
    </a:ext>
  </a:extLst>
</a:theme>
</file>

<file path=ppt/theme/theme18.xml><?xml version="1.0" encoding="utf-8"?>
<a:theme xmlns:a="http://schemas.openxmlformats.org/drawingml/2006/main" name="3_Image Small Placehold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C8502BE9-6D23-4040-AE2D-16AC44A52F5F}"/>
    </a:ext>
  </a:extLst>
</a:theme>
</file>

<file path=ppt/theme/theme19.xml><?xml version="1.0" encoding="utf-8"?>
<a:theme xmlns:a="http://schemas.openxmlformats.org/drawingml/2006/main" name="1_Title Page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llie Keller Keynote Datapalooza 2019 V.4" id="{B378DE51-6AD5-2B46-B3FB-C787098E7B24}" vid="{ABE16229-AED9-D140-8E6D-80BC540ABF81}"/>
    </a:ext>
  </a:extLst>
</a:theme>
</file>

<file path=ppt/theme/theme2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45AE3D1135F4E41AB498540A40487BD" ma:contentTypeVersion="18" ma:contentTypeDescription="Create a new document." ma:contentTypeScope="" ma:versionID="15adbd330118f8d06bc6615d15ac85a9">
  <xsd:schema xmlns:xsd="http://www.w3.org/2001/XMLSchema" xmlns:xs="http://www.w3.org/2001/XMLSchema" xmlns:p="http://schemas.microsoft.com/office/2006/metadata/properties" xmlns:ns2="7a2657dd-b8a5-4c99-8d51-b0b9d254c989" xmlns:ns3="5ba80a41-9917-4a22-8f13-cb051ddce64c" targetNamespace="http://schemas.microsoft.com/office/2006/metadata/properties" ma:root="true" ma:fieldsID="f6a41e235a72bf34fead84cba91ed4b2" ns2:_="" ns3:_="">
    <xsd:import namespace="7a2657dd-b8a5-4c99-8d51-b0b9d254c989"/>
    <xsd:import namespace="5ba80a41-9917-4a22-8f13-cb051ddce64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2657dd-b8a5-4c99-8d51-b0b9d254c98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1d038b50-52dc-447d-ac2e-a29bd036c4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ba80a41-9917-4a22-8f13-cb051ddce64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fceef030-0fd2-4c4f-af00-feafa4f18198}" ma:internalName="TaxCatchAll" ma:showField="CatchAllData" ma:web="5ba80a41-9917-4a22-8f13-cb051ddce64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ba80a41-9917-4a22-8f13-cb051ddce64c">
      <UserInfo>
        <DisplayName/>
        <AccountId xsi:nil="true"/>
        <AccountType/>
      </UserInfo>
    </SharedWithUsers>
    <lcf76f155ced4ddcb4097134ff3c332f xmlns="7a2657dd-b8a5-4c99-8d51-b0b9d254c989">
      <Terms xmlns="http://schemas.microsoft.com/office/infopath/2007/PartnerControls"/>
    </lcf76f155ced4ddcb4097134ff3c332f>
    <TaxCatchAll xmlns="5ba80a41-9917-4a22-8f13-cb051ddce64c" xsi:nil="true"/>
  </documentManagement>
</p:properties>
</file>

<file path=customXml/itemProps1.xml><?xml version="1.0" encoding="utf-8"?>
<ds:datastoreItem xmlns:ds="http://schemas.openxmlformats.org/officeDocument/2006/customXml" ds:itemID="{5FC8BCE4-E7A4-4F71-BE85-274BB623D45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737CCE4-5129-445D-93C9-AA3F0E651664}"/>
</file>

<file path=customXml/itemProps3.xml><?xml version="1.0" encoding="utf-8"?>
<ds:datastoreItem xmlns:ds="http://schemas.openxmlformats.org/officeDocument/2006/customXml" ds:itemID="{0F92EF6C-D6BB-4608-BA35-E518DFB13D6B}">
  <ds:schemaRefs>
    <ds:schemaRef ds:uri="http://schemas.microsoft.com/office/2006/documentManagement/types"/>
    <ds:schemaRef ds:uri="http://purl.org/dc/elements/1.1/"/>
    <ds:schemaRef ds:uri="7a2657dd-b8a5-4c99-8d51-b0b9d254c989"/>
    <ds:schemaRef ds:uri="5ba80a41-9917-4a22-8f13-cb051ddce64c"/>
    <ds:schemaRef ds:uri="http://www.w3.org/XML/1998/namespace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purl.org/dc/dcmitype/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title page</Template>
  <TotalTime>85857</TotalTime>
  <Words>133</Words>
  <Application>Microsoft Macintosh PowerPoint</Application>
  <PresentationFormat>Widescreen</PresentationFormat>
  <Paragraphs>28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19</vt:i4>
      </vt:variant>
      <vt:variant>
        <vt:lpstr>Slide Titles</vt:lpstr>
      </vt:variant>
      <vt:variant>
        <vt:i4>4</vt:i4>
      </vt:variant>
    </vt:vector>
  </HeadingPairs>
  <TitlesOfParts>
    <vt:vector size="32" baseType="lpstr">
      <vt:lpstr>Arial</vt:lpstr>
      <vt:lpstr>Calibri</vt:lpstr>
      <vt:lpstr>Calibri Light</vt:lpstr>
      <vt:lpstr>ITC Franklin Gothic Std Bk Cd</vt:lpstr>
      <vt:lpstr>ITC Franklin Gothic Std Bk Cp</vt:lpstr>
      <vt:lpstr>ITC Franklin Gothic Std Bk XCp</vt:lpstr>
      <vt:lpstr>ITC Franklin Gothic Std Book</vt:lpstr>
      <vt:lpstr>ITC Franklin Gothic Std Med</vt:lpstr>
      <vt:lpstr>System Font Regular</vt:lpstr>
      <vt:lpstr>contents</vt:lpstr>
      <vt:lpstr>O1</vt:lpstr>
      <vt:lpstr>O1: image</vt:lpstr>
      <vt:lpstr>O2</vt:lpstr>
      <vt:lpstr>O2: image</vt:lpstr>
      <vt:lpstr>O3</vt:lpstr>
      <vt:lpstr>O3: image</vt:lpstr>
      <vt:lpstr>blank</vt:lpstr>
      <vt:lpstr>Title Page 2</vt:lpstr>
      <vt:lpstr>Image Small Placeholder</vt:lpstr>
      <vt:lpstr>2_Quote</vt:lpstr>
      <vt:lpstr>Quote</vt:lpstr>
      <vt:lpstr>Title Page 4</vt:lpstr>
      <vt:lpstr>2_Image Small Placeholder</vt:lpstr>
      <vt:lpstr>1_Quote</vt:lpstr>
      <vt:lpstr>1_Image Small Placeholder</vt:lpstr>
      <vt:lpstr>1_Title Page 4</vt:lpstr>
      <vt:lpstr>3_Image Small Placeholder</vt:lpstr>
      <vt:lpstr>1_Title Page 2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Stephanie Shioo</dc:creator>
  <cp:keywords/>
  <dc:description/>
  <cp:lastModifiedBy>Goldstein, Joshua Randall (jrg3bs)</cp:lastModifiedBy>
  <cp:revision>277</cp:revision>
  <cp:lastPrinted>2020-02-07T17:49:54Z</cp:lastPrinted>
  <dcterms:created xsi:type="dcterms:W3CDTF">2018-11-22T14:02:12Z</dcterms:created>
  <dcterms:modified xsi:type="dcterms:W3CDTF">2023-05-25T17:53:56Z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0x010100D45AE3D1135F4E41AB498540A40487BD</vt:lpwstr>
  </property>
  <property fmtid="{D5CDD505-2E9C-101B-9397-08002B2CF9AE}" pid="3" name="Order">
    <vt:r8>17156100</vt:r8>
  </property>
  <property fmtid="{D5CDD505-2E9C-101B-9397-08002B2CF9AE}" pid="4" name="_SourceUrl">
    <vt:lpwstr/>
  </property>
  <property fmtid="{D5CDD505-2E9C-101B-9397-08002B2CF9AE}" pid="5" name="_SharedFileIndex">
    <vt:lpwstr/>
  </property>
  <property fmtid="{D5CDD505-2E9C-101B-9397-08002B2CF9AE}" pid="6" name="ComplianceAssetId">
    <vt:lpwstr/>
  </property>
  <property fmtid="{D5CDD505-2E9C-101B-9397-08002B2CF9AE}" pid="7" name="xd_Signature">
    <vt:bool>false</vt:bool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MediaServiceImageTags">
    <vt:lpwstr/>
  </property>
</Properties>
</file>
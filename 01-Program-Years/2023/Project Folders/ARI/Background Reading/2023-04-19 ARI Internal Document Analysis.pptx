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595_F68FD8B7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1412" r:id="rId5"/>
    <p:sldId id="1429" r:id="rId6"/>
    <p:sldId id="1430" r:id="rId7"/>
    <p:sldId id="1433" r:id="rId8"/>
    <p:sldId id="1434" r:id="rId9"/>
    <p:sldId id="1435" r:id="rId10"/>
    <p:sldId id="1436" r:id="rId11"/>
    <p:sldId id="1431" r:id="rId12"/>
    <p:sldId id="143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F643C4-0CD6-2DCA-E07C-6235F2B6A5EE}" name="Thurston, Joel (jt9sz)" initials="T(" userId="S::jt9sz@virginia.edu::0b817237-2e4a-4a07-ab95-9daea5bb590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7BB7C3-28C7-3E2C-F7CB-ADD9287F9BA3}" v="4" dt="2023-08-30T16:30:57.762"/>
    <p1510:client id="{71CB4F35-AB68-5545-AF29-68977999306B}" v="3" dt="2023-07-13T21:34:42.1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4"/>
    <p:restoredTop sz="94692"/>
  </p:normalViewPr>
  <p:slideViewPr>
    <p:cSldViewPr snapToGrid="0">
      <p:cViewPr varScale="1">
        <p:scale>
          <a:sx n="102" d="100"/>
          <a:sy n="102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urston, Joel (jt9sz)" userId="S::jt9sz@virginia.edu::0b817237-2e4a-4a07-ab95-9daea5bb5909" providerId="AD" clId="Web-{E23CE6FC-898C-4F65-91F1-F7107C09FC70}"/>
    <pc:docChg chg="modSld">
      <pc:chgData name="Thurston, Joel (jt9sz)" userId="S::jt9sz@virginia.edu::0b817237-2e4a-4a07-ab95-9daea5bb5909" providerId="AD" clId="Web-{E23CE6FC-898C-4F65-91F1-F7107C09FC70}" dt="2023-04-19T15:16:55.556" v="351" actId="14100"/>
      <pc:docMkLst>
        <pc:docMk/>
      </pc:docMkLst>
      <pc:sldChg chg="modSp">
        <pc:chgData name="Thurston, Joel (jt9sz)" userId="S::jt9sz@virginia.edu::0b817237-2e4a-4a07-ab95-9daea5bb5909" providerId="AD" clId="Web-{E23CE6FC-898C-4F65-91F1-F7107C09FC70}" dt="2023-04-19T15:16:29.149" v="347" actId="20577"/>
        <pc:sldMkLst>
          <pc:docMk/>
          <pc:sldMk cId="1796733023" sldId="1412"/>
        </pc:sldMkLst>
        <pc:spChg chg="mod">
          <ac:chgData name="Thurston, Joel (jt9sz)" userId="S::jt9sz@virginia.edu::0b817237-2e4a-4a07-ab95-9daea5bb5909" providerId="AD" clId="Web-{E23CE6FC-898C-4F65-91F1-F7107C09FC70}" dt="2023-04-19T15:16:29.024" v="346" actId="20577"/>
          <ac:spMkLst>
            <pc:docMk/>
            <pc:sldMk cId="1796733023" sldId="1412"/>
            <ac:spMk id="4" creationId="{3C087D02-440D-664E-BC0D-B0CB78B9E396}"/>
          </ac:spMkLst>
        </pc:spChg>
        <pc:spChg chg="mod">
          <ac:chgData name="Thurston, Joel (jt9sz)" userId="S::jt9sz@virginia.edu::0b817237-2e4a-4a07-ab95-9daea5bb5909" providerId="AD" clId="Web-{E23CE6FC-898C-4F65-91F1-F7107C09FC70}" dt="2023-04-19T15:16:29.149" v="347" actId="20577"/>
          <ac:spMkLst>
            <pc:docMk/>
            <pc:sldMk cId="1796733023" sldId="1412"/>
            <ac:spMk id="5" creationId="{5933D758-B767-8B46-BF37-EFD1AB27D82A}"/>
          </ac:spMkLst>
        </pc:spChg>
      </pc:sldChg>
      <pc:sldChg chg="modSp">
        <pc:chgData name="Thurston, Joel (jt9sz)" userId="S::jt9sz@virginia.edu::0b817237-2e4a-4a07-ab95-9daea5bb5909" providerId="AD" clId="Web-{E23CE6FC-898C-4F65-91F1-F7107C09FC70}" dt="2023-04-19T15:16:16.649" v="345" actId="20577"/>
        <pc:sldMkLst>
          <pc:docMk/>
          <pc:sldMk cId="4136622263" sldId="1429"/>
        </pc:sldMkLst>
        <pc:spChg chg="mod">
          <ac:chgData name="Thurston, Joel (jt9sz)" userId="S::jt9sz@virginia.edu::0b817237-2e4a-4a07-ab95-9daea5bb5909" providerId="AD" clId="Web-{E23CE6FC-898C-4F65-91F1-F7107C09FC70}" dt="2023-04-19T15:16:16.649" v="345" actId="20577"/>
          <ac:spMkLst>
            <pc:docMk/>
            <pc:sldMk cId="4136622263" sldId="1429"/>
            <ac:spMk id="4" creationId="{3C087D02-440D-664E-BC0D-B0CB78B9E396}"/>
          </ac:spMkLst>
        </pc:spChg>
        <pc:spChg chg="mod">
          <ac:chgData name="Thurston, Joel (jt9sz)" userId="S::jt9sz@virginia.edu::0b817237-2e4a-4a07-ab95-9daea5bb5909" providerId="AD" clId="Web-{E23CE6FC-898C-4F65-91F1-F7107C09FC70}" dt="2023-04-19T15:16:06.524" v="344" actId="20577"/>
          <ac:spMkLst>
            <pc:docMk/>
            <pc:sldMk cId="4136622263" sldId="1429"/>
            <ac:spMk id="5" creationId="{5933D758-B767-8B46-BF37-EFD1AB27D82A}"/>
          </ac:spMkLst>
        </pc:spChg>
      </pc:sldChg>
      <pc:sldChg chg="modSp">
        <pc:chgData name="Thurston, Joel (jt9sz)" userId="S::jt9sz@virginia.edu::0b817237-2e4a-4a07-ab95-9daea5bb5909" providerId="AD" clId="Web-{E23CE6FC-898C-4F65-91F1-F7107C09FC70}" dt="2023-04-19T15:15:57.430" v="342" actId="20577"/>
        <pc:sldMkLst>
          <pc:docMk/>
          <pc:sldMk cId="1433224117" sldId="1430"/>
        </pc:sldMkLst>
        <pc:spChg chg="mod">
          <ac:chgData name="Thurston, Joel (jt9sz)" userId="S::jt9sz@virginia.edu::0b817237-2e4a-4a07-ab95-9daea5bb5909" providerId="AD" clId="Web-{E23CE6FC-898C-4F65-91F1-F7107C09FC70}" dt="2023-04-19T15:15:57.414" v="341" actId="20577"/>
          <ac:spMkLst>
            <pc:docMk/>
            <pc:sldMk cId="1433224117" sldId="1430"/>
            <ac:spMk id="2" creationId="{AD91F8EB-ECD1-A730-8C3B-548C38EC6091}"/>
          </ac:spMkLst>
        </pc:spChg>
        <pc:spChg chg="mod">
          <ac:chgData name="Thurston, Joel (jt9sz)" userId="S::jt9sz@virginia.edu::0b817237-2e4a-4a07-ab95-9daea5bb5909" providerId="AD" clId="Web-{E23CE6FC-898C-4F65-91F1-F7107C09FC70}" dt="2023-04-19T15:15:57.430" v="342" actId="20577"/>
          <ac:spMkLst>
            <pc:docMk/>
            <pc:sldMk cId="1433224117" sldId="1430"/>
            <ac:spMk id="3" creationId="{BDB7F093-224B-3882-2DF8-F68896132892}"/>
          </ac:spMkLst>
        </pc:spChg>
      </pc:sldChg>
      <pc:sldChg chg="modSp">
        <pc:chgData name="Thurston, Joel (jt9sz)" userId="S::jt9sz@virginia.edu::0b817237-2e4a-4a07-ab95-9daea5bb5909" providerId="AD" clId="Web-{E23CE6FC-898C-4F65-91F1-F7107C09FC70}" dt="2023-04-19T15:15:52.820" v="340" actId="20577"/>
        <pc:sldMkLst>
          <pc:docMk/>
          <pc:sldMk cId="3884019808" sldId="1433"/>
        </pc:sldMkLst>
        <pc:spChg chg="mod">
          <ac:chgData name="Thurston, Joel (jt9sz)" userId="S::jt9sz@virginia.edu::0b817237-2e4a-4a07-ab95-9daea5bb5909" providerId="AD" clId="Web-{E23CE6FC-898C-4F65-91F1-F7107C09FC70}" dt="2023-04-19T15:15:52.695" v="339" actId="20577"/>
          <ac:spMkLst>
            <pc:docMk/>
            <pc:sldMk cId="3884019808" sldId="1433"/>
            <ac:spMk id="4" creationId="{3C087D02-440D-664E-BC0D-B0CB78B9E396}"/>
          </ac:spMkLst>
        </pc:spChg>
        <pc:spChg chg="mod">
          <ac:chgData name="Thurston, Joel (jt9sz)" userId="S::jt9sz@virginia.edu::0b817237-2e4a-4a07-ab95-9daea5bb5909" providerId="AD" clId="Web-{E23CE6FC-898C-4F65-91F1-F7107C09FC70}" dt="2023-04-19T15:15:52.820" v="340" actId="20577"/>
          <ac:spMkLst>
            <pc:docMk/>
            <pc:sldMk cId="3884019808" sldId="1433"/>
            <ac:spMk id="5" creationId="{5933D758-B767-8B46-BF37-EFD1AB27D82A}"/>
          </ac:spMkLst>
        </pc:spChg>
      </pc:sldChg>
      <pc:sldChg chg="modSp">
        <pc:chgData name="Thurston, Joel (jt9sz)" userId="S::jt9sz@virginia.edu::0b817237-2e4a-4a07-ab95-9daea5bb5909" providerId="AD" clId="Web-{E23CE6FC-898C-4F65-91F1-F7107C09FC70}" dt="2023-04-19T15:15:28.523" v="338" actId="20577"/>
        <pc:sldMkLst>
          <pc:docMk/>
          <pc:sldMk cId="4124459826" sldId="1434"/>
        </pc:sldMkLst>
        <pc:spChg chg="mod">
          <ac:chgData name="Thurston, Joel (jt9sz)" userId="S::jt9sz@virginia.edu::0b817237-2e4a-4a07-ab95-9daea5bb5909" providerId="AD" clId="Web-{E23CE6FC-898C-4F65-91F1-F7107C09FC70}" dt="2023-04-19T15:15:28.507" v="337" actId="20577"/>
          <ac:spMkLst>
            <pc:docMk/>
            <pc:sldMk cId="4124459826" sldId="1434"/>
            <ac:spMk id="2" creationId="{AD91F8EB-ECD1-A730-8C3B-548C38EC6091}"/>
          </ac:spMkLst>
        </pc:spChg>
        <pc:spChg chg="mod">
          <ac:chgData name="Thurston, Joel (jt9sz)" userId="S::jt9sz@virginia.edu::0b817237-2e4a-4a07-ab95-9daea5bb5909" providerId="AD" clId="Web-{E23CE6FC-898C-4F65-91F1-F7107C09FC70}" dt="2023-04-19T15:15:28.523" v="338" actId="20577"/>
          <ac:spMkLst>
            <pc:docMk/>
            <pc:sldMk cId="4124459826" sldId="1434"/>
            <ac:spMk id="3" creationId="{BDB7F093-224B-3882-2DF8-F68896132892}"/>
          </ac:spMkLst>
        </pc:spChg>
      </pc:sldChg>
      <pc:sldChg chg="modSp">
        <pc:chgData name="Thurston, Joel (jt9sz)" userId="S::jt9sz@virginia.edu::0b817237-2e4a-4a07-ab95-9daea5bb5909" providerId="AD" clId="Web-{E23CE6FC-898C-4F65-91F1-F7107C09FC70}" dt="2023-04-19T15:16:44.884" v="349" actId="20577"/>
        <pc:sldMkLst>
          <pc:docMk/>
          <pc:sldMk cId="3949809788" sldId="1435"/>
        </pc:sldMkLst>
        <pc:spChg chg="mod">
          <ac:chgData name="Thurston, Joel (jt9sz)" userId="S::jt9sz@virginia.edu::0b817237-2e4a-4a07-ab95-9daea5bb5909" providerId="AD" clId="Web-{E23CE6FC-898C-4F65-91F1-F7107C09FC70}" dt="2023-04-19T15:16:44.869" v="348" actId="20577"/>
          <ac:spMkLst>
            <pc:docMk/>
            <pc:sldMk cId="3949809788" sldId="1435"/>
            <ac:spMk id="2" creationId="{2721642C-B1D9-E60A-E11F-7120ED7EBF4F}"/>
          </ac:spMkLst>
        </pc:spChg>
        <pc:spChg chg="mod">
          <ac:chgData name="Thurston, Joel (jt9sz)" userId="S::jt9sz@virginia.edu::0b817237-2e4a-4a07-ab95-9daea5bb5909" providerId="AD" clId="Web-{E23CE6FC-898C-4F65-91F1-F7107C09FC70}" dt="2023-04-19T15:16:44.884" v="349" actId="20577"/>
          <ac:spMkLst>
            <pc:docMk/>
            <pc:sldMk cId="3949809788" sldId="1435"/>
            <ac:spMk id="5" creationId="{1A748616-3CB9-A088-AA9E-EF182B0C2E1F}"/>
          </ac:spMkLst>
        </pc:spChg>
      </pc:sldChg>
      <pc:sldChg chg="modSp">
        <pc:chgData name="Thurston, Joel (jt9sz)" userId="S::jt9sz@virginia.edu::0b817237-2e4a-4a07-ab95-9daea5bb5909" providerId="AD" clId="Web-{E23CE6FC-898C-4F65-91F1-F7107C09FC70}" dt="2023-04-19T15:16:55.556" v="351" actId="14100"/>
        <pc:sldMkLst>
          <pc:docMk/>
          <pc:sldMk cId="2933768189" sldId="1436"/>
        </pc:sldMkLst>
        <pc:spChg chg="mod">
          <ac:chgData name="Thurston, Joel (jt9sz)" userId="S::jt9sz@virginia.edu::0b817237-2e4a-4a07-ab95-9daea5bb5909" providerId="AD" clId="Web-{E23CE6FC-898C-4F65-91F1-F7107C09FC70}" dt="2023-04-19T15:16:53.010" v="350" actId="14100"/>
          <ac:spMkLst>
            <pc:docMk/>
            <pc:sldMk cId="2933768189" sldId="1436"/>
            <ac:spMk id="11" creationId="{F8EE6769-7BA1-A715-2183-3B7BFABA12EE}"/>
          </ac:spMkLst>
        </pc:spChg>
        <pc:spChg chg="mod">
          <ac:chgData name="Thurston, Joel (jt9sz)" userId="S::jt9sz@virginia.edu::0b817237-2e4a-4a07-ab95-9daea5bb5909" providerId="AD" clId="Web-{E23CE6FC-898C-4F65-91F1-F7107C09FC70}" dt="2023-04-19T15:16:55.556" v="351" actId="14100"/>
          <ac:spMkLst>
            <pc:docMk/>
            <pc:sldMk cId="2933768189" sldId="1436"/>
            <ac:spMk id="14" creationId="{EFEF50C9-0969-111B-38C7-6DE4319E19B7}"/>
          </ac:spMkLst>
        </pc:spChg>
      </pc:sldChg>
    </pc:docChg>
  </pc:docChgLst>
  <pc:docChgLst>
    <pc:chgData name="Thurston, Joel (jt9sz)" userId="S::jt9sz@virginia.edu::0b817237-2e4a-4a07-ab95-9daea5bb5909" providerId="AD" clId="Web-{97F5EDCD-729F-22B1-02B1-8CF8067BB49F}"/>
    <pc:docChg chg="modSld">
      <pc:chgData name="Thurston, Joel (jt9sz)" userId="S::jt9sz@virginia.edu::0b817237-2e4a-4a07-ab95-9daea5bb5909" providerId="AD" clId="Web-{97F5EDCD-729F-22B1-02B1-8CF8067BB49F}" dt="2023-04-19T15:06:18.651" v="21" actId="20577"/>
      <pc:docMkLst>
        <pc:docMk/>
      </pc:docMkLst>
      <pc:sldChg chg="modSp">
        <pc:chgData name="Thurston, Joel (jt9sz)" userId="S::jt9sz@virginia.edu::0b817237-2e4a-4a07-ab95-9daea5bb5909" providerId="AD" clId="Web-{97F5EDCD-729F-22B1-02B1-8CF8067BB49F}" dt="2023-04-19T15:06:18.651" v="21" actId="20577"/>
        <pc:sldMkLst>
          <pc:docMk/>
          <pc:sldMk cId="1433224117" sldId="1430"/>
        </pc:sldMkLst>
        <pc:spChg chg="mod">
          <ac:chgData name="Thurston, Joel (jt9sz)" userId="S::jt9sz@virginia.edu::0b817237-2e4a-4a07-ab95-9daea5bb5909" providerId="AD" clId="Web-{97F5EDCD-729F-22B1-02B1-8CF8067BB49F}" dt="2023-04-19T15:06:18.651" v="21" actId="20577"/>
          <ac:spMkLst>
            <pc:docMk/>
            <pc:sldMk cId="1433224117" sldId="1430"/>
            <ac:spMk id="3" creationId="{BDB7F093-224B-3882-2DF8-F68896132892}"/>
          </ac:spMkLst>
        </pc:spChg>
      </pc:sldChg>
    </pc:docChg>
  </pc:docChgLst>
  <pc:docChgLst>
    <pc:chgData name="Schroeder, Joanna (js2mr)" userId="S::js2mr@virginia.edu::37185e52-d383-4667-9259-a6e2f2b5aa5b" providerId="AD" clId="Web-{6D7BB7C3-28C7-3E2C-F7CB-ADD9287F9BA3}"/>
    <pc:docChg chg="modSld">
      <pc:chgData name="Schroeder, Joanna (js2mr)" userId="S::js2mr@virginia.edu::37185e52-d383-4667-9259-a6e2f2b5aa5b" providerId="AD" clId="Web-{6D7BB7C3-28C7-3E2C-F7CB-ADD9287F9BA3}" dt="2023-08-30T16:30:57.762" v="3" actId="1076"/>
      <pc:docMkLst>
        <pc:docMk/>
      </pc:docMkLst>
      <pc:sldChg chg="modSp">
        <pc:chgData name="Schroeder, Joanna (js2mr)" userId="S::js2mr@virginia.edu::37185e52-d383-4667-9259-a6e2f2b5aa5b" providerId="AD" clId="Web-{6D7BB7C3-28C7-3E2C-F7CB-ADD9287F9BA3}" dt="2023-08-30T16:30:57.762" v="3" actId="1076"/>
        <pc:sldMkLst>
          <pc:docMk/>
          <pc:sldMk cId="3949809788" sldId="1435"/>
        </pc:sldMkLst>
        <pc:spChg chg="mod">
          <ac:chgData name="Schroeder, Joanna (js2mr)" userId="S::js2mr@virginia.edu::37185e52-d383-4667-9259-a6e2f2b5aa5b" providerId="AD" clId="Web-{6D7BB7C3-28C7-3E2C-F7CB-ADD9287F9BA3}" dt="2023-08-30T16:30:57.762" v="3" actId="1076"/>
          <ac:spMkLst>
            <pc:docMk/>
            <pc:sldMk cId="3949809788" sldId="1435"/>
            <ac:spMk id="13" creationId="{C9FB535D-A3D1-1F51-3E65-9BA83BF5CEBE}"/>
          </ac:spMkLst>
        </pc:spChg>
        <pc:spChg chg="mod">
          <ac:chgData name="Schroeder, Joanna (js2mr)" userId="S::js2mr@virginia.edu::37185e52-d383-4667-9259-a6e2f2b5aa5b" providerId="AD" clId="Web-{6D7BB7C3-28C7-3E2C-F7CB-ADD9287F9BA3}" dt="2023-08-30T16:30:43.418" v="0" actId="1076"/>
          <ac:spMkLst>
            <pc:docMk/>
            <pc:sldMk cId="3949809788" sldId="1435"/>
            <ac:spMk id="15" creationId="{8657EE36-FBA0-B0F8-C768-5D4B6041BAB4}"/>
          </ac:spMkLst>
        </pc:spChg>
        <pc:spChg chg="mod">
          <ac:chgData name="Schroeder, Joanna (js2mr)" userId="S::js2mr@virginia.edu::37185e52-d383-4667-9259-a6e2f2b5aa5b" providerId="AD" clId="Web-{6D7BB7C3-28C7-3E2C-F7CB-ADD9287F9BA3}" dt="2023-08-30T16:30:55.059" v="2" actId="1076"/>
          <ac:spMkLst>
            <pc:docMk/>
            <pc:sldMk cId="3949809788" sldId="1435"/>
            <ac:spMk id="16" creationId="{4E3543C3-A1EE-3ECE-16DB-EAB94E23170D}"/>
          </ac:spMkLst>
        </pc:spChg>
      </pc:sldChg>
    </pc:docChg>
  </pc:docChgLst>
  <pc:docChgLst>
    <pc:chgData name="Schroeder, Joanna (js2mr)" userId="37185e52-d383-4667-9259-a6e2f2b5aa5b" providerId="ADAL" clId="{71CB4F35-AB68-5545-AF29-68977999306B}"/>
    <pc:docChg chg="custSel modSld">
      <pc:chgData name="Schroeder, Joanna (js2mr)" userId="37185e52-d383-4667-9259-a6e2f2b5aa5b" providerId="ADAL" clId="{71CB4F35-AB68-5545-AF29-68977999306B}" dt="2023-07-13T21:34:45.320" v="5" actId="21"/>
      <pc:docMkLst>
        <pc:docMk/>
      </pc:docMkLst>
      <pc:sldChg chg="addSp delSp modSp mod">
        <pc:chgData name="Schroeder, Joanna (js2mr)" userId="37185e52-d383-4667-9259-a6e2f2b5aa5b" providerId="ADAL" clId="{71CB4F35-AB68-5545-AF29-68977999306B}" dt="2023-07-13T21:34:45.320" v="5" actId="21"/>
        <pc:sldMkLst>
          <pc:docMk/>
          <pc:sldMk cId="2203001707" sldId="1432"/>
        </pc:sldMkLst>
        <pc:picChg chg="add del mod">
          <ac:chgData name="Schroeder, Joanna (js2mr)" userId="37185e52-d383-4667-9259-a6e2f2b5aa5b" providerId="ADAL" clId="{71CB4F35-AB68-5545-AF29-68977999306B}" dt="2023-07-13T21:30:39.104" v="1" actId="21"/>
          <ac:picMkLst>
            <pc:docMk/>
            <pc:sldMk cId="2203001707" sldId="1432"/>
            <ac:picMk id="5" creationId="{9BBB568F-6269-1940-BEED-9EB5FF760902}"/>
          </ac:picMkLst>
        </pc:picChg>
        <pc:picChg chg="add del mod">
          <ac:chgData name="Schroeder, Joanna (js2mr)" userId="37185e52-d383-4667-9259-a6e2f2b5aa5b" providerId="ADAL" clId="{71CB4F35-AB68-5545-AF29-68977999306B}" dt="2023-07-13T21:33:30.820" v="3" actId="21"/>
          <ac:picMkLst>
            <pc:docMk/>
            <pc:sldMk cId="2203001707" sldId="1432"/>
            <ac:picMk id="10" creationId="{9ED3FD6A-43CF-2D0B-C17E-A3E9E9A2572B}"/>
          </ac:picMkLst>
        </pc:picChg>
        <pc:picChg chg="add del mod">
          <ac:chgData name="Schroeder, Joanna (js2mr)" userId="37185e52-d383-4667-9259-a6e2f2b5aa5b" providerId="ADAL" clId="{71CB4F35-AB68-5545-AF29-68977999306B}" dt="2023-07-13T21:34:45.320" v="5" actId="21"/>
          <ac:picMkLst>
            <pc:docMk/>
            <pc:sldMk cId="2203001707" sldId="1432"/>
            <ac:picMk id="12" creationId="{D434A152-0F66-0B6B-54FF-5B9067A3A913}"/>
          </ac:picMkLst>
        </pc:picChg>
      </pc:sldChg>
    </pc:docChg>
  </pc:docChgLst>
  <pc:docChgLst>
    <pc:chgData name="Schroeder, Joanna (js2mr)" userId="37185e52-d383-4667-9259-a6e2f2b5aa5b" providerId="ADAL" clId="{92AD925D-9485-8341-9132-D96D3D33484F}"/>
    <pc:docChg chg="undo custSel modSld">
      <pc:chgData name="Schroeder, Joanna (js2mr)" userId="37185e52-d383-4667-9259-a6e2f2b5aa5b" providerId="ADAL" clId="{92AD925D-9485-8341-9132-D96D3D33484F}" dt="2023-04-19T19:37:24.340" v="990" actId="1037"/>
      <pc:docMkLst>
        <pc:docMk/>
      </pc:docMkLst>
      <pc:sldChg chg="modSp mod">
        <pc:chgData name="Schroeder, Joanna (js2mr)" userId="37185e52-d383-4667-9259-a6e2f2b5aa5b" providerId="ADAL" clId="{92AD925D-9485-8341-9132-D96D3D33484F}" dt="2023-04-19T15:28:11.708" v="4" actId="1035"/>
        <pc:sldMkLst>
          <pc:docMk/>
          <pc:sldMk cId="4136622263" sldId="1429"/>
        </pc:sldMkLst>
        <pc:spChg chg="mod">
          <ac:chgData name="Schroeder, Joanna (js2mr)" userId="37185e52-d383-4667-9259-a6e2f2b5aa5b" providerId="ADAL" clId="{92AD925D-9485-8341-9132-D96D3D33484F}" dt="2023-04-19T15:28:11.708" v="4" actId="1035"/>
          <ac:spMkLst>
            <pc:docMk/>
            <pc:sldMk cId="4136622263" sldId="1429"/>
            <ac:spMk id="5" creationId="{5933D758-B767-8B46-BF37-EFD1AB27D82A}"/>
          </ac:spMkLst>
        </pc:spChg>
      </pc:sldChg>
      <pc:sldChg chg="modSp mod">
        <pc:chgData name="Schroeder, Joanna (js2mr)" userId="37185e52-d383-4667-9259-a6e2f2b5aa5b" providerId="ADAL" clId="{92AD925D-9485-8341-9132-D96D3D33484F}" dt="2023-04-19T16:29:41.118" v="32" actId="20577"/>
        <pc:sldMkLst>
          <pc:docMk/>
          <pc:sldMk cId="3884019808" sldId="1433"/>
        </pc:sldMkLst>
        <pc:spChg chg="mod">
          <ac:chgData name="Schroeder, Joanna (js2mr)" userId="37185e52-d383-4667-9259-a6e2f2b5aa5b" providerId="ADAL" clId="{92AD925D-9485-8341-9132-D96D3D33484F}" dt="2023-04-19T16:29:41.118" v="32" actId="20577"/>
          <ac:spMkLst>
            <pc:docMk/>
            <pc:sldMk cId="3884019808" sldId="1433"/>
            <ac:spMk id="4" creationId="{3C087D02-440D-664E-BC0D-B0CB78B9E396}"/>
          </ac:spMkLst>
        </pc:spChg>
      </pc:sldChg>
      <pc:sldChg chg="addSp delSp modSp mod">
        <pc:chgData name="Schroeder, Joanna (js2mr)" userId="37185e52-d383-4667-9259-a6e2f2b5aa5b" providerId="ADAL" clId="{92AD925D-9485-8341-9132-D96D3D33484F}" dt="2023-04-19T19:37:24.340" v="990" actId="1037"/>
        <pc:sldMkLst>
          <pc:docMk/>
          <pc:sldMk cId="3949809788" sldId="1435"/>
        </pc:sldMkLst>
        <pc:spChg chg="mod">
          <ac:chgData name="Schroeder, Joanna (js2mr)" userId="37185e52-d383-4667-9259-a6e2f2b5aa5b" providerId="ADAL" clId="{92AD925D-9485-8341-9132-D96D3D33484F}" dt="2023-04-19T16:30:31.564" v="67" actId="20577"/>
          <ac:spMkLst>
            <pc:docMk/>
            <pc:sldMk cId="3949809788" sldId="1435"/>
            <ac:spMk id="5" creationId="{1A748616-3CB9-A088-AA9E-EF182B0C2E1F}"/>
          </ac:spMkLst>
        </pc:spChg>
        <pc:spChg chg="add mod">
          <ac:chgData name="Schroeder, Joanna (js2mr)" userId="37185e52-d383-4667-9259-a6e2f2b5aa5b" providerId="ADAL" clId="{92AD925D-9485-8341-9132-D96D3D33484F}" dt="2023-04-19T19:37:24.340" v="990" actId="1037"/>
          <ac:spMkLst>
            <pc:docMk/>
            <pc:sldMk cId="3949809788" sldId="1435"/>
            <ac:spMk id="11" creationId="{87FE7512-0079-EE43-807C-85856E499314}"/>
          </ac:spMkLst>
        </pc:spChg>
        <pc:spChg chg="add mod">
          <ac:chgData name="Schroeder, Joanna (js2mr)" userId="37185e52-d383-4667-9259-a6e2f2b5aa5b" providerId="ADAL" clId="{92AD925D-9485-8341-9132-D96D3D33484F}" dt="2023-04-19T16:50:41.607" v="727" actId="1036"/>
          <ac:spMkLst>
            <pc:docMk/>
            <pc:sldMk cId="3949809788" sldId="1435"/>
            <ac:spMk id="12" creationId="{C429FA23-ADDF-F7C9-C707-ECC903549C71}"/>
          </ac:spMkLst>
        </pc:spChg>
        <pc:spChg chg="add mod">
          <ac:chgData name="Schroeder, Joanna (js2mr)" userId="37185e52-d383-4667-9259-a6e2f2b5aa5b" providerId="ADAL" clId="{92AD925D-9485-8341-9132-D96D3D33484F}" dt="2023-04-19T16:53:24.969" v="734" actId="1035"/>
          <ac:spMkLst>
            <pc:docMk/>
            <pc:sldMk cId="3949809788" sldId="1435"/>
            <ac:spMk id="13" creationId="{C9FB535D-A3D1-1F51-3E65-9BA83BF5CEBE}"/>
          </ac:spMkLst>
        </pc:spChg>
        <pc:spChg chg="add mod">
          <ac:chgData name="Schroeder, Joanna (js2mr)" userId="37185e52-d383-4667-9259-a6e2f2b5aa5b" providerId="ADAL" clId="{92AD925D-9485-8341-9132-D96D3D33484F}" dt="2023-04-19T16:54:04.283" v="812" actId="1037"/>
          <ac:spMkLst>
            <pc:docMk/>
            <pc:sldMk cId="3949809788" sldId="1435"/>
            <ac:spMk id="15" creationId="{8657EE36-FBA0-B0F8-C768-5D4B6041BAB4}"/>
          </ac:spMkLst>
        </pc:spChg>
        <pc:spChg chg="add mod">
          <ac:chgData name="Schroeder, Joanna (js2mr)" userId="37185e52-d383-4667-9259-a6e2f2b5aa5b" providerId="ADAL" clId="{92AD925D-9485-8341-9132-D96D3D33484F}" dt="2023-04-19T16:55:04.388" v="884" actId="1035"/>
          <ac:spMkLst>
            <pc:docMk/>
            <pc:sldMk cId="3949809788" sldId="1435"/>
            <ac:spMk id="16" creationId="{4E3543C3-A1EE-3ECE-16DB-EAB94E23170D}"/>
          </ac:spMkLst>
        </pc:spChg>
        <pc:spChg chg="add del mod">
          <ac:chgData name="Schroeder, Joanna (js2mr)" userId="37185e52-d383-4667-9259-a6e2f2b5aa5b" providerId="ADAL" clId="{92AD925D-9485-8341-9132-D96D3D33484F}" dt="2023-04-19T16:55:24.375" v="890" actId="478"/>
          <ac:spMkLst>
            <pc:docMk/>
            <pc:sldMk cId="3949809788" sldId="1435"/>
            <ac:spMk id="17" creationId="{BD0618A2-BD0F-1DD6-4D13-1D8C7A3FEAC4}"/>
          </ac:spMkLst>
        </pc:spChg>
        <pc:spChg chg="add del mod">
          <ac:chgData name="Schroeder, Joanna (js2mr)" userId="37185e52-d383-4667-9259-a6e2f2b5aa5b" providerId="ADAL" clId="{92AD925D-9485-8341-9132-D96D3D33484F}" dt="2023-04-19T16:56:18.605" v="975"/>
          <ac:spMkLst>
            <pc:docMk/>
            <pc:sldMk cId="3949809788" sldId="1435"/>
            <ac:spMk id="18" creationId="{B1D4ECF3-EAB4-FFFA-F454-77A999BEE01B}"/>
          </ac:spMkLst>
        </pc:spChg>
        <pc:spChg chg="add del mod">
          <ac:chgData name="Schroeder, Joanna (js2mr)" userId="37185e52-d383-4667-9259-a6e2f2b5aa5b" providerId="ADAL" clId="{92AD925D-9485-8341-9132-D96D3D33484F}" dt="2023-04-19T16:56:18.606" v="977"/>
          <ac:spMkLst>
            <pc:docMk/>
            <pc:sldMk cId="3949809788" sldId="1435"/>
            <ac:spMk id="19" creationId="{B49327CF-6B50-3E17-535F-A886732C5DD8}"/>
          </ac:spMkLst>
        </pc:spChg>
        <pc:spChg chg="add mod">
          <ac:chgData name="Schroeder, Joanna (js2mr)" userId="37185e52-d383-4667-9259-a6e2f2b5aa5b" providerId="ADAL" clId="{92AD925D-9485-8341-9132-D96D3D33484F}" dt="2023-04-19T16:56:15.539" v="973" actId="207"/>
          <ac:spMkLst>
            <pc:docMk/>
            <pc:sldMk cId="3949809788" sldId="1435"/>
            <ac:spMk id="20" creationId="{10E321CE-5F6F-DA78-CFA0-B1BBDA6217F5}"/>
          </ac:spMkLst>
        </pc:spChg>
        <pc:picChg chg="del">
          <ac:chgData name="Schroeder, Joanna (js2mr)" userId="37185e52-d383-4667-9259-a6e2f2b5aa5b" providerId="ADAL" clId="{92AD925D-9485-8341-9132-D96D3D33484F}" dt="2023-04-19T16:27:40.716" v="5" actId="478"/>
          <ac:picMkLst>
            <pc:docMk/>
            <pc:sldMk cId="3949809788" sldId="1435"/>
            <ac:picMk id="4" creationId="{38AC167D-5D72-2A62-BD10-3C22ACF79B6A}"/>
          </ac:picMkLst>
        </pc:picChg>
        <pc:picChg chg="add del mod">
          <ac:chgData name="Schroeder, Joanna (js2mr)" userId="37185e52-d383-4667-9259-a6e2f2b5aa5b" providerId="ADAL" clId="{92AD925D-9485-8341-9132-D96D3D33484F}" dt="2023-04-19T16:28:01.112" v="9" actId="478"/>
          <ac:picMkLst>
            <pc:docMk/>
            <pc:sldMk cId="3949809788" sldId="1435"/>
            <ac:picMk id="6" creationId="{FAC2A1D0-DB45-7ECF-0534-7BF472BF90BD}"/>
          </ac:picMkLst>
        </pc:picChg>
        <pc:picChg chg="add mod modCrop">
          <ac:chgData name="Schroeder, Joanna (js2mr)" userId="37185e52-d383-4667-9259-a6e2f2b5aa5b" providerId="ADAL" clId="{92AD925D-9485-8341-9132-D96D3D33484F}" dt="2023-04-19T16:54:55.047" v="880" actId="1037"/>
          <ac:picMkLst>
            <pc:docMk/>
            <pc:sldMk cId="3949809788" sldId="1435"/>
            <ac:picMk id="8" creationId="{E66DB49E-E2A0-D1F2-E59A-64EFC5B879A2}"/>
          </ac:picMkLst>
        </pc:picChg>
        <pc:picChg chg="add mod modCrop">
          <ac:chgData name="Schroeder, Joanna (js2mr)" userId="37185e52-d383-4667-9259-a6e2f2b5aa5b" providerId="ADAL" clId="{92AD925D-9485-8341-9132-D96D3D33484F}" dt="2023-04-19T16:31:29.514" v="76" actId="1076"/>
          <ac:picMkLst>
            <pc:docMk/>
            <pc:sldMk cId="3949809788" sldId="1435"/>
            <ac:picMk id="10" creationId="{430AE43E-C873-33BC-CF91-63F3A42F1D9A}"/>
          </ac:picMkLst>
        </pc:picChg>
        <pc:picChg chg="add del mod">
          <ac:chgData name="Schroeder, Joanna (js2mr)" userId="37185e52-d383-4667-9259-a6e2f2b5aa5b" providerId="ADAL" clId="{92AD925D-9485-8341-9132-D96D3D33484F}" dt="2023-04-19T16:53:38.408" v="736"/>
          <ac:picMkLst>
            <pc:docMk/>
            <pc:sldMk cId="3949809788" sldId="1435"/>
            <ac:picMk id="14" creationId="{36AC725B-9A96-D55A-8E10-81B5E9D0127E}"/>
          </ac:picMkLst>
        </pc:picChg>
      </pc:sldChg>
      <pc:sldChg chg="addSp delSp modSp mod">
        <pc:chgData name="Schroeder, Joanna (js2mr)" userId="37185e52-d383-4667-9259-a6e2f2b5aa5b" providerId="ADAL" clId="{92AD925D-9485-8341-9132-D96D3D33484F}" dt="2023-04-19T16:56:53.719" v="978" actId="1076"/>
        <pc:sldMkLst>
          <pc:docMk/>
          <pc:sldMk cId="2933768189" sldId="1436"/>
        </pc:sldMkLst>
        <pc:spChg chg="mod">
          <ac:chgData name="Schroeder, Joanna (js2mr)" userId="37185e52-d383-4667-9259-a6e2f2b5aa5b" providerId="ADAL" clId="{92AD925D-9485-8341-9132-D96D3D33484F}" dt="2023-04-19T16:45:47.878" v="534" actId="14100"/>
          <ac:spMkLst>
            <pc:docMk/>
            <pc:sldMk cId="2933768189" sldId="1436"/>
            <ac:spMk id="5" creationId="{1A748616-3CB9-A088-AA9E-EF182B0C2E1F}"/>
          </ac:spMkLst>
        </pc:spChg>
        <pc:spChg chg="mod">
          <ac:chgData name="Schroeder, Joanna (js2mr)" userId="37185e52-d383-4667-9259-a6e2f2b5aa5b" providerId="ADAL" clId="{92AD925D-9485-8341-9132-D96D3D33484F}" dt="2023-04-19T16:56:53.719" v="978" actId="1076"/>
          <ac:spMkLst>
            <pc:docMk/>
            <pc:sldMk cId="2933768189" sldId="1436"/>
            <ac:spMk id="11" creationId="{F8EE6769-7BA1-A715-2183-3B7BFABA12EE}"/>
          </ac:spMkLst>
        </pc:spChg>
        <pc:spChg chg="mod">
          <ac:chgData name="Schroeder, Joanna (js2mr)" userId="37185e52-d383-4667-9259-a6e2f2b5aa5b" providerId="ADAL" clId="{92AD925D-9485-8341-9132-D96D3D33484F}" dt="2023-04-19T16:42:55.585" v="141" actId="1037"/>
          <ac:spMkLst>
            <pc:docMk/>
            <pc:sldMk cId="2933768189" sldId="1436"/>
            <ac:spMk id="15" creationId="{C9B54EBF-EA45-BCE2-2000-C69E1B8F0252}"/>
          </ac:spMkLst>
        </pc:spChg>
        <pc:spChg chg="mod">
          <ac:chgData name="Schroeder, Joanna (js2mr)" userId="37185e52-d383-4667-9259-a6e2f2b5aa5b" providerId="ADAL" clId="{92AD925D-9485-8341-9132-D96D3D33484F}" dt="2023-04-19T16:43:58.900" v="352" actId="1038"/>
          <ac:spMkLst>
            <pc:docMk/>
            <pc:sldMk cId="2933768189" sldId="1436"/>
            <ac:spMk id="16" creationId="{2641A138-67F0-CAE2-52C4-C0C4C4D98443}"/>
          </ac:spMkLst>
        </pc:spChg>
        <pc:spChg chg="add mod">
          <ac:chgData name="Schroeder, Joanna (js2mr)" userId="37185e52-d383-4667-9259-a6e2f2b5aa5b" providerId="ADAL" clId="{92AD925D-9485-8341-9132-D96D3D33484F}" dt="2023-04-19T16:43:50.699" v="333" actId="1036"/>
          <ac:spMkLst>
            <pc:docMk/>
            <pc:sldMk cId="2933768189" sldId="1436"/>
            <ac:spMk id="20" creationId="{C0B933A0-1738-7113-8A35-21160FD1574A}"/>
          </ac:spMkLst>
        </pc:spChg>
        <pc:spChg chg="add mod">
          <ac:chgData name="Schroeder, Joanna (js2mr)" userId="37185e52-d383-4667-9259-a6e2f2b5aa5b" providerId="ADAL" clId="{92AD925D-9485-8341-9132-D96D3D33484F}" dt="2023-04-19T16:45:04.609" v="506" actId="1038"/>
          <ac:spMkLst>
            <pc:docMk/>
            <pc:sldMk cId="2933768189" sldId="1436"/>
            <ac:spMk id="21" creationId="{6E82C87B-9989-0D58-28EE-DBC876B7357D}"/>
          </ac:spMkLst>
        </pc:spChg>
        <pc:spChg chg="add del mod">
          <ac:chgData name="Schroeder, Joanna (js2mr)" userId="37185e52-d383-4667-9259-a6e2f2b5aa5b" providerId="ADAL" clId="{92AD925D-9485-8341-9132-D96D3D33484F}" dt="2023-04-19T16:45:58.862" v="536"/>
          <ac:spMkLst>
            <pc:docMk/>
            <pc:sldMk cId="2933768189" sldId="1436"/>
            <ac:spMk id="22" creationId="{85B30C0F-95B3-9076-C550-401E33B4FB6B}"/>
          </ac:spMkLst>
        </pc:spChg>
        <pc:spChg chg="add mod">
          <ac:chgData name="Schroeder, Joanna (js2mr)" userId="37185e52-d383-4667-9259-a6e2f2b5aa5b" providerId="ADAL" clId="{92AD925D-9485-8341-9132-D96D3D33484F}" dt="2023-04-19T16:47:27.672" v="604" actId="1076"/>
          <ac:spMkLst>
            <pc:docMk/>
            <pc:sldMk cId="2933768189" sldId="1436"/>
            <ac:spMk id="23" creationId="{E0A79C1F-DFD3-8354-1A5C-23881BA3197B}"/>
          </ac:spMkLst>
        </pc:spChg>
        <pc:spChg chg="add mod">
          <ac:chgData name="Schroeder, Joanna (js2mr)" userId="37185e52-d383-4667-9259-a6e2f2b5aa5b" providerId="ADAL" clId="{92AD925D-9485-8341-9132-D96D3D33484F}" dt="2023-04-19T16:47:36.842" v="605" actId="1076"/>
          <ac:spMkLst>
            <pc:docMk/>
            <pc:sldMk cId="2933768189" sldId="1436"/>
            <ac:spMk id="24" creationId="{7E7899C0-56F2-A680-1F3B-1C86B85E4DF3}"/>
          </ac:spMkLst>
        </pc:spChg>
        <pc:picChg chg="add del mod modCrop">
          <ac:chgData name="Schroeder, Joanna (js2mr)" userId="37185e52-d383-4667-9259-a6e2f2b5aa5b" providerId="ADAL" clId="{92AD925D-9485-8341-9132-D96D3D33484F}" dt="2023-04-19T16:37:31.164" v="99" actId="478"/>
          <ac:picMkLst>
            <pc:docMk/>
            <pc:sldMk cId="2933768189" sldId="1436"/>
            <ac:picMk id="6" creationId="{A1D537C9-AEEF-1B07-A7C2-0595C42D4D65}"/>
          </ac:picMkLst>
        </pc:picChg>
        <pc:picChg chg="del">
          <ac:chgData name="Schroeder, Joanna (js2mr)" userId="37185e52-d383-4667-9259-a6e2f2b5aa5b" providerId="ADAL" clId="{92AD925D-9485-8341-9132-D96D3D33484F}" dt="2023-04-19T16:37:34.572" v="101" actId="478"/>
          <ac:picMkLst>
            <pc:docMk/>
            <pc:sldMk cId="2933768189" sldId="1436"/>
            <ac:picMk id="7" creationId="{3899A2FA-0AF0-4C72-160C-C3E4BAE4BF92}"/>
          </ac:picMkLst>
        </pc:picChg>
        <pc:picChg chg="add del mod">
          <ac:chgData name="Schroeder, Joanna (js2mr)" userId="37185e52-d383-4667-9259-a6e2f2b5aa5b" providerId="ADAL" clId="{92AD925D-9485-8341-9132-D96D3D33484F}" dt="2023-04-19T16:36:29.983" v="94" actId="478"/>
          <ac:picMkLst>
            <pc:docMk/>
            <pc:sldMk cId="2933768189" sldId="1436"/>
            <ac:picMk id="8" creationId="{258628B6-E1C7-30EA-2BBD-C117F17D9CC7}"/>
          </ac:picMkLst>
        </pc:picChg>
        <pc:picChg chg="del mod modCrop">
          <ac:chgData name="Schroeder, Joanna (js2mr)" userId="37185e52-d383-4667-9259-a6e2f2b5aa5b" providerId="ADAL" clId="{92AD925D-9485-8341-9132-D96D3D33484F}" dt="2023-04-19T16:35:32.531" v="84" actId="478"/>
          <ac:picMkLst>
            <pc:docMk/>
            <pc:sldMk cId="2933768189" sldId="1436"/>
            <ac:picMk id="9" creationId="{B9E0F13E-E609-9894-92BE-DD62E3DFB49C}"/>
          </ac:picMkLst>
        </pc:picChg>
        <pc:picChg chg="add mod modCrop">
          <ac:chgData name="Schroeder, Joanna (js2mr)" userId="37185e52-d383-4667-9259-a6e2f2b5aa5b" providerId="ADAL" clId="{92AD925D-9485-8341-9132-D96D3D33484F}" dt="2023-04-19T16:44:37.330" v="353" actId="14100"/>
          <ac:picMkLst>
            <pc:docMk/>
            <pc:sldMk cId="2933768189" sldId="1436"/>
            <ac:picMk id="12" creationId="{C48D8632-37C1-84B5-6A31-939273DF026E}"/>
          </ac:picMkLst>
        </pc:picChg>
        <pc:picChg chg="add del mod">
          <ac:chgData name="Schroeder, Joanna (js2mr)" userId="37185e52-d383-4667-9259-a6e2f2b5aa5b" providerId="ADAL" clId="{92AD925D-9485-8341-9132-D96D3D33484F}" dt="2023-04-19T16:38:25.154" v="114" actId="478"/>
          <ac:picMkLst>
            <pc:docMk/>
            <pc:sldMk cId="2933768189" sldId="1436"/>
            <ac:picMk id="13" creationId="{E9DA9F34-CEE7-927A-D3B6-72F2DB952D50}"/>
          </ac:picMkLst>
        </pc:picChg>
        <pc:picChg chg="add mod modCrop">
          <ac:chgData name="Schroeder, Joanna (js2mr)" userId="37185e52-d383-4667-9259-a6e2f2b5aa5b" providerId="ADAL" clId="{92AD925D-9485-8341-9132-D96D3D33484F}" dt="2023-04-19T16:38:00.313" v="109" actId="1076"/>
          <ac:picMkLst>
            <pc:docMk/>
            <pc:sldMk cId="2933768189" sldId="1436"/>
            <ac:picMk id="17" creationId="{07C0E903-A6FD-C08F-3B9B-C0FF3719CDBA}"/>
          </ac:picMkLst>
        </pc:picChg>
        <pc:picChg chg="add mod modCrop">
          <ac:chgData name="Schroeder, Joanna (js2mr)" userId="37185e52-d383-4667-9259-a6e2f2b5aa5b" providerId="ADAL" clId="{92AD925D-9485-8341-9132-D96D3D33484F}" dt="2023-04-19T16:42:28.280" v="133" actId="14100"/>
          <ac:picMkLst>
            <pc:docMk/>
            <pc:sldMk cId="2933768189" sldId="1436"/>
            <ac:picMk id="19" creationId="{845879B9-32B2-03CB-D748-1CBDEA197E7B}"/>
          </ac:picMkLst>
        </pc:picChg>
      </pc:sldChg>
    </pc:docChg>
  </pc:docChgLst>
  <pc:docChgLst>
    <pc:chgData name="Thurston, Joel (jt9sz)" userId="S::jt9sz@virginia.edu::0b817237-2e4a-4a07-ab95-9daea5bb5909" providerId="AD" clId="Web-{A4AEEA95-B068-E41D-4310-931D84724DEE}"/>
    <pc:docChg chg="mod modSld">
      <pc:chgData name="Thurston, Joel (jt9sz)" userId="S::jt9sz@virginia.edu::0b817237-2e4a-4a07-ab95-9daea5bb5909" providerId="AD" clId="Web-{A4AEEA95-B068-E41D-4310-931D84724DEE}" dt="2023-04-19T15:05:25.348" v="42" actId="20577"/>
      <pc:docMkLst>
        <pc:docMk/>
      </pc:docMkLst>
      <pc:sldChg chg="modSp">
        <pc:chgData name="Thurston, Joel (jt9sz)" userId="S::jt9sz@virginia.edu::0b817237-2e4a-4a07-ab95-9daea5bb5909" providerId="AD" clId="Web-{A4AEEA95-B068-E41D-4310-931D84724DEE}" dt="2023-04-19T15:04:17.830" v="15" actId="20577"/>
        <pc:sldMkLst>
          <pc:docMk/>
          <pc:sldMk cId="1796733023" sldId="1412"/>
        </pc:sldMkLst>
        <pc:spChg chg="mod">
          <ac:chgData name="Thurston, Joel (jt9sz)" userId="S::jt9sz@virginia.edu::0b817237-2e4a-4a07-ab95-9daea5bb5909" providerId="AD" clId="Web-{A4AEEA95-B068-E41D-4310-931D84724DEE}" dt="2023-04-19T15:04:17.830" v="15" actId="20577"/>
          <ac:spMkLst>
            <pc:docMk/>
            <pc:sldMk cId="1796733023" sldId="1412"/>
            <ac:spMk id="4" creationId="{3C087D02-440D-664E-BC0D-B0CB78B9E396}"/>
          </ac:spMkLst>
        </pc:spChg>
      </pc:sldChg>
      <pc:sldChg chg="addCm modCm">
        <pc:chgData name="Thurston, Joel (jt9sz)" userId="S::jt9sz@virginia.edu::0b817237-2e4a-4a07-ab95-9daea5bb5909" providerId="AD" clId="Web-{A4AEEA95-B068-E41D-4310-931D84724DEE}" dt="2023-04-19T14:50:56.438" v="3"/>
        <pc:sldMkLst>
          <pc:docMk/>
          <pc:sldMk cId="4136622263" sldId="142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Thurston, Joel (jt9sz)" userId="S::jt9sz@virginia.edu::0b817237-2e4a-4a07-ab95-9daea5bb5909" providerId="AD" clId="Web-{A4AEEA95-B068-E41D-4310-931D84724DEE}" dt="2023-04-19T14:50:56.438" v="3"/>
              <pc2:cmMkLst xmlns:pc2="http://schemas.microsoft.com/office/powerpoint/2019/9/main/command">
                <pc:docMk/>
                <pc:sldMk cId="4136622263" sldId="1429"/>
                <pc2:cmMk id="{2C52BF90-1C08-41CB-98DE-65D251E542C7}"/>
              </pc2:cmMkLst>
              <pc226:cmRplyChg chg="add">
                <pc226:chgData name="Thurston, Joel (jt9sz)" userId="S::jt9sz@virginia.edu::0b817237-2e4a-4a07-ab95-9daea5bb5909" providerId="AD" clId="Web-{A4AEEA95-B068-E41D-4310-931D84724DEE}" dt="2023-04-19T14:50:54.079" v="2"/>
                <pc2:cmRplyMkLst xmlns:pc2="http://schemas.microsoft.com/office/powerpoint/2019/9/main/command">
                  <pc:docMk/>
                  <pc:sldMk cId="4136622263" sldId="1429"/>
                  <pc2:cmMk id="{2C52BF90-1C08-41CB-98DE-65D251E542C7}"/>
                  <pc2:cmRplyMk id="{A7305C78-01BD-4B73-9D12-F2C498E1BABF}"/>
                </pc2:cmRplyMkLst>
              </pc226:cmRplyChg>
            </pc226:cmChg>
          </p:ext>
        </pc:extLst>
      </pc:sldChg>
      <pc:sldChg chg="modSp">
        <pc:chgData name="Thurston, Joel (jt9sz)" userId="S::jt9sz@virginia.edu::0b817237-2e4a-4a07-ab95-9daea5bb5909" providerId="AD" clId="Web-{A4AEEA95-B068-E41D-4310-931D84724DEE}" dt="2023-04-19T15:05:25.348" v="42" actId="20577"/>
        <pc:sldMkLst>
          <pc:docMk/>
          <pc:sldMk cId="1433224117" sldId="1430"/>
        </pc:sldMkLst>
        <pc:spChg chg="mod">
          <ac:chgData name="Thurston, Joel (jt9sz)" userId="S::jt9sz@virginia.edu::0b817237-2e4a-4a07-ab95-9daea5bb5909" providerId="AD" clId="Web-{A4AEEA95-B068-E41D-4310-931D84724DEE}" dt="2023-04-19T15:05:25.348" v="42" actId="20577"/>
          <ac:spMkLst>
            <pc:docMk/>
            <pc:sldMk cId="1433224117" sldId="1430"/>
            <ac:spMk id="3" creationId="{BDB7F093-224B-3882-2DF8-F68896132892}"/>
          </ac:spMkLst>
        </pc:spChg>
      </pc:sldChg>
      <pc:sldChg chg="modSp">
        <pc:chgData name="Thurston, Joel (jt9sz)" userId="S::jt9sz@virginia.edu::0b817237-2e4a-4a07-ab95-9daea5bb5909" providerId="AD" clId="Web-{A4AEEA95-B068-E41D-4310-931D84724DEE}" dt="2023-04-19T15:03:57.594" v="8" actId="20577"/>
        <pc:sldMkLst>
          <pc:docMk/>
          <pc:sldMk cId="2203001707" sldId="1432"/>
        </pc:sldMkLst>
        <pc:spChg chg="mod">
          <ac:chgData name="Thurston, Joel (jt9sz)" userId="S::jt9sz@virginia.edu::0b817237-2e4a-4a07-ab95-9daea5bb5909" providerId="AD" clId="Web-{A4AEEA95-B068-E41D-4310-931D84724DEE}" dt="2023-04-19T15:03:57.594" v="8" actId="20577"/>
          <ac:spMkLst>
            <pc:docMk/>
            <pc:sldMk cId="2203001707" sldId="1432"/>
            <ac:spMk id="6" creationId="{F7951407-3347-4B3B-8C14-CF1058755612}"/>
          </ac:spMkLst>
        </pc:spChg>
      </pc:sldChg>
      <pc:sldChg chg="modSp">
        <pc:chgData name="Thurston, Joel (jt9sz)" userId="S::jt9sz@virginia.edu::0b817237-2e4a-4a07-ab95-9daea5bb5909" providerId="AD" clId="Web-{A4AEEA95-B068-E41D-4310-931D84724DEE}" dt="2023-04-19T14:51:14.548" v="6" actId="20577"/>
        <pc:sldMkLst>
          <pc:docMk/>
          <pc:sldMk cId="3884019808" sldId="1433"/>
        </pc:sldMkLst>
        <pc:spChg chg="mod">
          <ac:chgData name="Thurston, Joel (jt9sz)" userId="S::jt9sz@virginia.edu::0b817237-2e4a-4a07-ab95-9daea5bb5909" providerId="AD" clId="Web-{A4AEEA95-B068-E41D-4310-931D84724DEE}" dt="2023-04-19T14:51:14.548" v="6" actId="20577"/>
          <ac:spMkLst>
            <pc:docMk/>
            <pc:sldMk cId="3884019808" sldId="1433"/>
            <ac:spMk id="4" creationId="{3C087D02-440D-664E-BC0D-B0CB78B9E396}"/>
          </ac:spMkLst>
        </pc:spChg>
      </pc:sldChg>
    </pc:docChg>
  </pc:docChgLst>
  <pc:docChgLst>
    <pc:chgData name="Thurston, Joel (jt9sz)" userId="S::jt9sz@virginia.edu::0b817237-2e4a-4a07-ab95-9daea5bb5909" providerId="AD" clId="Web-{02702262-C8A3-04E3-D927-3F152A58982C}"/>
    <pc:docChg chg="modSld">
      <pc:chgData name="Thurston, Joel (jt9sz)" userId="S::jt9sz@virginia.edu::0b817237-2e4a-4a07-ab95-9daea5bb5909" providerId="AD" clId="Web-{02702262-C8A3-04E3-D927-3F152A58982C}" dt="2023-05-02T01:48:35.082" v="4" actId="20577"/>
      <pc:docMkLst>
        <pc:docMk/>
      </pc:docMkLst>
      <pc:sldChg chg="modSp">
        <pc:chgData name="Thurston, Joel (jt9sz)" userId="S::jt9sz@virginia.edu::0b817237-2e4a-4a07-ab95-9daea5bb5909" providerId="AD" clId="Web-{02702262-C8A3-04E3-D927-3F152A58982C}" dt="2023-05-02T01:48:35.082" v="4" actId="20577"/>
        <pc:sldMkLst>
          <pc:docMk/>
          <pc:sldMk cId="3884019808" sldId="1433"/>
        </pc:sldMkLst>
        <pc:spChg chg="mod">
          <ac:chgData name="Thurston, Joel (jt9sz)" userId="S::jt9sz@virginia.edu::0b817237-2e4a-4a07-ab95-9daea5bb5909" providerId="AD" clId="Web-{02702262-C8A3-04E3-D927-3F152A58982C}" dt="2023-05-02T01:48:35.082" v="4" actId="20577"/>
          <ac:spMkLst>
            <pc:docMk/>
            <pc:sldMk cId="3884019808" sldId="1433"/>
            <ac:spMk id="4" creationId="{3C087D02-440D-664E-BC0D-B0CB78B9E396}"/>
          </ac:spMkLst>
        </pc:spChg>
      </pc:sldChg>
    </pc:docChg>
  </pc:docChgLst>
  <pc:docChgLst>
    <pc:chgData name="Haskiell, Skylar Elise (seh6fy)" userId="S::seh6fy@virginia.edu::7b839001-3b03-428b-90ec-19bb7df3303d" providerId="AD" clId="Web-{BEEA8429-ABC9-25E9-6723-FD99FD81C2D5}"/>
    <pc:docChg chg="modSld">
      <pc:chgData name="Haskiell, Skylar Elise (seh6fy)" userId="S::seh6fy@virginia.edu::7b839001-3b03-428b-90ec-19bb7df3303d" providerId="AD" clId="Web-{BEEA8429-ABC9-25E9-6723-FD99FD81C2D5}" dt="2023-04-19T18:31:10.197" v="7" actId="1076"/>
      <pc:docMkLst>
        <pc:docMk/>
      </pc:docMkLst>
      <pc:sldChg chg="modSp">
        <pc:chgData name="Haskiell, Skylar Elise (seh6fy)" userId="S::seh6fy@virginia.edu::7b839001-3b03-428b-90ec-19bb7df3303d" providerId="AD" clId="Web-{BEEA8429-ABC9-25E9-6723-FD99FD81C2D5}" dt="2023-04-19T18:29:55.586" v="4" actId="20577"/>
        <pc:sldMkLst>
          <pc:docMk/>
          <pc:sldMk cId="4124459826" sldId="1434"/>
        </pc:sldMkLst>
        <pc:spChg chg="mod">
          <ac:chgData name="Haskiell, Skylar Elise (seh6fy)" userId="S::seh6fy@virginia.edu::7b839001-3b03-428b-90ec-19bb7df3303d" providerId="AD" clId="Web-{BEEA8429-ABC9-25E9-6723-FD99FD81C2D5}" dt="2023-04-19T18:29:55.586" v="4" actId="20577"/>
          <ac:spMkLst>
            <pc:docMk/>
            <pc:sldMk cId="4124459826" sldId="1434"/>
            <ac:spMk id="3" creationId="{BDB7F093-224B-3882-2DF8-F68896132892}"/>
          </ac:spMkLst>
        </pc:spChg>
      </pc:sldChg>
      <pc:sldChg chg="modSp">
        <pc:chgData name="Haskiell, Skylar Elise (seh6fy)" userId="S::seh6fy@virginia.edu::7b839001-3b03-428b-90ec-19bb7df3303d" providerId="AD" clId="Web-{BEEA8429-ABC9-25E9-6723-FD99FD81C2D5}" dt="2023-04-19T18:31:10.197" v="7" actId="1076"/>
        <pc:sldMkLst>
          <pc:docMk/>
          <pc:sldMk cId="3949809788" sldId="1435"/>
        </pc:sldMkLst>
        <pc:picChg chg="mod">
          <ac:chgData name="Haskiell, Skylar Elise (seh6fy)" userId="S::seh6fy@virginia.edu::7b839001-3b03-428b-90ec-19bb7df3303d" providerId="AD" clId="Web-{BEEA8429-ABC9-25E9-6723-FD99FD81C2D5}" dt="2023-04-19T18:31:10.197" v="7" actId="1076"/>
          <ac:picMkLst>
            <pc:docMk/>
            <pc:sldMk cId="3949809788" sldId="1435"/>
            <ac:picMk id="8" creationId="{E66DB49E-E2A0-D1F2-E59A-64EFC5B879A2}"/>
          </ac:picMkLst>
        </pc:picChg>
      </pc:sldChg>
    </pc:docChg>
  </pc:docChgLst>
  <pc:docChgLst>
    <pc:chgData name="Schroeder, Joanna (js2mr)" userId="S::js2mr@virginia.edu::37185e52-d383-4667-9259-a6e2f2b5aa5b" providerId="AD" clId="Web-{ED2B8115-FF51-979F-285F-98D2F8A50D28}"/>
    <pc:docChg chg="modSld">
      <pc:chgData name="Schroeder, Joanna (js2mr)" userId="S::js2mr@virginia.edu::37185e52-d383-4667-9259-a6e2f2b5aa5b" providerId="AD" clId="Web-{ED2B8115-FF51-979F-285F-98D2F8A50D28}" dt="2023-07-10T14:36:47.462" v="1" actId="1076"/>
      <pc:docMkLst>
        <pc:docMk/>
      </pc:docMkLst>
      <pc:sldChg chg="modSp">
        <pc:chgData name="Schroeder, Joanna (js2mr)" userId="S::js2mr@virginia.edu::37185e52-d383-4667-9259-a6e2f2b5aa5b" providerId="AD" clId="Web-{ED2B8115-FF51-979F-285F-98D2F8A50D28}" dt="2023-07-10T14:36:47.462" v="1" actId="1076"/>
        <pc:sldMkLst>
          <pc:docMk/>
          <pc:sldMk cId="4124459826" sldId="1434"/>
        </pc:sldMkLst>
        <pc:spChg chg="mod">
          <ac:chgData name="Schroeder, Joanna (js2mr)" userId="S::js2mr@virginia.edu::37185e52-d383-4667-9259-a6e2f2b5aa5b" providerId="AD" clId="Web-{ED2B8115-FF51-979F-285F-98D2F8A50D28}" dt="2023-07-10T14:36:47.462" v="1" actId="1076"/>
          <ac:spMkLst>
            <pc:docMk/>
            <pc:sldMk cId="4124459826" sldId="1434"/>
            <ac:spMk id="3" creationId="{BDB7F093-224B-3882-2DF8-F68896132892}"/>
          </ac:spMkLst>
        </pc:spChg>
      </pc:sldChg>
    </pc:docChg>
  </pc:docChgLst>
</pc:chgInfo>
</file>

<file path=ppt/comments/modernComment_595_F68FD8B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C52BF90-1C08-41CB-98DE-65D251E542C7}" authorId="{D2F643C4-0CD6-2DCA-E07C-6235F2B6A5EE}" status="resolved" created="2023-04-19T14:49:59.76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36622263" sldId="1429"/>
      <ac:spMk id="4" creationId="{3C087D02-440D-664E-BC0D-B0CB78B9E396}"/>
      <ac:txMk cp="0" len="29">
        <ac:context len="959" hash="1631568207"/>
      </ac:txMk>
    </ac:txMkLst>
    <p188:pos x="7967505" y="150725"/>
    <p188:replyLst>
      <p188:reply id="{A7305C78-01BD-4B73-9D12-F2C498E1BABF}" authorId="{D2F643C4-0CD6-2DCA-E07C-6235F2B6A5EE}" created="2023-04-19T14:50:54.079">
        <p188:txBody>
          <a:bodyPr/>
          <a:lstStyle/>
          <a:p>
            <a:r>
              <a:rPr lang="en-US"/>
              <a:t>Never mind, I've answered my own Q!</a:t>
            </a:r>
          </a:p>
        </p188:txBody>
      </p188:reply>
    </p188:replyLst>
    <p188:txBody>
      <a:bodyPr/>
      <a:lstStyle/>
      <a:p>
        <a:r>
          <a:rPr lang="en-US"/>
          <a:t>Have we added the training docs (e.g., FM 7-0)?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4112D-FFA5-BF44-98DB-EC291A2A2C03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46A93-BBE3-A94F-BFFF-608ECC4B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0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va-bi-sdad.github.io/dspg22ari2/data.html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84223-1D8D-DB4E-80E4-3985798CD7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14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795" lvl="2">
              <a:spcAft>
                <a:spcPts val="600"/>
              </a:spcAft>
            </a:pPr>
            <a:r>
              <a:rPr lang="en-US"/>
              <a:t>Describe corpus: Include full names and years for all documents</a:t>
            </a:r>
          </a:p>
          <a:p>
            <a:pPr marL="10795" lvl="2">
              <a:spcAft>
                <a:spcPts val="600"/>
              </a:spcAft>
            </a:pPr>
            <a:r>
              <a:rPr lang="en-US"/>
              <a:t>Information from </a:t>
            </a:r>
            <a:r>
              <a:rPr lang="en-US">
                <a:hlinkClick r:id="rId3"/>
              </a:rPr>
              <a:t>https://uva-bi-sdad.github.io/dspg22ari2/data.html</a:t>
            </a:r>
            <a:endParaRPr lang="en-US"/>
          </a:p>
          <a:p>
            <a:pPr marL="10795" lvl="2">
              <a:spcAft>
                <a:spcPts val="600"/>
              </a:spcAft>
            </a:pPr>
            <a:r>
              <a:rPr lang="en-US"/>
              <a:t>Plus green documents, international comparison, 10 </a:t>
            </a:r>
            <a:r>
              <a:rPr lang="en-US" err="1"/>
              <a:t>pams</a:t>
            </a:r>
          </a:p>
          <a:p>
            <a:pPr marL="10795" lvl="2">
              <a:spcAft>
                <a:spcPts val="600"/>
              </a:spcAft>
            </a:pPr>
            <a:r>
              <a:rPr lang="en-US">
                <a:cs typeface="Calibri"/>
              </a:rPr>
              <a:t>Put whole title of 600-3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84223-1D8D-DB4E-80E4-3985798CD7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0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84223-1D8D-DB4E-80E4-3985798CD7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23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46A93-BBE3-A94F-BFFF-608ECC4BE5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4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Take out acronyms as next step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59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3FC0-2B7F-60D0-AE2D-E0DD7EB08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ADB07D-1569-FBE8-6D3D-010E72041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7268F-9A7D-3125-D236-219D7882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5156-5B8A-A843-BC5F-F1FCB3A2C7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62080-0D02-B5D5-267F-558EB3B52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CE9A8-8A6B-1E2A-AC90-89AA8F6D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1585-F5CE-7449-AE47-C57A834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92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1B7C-27D0-EC38-725D-03785952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1F213-6E2E-71C6-DA41-CA5C53FC4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44DD2-0203-4D65-05EF-D355FD83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5156-5B8A-A843-BC5F-F1FCB3A2C7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F6D95-1F7A-63CF-3F7F-E44A27F0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D8F36-7BE1-881D-FC0B-3A58F2D0F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1585-F5CE-7449-AE47-C57A834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3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5E8F0-B862-2DC2-B137-A72EDA3B2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CBEB7-10A5-25CA-BB44-8BF32587B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46AD6-69CB-76A1-88C4-56C441DD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5156-5B8A-A843-BC5F-F1FCB3A2C7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A91A6-A712-BBA8-3B17-50B81F9AB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947F6-47CD-7F5E-0F07-D2FCE6A8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1585-F5CE-7449-AE47-C57A834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26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6FD94-D65F-0BE3-628D-A64CE3E3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4CFAF-701C-00B9-6C99-9EA685E99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0DF87-9E74-F6C4-B80B-D66D7661A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44C22-59D5-9292-972D-02A77BED1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5156-5B8A-A843-BC5F-F1FCB3A2C7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BB20E-1838-D7E2-882C-D1A22717F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548F0-B885-72F8-D9E8-7DD030C1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1585-F5CE-7449-AE47-C57A834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1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4B548-07CB-EF2E-767D-28F4022BB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50E7E-DF5B-ABA1-2A2C-46EF6CD90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97298-2E63-1946-4240-5641B5E2A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E5E9B4-22AD-EC69-7422-CCD782F68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D91FF9-C409-12C1-C487-F79B79DB5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1BB9A-DAB5-C06F-4986-022DA8A44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5156-5B8A-A843-BC5F-F1FCB3A2C7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5C0336-13C5-CAA2-FDFA-60C8714E7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7C9BFC-AACE-68B2-9AA9-8C07A8A6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1585-F5CE-7449-AE47-C57A834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5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C1AE-B5F5-A2E2-1940-F34035FD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06E224-00CF-6825-B202-910C12DE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5156-5B8A-A843-BC5F-F1FCB3A2C7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D9DFB-DE0A-F18D-B093-966E7227D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68824-AA6A-2146-E2D6-F85DCC59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1585-F5CE-7449-AE47-C57A834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3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938D6-7A27-031A-EA79-9B8E80CFA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5156-5B8A-A843-BC5F-F1FCB3A2C7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D39D4-7670-50B4-C9AB-A4857150D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6C419-9E14-7E3F-9C65-73CE3124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1585-F5CE-7449-AE47-C57A834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453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81261-5F4B-A1FE-C4FE-F617B94E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240AD-330D-4135-D0B0-CE6F0EB85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4A8F1-F77E-91AA-2ACA-E77E25804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B83B4-01BC-6162-BE6A-B9C41E98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5156-5B8A-A843-BC5F-F1FCB3A2C7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6DE66-E74E-F56F-67FE-3753146A3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E347B-1692-B4C3-561F-779D7145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1585-F5CE-7449-AE47-C57A834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3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BF929-6521-FAAA-0E2A-78BF9982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CA4DF-D3A0-6A15-3BAF-FDF3B8A01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39C53-7A6A-CF35-6961-178D1651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9C3BB-C145-9438-A13D-091C4788C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5156-5B8A-A843-BC5F-F1FCB3A2C7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B7196-1729-6F4A-6A87-ABC8F6B3B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643EF-7E39-7CC2-C468-3EE1C547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1585-F5CE-7449-AE47-C57A834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90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D6A4-F855-18CD-1A27-B303758B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DA6367-3CE0-EA5D-89D2-20E85EC78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9E369-2D0E-025D-F866-A84E8977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5156-5B8A-A843-BC5F-F1FCB3A2C7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2AFDB-CC2E-3ADD-91ED-C14029F73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DB626-FEDA-0264-CD9D-A7337517E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1585-F5CE-7449-AE47-C57A834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394DB1-0CAD-D2E9-91AF-575C2387A5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A66AA-A737-AEC1-BA62-4EE3C4414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88154-8BF6-289C-843A-89DFFB1F8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5156-5B8A-A843-BC5F-F1FCB3A2C7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137A6-9090-973C-6090-6AC55D9B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78A1F-F90C-59A5-0CF1-D3E5377A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1585-F5CE-7449-AE47-C57A834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0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D5790-F871-9974-B5AC-58105435F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52106-EC67-6A36-80BD-F89EF0CC2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DD0F4-03B5-2FF0-AEDC-DB9FE5D217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95156-5B8A-A843-BC5F-F1FCB3A2C7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F3915-81AB-8158-5206-2AFF068172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83180-4F52-CD33-346B-0F2497B7E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F1585-F5CE-7449-AE47-C57A834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852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95_F68FD8B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087D02-440D-664E-BC0D-B0CB78B9E396}"/>
              </a:ext>
            </a:extLst>
          </p:cNvPr>
          <p:cNvSpPr txBox="1"/>
          <p:nvPr/>
        </p:nvSpPr>
        <p:spPr>
          <a:xfrm>
            <a:off x="807436" y="936010"/>
            <a:ext cx="10577128" cy="49859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0795" lvl="2">
              <a:spcAft>
                <a:spcPts val="600"/>
              </a:spcAft>
              <a:defRPr/>
            </a:pPr>
            <a:r>
              <a:rPr lang="en-US" sz="2400">
                <a:latin typeface="Calibri"/>
                <a:cs typeface="Calibri"/>
              </a:rPr>
              <a:t>Research question: How do individual Soldier characteristics contribute to Soldier and unit performance?</a:t>
            </a:r>
          </a:p>
          <a:p>
            <a:pPr marL="10795" lvl="2">
              <a:spcAft>
                <a:spcPts val="600"/>
              </a:spcAft>
              <a:defRPr/>
            </a:pPr>
            <a:r>
              <a:rPr lang="en-US" sz="2400">
                <a:latin typeface="Calibri"/>
                <a:cs typeface="Calibri"/>
              </a:rPr>
              <a:t>Goals:</a:t>
            </a:r>
          </a:p>
          <a:p>
            <a:pPr marL="810895" lvl="3" indent="-342900">
              <a:spcAft>
                <a:spcPts val="600"/>
              </a:spcAft>
              <a:buFont typeface="Arial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Identify qualities or characteristics that the Army considers important for successful Soldier and unit performance (</a:t>
            </a:r>
            <a:r>
              <a:rPr lang="en-US" sz="2400" err="1">
                <a:latin typeface="Calibri"/>
                <a:cs typeface="Calibri"/>
              </a:rPr>
              <a:t>i</a:t>
            </a:r>
            <a:r>
              <a:rPr lang="en-US" sz="2400">
                <a:latin typeface="Calibri"/>
                <a:cs typeface="Calibri"/>
              </a:rPr>
              <a:t>.,e., potential predictors, moderators, mediators)</a:t>
            </a:r>
          </a:p>
          <a:p>
            <a:pPr marL="810895" lvl="3" indent="-342900">
              <a:spcAft>
                <a:spcPts val="600"/>
              </a:spcAft>
              <a:buFont typeface="Arial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Provide important context to inform ongoing construction and interpretation of statistical models of Soldier performance (e.g., identify major shifts in training or doctrine, enhance timeline of major Army events)</a:t>
            </a:r>
          </a:p>
          <a:p>
            <a:pPr marL="1268095" lvl="4" indent="-342900">
              <a:spcAft>
                <a:spcPts val="600"/>
              </a:spcAft>
              <a:buFont typeface="Arial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Refine and adjust models according to themes</a:t>
            </a:r>
          </a:p>
          <a:p>
            <a:pPr marL="1268095" lvl="4" indent="-342900">
              <a:spcAft>
                <a:spcPts val="600"/>
              </a:spcAft>
              <a:buFont typeface="Arial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Depends on data availability</a:t>
            </a:r>
          </a:p>
          <a:p>
            <a:pPr marL="810895" lvl="3" indent="-342900">
              <a:spcAft>
                <a:spcPts val="600"/>
              </a:spcAft>
              <a:buFont typeface="Arial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Extend work to unit performance without requiring unit-level measurement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3D758-B767-8B46-BF37-EFD1AB27D82A}"/>
              </a:ext>
            </a:extLst>
          </p:cNvPr>
          <p:cNvSpPr txBox="1"/>
          <p:nvPr/>
        </p:nvSpPr>
        <p:spPr>
          <a:xfrm>
            <a:off x="498823" y="79630"/>
            <a:ext cx="11372850" cy="646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00"/>
            <a:r>
              <a:rPr lang="en-US" sz="3600" b="1">
                <a:solidFill>
                  <a:srgbClr val="DE6201"/>
                </a:solidFill>
                <a:latin typeface="Calibri"/>
                <a:cs typeface="Calibri"/>
              </a:rPr>
              <a:t>Background: Qualitative and Document Analysis	</a:t>
            </a:r>
          </a:p>
        </p:txBody>
      </p:sp>
    </p:spTree>
    <p:extLst>
      <p:ext uri="{BB962C8B-B14F-4D97-AF65-F5344CB8AC3E}">
        <p14:creationId xmlns:p14="http://schemas.microsoft.com/office/powerpoint/2010/main" val="1796733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087D02-440D-664E-BC0D-B0CB78B9E396}"/>
              </a:ext>
            </a:extLst>
          </p:cNvPr>
          <p:cNvSpPr txBox="1"/>
          <p:nvPr/>
        </p:nvSpPr>
        <p:spPr>
          <a:xfrm>
            <a:off x="17464" y="646331"/>
            <a:ext cx="12174536" cy="60631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numCol="2" rtlCol="0" anchor="t">
            <a:spAutoFit/>
          </a:bodyPr>
          <a:lstStyle/>
          <a:p>
            <a:pPr marL="10795" lvl="2" algn="ctr">
              <a:spcBef>
                <a:spcPts val="500"/>
              </a:spcBef>
              <a:defRPr/>
            </a:pPr>
            <a:r>
              <a:rPr lang="en-US" sz="2000" b="1">
                <a:latin typeface="Calibri"/>
                <a:cs typeface="Calibri"/>
              </a:rPr>
              <a:t>Army administrative documents</a:t>
            </a:r>
          </a:p>
          <a:p>
            <a:pPr marL="925195" lvl="3" indent="-457200">
              <a:spcBef>
                <a:spcPts val="500"/>
              </a:spcBef>
              <a:buFont typeface="Arial,Sans-Serif"/>
              <a:buChar char="•"/>
              <a:defRPr/>
            </a:pPr>
            <a:r>
              <a:rPr lang="en-US" sz="2000">
                <a:latin typeface="Calibri"/>
                <a:ea typeface="+mn-lt"/>
                <a:cs typeface="+mn-lt"/>
              </a:rPr>
              <a:t>Officer Professional Development and Career Management (PAM 600-3) from 1998-2019</a:t>
            </a:r>
          </a:p>
          <a:p>
            <a:pPr marL="1382395" lvl="4" indent="-457200">
              <a:spcBef>
                <a:spcPts val="500"/>
              </a:spcBef>
              <a:buFont typeface="Arial,Sans-Serif"/>
              <a:buChar char="•"/>
              <a:defRPr/>
            </a:pPr>
            <a:r>
              <a:rPr lang="en-US" sz="1600">
                <a:latin typeface="Calibri"/>
                <a:ea typeface="+mn-lt"/>
                <a:cs typeface="+mn-lt"/>
              </a:rPr>
              <a:t>Oct. 1998, Oct. 2005, Dec. 2005, Nov. 2007, Dec. 2007, Feb. 2010, Dec. 2014, June 2017, Apr. 2019</a:t>
            </a:r>
          </a:p>
          <a:p>
            <a:pPr marL="1382395" lvl="4" indent="-457200">
              <a:spcBef>
                <a:spcPts val="500"/>
              </a:spcBef>
              <a:buFont typeface="Arial,Sans-Serif"/>
              <a:buChar char="•"/>
              <a:defRPr/>
            </a:pPr>
            <a:r>
              <a:rPr lang="en-US" sz="1600">
                <a:latin typeface="Calibri"/>
                <a:cs typeface="Calibri"/>
              </a:rPr>
              <a:t>~ 500 pages each</a:t>
            </a:r>
          </a:p>
          <a:p>
            <a:pPr marL="925195" lvl="3" indent="-457200">
              <a:spcBef>
                <a:spcPts val="500"/>
              </a:spcBef>
              <a:buFont typeface="Arial,Sans-Serif"/>
              <a:buChar char="•"/>
              <a:defRPr/>
            </a:pPr>
            <a:r>
              <a:rPr lang="en-US" sz="2000">
                <a:latin typeface="Calibri"/>
                <a:cs typeface="Calibri"/>
              </a:rPr>
              <a:t>Army Leadership and the Profession (ADP 6-22)</a:t>
            </a:r>
          </a:p>
          <a:p>
            <a:pPr marL="925195" lvl="3" indent="-457200">
              <a:spcBef>
                <a:spcPts val="500"/>
              </a:spcBef>
              <a:buFont typeface="Arial,Sans-Serif"/>
              <a:buChar char="•"/>
              <a:defRPr/>
            </a:pPr>
            <a:r>
              <a:rPr lang="en-US" sz="2000">
                <a:latin typeface="Calibri"/>
                <a:cs typeface="Calibri"/>
              </a:rPr>
              <a:t>Evaluation Reporting System (PAM 623-3)</a:t>
            </a:r>
          </a:p>
          <a:p>
            <a:pPr marL="925195" lvl="3" indent="-457200">
              <a:spcBef>
                <a:spcPts val="500"/>
              </a:spcBef>
              <a:buFont typeface="Arial,Sans-Serif"/>
              <a:buChar char="•"/>
              <a:defRPr/>
            </a:pPr>
            <a:r>
              <a:rPr lang="en-US" sz="2000">
                <a:latin typeface="Calibri"/>
                <a:cs typeface="Calibri"/>
              </a:rPr>
              <a:t>Performance Evaluation Guide - Leadership Requirements Model and Example Behavioral Indicators (AR-623-23)</a:t>
            </a:r>
          </a:p>
          <a:p>
            <a:pPr marL="925195" lvl="3" indent="-457200">
              <a:spcBef>
                <a:spcPts val="500"/>
              </a:spcBef>
              <a:buFont typeface="Arial,Sans-Serif"/>
              <a:buChar char="•"/>
              <a:defRPr/>
            </a:pPr>
            <a:r>
              <a:rPr lang="en-US" sz="2000">
                <a:latin typeface="Calibri"/>
                <a:cs typeface="Calibri"/>
              </a:rPr>
              <a:t>Building Cohesive Teams Handbook</a:t>
            </a:r>
          </a:p>
          <a:p>
            <a:pPr marL="925195" lvl="3" indent="-457200">
              <a:spcBef>
                <a:spcPts val="500"/>
              </a:spcBef>
              <a:buFont typeface="Arial,Sans-Serif"/>
              <a:buChar char="•"/>
              <a:defRPr/>
            </a:pPr>
            <a:r>
              <a:rPr lang="en-US" sz="2000">
                <a:latin typeface="Calibri"/>
                <a:cs typeface="Calibri"/>
              </a:rPr>
              <a:t>Leader Development (FM 6-22)</a:t>
            </a:r>
          </a:p>
          <a:p>
            <a:pPr marL="925195" lvl="3" indent="-457200">
              <a:spcBef>
                <a:spcPts val="500"/>
              </a:spcBef>
              <a:buFont typeface="Arial,Sans-Serif"/>
              <a:buChar char="•"/>
              <a:defRPr/>
            </a:pPr>
            <a:r>
              <a:rPr lang="en-US" sz="2000">
                <a:latin typeface="Calibri"/>
                <a:cs typeface="Calibri"/>
              </a:rPr>
              <a:t>Leaders Guide to Team Building Handbooks</a:t>
            </a:r>
          </a:p>
          <a:p>
            <a:pPr marL="925195" lvl="3" indent="-457200">
              <a:spcBef>
                <a:spcPts val="500"/>
              </a:spcBef>
              <a:buFont typeface="Arial,Sans-Serif"/>
              <a:buChar char="•"/>
              <a:defRPr/>
            </a:pPr>
            <a:r>
              <a:rPr lang="en-US" sz="2000">
                <a:latin typeface="Calibri"/>
                <a:cs typeface="Calibri"/>
              </a:rPr>
              <a:t>Soldier’s Guide (TC 7-21.13)</a:t>
            </a:r>
          </a:p>
          <a:p>
            <a:pPr marL="10795" lvl="2" algn="ctr">
              <a:spcAft>
                <a:spcPts val="600"/>
              </a:spcAft>
              <a:defRPr/>
            </a:pPr>
            <a:endParaRPr lang="en-US" sz="1200">
              <a:latin typeface="Calibri"/>
              <a:cs typeface="Calibri"/>
            </a:endParaRPr>
          </a:p>
          <a:p>
            <a:pPr marL="10795" lvl="2" algn="ctr">
              <a:spcAft>
                <a:spcPts val="600"/>
              </a:spcAft>
              <a:defRPr/>
            </a:pPr>
            <a:endParaRPr lang="en-US" sz="1200">
              <a:latin typeface="Calibri"/>
              <a:cs typeface="Calibri"/>
            </a:endParaRPr>
          </a:p>
          <a:p>
            <a:pPr marL="10795" lvl="2" algn="ctr">
              <a:spcAft>
                <a:spcPts val="600"/>
              </a:spcAft>
              <a:defRPr/>
            </a:pPr>
            <a:endParaRPr lang="en-US" sz="1200">
              <a:latin typeface="Calibri"/>
              <a:cs typeface="Calibri"/>
            </a:endParaRPr>
          </a:p>
          <a:p>
            <a:pPr marL="10795" lvl="2" algn="ctr">
              <a:spcAft>
                <a:spcPts val="600"/>
              </a:spcAft>
              <a:defRPr/>
            </a:pPr>
            <a:r>
              <a:rPr lang="en-US" sz="2000" b="1">
                <a:latin typeface="Calibri"/>
                <a:cs typeface="Calibri"/>
              </a:rPr>
              <a:t>Team science literature</a:t>
            </a:r>
          </a:p>
          <a:p>
            <a:pPr marL="925195" lvl="3" indent="-457200">
              <a:spcAft>
                <a:spcPts val="600"/>
              </a:spcAft>
              <a:buFont typeface="Arial"/>
              <a:buChar char="•"/>
              <a:defRPr/>
            </a:pPr>
            <a:r>
              <a:rPr lang="en-US" sz="2000" err="1">
                <a:latin typeface="Calibri"/>
                <a:cs typeface="Calibri"/>
              </a:rPr>
              <a:t>Svyantek</a:t>
            </a:r>
            <a:r>
              <a:rPr lang="en-US" sz="2000">
                <a:latin typeface="Calibri"/>
                <a:cs typeface="Calibri"/>
              </a:rPr>
              <a:t>, D. J., Goodman, S. A., Benz, L. L., &amp; Gard, J. A. (1999). The relationship between organizational characteristics and team building success. Journal of Business and Psychology, 14(2), 265-283.</a:t>
            </a:r>
          </a:p>
          <a:p>
            <a:pPr marL="925195" lvl="3" indent="-457200">
              <a:spcAft>
                <a:spcPts val="600"/>
              </a:spcAft>
              <a:buFont typeface="Arial"/>
              <a:buChar char="•"/>
              <a:defRPr/>
            </a:pPr>
            <a:r>
              <a:rPr lang="en-US" sz="2000">
                <a:latin typeface="Calibri"/>
                <a:cs typeface="Calibri"/>
              </a:rPr>
              <a:t>Cohen, S. G., &amp; Bailey, D. E. (1997). What makes teams work: Group effectiveness research from the shop floor to the executive suite. Journal of management, 23(3), 239-290.</a:t>
            </a:r>
            <a:br>
              <a:rPr lang="en-US" sz="2800">
                <a:latin typeface="Calibri"/>
                <a:cs typeface="Calibri"/>
              </a:rPr>
            </a:br>
            <a:endParaRPr lang="en-US" sz="2800">
              <a:latin typeface="Calibri"/>
              <a:cs typeface="Calibri"/>
            </a:endParaRPr>
          </a:p>
          <a:p>
            <a:pPr marL="925195" lvl="3" indent="-457200">
              <a:spcAft>
                <a:spcPts val="600"/>
              </a:spcAft>
              <a:buFont typeface="Arial"/>
              <a:buChar char="•"/>
              <a:defRPr/>
            </a:pPr>
            <a:endParaRPr lang="en-US" sz="2800">
              <a:latin typeface="Calibri"/>
              <a:cs typeface="Calibri"/>
            </a:endParaRPr>
          </a:p>
          <a:p>
            <a:pPr marL="925195" lvl="3" indent="-457200">
              <a:spcAft>
                <a:spcPts val="600"/>
              </a:spcAft>
              <a:buFont typeface="Arial"/>
              <a:buChar char="•"/>
              <a:defRPr/>
            </a:pPr>
            <a:endParaRPr lang="en-US" sz="2800">
              <a:latin typeface="Calibri"/>
              <a:cs typeface="Calibri"/>
            </a:endParaRPr>
          </a:p>
          <a:p>
            <a:pPr marL="10795" lvl="2">
              <a:spcAft>
                <a:spcPts val="600"/>
              </a:spcAft>
              <a:defRPr/>
            </a:pPr>
            <a:endParaRPr lang="en-US" sz="280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3D758-B767-8B46-BF37-EFD1AB27D82A}"/>
              </a:ext>
            </a:extLst>
          </p:cNvPr>
          <p:cNvSpPr txBox="1"/>
          <p:nvPr/>
        </p:nvSpPr>
        <p:spPr>
          <a:xfrm>
            <a:off x="17464" y="10758"/>
            <a:ext cx="12174536" cy="646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00"/>
            <a:r>
              <a:rPr lang="en-US" sz="3600" b="1">
                <a:solidFill>
                  <a:srgbClr val="DE6201"/>
                </a:solidFill>
                <a:latin typeface="Calibri"/>
                <a:cs typeface="Calibri"/>
              </a:rPr>
              <a:t>Background: Corpus</a:t>
            </a:r>
          </a:p>
        </p:txBody>
      </p:sp>
    </p:spTree>
    <p:extLst>
      <p:ext uri="{BB962C8B-B14F-4D97-AF65-F5344CB8AC3E}">
        <p14:creationId xmlns:p14="http://schemas.microsoft.com/office/powerpoint/2010/main" val="413662226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1F8EB-ECD1-A730-8C3B-548C38EC6091}"/>
              </a:ext>
            </a:extLst>
          </p:cNvPr>
          <p:cNvSpPr txBox="1"/>
          <p:nvPr/>
        </p:nvSpPr>
        <p:spPr>
          <a:xfrm>
            <a:off x="17464" y="0"/>
            <a:ext cx="12174536" cy="646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00"/>
            <a:r>
              <a:rPr lang="en-US" sz="3600" b="1">
                <a:solidFill>
                  <a:srgbClr val="DE6201"/>
                </a:solidFill>
                <a:latin typeface="Calibri"/>
                <a:cs typeface="Calibri"/>
              </a:rPr>
              <a:t>Background: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7F093-224B-3882-2DF8-F68896132892}"/>
              </a:ext>
            </a:extLst>
          </p:cNvPr>
          <p:cNvSpPr txBox="1"/>
          <p:nvPr/>
        </p:nvSpPr>
        <p:spPr>
          <a:xfrm>
            <a:off x="807436" y="936010"/>
            <a:ext cx="10577128" cy="566308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353695" lvl="2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Manual Qualitative Coding</a:t>
            </a:r>
          </a:p>
          <a:p>
            <a:pPr marL="810895" lvl="3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Time consuming for researchers</a:t>
            </a:r>
          </a:p>
          <a:p>
            <a:pPr marL="810895" lvl="3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Unable to achieve a level of good agreement</a:t>
            </a:r>
          </a:p>
          <a:p>
            <a:pPr marL="353695" lvl="2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Topic Modeling </a:t>
            </a:r>
          </a:p>
          <a:p>
            <a:pPr marL="810895" lvl="3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Without qualitative coding results are difficult to interpret</a:t>
            </a:r>
          </a:p>
          <a:p>
            <a:pPr marL="810895" lvl="3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Terms like “team” and “Army” appear in several topics making differentiation between topics difficult</a:t>
            </a:r>
          </a:p>
          <a:p>
            <a:pPr marL="353695" lvl="2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Term Frequency Inverse Document Frequency (TF-IDF)</a:t>
            </a:r>
          </a:p>
          <a:p>
            <a:pPr marL="810895" lvl="3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Acronyms and abbreviations rose to the top</a:t>
            </a:r>
          </a:p>
          <a:p>
            <a:pPr marL="1268095" lvl="4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E.g. JIIM (Joint, Interagency, </a:t>
            </a:r>
            <a:r>
              <a:rPr lang="en-US" sz="2400" err="1">
                <a:latin typeface="Calibri"/>
                <a:cs typeface="Calibri"/>
              </a:rPr>
              <a:t>Intergovt</a:t>
            </a:r>
            <a:r>
              <a:rPr lang="en-US" sz="2400">
                <a:latin typeface="Calibri"/>
                <a:cs typeface="Calibri"/>
              </a:rPr>
              <a:t>, Multinational), CERS (Consolidated Emergency Response System)</a:t>
            </a:r>
          </a:p>
          <a:p>
            <a:pPr marL="1268095" lvl="4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What’s the contextual difference?</a:t>
            </a:r>
            <a:endParaRPr lang="en-US">
              <a:latin typeface="Calibri"/>
              <a:cs typeface="Calibri"/>
            </a:endParaRPr>
          </a:p>
          <a:p>
            <a:pPr marL="810895" lvl="3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-US"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322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087D02-440D-664E-BC0D-B0CB78B9E396}"/>
              </a:ext>
            </a:extLst>
          </p:cNvPr>
          <p:cNvSpPr txBox="1"/>
          <p:nvPr/>
        </p:nvSpPr>
        <p:spPr>
          <a:xfrm>
            <a:off x="807436" y="936010"/>
            <a:ext cx="10577128" cy="513986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353695" lvl="2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/>
                <a:cs typeface="Calibri"/>
              </a:rPr>
              <a:t>45 Army Administrative documents from 1946-2021, including</a:t>
            </a:r>
          </a:p>
          <a:p>
            <a:pPr marL="810895" lvl="3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/>
                <a:cs typeface="Calibri"/>
              </a:rPr>
              <a:t>8 FM 7-15s (Field Manual on the Army Universal Task List)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810895" lvl="3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/>
                <a:cs typeface="Calibri"/>
              </a:rPr>
              <a:t>10 FM 22-10s (Field Manual on Military Leadership)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810895" lvl="3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/>
                <a:cs typeface="Calibri"/>
              </a:rPr>
              <a:t>5 FM 7-0s (Field Manual on Training)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353695" lvl="2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/>
                <a:cs typeface="Calibri"/>
              </a:rPr>
              <a:t>Items from the Global Assessment Tool (GAT) assessing social characteristics of Soldiers, e.g.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810895" lvl="3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/>
                <a:cs typeface="Calibri"/>
              </a:rPr>
              <a:t>Spiritual fitness – “It is very much like me that my life has lasting meaning.”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810895" lvl="3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/>
                <a:cs typeface="Calibri"/>
              </a:rPr>
              <a:t>Friendship – “I do have someone to talk to when I feel down.”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353695" lvl="2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/>
                <a:cs typeface="Calibri"/>
              </a:rPr>
              <a:t>Constructs from Tailored Adaptive Personality Assessment System (TAPAS) assessing social characteristics of Soldiers (will do)</a:t>
            </a:r>
            <a:endParaRPr lang="en-US" sz="2400" dirty="0">
              <a:latin typeface="Calibri"/>
              <a:ea typeface="+mn-lt"/>
              <a:cs typeface="Calibri"/>
            </a:endParaRPr>
          </a:p>
          <a:p>
            <a:pPr marL="353695" lvl="2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/>
                <a:cs typeface="Calibri"/>
              </a:rPr>
              <a:t>Bonus: Center for Army Profession and Leadership (CAPL) document on the thematic changes in most of our corpus</a:t>
            </a: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3D758-B767-8B46-BF37-EFD1AB27D82A}"/>
              </a:ext>
            </a:extLst>
          </p:cNvPr>
          <p:cNvSpPr txBox="1"/>
          <p:nvPr/>
        </p:nvSpPr>
        <p:spPr>
          <a:xfrm>
            <a:off x="498823" y="79630"/>
            <a:ext cx="11372850" cy="646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00"/>
            <a:r>
              <a:rPr lang="en-US" sz="3600" b="1">
                <a:solidFill>
                  <a:srgbClr val="DE6201"/>
                </a:solidFill>
                <a:latin typeface="Calibri"/>
                <a:cs typeface="Calibri"/>
              </a:rPr>
              <a:t>New Corpus</a:t>
            </a:r>
          </a:p>
        </p:txBody>
      </p:sp>
    </p:spTree>
    <p:extLst>
      <p:ext uri="{BB962C8B-B14F-4D97-AF65-F5344CB8AC3E}">
        <p14:creationId xmlns:p14="http://schemas.microsoft.com/office/powerpoint/2010/main" val="3884019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1F8EB-ECD1-A730-8C3B-548C38EC6091}"/>
              </a:ext>
            </a:extLst>
          </p:cNvPr>
          <p:cNvSpPr txBox="1"/>
          <p:nvPr/>
        </p:nvSpPr>
        <p:spPr>
          <a:xfrm>
            <a:off x="17464" y="0"/>
            <a:ext cx="12174536" cy="646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00"/>
            <a:r>
              <a:rPr lang="en-US" sz="3600" b="1">
                <a:solidFill>
                  <a:srgbClr val="DE6201"/>
                </a:solidFill>
                <a:latin typeface="Calibri"/>
                <a:cs typeface="Calibri"/>
              </a:rPr>
              <a:t>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7F093-224B-3882-2DF8-F68896132892}"/>
              </a:ext>
            </a:extLst>
          </p:cNvPr>
          <p:cNvSpPr txBox="1"/>
          <p:nvPr/>
        </p:nvSpPr>
        <p:spPr>
          <a:xfrm>
            <a:off x="807436" y="936010"/>
            <a:ext cx="10577128" cy="513986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0795" lvl="2">
              <a:spcAft>
                <a:spcPts val="600"/>
              </a:spcAft>
              <a:defRPr/>
            </a:pPr>
            <a:r>
              <a:rPr lang="en-US" sz="2400">
                <a:latin typeface="Calibri"/>
                <a:cs typeface="Calibri"/>
              </a:rPr>
              <a:t>Research questions: </a:t>
            </a:r>
          </a:p>
          <a:p>
            <a:pPr marL="353695" lvl="2" indent="-342900">
              <a:spcAft>
                <a:spcPts val="600"/>
              </a:spcAft>
              <a:buFont typeface="Arial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How have descriptions of performance in the Army changed over time? What descriptive and prescriptive behaviors are associated with being "good" Soldiers?</a:t>
            </a:r>
          </a:p>
          <a:p>
            <a:pPr marL="353695" lvl="2" indent="-342900">
              <a:spcAft>
                <a:spcPts val="600"/>
              </a:spcAft>
              <a:buFont typeface="Arial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How well do items assessing Soldier social characteristics align with the Army’s idea of performance?</a:t>
            </a:r>
            <a:endParaRPr lang="en-US">
              <a:latin typeface="Calibri"/>
              <a:cs typeface="Calibri"/>
            </a:endParaRPr>
          </a:p>
          <a:p>
            <a:pPr marL="10795" lvl="2">
              <a:spcAft>
                <a:spcPts val="600"/>
              </a:spcAft>
              <a:defRPr/>
            </a:pPr>
            <a:endParaRPr lang="en-US" sz="2400">
              <a:latin typeface="Calibri"/>
              <a:cs typeface="Calibri"/>
            </a:endParaRPr>
          </a:p>
          <a:p>
            <a:pPr marL="10795" lvl="2">
              <a:spcAft>
                <a:spcPts val="600"/>
              </a:spcAft>
              <a:defRPr/>
            </a:pPr>
            <a:r>
              <a:rPr lang="en-US" sz="2400">
                <a:latin typeface="Calibri"/>
                <a:cs typeface="Calibri"/>
              </a:rPr>
              <a:t>Bidirectional Encoding using Transformers (BERT)</a:t>
            </a:r>
            <a:endParaRPr lang="en-US">
              <a:latin typeface="Calibri"/>
              <a:cs typeface="Calibri"/>
            </a:endParaRPr>
          </a:p>
          <a:p>
            <a:pPr marL="810895" lvl="3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>
                <a:latin typeface="Calibri"/>
                <a:cs typeface="Calibri"/>
              </a:rPr>
              <a:t>Output is a num</a:t>
            </a:r>
            <a:r>
              <a:rPr lang="en-US" sz="2400">
                <a:latin typeface="Calibri"/>
                <a:cs typeface="Arial"/>
              </a:rPr>
              <a:t>erical representation of documents</a:t>
            </a:r>
          </a:p>
          <a:p>
            <a:pPr marL="810895" lvl="3" indent="-342900">
              <a:spcAft>
                <a:spcPts val="600"/>
              </a:spcAft>
              <a:buFont typeface="Arial,Sans-Serif" panose="020B0604020202020204" pitchFamily="34" charset="0"/>
              <a:buChar char="•"/>
              <a:defRPr/>
            </a:pPr>
            <a:r>
              <a:rPr lang="en-US" sz="2400">
                <a:latin typeface="Calibri"/>
                <a:cs typeface="Arial"/>
              </a:rPr>
              <a:t>Captures the contextual relationships between words in a sentence and across documents</a:t>
            </a:r>
          </a:p>
          <a:p>
            <a:pPr marL="810895" lvl="3" indent="-342900">
              <a:spcAft>
                <a:spcPts val="600"/>
              </a:spcAft>
              <a:buFont typeface="Arial,Sans-Serif" panose="020B0604020202020204" pitchFamily="34" charset="0"/>
              <a:buChar char="•"/>
              <a:defRPr/>
            </a:pPr>
            <a:r>
              <a:rPr lang="en-US" sz="2400">
                <a:latin typeface="Calibri"/>
                <a:cs typeface="Arial"/>
              </a:rPr>
              <a:t>Used to identify emergent and unobservable constructs </a:t>
            </a:r>
          </a:p>
          <a:p>
            <a:pPr marL="810895" lvl="3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>
                <a:latin typeface="Calibri"/>
                <a:cs typeface="Arial"/>
              </a:rPr>
              <a:t>We compare documents using a distance measure (cosine similarity)</a:t>
            </a:r>
          </a:p>
        </p:txBody>
      </p:sp>
    </p:spTree>
    <p:extLst>
      <p:ext uri="{BB962C8B-B14F-4D97-AF65-F5344CB8AC3E}">
        <p14:creationId xmlns:p14="http://schemas.microsoft.com/office/powerpoint/2010/main" val="4124459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721642C-B1D9-E60A-E11F-7120ED7EBF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748616-3CB9-A088-AA9E-EF182B0C2E1F}"/>
              </a:ext>
            </a:extLst>
          </p:cNvPr>
          <p:cNvSpPr txBox="1"/>
          <p:nvPr/>
        </p:nvSpPr>
        <p:spPr>
          <a:xfrm>
            <a:off x="49789" y="0"/>
            <a:ext cx="1102790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/>
              <a:t>Example results: Cosine similarity between all documents</a:t>
            </a:r>
            <a:endParaRPr lang="en-US" sz="2000">
              <a:cs typeface="Calibri"/>
            </a:endParaRPr>
          </a:p>
        </p:txBody>
      </p:sp>
      <p:pic>
        <p:nvPicPr>
          <p:cNvPr id="8" name="Picture 7" descr="Chart&#10;&#10;Description automatically generated with medium confidence">
            <a:extLst>
              <a:ext uri="{FF2B5EF4-FFF2-40B4-BE49-F238E27FC236}">
                <a16:creationId xmlns:a16="http://schemas.microsoft.com/office/drawing/2014/main" id="{E66DB49E-E2A0-D1F2-E59A-64EFC5B879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0" t="2039" b="5726"/>
          <a:stretch/>
        </p:blipFill>
        <p:spPr>
          <a:xfrm>
            <a:off x="195943" y="465652"/>
            <a:ext cx="11077691" cy="6379285"/>
          </a:xfrm>
          <a:prstGeom prst="rect">
            <a:avLst/>
          </a:prstGeom>
        </p:spPr>
      </p:pic>
      <p:pic>
        <p:nvPicPr>
          <p:cNvPr id="10" name="Picture 9" descr="Chart&#10;&#10;Description automatically generated with medium confidence">
            <a:extLst>
              <a:ext uri="{FF2B5EF4-FFF2-40B4-BE49-F238E27FC236}">
                <a16:creationId xmlns:a16="http://schemas.microsoft.com/office/drawing/2014/main" id="{430AE43E-C873-33BC-CF91-63F3A42F1D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87" t="94739" r="38842" b="384"/>
          <a:stretch/>
        </p:blipFill>
        <p:spPr>
          <a:xfrm>
            <a:off x="9663953" y="0"/>
            <a:ext cx="2528047" cy="5195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E7512-0079-EE43-807C-85856E499314}"/>
              </a:ext>
            </a:extLst>
          </p:cNvPr>
          <p:cNvSpPr txBox="1"/>
          <p:nvPr/>
        </p:nvSpPr>
        <p:spPr>
          <a:xfrm>
            <a:off x="9392110" y="5802923"/>
            <a:ext cx="1875077" cy="104335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29FA23-ADDF-F7C9-C707-ECC903549C71}"/>
              </a:ext>
            </a:extLst>
          </p:cNvPr>
          <p:cNvSpPr txBox="1"/>
          <p:nvPr/>
        </p:nvSpPr>
        <p:spPr>
          <a:xfrm>
            <a:off x="10879015" y="3428999"/>
            <a:ext cx="1312985" cy="230832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/>
              <a:t>Since 2012, there seems to be relatively more cohesion between all documents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FB535D-A3D1-1F51-3E65-9BA83BF5CEBE}"/>
              </a:ext>
            </a:extLst>
          </p:cNvPr>
          <p:cNvSpPr/>
          <p:nvPr/>
        </p:nvSpPr>
        <p:spPr>
          <a:xfrm>
            <a:off x="228461" y="3705727"/>
            <a:ext cx="643230" cy="12512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57EE36-FBA0-B0F8-C768-5D4B6041BAB4}"/>
              </a:ext>
            </a:extLst>
          </p:cNvPr>
          <p:cNvSpPr/>
          <p:nvPr/>
        </p:nvSpPr>
        <p:spPr>
          <a:xfrm>
            <a:off x="216962" y="1623456"/>
            <a:ext cx="643230" cy="12512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3543C3-A1EE-3ECE-16DB-EAB94E23170D}"/>
              </a:ext>
            </a:extLst>
          </p:cNvPr>
          <p:cNvSpPr/>
          <p:nvPr/>
        </p:nvSpPr>
        <p:spPr>
          <a:xfrm>
            <a:off x="207066" y="4876801"/>
            <a:ext cx="643230" cy="12512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E321CE-5F6F-DA78-CFA0-B1BBDA6217F5}"/>
              </a:ext>
            </a:extLst>
          </p:cNvPr>
          <p:cNvSpPr txBox="1"/>
          <p:nvPr/>
        </p:nvSpPr>
        <p:spPr>
          <a:xfrm>
            <a:off x="10688334" y="1564451"/>
            <a:ext cx="1503666" cy="147732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/>
              <a:t>Most dissimilar documents (mean cosine similarity &lt; .6)</a:t>
            </a:r>
          </a:p>
        </p:txBody>
      </p:sp>
    </p:spTree>
    <p:extLst>
      <p:ext uri="{BB962C8B-B14F-4D97-AF65-F5344CB8AC3E}">
        <p14:creationId xmlns:p14="http://schemas.microsoft.com/office/powerpoint/2010/main" val="3949809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Table&#10;&#10;Description automatically generated">
            <a:extLst>
              <a:ext uri="{FF2B5EF4-FFF2-40B4-BE49-F238E27FC236}">
                <a16:creationId xmlns:a16="http://schemas.microsoft.com/office/drawing/2014/main" id="{845879B9-32B2-03CB-D748-1CBDEA197E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48" t="1882" b="6980"/>
          <a:stretch/>
        </p:blipFill>
        <p:spPr>
          <a:xfrm>
            <a:off x="7917628" y="1"/>
            <a:ext cx="3520722" cy="6702014"/>
          </a:xfrm>
          <a:prstGeom prst="rect">
            <a:avLst/>
          </a:prstGeom>
        </p:spPr>
      </p:pic>
      <p:pic>
        <p:nvPicPr>
          <p:cNvPr id="12" name="Picture 11" descr="A picture containing table&#10;&#10;Description automatically generated">
            <a:extLst>
              <a:ext uri="{FF2B5EF4-FFF2-40B4-BE49-F238E27FC236}">
                <a16:creationId xmlns:a16="http://schemas.microsoft.com/office/drawing/2014/main" id="{C48D8632-37C1-84B5-6A31-939273DF02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47" t="1882" b="6980"/>
          <a:stretch/>
        </p:blipFill>
        <p:spPr>
          <a:xfrm>
            <a:off x="4369843" y="0"/>
            <a:ext cx="3521006" cy="6702552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2721642C-B1D9-E60A-E11F-7120ED7EBF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748616-3CB9-A088-AA9E-EF182B0C2E1F}"/>
              </a:ext>
            </a:extLst>
          </p:cNvPr>
          <p:cNvSpPr txBox="1"/>
          <p:nvPr/>
        </p:nvSpPr>
        <p:spPr>
          <a:xfrm>
            <a:off x="-1" y="25052"/>
            <a:ext cx="4512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Example results: Cosine similarity between</a:t>
            </a:r>
          </a:p>
          <a:p>
            <a:r>
              <a:rPr lang="en-US" sz="1800" kern="1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Army Leadership and the Profession</a:t>
            </a:r>
            <a:r>
              <a:rPr lang="en-US">
                <a:effectLst/>
              </a:rPr>
              <a:t> (Army Doctrinal Publication, 2019) and all documents</a:t>
            </a:r>
            <a:endParaRPr lang="en-US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8F46A9B4-48F5-7C10-4B2C-95C593977D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E6769-7BA1-A715-2183-3B7BFABA12EE}"/>
              </a:ext>
            </a:extLst>
          </p:cNvPr>
          <p:cNvSpPr txBox="1"/>
          <p:nvPr/>
        </p:nvSpPr>
        <p:spPr>
          <a:xfrm>
            <a:off x="4860" y="2777599"/>
            <a:ext cx="3788143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Leadership is 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activity of influencing people by providing purpose, direction, and motivation to accomplish the mission and improve the organization</a:t>
            </a:r>
            <a:r>
              <a:rPr lang="en-US">
                <a:effectLst/>
              </a:rPr>
              <a:t> 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EF50C9-0969-111B-38C7-6DE4319E19B7}"/>
              </a:ext>
            </a:extLst>
          </p:cNvPr>
          <p:cNvSpPr txBox="1"/>
          <p:nvPr/>
        </p:nvSpPr>
        <p:spPr>
          <a:xfrm>
            <a:off x="5535" y="4548147"/>
            <a:ext cx="3786794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Leadership is the process of influencing others to accomplish the mission by providing purpose, direction, and motivation</a:t>
            </a:r>
            <a:r>
              <a:rPr lang="en-US">
                <a:effectLst/>
              </a:rPr>
              <a:t> 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B54EBF-EA45-BCE2-2000-C69E1B8F0252}"/>
              </a:ext>
            </a:extLst>
          </p:cNvPr>
          <p:cNvSpPr/>
          <p:nvPr/>
        </p:nvSpPr>
        <p:spPr>
          <a:xfrm>
            <a:off x="4512717" y="145228"/>
            <a:ext cx="948355" cy="13252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41A138-67F0-CAE2-52C4-C0C4C4D98443}"/>
              </a:ext>
            </a:extLst>
          </p:cNvPr>
          <p:cNvSpPr/>
          <p:nvPr/>
        </p:nvSpPr>
        <p:spPr>
          <a:xfrm>
            <a:off x="4556362" y="4921566"/>
            <a:ext cx="940904" cy="1325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picture containing table&#10;&#10;Description automatically generated">
            <a:extLst>
              <a:ext uri="{FF2B5EF4-FFF2-40B4-BE49-F238E27FC236}">
                <a16:creationId xmlns:a16="http://schemas.microsoft.com/office/drawing/2014/main" id="{07C0E903-A6FD-C08F-3B9B-C0FF3719CD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238" t="93151" r="8888"/>
          <a:stretch/>
        </p:blipFill>
        <p:spPr>
          <a:xfrm>
            <a:off x="0" y="1225381"/>
            <a:ext cx="2958353" cy="76648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0B933A0-1738-7113-8A35-21160FD1574A}"/>
              </a:ext>
            </a:extLst>
          </p:cNvPr>
          <p:cNvSpPr/>
          <p:nvPr/>
        </p:nvSpPr>
        <p:spPr>
          <a:xfrm>
            <a:off x="8064540" y="6364943"/>
            <a:ext cx="948355" cy="13252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82C87B-9989-0D58-28EE-DBC876B7357D}"/>
              </a:ext>
            </a:extLst>
          </p:cNvPr>
          <p:cNvSpPr/>
          <p:nvPr/>
        </p:nvSpPr>
        <p:spPr>
          <a:xfrm>
            <a:off x="8107801" y="2753289"/>
            <a:ext cx="940904" cy="1325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A79C1F-DFD3-8354-1A5C-23881BA3197B}"/>
              </a:ext>
            </a:extLst>
          </p:cNvPr>
          <p:cNvSpPr txBox="1"/>
          <p:nvPr/>
        </p:nvSpPr>
        <p:spPr>
          <a:xfrm>
            <a:off x="3377847" y="6576180"/>
            <a:ext cx="4512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Documents ordered by similarity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7899C0-56F2-A680-1F3B-1C86B85E4DF3}"/>
              </a:ext>
            </a:extLst>
          </p:cNvPr>
          <p:cNvSpPr txBox="1"/>
          <p:nvPr/>
        </p:nvSpPr>
        <p:spPr>
          <a:xfrm>
            <a:off x="6925632" y="6576180"/>
            <a:ext cx="4512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Documents ordered by year</a:t>
            </a:r>
          </a:p>
        </p:txBody>
      </p:sp>
    </p:spTree>
    <p:extLst>
      <p:ext uri="{BB962C8B-B14F-4D97-AF65-F5344CB8AC3E}">
        <p14:creationId xmlns:p14="http://schemas.microsoft.com/office/powerpoint/2010/main" val="2933768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F3BA67-F1D7-EF01-FB8E-ADF1938B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224EE0-1FB4-4F5F-96AA-E2C553260F8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7647"/>
            <a:ext cx="12192000" cy="508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3600" b="1">
                <a:solidFill>
                  <a:srgbClr val="DE6201"/>
                </a:solidFill>
                <a:latin typeface="ITC Franklin Gothic Std Book"/>
              </a:rPr>
              <a:t>Comparing Manual vs. Automated Document Analysis</a:t>
            </a:r>
            <a:endParaRPr lang="en-US"/>
          </a:p>
        </p:txBody>
      </p:sp>
      <p:pic>
        <p:nvPicPr>
          <p:cNvPr id="7" name="Picture 6" descr="Timeline&#10;&#10;Description automatically generated with low confidence">
            <a:extLst>
              <a:ext uri="{FF2B5EF4-FFF2-40B4-BE49-F238E27FC236}">
                <a16:creationId xmlns:a16="http://schemas.microsoft.com/office/drawing/2014/main" id="{F5DB57F1-2031-3611-71C3-3A3EEE8AE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026" y="948958"/>
            <a:ext cx="6566384" cy="5795190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7853648-5605-4DC0-B22F-20C371C06F17}"/>
              </a:ext>
            </a:extLst>
          </p:cNvPr>
          <p:cNvSpPr txBox="1">
            <a:spLocks/>
          </p:cNvSpPr>
          <p:nvPr/>
        </p:nvSpPr>
        <p:spPr>
          <a:xfrm>
            <a:off x="425628" y="681771"/>
            <a:ext cx="2226133" cy="59030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400">
                <a:latin typeface="ITC Franklin Gothic Std Book"/>
                <a:cs typeface="Calibri"/>
              </a:rPr>
              <a:t>Manual Codes</a:t>
            </a: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Qualities of a Leader</a:t>
            </a: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Leader Development</a:t>
            </a:r>
          </a:p>
          <a:p>
            <a:pPr>
              <a:lnSpc>
                <a:spcPct val="100000"/>
              </a:lnSpc>
            </a:pPr>
            <a:r>
              <a:rPr lang="en-US" sz="1700">
                <a:ea typeface="+mn-lt"/>
                <a:cs typeface="+mn-lt"/>
              </a:rPr>
              <a:t>Organizational Trust</a:t>
            </a:r>
          </a:p>
          <a:p>
            <a:pPr>
              <a:lnSpc>
                <a:spcPct val="100000"/>
              </a:lnSpc>
            </a:pPr>
            <a:r>
              <a:rPr lang="en-US" sz="1700">
                <a:ea typeface="+mn-lt"/>
                <a:cs typeface="+mn-lt"/>
              </a:rPr>
              <a:t>Diversity in Team</a:t>
            </a: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Negative Qualities</a:t>
            </a: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Team Success</a:t>
            </a: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Shared Vision</a:t>
            </a: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Team Building</a:t>
            </a: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Responsibility</a:t>
            </a:r>
          </a:p>
          <a:p>
            <a:pPr>
              <a:lnSpc>
                <a:spcPct val="100000"/>
              </a:lnSpc>
            </a:pPr>
            <a:r>
              <a:rPr lang="en-US" sz="1700">
                <a:ea typeface="+mn-lt"/>
                <a:cs typeface="+mn-lt"/>
              </a:rPr>
              <a:t>Cooperation</a:t>
            </a: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Influence</a:t>
            </a: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Intellectual Efficiency</a:t>
            </a:r>
          </a:p>
          <a:p>
            <a:pPr>
              <a:lnSpc>
                <a:spcPct val="100000"/>
              </a:lnSpc>
            </a:pPr>
            <a:r>
              <a:rPr lang="en-US" sz="1700">
                <a:ea typeface="+mn-lt"/>
                <a:cs typeface="+mn-lt"/>
              </a:rPr>
              <a:t>Negation of Positive Qualities</a:t>
            </a: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Adaptability</a:t>
            </a: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Team Orientation</a:t>
            </a: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Commitment to Serve</a:t>
            </a: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Communication</a:t>
            </a: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Integrity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endParaRPr lang="en-US" sz="1100">
              <a:ea typeface="+mn-lt"/>
              <a:cs typeface="+mn-lt"/>
            </a:endParaRPr>
          </a:p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>
                <a:ea typeface="+mn-lt"/>
                <a:cs typeface="+mn-lt"/>
              </a:rPr>
              <a:t>Bolded codes also appeared in automated analysis</a:t>
            </a:r>
          </a:p>
          <a:p>
            <a:pPr>
              <a:lnSpc>
                <a:spcPct val="100000"/>
              </a:lnSpc>
            </a:pPr>
            <a:endParaRPr lang="en-US" sz="17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sz="1400">
              <a:latin typeface="Calibri"/>
              <a:cs typeface="Calibri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CDAF108-26CA-6FD4-C83C-67A86825A111}"/>
              </a:ext>
            </a:extLst>
          </p:cNvPr>
          <p:cNvSpPr txBox="1">
            <a:spLocks/>
          </p:cNvSpPr>
          <p:nvPr/>
        </p:nvSpPr>
        <p:spPr>
          <a:xfrm>
            <a:off x="2429026" y="589013"/>
            <a:ext cx="6566384" cy="5270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700">
                <a:latin typeface="ITC Franklin Gothic Std Book"/>
                <a:cs typeface="Calibri"/>
              </a:rPr>
              <a:t>18 Term Topic Model</a:t>
            </a:r>
          </a:p>
          <a:p>
            <a:pPr>
              <a:lnSpc>
                <a:spcPct val="100000"/>
              </a:lnSpc>
            </a:pPr>
            <a:endParaRPr lang="en-US" sz="17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sz="1400">
              <a:latin typeface="Calibri"/>
              <a:cs typeface="Calibri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835A62F-8B9A-BD1B-6D4C-6EA85E368F3C}"/>
              </a:ext>
            </a:extLst>
          </p:cNvPr>
          <p:cNvSpPr txBox="1">
            <a:spLocks/>
          </p:cNvSpPr>
          <p:nvPr/>
        </p:nvSpPr>
        <p:spPr>
          <a:xfrm>
            <a:off x="8995410" y="835843"/>
            <a:ext cx="2770962" cy="57951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700">
                <a:ea typeface="+mn-lt"/>
                <a:cs typeface="+mn-lt"/>
              </a:rPr>
              <a:t>Many manual codes appeared in topic models</a:t>
            </a:r>
          </a:p>
          <a:p>
            <a:pPr lvl="1">
              <a:lnSpc>
                <a:spcPct val="100000"/>
              </a:lnSpc>
            </a:pPr>
            <a:r>
              <a:rPr lang="en-US" sz="1300">
                <a:ea typeface="+mn-lt"/>
                <a:cs typeface="+mn-lt"/>
              </a:rPr>
              <a:t>Adaptability</a:t>
            </a:r>
          </a:p>
          <a:p>
            <a:pPr lvl="1">
              <a:lnSpc>
                <a:spcPct val="100000"/>
              </a:lnSpc>
            </a:pPr>
            <a:r>
              <a:rPr lang="en-US" sz="1300">
                <a:ea typeface="+mn-lt"/>
                <a:cs typeface="+mn-lt"/>
              </a:rPr>
              <a:t>Commitment to serve</a:t>
            </a:r>
          </a:p>
          <a:p>
            <a:pPr lvl="1">
              <a:lnSpc>
                <a:spcPct val="100000"/>
              </a:lnSpc>
            </a:pPr>
            <a:r>
              <a:rPr lang="en-US" sz="1300">
                <a:ea typeface="+mn-lt"/>
                <a:cs typeface="+mn-lt"/>
              </a:rPr>
              <a:t>Leader development</a:t>
            </a:r>
          </a:p>
          <a:p>
            <a:pPr>
              <a:lnSpc>
                <a:spcPct val="100000"/>
              </a:lnSpc>
            </a:pPr>
            <a:r>
              <a:rPr lang="en-US" sz="1700">
                <a:ea typeface="+mn-lt"/>
                <a:cs typeface="+mn-lt"/>
              </a:rPr>
              <a:t>Some manual codes did not appear in topic model</a:t>
            </a:r>
          </a:p>
          <a:p>
            <a:pPr lvl="1">
              <a:lnSpc>
                <a:spcPct val="100000"/>
              </a:lnSpc>
            </a:pPr>
            <a:r>
              <a:rPr lang="en-US" sz="1300">
                <a:ea typeface="+mn-lt"/>
                <a:cs typeface="+mn-lt"/>
              </a:rPr>
              <a:t>Negation of Positive Qualities</a:t>
            </a:r>
          </a:p>
          <a:p>
            <a:pPr>
              <a:lnSpc>
                <a:spcPct val="100000"/>
              </a:lnSpc>
            </a:pPr>
            <a:r>
              <a:rPr lang="en-US" sz="1700">
                <a:ea typeface="+mn-lt"/>
                <a:cs typeface="+mn-lt"/>
              </a:rPr>
              <a:t>One topic did not appear in manual codes</a:t>
            </a:r>
          </a:p>
          <a:p>
            <a:pPr lvl="1">
              <a:lnSpc>
                <a:spcPct val="100000"/>
              </a:lnSpc>
            </a:pPr>
            <a:r>
              <a:rPr lang="en-US" sz="1300">
                <a:ea typeface="+mn-lt"/>
                <a:cs typeface="+mn-lt"/>
              </a:rPr>
              <a:t>Family support</a:t>
            </a:r>
          </a:p>
          <a:p>
            <a:pPr lvl="1">
              <a:lnSpc>
                <a:spcPct val="100000"/>
              </a:lnSpc>
            </a:pPr>
            <a:endParaRPr lang="en-US" sz="1300">
              <a:ea typeface="+mn-lt"/>
              <a:cs typeface="+mn-lt"/>
            </a:endParaRPr>
          </a:p>
          <a:p>
            <a:pPr lvl="1">
              <a:lnSpc>
                <a:spcPct val="100000"/>
              </a:lnSpc>
            </a:pPr>
            <a:endParaRPr lang="en-US" sz="13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2072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D29D03-0D8B-C7E1-97C1-3972AA32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224EE0-1FB4-4F5F-96AA-E2C553260F8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0"/>
            <a:ext cx="12192000" cy="508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3600" b="1">
                <a:solidFill>
                  <a:srgbClr val="DE6201"/>
                </a:solidFill>
                <a:latin typeface="ITC Franklin Gothic Std Book"/>
              </a:rPr>
              <a:t>Changes in the Content of PAM 600-3 from 1998-2019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951407-3347-4B3B-8C14-CF105875561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907776" y="1005840"/>
            <a:ext cx="3284224" cy="5270269"/>
          </a:xfrm>
          <a:prstGeom prst="rect">
            <a:avLst/>
          </a:prstGeom>
        </p:spPr>
        <p:txBody>
          <a:bodyPr vert="horz" lIns="91440" tIns="45720" rIns="91440" bIns="45720" anchor="t"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ITC Franklin Gothic Std Book"/>
                <a:cs typeface="Calibri"/>
              </a:rPr>
              <a:t>Unique words that occur most frequently in each document 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ITC Franklin Gothic Std Book"/>
                <a:cs typeface="Calibri"/>
              </a:rPr>
              <a:t>Acronyms</a:t>
            </a:r>
          </a:p>
          <a:p>
            <a:pPr lvl="1">
              <a:lnSpc>
                <a:spcPct val="100000"/>
              </a:lnSpc>
            </a:pPr>
            <a:r>
              <a:rPr lang="en-US" sz="2100" dirty="0">
                <a:latin typeface="ITC Franklin Gothic Std Book"/>
                <a:cs typeface="Calibri"/>
              </a:rPr>
              <a:t>JIIM (</a:t>
            </a:r>
            <a:r>
              <a:rPr lang="en-US" sz="2100" dirty="0">
                <a:ea typeface="+mn-lt"/>
                <a:cs typeface="+mn-lt"/>
              </a:rPr>
              <a:t>joint, interagency, intergovernmental, and multinational)</a:t>
            </a:r>
          </a:p>
          <a:p>
            <a:pPr lvl="1">
              <a:lnSpc>
                <a:spcPct val="100000"/>
              </a:lnSpc>
            </a:pPr>
            <a:r>
              <a:rPr lang="en-US" sz="2100" dirty="0">
                <a:latin typeface="Calibri"/>
                <a:cs typeface="Calibri"/>
              </a:rPr>
              <a:t>CERS (</a:t>
            </a:r>
            <a:r>
              <a:rPr lang="en-US" sz="2100" dirty="0">
                <a:ea typeface="+mn-lt"/>
                <a:cs typeface="+mn-lt"/>
              </a:rPr>
              <a:t>Consolidated Emergency Response System)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ea typeface="+mn-lt"/>
                <a:cs typeface="+mn-lt"/>
              </a:rPr>
              <a:t>Rankings</a:t>
            </a:r>
          </a:p>
          <a:p>
            <a:pPr lvl="1">
              <a:lnSpc>
                <a:spcPct val="100000"/>
              </a:lnSpc>
            </a:pPr>
            <a:r>
              <a:rPr lang="en-US" sz="2100" dirty="0">
                <a:latin typeface="Calibri"/>
                <a:cs typeface="Calibri"/>
              </a:rPr>
              <a:t>MAJs (majors)</a:t>
            </a:r>
          </a:p>
          <a:p>
            <a:pPr lvl="1">
              <a:lnSpc>
                <a:spcPct val="100000"/>
              </a:lnSpc>
            </a:pPr>
            <a:r>
              <a:rPr lang="en-US" sz="2100" dirty="0">
                <a:latin typeface="Calibri"/>
                <a:cs typeface="Calibri"/>
              </a:rPr>
              <a:t>CPTs (captains)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alibri"/>
                <a:cs typeface="Calibri"/>
              </a:rPr>
              <a:t>Other topics</a:t>
            </a:r>
          </a:p>
          <a:p>
            <a:pPr lvl="1">
              <a:lnSpc>
                <a:spcPct val="100000"/>
              </a:lnSpc>
            </a:pPr>
            <a:r>
              <a:rPr lang="en-US" sz="2100" dirty="0">
                <a:latin typeface="Calibri"/>
                <a:cs typeface="Calibri"/>
              </a:rPr>
              <a:t>Chemical</a:t>
            </a:r>
          </a:p>
          <a:p>
            <a:pPr lvl="1">
              <a:lnSpc>
                <a:spcPct val="100000"/>
              </a:lnSpc>
            </a:pPr>
            <a:r>
              <a:rPr lang="en-US" sz="2100" dirty="0">
                <a:latin typeface="Calibri"/>
                <a:cs typeface="Calibri"/>
              </a:rPr>
              <a:t>Nuclear</a:t>
            </a:r>
          </a:p>
          <a:p>
            <a:pPr lvl="1">
              <a:lnSpc>
                <a:spcPct val="100000"/>
              </a:lnSpc>
            </a:pPr>
            <a:r>
              <a:rPr lang="en-US" sz="2100" dirty="0">
                <a:latin typeface="Calibri"/>
                <a:cs typeface="Calibri"/>
              </a:rPr>
              <a:t>Transportation</a:t>
            </a:r>
          </a:p>
          <a:p>
            <a:pPr lvl="1">
              <a:lnSpc>
                <a:spcPct val="100000"/>
              </a:lnSpc>
            </a:pPr>
            <a:r>
              <a:rPr lang="en-US" sz="2100" dirty="0">
                <a:latin typeface="Calibri"/>
                <a:cs typeface="Calibri"/>
              </a:rPr>
              <a:t>Cyber</a:t>
            </a:r>
          </a:p>
          <a:p>
            <a:pPr>
              <a:lnSpc>
                <a:spcPct val="100000"/>
              </a:lnSpc>
            </a:pPr>
            <a:endParaRPr lang="en-US" sz="1700" dirty="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sz="1400" dirty="0">
              <a:latin typeface="Calibri"/>
              <a:cs typeface="Calibri"/>
            </a:endParaRPr>
          </a:p>
        </p:txBody>
      </p:sp>
      <p:pic>
        <p:nvPicPr>
          <p:cNvPr id="8" name="Picture 7" descr="Timeline&#10;&#10;Description automatically generated">
            <a:extLst>
              <a:ext uri="{FF2B5EF4-FFF2-40B4-BE49-F238E27FC236}">
                <a16:creationId xmlns:a16="http://schemas.microsoft.com/office/drawing/2014/main" id="{3B82AC8F-AA92-D135-8A09-07EFF601B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5840"/>
            <a:ext cx="8907776" cy="55013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CE2335-411D-A40E-AB6C-1E07F6BDED52}"/>
              </a:ext>
            </a:extLst>
          </p:cNvPr>
          <p:cNvSpPr txBox="1"/>
          <p:nvPr/>
        </p:nvSpPr>
        <p:spPr>
          <a:xfrm>
            <a:off x="0" y="574766"/>
            <a:ext cx="890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Officer Professional Development and Career Management (PAM 600-3) from 1998-2019  </a:t>
            </a:r>
          </a:p>
        </p:txBody>
      </p:sp>
    </p:spTree>
    <p:extLst>
      <p:ext uri="{BB962C8B-B14F-4D97-AF65-F5344CB8AC3E}">
        <p14:creationId xmlns:p14="http://schemas.microsoft.com/office/powerpoint/2010/main" val="2203001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859553-C9E1-453A-9D79-4E110608F7C0}">
  <ds:schemaRefs>
    <ds:schemaRef ds:uri="7a2657dd-b8a5-4c99-8d51-b0b9d254c989"/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5ba80a41-9917-4a22-8f13-cb051ddce64c"/>
  </ds:schemaRefs>
</ds:datastoreItem>
</file>

<file path=customXml/itemProps2.xml><?xml version="1.0" encoding="utf-8"?>
<ds:datastoreItem xmlns:ds="http://schemas.openxmlformats.org/officeDocument/2006/customXml" ds:itemID="{FB80FCBF-CE21-4BAE-B43F-50E8D1CA014E}"/>
</file>

<file path=customXml/itemProps3.xml><?xml version="1.0" encoding="utf-8"?>
<ds:datastoreItem xmlns:ds="http://schemas.openxmlformats.org/officeDocument/2006/customXml" ds:itemID="{F2A96466-BE74-4BEA-874E-DB91A88B11B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</Words>
  <Application>Microsoft Office PowerPoint</Application>
  <PresentationFormat>Widescreen</PresentationFormat>
  <Paragraphs>125</Paragraphs>
  <Slides>9</Slides>
  <Notes>5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Schroeder, Joanna (js2mr)</dc:creator>
  <cp:lastModifiedBy>Schroeder, Joanna (js2mr)</cp:lastModifiedBy>
  <cp:revision>8</cp:revision>
  <dcterms:created xsi:type="dcterms:W3CDTF">2023-04-19T11:56:34Z</dcterms:created>
  <dcterms:modified xsi:type="dcterms:W3CDTF">2023-08-30T16:30:58Z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  <property fmtid="{D5CDD505-2E9C-101B-9397-08002B2CF9AE}" pid="3" name="MediaServiceImageTags">
    <vt:lpwstr/>
  </property>
</Properties>
</file>
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3"/>
  </p:sldMasterIdLst>
  <p:sldIdLst>
    <p:sldId id="256" r:id="rId4"/>
    <p:sldId id="257" r:id="rId5"/>
    <p:sldId id="258" r:id="rId6"/>
    <p:sldId id="262" r:id="rId7"/>
    <p:sldId id="263" r:id="rId8"/>
    <p:sldId id="264" r:id="rId9"/>
    <p:sldId id="261"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3A3E37-B7D6-4E77-ABC9-7623C0115AAB}" v="6" dt="2023-06-02T03:37:14.7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94660"/>
  </p:normalViewPr>
  <p:slideViewPr>
    <p:cSldViewPr snapToGrid="0">
      <p:cViewPr>
        <p:scale>
          <a:sx n="100" d="100"/>
          <a:sy n="100" d="100"/>
        </p:scale>
        <p:origin x="365" y="-1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rston, Joel (jt9sz)" userId="S::jt9sz@virginia.edu::0b817237-2e4a-4a07-ab95-9daea5bb5909" providerId="AD" clId="Web-{2CCEE958-40BA-4A6D-9EEF-244DB921C027}"/>
    <pc:docChg chg="modSld">
      <pc:chgData name="Thurston, Joel (jt9sz)" userId="S::jt9sz@virginia.edu::0b817237-2e4a-4a07-ab95-9daea5bb5909" providerId="AD" clId="Web-{2CCEE958-40BA-4A6D-9EEF-244DB921C027}" dt="2023-05-31T01:58:20.822" v="0" actId="20577"/>
      <pc:docMkLst>
        <pc:docMk/>
      </pc:docMkLst>
      <pc:sldChg chg="modSp">
        <pc:chgData name="Thurston, Joel (jt9sz)" userId="S::jt9sz@virginia.edu::0b817237-2e4a-4a07-ab95-9daea5bb5909" providerId="AD" clId="Web-{2CCEE958-40BA-4A6D-9EEF-244DB921C027}" dt="2023-05-31T01:58:20.822" v="0" actId="20577"/>
        <pc:sldMkLst>
          <pc:docMk/>
          <pc:sldMk cId="3581523167" sldId="256"/>
        </pc:sldMkLst>
        <pc:spChg chg="mod">
          <ac:chgData name="Thurston, Joel (jt9sz)" userId="S::jt9sz@virginia.edu::0b817237-2e4a-4a07-ab95-9daea5bb5909" providerId="AD" clId="Web-{2CCEE958-40BA-4A6D-9EEF-244DB921C027}" dt="2023-05-31T01:58:20.822" v="0" actId="20577"/>
          <ac:spMkLst>
            <pc:docMk/>
            <pc:sldMk cId="3581523167" sldId="256"/>
            <ac:spMk id="2" creationId="{35B097D4-6605-309C-C995-45DD41742E2D}"/>
          </ac:spMkLst>
        </pc:spChg>
      </pc:sldChg>
    </pc:docChg>
  </pc:docChgLst>
  <pc:docChgLst>
    <pc:chgData name="Thurston, Joel (jt9sz)" userId="0b817237-2e4a-4a07-ab95-9daea5bb5909" providerId="ADAL" clId="{9EE4F668-2109-4470-9382-20F97FEFB519}"/>
    <pc:docChg chg="undo custSel addSld modSld addMainMaster delMainMaster">
      <pc:chgData name="Thurston, Joel (jt9sz)" userId="0b817237-2e4a-4a07-ab95-9daea5bb5909" providerId="ADAL" clId="{9EE4F668-2109-4470-9382-20F97FEFB519}" dt="2023-05-30T02:34:25.462" v="2522" actId="20577"/>
      <pc:docMkLst>
        <pc:docMk/>
      </pc:docMkLst>
      <pc:sldChg chg="addSp delSp modSp new mod setBg modClrScheme chgLayout">
        <pc:chgData name="Thurston, Joel (jt9sz)" userId="0b817237-2e4a-4a07-ab95-9daea5bb5909" providerId="ADAL" clId="{9EE4F668-2109-4470-9382-20F97FEFB519}" dt="2023-05-30T01:17:59.178" v="24" actId="20577"/>
        <pc:sldMkLst>
          <pc:docMk/>
          <pc:sldMk cId="3581523167" sldId="256"/>
        </pc:sldMkLst>
        <pc:spChg chg="mod">
          <ac:chgData name="Thurston, Joel (jt9sz)" userId="0b817237-2e4a-4a07-ab95-9daea5bb5909" providerId="ADAL" clId="{9EE4F668-2109-4470-9382-20F97FEFB519}" dt="2023-05-30T01:17:59.178" v="24" actId="20577"/>
          <ac:spMkLst>
            <pc:docMk/>
            <pc:sldMk cId="3581523167" sldId="256"/>
            <ac:spMk id="2" creationId="{35B097D4-6605-309C-C995-45DD41742E2D}"/>
          </ac:spMkLst>
        </pc:spChg>
        <pc:spChg chg="mod">
          <ac:chgData name="Thurston, Joel (jt9sz)" userId="0b817237-2e4a-4a07-ab95-9daea5bb5909" providerId="ADAL" clId="{9EE4F668-2109-4470-9382-20F97FEFB519}" dt="2023-05-30T01:17:49.263" v="4" actId="26606"/>
          <ac:spMkLst>
            <pc:docMk/>
            <pc:sldMk cId="3581523167" sldId="256"/>
            <ac:spMk id="3" creationId="{DED1A4B1-726F-C48B-FBE1-800C31AAEC66}"/>
          </ac:spMkLst>
        </pc:spChg>
        <pc:spChg chg="add del">
          <ac:chgData name="Thurston, Joel (jt9sz)" userId="0b817237-2e4a-4a07-ab95-9daea5bb5909" providerId="ADAL" clId="{9EE4F668-2109-4470-9382-20F97FEFB519}" dt="2023-05-30T01:17:49.179" v="3" actId="26606"/>
          <ac:spMkLst>
            <pc:docMk/>
            <pc:sldMk cId="3581523167" sldId="256"/>
            <ac:spMk id="9" creationId="{75955B3A-C08D-43E6-ABEF-A4F616FB682B}"/>
          </ac:spMkLst>
        </pc:spChg>
        <pc:spChg chg="add del">
          <ac:chgData name="Thurston, Joel (jt9sz)" userId="0b817237-2e4a-4a07-ab95-9daea5bb5909" providerId="ADAL" clId="{9EE4F668-2109-4470-9382-20F97FEFB519}" dt="2023-05-30T01:17:49.179" v="3" actId="26606"/>
          <ac:spMkLst>
            <pc:docMk/>
            <pc:sldMk cId="3581523167" sldId="256"/>
            <ac:spMk id="11" creationId="{C719694A-8B4E-4127-9C08-9B8F39B6F284}"/>
          </ac:spMkLst>
        </pc:spChg>
        <pc:spChg chg="add del">
          <ac:chgData name="Thurston, Joel (jt9sz)" userId="0b817237-2e4a-4a07-ab95-9daea5bb5909" providerId="ADAL" clId="{9EE4F668-2109-4470-9382-20F97FEFB519}" dt="2023-05-30T01:17:49.179" v="3" actId="26606"/>
          <ac:spMkLst>
            <pc:docMk/>
            <pc:sldMk cId="3581523167" sldId="256"/>
            <ac:spMk id="13" creationId="{52D36E6B-D7EF-409B-B48D-1628C06EE123}"/>
          </ac:spMkLst>
        </pc:spChg>
        <pc:spChg chg="add del">
          <ac:chgData name="Thurston, Joel (jt9sz)" userId="0b817237-2e4a-4a07-ab95-9daea5bb5909" providerId="ADAL" clId="{9EE4F668-2109-4470-9382-20F97FEFB519}" dt="2023-05-30T01:17:49.179" v="3" actId="26606"/>
          <ac:spMkLst>
            <pc:docMk/>
            <pc:sldMk cId="3581523167" sldId="256"/>
            <ac:spMk id="15" creationId="{816D2053-BB10-4615-A38D-86EEC0D863E8}"/>
          </ac:spMkLst>
        </pc:spChg>
        <pc:picChg chg="add del">
          <ac:chgData name="Thurston, Joel (jt9sz)" userId="0b817237-2e4a-4a07-ab95-9daea5bb5909" providerId="ADAL" clId="{9EE4F668-2109-4470-9382-20F97FEFB519}" dt="2023-05-30T01:17:49.179" v="3" actId="26606"/>
          <ac:picMkLst>
            <pc:docMk/>
            <pc:sldMk cId="3581523167" sldId="256"/>
            <ac:picMk id="4" creationId="{C6EE23B1-4957-70DF-6918-FBD22A744354}"/>
          </ac:picMkLst>
        </pc:picChg>
        <pc:picChg chg="add">
          <ac:chgData name="Thurston, Joel (jt9sz)" userId="0b817237-2e4a-4a07-ab95-9daea5bb5909" providerId="ADAL" clId="{9EE4F668-2109-4470-9382-20F97FEFB519}" dt="2023-05-30T01:17:49.263" v="4" actId="26606"/>
          <ac:picMkLst>
            <pc:docMk/>
            <pc:sldMk cId="3581523167" sldId="256"/>
            <ac:picMk id="21" creationId="{1A11FE44-DD8C-2D93-49D4-3D618A9F858C}"/>
          </ac:picMkLst>
        </pc:picChg>
        <pc:cxnChg chg="add del">
          <ac:chgData name="Thurston, Joel (jt9sz)" userId="0b817237-2e4a-4a07-ab95-9daea5bb5909" providerId="ADAL" clId="{9EE4F668-2109-4470-9382-20F97FEFB519}" dt="2023-05-30T01:17:49.179" v="3" actId="26606"/>
          <ac:cxnSpMkLst>
            <pc:docMk/>
            <pc:sldMk cId="3581523167" sldId="256"/>
            <ac:cxnSpMk id="17" creationId="{CF2CC60F-C99A-48C5-856F-3C79856E9E9F}"/>
          </ac:cxnSpMkLst>
        </pc:cxnChg>
        <pc:cxnChg chg="add del">
          <ac:chgData name="Thurston, Joel (jt9sz)" userId="0b817237-2e4a-4a07-ab95-9daea5bb5909" providerId="ADAL" clId="{9EE4F668-2109-4470-9382-20F97FEFB519}" dt="2023-05-30T01:17:49.179" v="3" actId="26606"/>
          <ac:cxnSpMkLst>
            <pc:docMk/>
            <pc:sldMk cId="3581523167" sldId="256"/>
            <ac:cxnSpMk id="19" creationId="{D8A2ED1C-4B10-41E7-9BF6-7447B99B9850}"/>
          </ac:cxnSpMkLst>
        </pc:cxnChg>
      </pc:sldChg>
      <pc:sldChg chg="addSp delSp modSp new mod chgLayout">
        <pc:chgData name="Thurston, Joel (jt9sz)" userId="0b817237-2e4a-4a07-ab95-9daea5bb5909" providerId="ADAL" clId="{9EE4F668-2109-4470-9382-20F97FEFB519}" dt="2023-05-30T01:22:51.102" v="824" actId="20577"/>
        <pc:sldMkLst>
          <pc:docMk/>
          <pc:sldMk cId="1949409947" sldId="257"/>
        </pc:sldMkLst>
        <pc:spChg chg="del">
          <ac:chgData name="Thurston, Joel (jt9sz)" userId="0b817237-2e4a-4a07-ab95-9daea5bb5909" providerId="ADAL" clId="{9EE4F668-2109-4470-9382-20F97FEFB519}" dt="2023-05-30T01:18:13.119" v="26" actId="700"/>
          <ac:spMkLst>
            <pc:docMk/>
            <pc:sldMk cId="1949409947" sldId="257"/>
            <ac:spMk id="2" creationId="{17842B5F-B354-173F-3911-F513B51FC969}"/>
          </ac:spMkLst>
        </pc:spChg>
        <pc:spChg chg="del">
          <ac:chgData name="Thurston, Joel (jt9sz)" userId="0b817237-2e4a-4a07-ab95-9daea5bb5909" providerId="ADAL" clId="{9EE4F668-2109-4470-9382-20F97FEFB519}" dt="2023-05-30T01:18:13.119" v="26" actId="700"/>
          <ac:spMkLst>
            <pc:docMk/>
            <pc:sldMk cId="1949409947" sldId="257"/>
            <ac:spMk id="3" creationId="{3FC0934E-F982-5C1B-B48E-3F36B7922D38}"/>
          </ac:spMkLst>
        </pc:spChg>
        <pc:spChg chg="add mod ord">
          <ac:chgData name="Thurston, Joel (jt9sz)" userId="0b817237-2e4a-4a07-ab95-9daea5bb5909" providerId="ADAL" clId="{9EE4F668-2109-4470-9382-20F97FEFB519}" dt="2023-05-30T01:18:20.361" v="39" actId="20577"/>
          <ac:spMkLst>
            <pc:docMk/>
            <pc:sldMk cId="1949409947" sldId="257"/>
            <ac:spMk id="4" creationId="{B5C59628-C545-852E-9FEC-A0B6F6B38455}"/>
          </ac:spMkLst>
        </pc:spChg>
        <pc:spChg chg="add mod ord">
          <ac:chgData name="Thurston, Joel (jt9sz)" userId="0b817237-2e4a-4a07-ab95-9daea5bb5909" providerId="ADAL" clId="{9EE4F668-2109-4470-9382-20F97FEFB519}" dt="2023-05-30T01:22:51.102" v="824" actId="20577"/>
          <ac:spMkLst>
            <pc:docMk/>
            <pc:sldMk cId="1949409947" sldId="257"/>
            <ac:spMk id="5" creationId="{C13F5AFC-4320-2651-A23F-F011B9718730}"/>
          </ac:spMkLst>
        </pc:spChg>
      </pc:sldChg>
      <pc:sldChg chg="addSp delSp modSp new mod modClrScheme chgLayout">
        <pc:chgData name="Thurston, Joel (jt9sz)" userId="0b817237-2e4a-4a07-ab95-9daea5bb5909" providerId="ADAL" clId="{9EE4F668-2109-4470-9382-20F97FEFB519}" dt="2023-05-30T02:27:19.018" v="1997" actId="20577"/>
        <pc:sldMkLst>
          <pc:docMk/>
          <pc:sldMk cId="3131932281" sldId="258"/>
        </pc:sldMkLst>
        <pc:spChg chg="del mod ord">
          <ac:chgData name="Thurston, Joel (jt9sz)" userId="0b817237-2e4a-4a07-ab95-9daea5bb5909" providerId="ADAL" clId="{9EE4F668-2109-4470-9382-20F97FEFB519}" dt="2023-05-30T01:23:24.186" v="826" actId="700"/>
          <ac:spMkLst>
            <pc:docMk/>
            <pc:sldMk cId="3131932281" sldId="258"/>
            <ac:spMk id="2" creationId="{90CD32CB-7CD5-BB5B-1BE2-551717371397}"/>
          </ac:spMkLst>
        </pc:spChg>
        <pc:spChg chg="del mod ord">
          <ac:chgData name="Thurston, Joel (jt9sz)" userId="0b817237-2e4a-4a07-ab95-9daea5bb5909" providerId="ADAL" clId="{9EE4F668-2109-4470-9382-20F97FEFB519}" dt="2023-05-30T01:23:24.186" v="826" actId="700"/>
          <ac:spMkLst>
            <pc:docMk/>
            <pc:sldMk cId="3131932281" sldId="258"/>
            <ac:spMk id="3" creationId="{3DEFBCB6-F488-70BA-425B-8C9C5709FEA2}"/>
          </ac:spMkLst>
        </pc:spChg>
        <pc:spChg chg="add mod ord">
          <ac:chgData name="Thurston, Joel (jt9sz)" userId="0b817237-2e4a-4a07-ab95-9daea5bb5909" providerId="ADAL" clId="{9EE4F668-2109-4470-9382-20F97FEFB519}" dt="2023-05-30T02:27:19.018" v="1997" actId="20577"/>
          <ac:spMkLst>
            <pc:docMk/>
            <pc:sldMk cId="3131932281" sldId="258"/>
            <ac:spMk id="4" creationId="{F6086EBC-7990-53F9-F7D0-210327120B86}"/>
          </ac:spMkLst>
        </pc:spChg>
        <pc:spChg chg="add mod ord">
          <ac:chgData name="Thurston, Joel (jt9sz)" userId="0b817237-2e4a-4a07-ab95-9daea5bb5909" providerId="ADAL" clId="{9EE4F668-2109-4470-9382-20F97FEFB519}" dt="2023-05-30T01:25:34.578" v="1166" actId="20577"/>
          <ac:spMkLst>
            <pc:docMk/>
            <pc:sldMk cId="3131932281" sldId="258"/>
            <ac:spMk id="5" creationId="{FB9C3964-10A2-A6B8-93A7-8AE51A8514C3}"/>
          </ac:spMkLst>
        </pc:spChg>
        <pc:spChg chg="add mod ord">
          <ac:chgData name="Thurston, Joel (jt9sz)" userId="0b817237-2e4a-4a07-ab95-9daea5bb5909" providerId="ADAL" clId="{9EE4F668-2109-4470-9382-20F97FEFB519}" dt="2023-05-30T01:25:26.698" v="1144" actId="20577"/>
          <ac:spMkLst>
            <pc:docMk/>
            <pc:sldMk cId="3131932281" sldId="258"/>
            <ac:spMk id="6" creationId="{0EBF1065-424E-373D-8138-9B0AD3519548}"/>
          </ac:spMkLst>
        </pc:spChg>
      </pc:sldChg>
      <pc:sldChg chg="modSp add mod">
        <pc:chgData name="Thurston, Joel (jt9sz)" userId="0b817237-2e4a-4a07-ab95-9daea5bb5909" providerId="ADAL" clId="{9EE4F668-2109-4470-9382-20F97FEFB519}" dt="2023-05-30T02:27:22.164" v="1998"/>
        <pc:sldMkLst>
          <pc:docMk/>
          <pc:sldMk cId="400497635" sldId="259"/>
        </pc:sldMkLst>
        <pc:spChg chg="mod">
          <ac:chgData name="Thurston, Joel (jt9sz)" userId="0b817237-2e4a-4a07-ab95-9daea5bb5909" providerId="ADAL" clId="{9EE4F668-2109-4470-9382-20F97FEFB519}" dt="2023-05-30T02:27:22.164" v="1998"/>
          <ac:spMkLst>
            <pc:docMk/>
            <pc:sldMk cId="400497635" sldId="259"/>
            <ac:spMk id="4" creationId="{F6086EBC-7990-53F9-F7D0-210327120B86}"/>
          </ac:spMkLst>
        </pc:spChg>
        <pc:spChg chg="mod">
          <ac:chgData name="Thurston, Joel (jt9sz)" userId="0b817237-2e4a-4a07-ab95-9daea5bb5909" providerId="ADAL" clId="{9EE4F668-2109-4470-9382-20F97FEFB519}" dt="2023-05-30T01:37:23.145" v="1638" actId="20577"/>
          <ac:spMkLst>
            <pc:docMk/>
            <pc:sldMk cId="400497635" sldId="259"/>
            <ac:spMk id="5" creationId="{FB9C3964-10A2-A6B8-93A7-8AE51A8514C3}"/>
          </ac:spMkLst>
        </pc:spChg>
        <pc:spChg chg="mod">
          <ac:chgData name="Thurston, Joel (jt9sz)" userId="0b817237-2e4a-4a07-ab95-9daea5bb5909" providerId="ADAL" clId="{9EE4F668-2109-4470-9382-20F97FEFB519}" dt="2023-05-30T01:27:15.157" v="1470" actId="20577"/>
          <ac:spMkLst>
            <pc:docMk/>
            <pc:sldMk cId="400497635" sldId="259"/>
            <ac:spMk id="6" creationId="{0EBF1065-424E-373D-8138-9B0AD3519548}"/>
          </ac:spMkLst>
        </pc:spChg>
      </pc:sldChg>
      <pc:sldChg chg="delSp modSp new mod modClrScheme chgLayout">
        <pc:chgData name="Thurston, Joel (jt9sz)" userId="0b817237-2e4a-4a07-ab95-9daea5bb5909" providerId="ADAL" clId="{9EE4F668-2109-4470-9382-20F97FEFB519}" dt="2023-05-30T02:27:30.639" v="1999"/>
        <pc:sldMkLst>
          <pc:docMk/>
          <pc:sldMk cId="3309235955" sldId="260"/>
        </pc:sldMkLst>
        <pc:spChg chg="mod ord">
          <ac:chgData name="Thurston, Joel (jt9sz)" userId="0b817237-2e4a-4a07-ab95-9daea5bb5909" providerId="ADAL" clId="{9EE4F668-2109-4470-9382-20F97FEFB519}" dt="2023-05-30T02:27:30.639" v="1999"/>
          <ac:spMkLst>
            <pc:docMk/>
            <pc:sldMk cId="3309235955" sldId="260"/>
            <ac:spMk id="2" creationId="{A8B878E7-FE23-AC13-8F27-8287BC329057}"/>
          </ac:spMkLst>
        </pc:spChg>
        <pc:spChg chg="mod ord">
          <ac:chgData name="Thurston, Joel (jt9sz)" userId="0b817237-2e4a-4a07-ab95-9daea5bb5909" providerId="ADAL" clId="{9EE4F668-2109-4470-9382-20F97FEFB519}" dt="2023-05-30T01:43:28.965" v="1982" actId="20577"/>
          <ac:spMkLst>
            <pc:docMk/>
            <pc:sldMk cId="3309235955" sldId="260"/>
            <ac:spMk id="3" creationId="{8479E804-BFF6-46DC-8890-4221529B04DC}"/>
          </ac:spMkLst>
        </pc:spChg>
        <pc:spChg chg="del mod">
          <ac:chgData name="Thurston, Joel (jt9sz)" userId="0b817237-2e4a-4a07-ab95-9daea5bb5909" providerId="ADAL" clId="{9EE4F668-2109-4470-9382-20F97FEFB519}" dt="2023-05-30T01:39:17.643" v="1745" actId="700"/>
          <ac:spMkLst>
            <pc:docMk/>
            <pc:sldMk cId="3309235955" sldId="260"/>
            <ac:spMk id="4" creationId="{7455B083-3D6D-9B61-4BAF-731FDAB2D3AB}"/>
          </ac:spMkLst>
        </pc:spChg>
      </pc:sldChg>
      <pc:sldChg chg="addSp delSp modSp new mod modClrScheme chgLayout">
        <pc:chgData name="Thurston, Joel (jt9sz)" userId="0b817237-2e4a-4a07-ab95-9daea5bb5909" providerId="ADAL" clId="{9EE4F668-2109-4470-9382-20F97FEFB519}" dt="2023-05-30T02:34:25.462" v="2522" actId="20577"/>
        <pc:sldMkLst>
          <pc:docMk/>
          <pc:sldMk cId="3822785449" sldId="261"/>
        </pc:sldMkLst>
        <pc:spChg chg="mod ord">
          <ac:chgData name="Thurston, Joel (jt9sz)" userId="0b817237-2e4a-4a07-ab95-9daea5bb5909" providerId="ADAL" clId="{9EE4F668-2109-4470-9382-20F97FEFB519}" dt="2023-05-30T02:28:54.717" v="2060" actId="20577"/>
          <ac:spMkLst>
            <pc:docMk/>
            <pc:sldMk cId="3822785449" sldId="261"/>
            <ac:spMk id="2" creationId="{F4870E6B-865D-76E2-C0FA-A12162BFD56A}"/>
          </ac:spMkLst>
        </pc:spChg>
        <pc:spChg chg="del mod ord">
          <ac:chgData name="Thurston, Joel (jt9sz)" userId="0b817237-2e4a-4a07-ab95-9daea5bb5909" providerId="ADAL" clId="{9EE4F668-2109-4470-9382-20F97FEFB519}" dt="2023-05-30T01:35:13.144" v="1492" actId="700"/>
          <ac:spMkLst>
            <pc:docMk/>
            <pc:sldMk cId="3822785449" sldId="261"/>
            <ac:spMk id="3" creationId="{C104BF49-ABFF-89DB-9D8B-A67500376A51}"/>
          </ac:spMkLst>
        </pc:spChg>
        <pc:spChg chg="del mod">
          <ac:chgData name="Thurston, Joel (jt9sz)" userId="0b817237-2e4a-4a07-ab95-9daea5bb5909" providerId="ADAL" clId="{9EE4F668-2109-4470-9382-20F97FEFB519}" dt="2023-05-30T01:35:13.144" v="1492" actId="700"/>
          <ac:spMkLst>
            <pc:docMk/>
            <pc:sldMk cId="3822785449" sldId="261"/>
            <ac:spMk id="4" creationId="{3224BFFA-2DE9-0ADB-7864-92B1F8D23B09}"/>
          </ac:spMkLst>
        </pc:spChg>
        <pc:spChg chg="add del mod ord">
          <ac:chgData name="Thurston, Joel (jt9sz)" userId="0b817237-2e4a-4a07-ab95-9daea5bb5909" providerId="ADAL" clId="{9EE4F668-2109-4470-9382-20F97FEFB519}" dt="2023-05-30T02:27:36.904" v="2000" actId="700"/>
          <ac:spMkLst>
            <pc:docMk/>
            <pc:sldMk cId="3822785449" sldId="261"/>
            <ac:spMk id="5" creationId="{CBE440F2-F2C7-6DE7-A65A-C005A1D6576A}"/>
          </ac:spMkLst>
        </pc:spChg>
        <pc:spChg chg="add mod ord">
          <ac:chgData name="Thurston, Joel (jt9sz)" userId="0b817237-2e4a-4a07-ab95-9daea5bb5909" providerId="ADAL" clId="{9EE4F668-2109-4470-9382-20F97FEFB519}" dt="2023-05-30T02:34:25.462" v="2522" actId="20577"/>
          <ac:spMkLst>
            <pc:docMk/>
            <pc:sldMk cId="3822785449" sldId="261"/>
            <ac:spMk id="6" creationId="{2C4F0128-2F41-E573-32CD-F6ED6F775AA6}"/>
          </ac:spMkLst>
        </pc:spChg>
        <pc:spChg chg="add mod ord">
          <ac:chgData name="Thurston, Joel (jt9sz)" userId="0b817237-2e4a-4a07-ab95-9daea5bb5909" providerId="ADAL" clId="{9EE4F668-2109-4470-9382-20F97FEFB519}" dt="2023-05-30T02:33:50.146" v="2461" actId="313"/>
          <ac:spMkLst>
            <pc:docMk/>
            <pc:sldMk cId="3822785449" sldId="261"/>
            <ac:spMk id="7" creationId="{EDB88163-0980-E0E4-9337-D3BA0B27A29F}"/>
          </ac:spMkLst>
        </pc:spChg>
      </pc:sldChg>
      <pc:sldMasterChg chg="add del addSldLayout delSldLayout">
        <pc:chgData name="Thurston, Joel (jt9sz)" userId="0b817237-2e4a-4a07-ab95-9daea5bb5909" providerId="ADAL" clId="{9EE4F668-2109-4470-9382-20F97FEFB519}" dt="2023-05-30T01:17:49.263" v="4" actId="26606"/>
        <pc:sldMasterMkLst>
          <pc:docMk/>
          <pc:sldMasterMk cId="2434432156" sldId="2147483660"/>
        </pc:sldMasterMkLst>
        <pc:sldLayoutChg chg="add del">
          <pc:chgData name="Thurston, Joel (jt9sz)" userId="0b817237-2e4a-4a07-ab95-9daea5bb5909" providerId="ADAL" clId="{9EE4F668-2109-4470-9382-20F97FEFB519}" dt="2023-05-30T01:17:49.263" v="4" actId="26606"/>
          <pc:sldLayoutMkLst>
            <pc:docMk/>
            <pc:sldMasterMk cId="2434432156" sldId="2147483660"/>
            <pc:sldLayoutMk cId="1633416289" sldId="2147483661"/>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1658407277" sldId="2147483662"/>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2331737834" sldId="2147483663"/>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1933705901" sldId="2147483664"/>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2579416367" sldId="2147483665"/>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3480127378" sldId="2147483666"/>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3048419452" sldId="2147483667"/>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667504701" sldId="2147483668"/>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2004260301" sldId="2147483669"/>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2747806543" sldId="2147483670"/>
          </pc:sldLayoutMkLst>
        </pc:sldLayoutChg>
        <pc:sldLayoutChg chg="add del">
          <pc:chgData name="Thurston, Joel (jt9sz)" userId="0b817237-2e4a-4a07-ab95-9daea5bb5909" providerId="ADAL" clId="{9EE4F668-2109-4470-9382-20F97FEFB519}" dt="2023-05-30T01:17:49.263" v="4" actId="26606"/>
          <pc:sldLayoutMkLst>
            <pc:docMk/>
            <pc:sldMasterMk cId="2434432156" sldId="2147483660"/>
            <pc:sldLayoutMk cId="3996654240" sldId="2147483671"/>
          </pc:sldLayoutMkLst>
        </pc:sldLayoutChg>
      </pc:sldMasterChg>
      <pc:sldMasterChg chg="add addSldLayout">
        <pc:chgData name="Thurston, Joel (jt9sz)" userId="0b817237-2e4a-4a07-ab95-9daea5bb5909" providerId="ADAL" clId="{9EE4F668-2109-4470-9382-20F97FEFB519}" dt="2023-05-30T01:17:49.263" v="4" actId="26606"/>
        <pc:sldMasterMkLst>
          <pc:docMk/>
          <pc:sldMasterMk cId="2561753605" sldId="2147483731"/>
        </pc:sldMasterMkLst>
        <pc:sldLayoutChg chg="add">
          <pc:chgData name="Thurston, Joel (jt9sz)" userId="0b817237-2e4a-4a07-ab95-9daea5bb5909" providerId="ADAL" clId="{9EE4F668-2109-4470-9382-20F97FEFB519}" dt="2023-05-30T01:17:49.263" v="4" actId="26606"/>
          <pc:sldLayoutMkLst>
            <pc:docMk/>
            <pc:sldMasterMk cId="2561753605" sldId="2147483731"/>
            <pc:sldLayoutMk cId="2715615137" sldId="2147483714"/>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39571455" sldId="2147483715"/>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202200429" sldId="2147483716"/>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2271078122" sldId="2147483717"/>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2745133675" sldId="2147483718"/>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697172009" sldId="2147483719"/>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2486569438" sldId="2147483720"/>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3697197262" sldId="2147483721"/>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185728548" sldId="2147483722"/>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73553261" sldId="2147483723"/>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2655367179" sldId="2147483724"/>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3572200164" sldId="2147483725"/>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3930448703" sldId="2147483726"/>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38173957" sldId="2147483727"/>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1766621836" sldId="2147483728"/>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848082884" sldId="2147483729"/>
          </pc:sldLayoutMkLst>
        </pc:sldLayoutChg>
        <pc:sldLayoutChg chg="add">
          <pc:chgData name="Thurston, Joel (jt9sz)" userId="0b817237-2e4a-4a07-ab95-9daea5bb5909" providerId="ADAL" clId="{9EE4F668-2109-4470-9382-20F97FEFB519}" dt="2023-05-30T01:17:49.263" v="4" actId="26606"/>
          <pc:sldLayoutMkLst>
            <pc:docMk/>
            <pc:sldMasterMk cId="2561753605" sldId="2147483731"/>
            <pc:sldLayoutMk cId="2955483792" sldId="2147483730"/>
          </pc:sldLayoutMkLst>
        </pc:sldLayoutChg>
      </pc:sldMasterChg>
      <pc:sldMasterChg chg="add del addSldLayout delSldLayout">
        <pc:chgData name="Thurston, Joel (jt9sz)" userId="0b817237-2e4a-4a07-ab95-9daea5bb5909" providerId="ADAL" clId="{9EE4F668-2109-4470-9382-20F97FEFB519}" dt="2023-05-30T01:17:49.179" v="3" actId="26606"/>
        <pc:sldMasterMkLst>
          <pc:docMk/>
          <pc:sldMasterMk cId="1167833421" sldId="2147483757"/>
        </pc:sldMasterMkLst>
        <pc:sldLayoutChg chg="add del">
          <pc:chgData name="Thurston, Joel (jt9sz)" userId="0b817237-2e4a-4a07-ab95-9daea5bb5909" providerId="ADAL" clId="{9EE4F668-2109-4470-9382-20F97FEFB519}" dt="2023-05-30T01:17:49.179" v="3" actId="26606"/>
          <pc:sldLayoutMkLst>
            <pc:docMk/>
            <pc:sldMasterMk cId="1167833421" sldId="2147483757"/>
            <pc:sldLayoutMk cId="2017205732" sldId="2147483746"/>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4173672743" sldId="2147483747"/>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831468407" sldId="2147483748"/>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528149213" sldId="2147483749"/>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3662268240" sldId="2147483750"/>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2294688247" sldId="2147483751"/>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751326835" sldId="2147483752"/>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884666455" sldId="2147483753"/>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3563439271" sldId="2147483754"/>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3532279408" sldId="2147483755"/>
          </pc:sldLayoutMkLst>
        </pc:sldLayoutChg>
        <pc:sldLayoutChg chg="add del">
          <pc:chgData name="Thurston, Joel (jt9sz)" userId="0b817237-2e4a-4a07-ab95-9daea5bb5909" providerId="ADAL" clId="{9EE4F668-2109-4470-9382-20F97FEFB519}" dt="2023-05-30T01:17:49.179" v="3" actId="26606"/>
          <pc:sldLayoutMkLst>
            <pc:docMk/>
            <pc:sldMasterMk cId="1167833421" sldId="2147483757"/>
            <pc:sldLayoutMk cId="3883184102" sldId="2147483756"/>
          </pc:sldLayoutMkLst>
        </pc:sldLayoutChg>
      </pc:sldMasterChg>
    </pc:docChg>
  </pc:docChgLst>
  <pc:docChgLst>
    <pc:chgData name="Thurston, Joel (jt9sz)" userId="0b817237-2e4a-4a07-ab95-9daea5bb5909" providerId="ADAL" clId="{A13A3E37-B7D6-4E77-ABC9-7623C0115AAB}"/>
    <pc:docChg chg="undo custSel addSld delSld modSld sldOrd">
      <pc:chgData name="Thurston, Joel (jt9sz)" userId="0b817237-2e4a-4a07-ab95-9daea5bb5909" providerId="ADAL" clId="{A13A3E37-B7D6-4E77-ABC9-7623C0115AAB}" dt="2023-06-02T16:08:32.037" v="545" actId="20577"/>
      <pc:docMkLst>
        <pc:docMk/>
      </pc:docMkLst>
      <pc:sldChg chg="modSp mod">
        <pc:chgData name="Thurston, Joel (jt9sz)" userId="0b817237-2e4a-4a07-ab95-9daea5bb5909" providerId="ADAL" clId="{A13A3E37-B7D6-4E77-ABC9-7623C0115AAB}" dt="2023-06-01T19:09:11.032" v="163" actId="2711"/>
        <pc:sldMkLst>
          <pc:docMk/>
          <pc:sldMk cId="3581523167" sldId="256"/>
        </pc:sldMkLst>
        <pc:spChg chg="mod">
          <ac:chgData name="Thurston, Joel (jt9sz)" userId="0b817237-2e4a-4a07-ab95-9daea5bb5909" providerId="ADAL" clId="{A13A3E37-B7D6-4E77-ABC9-7623C0115AAB}" dt="2023-06-01T19:09:11.032" v="163" actId="2711"/>
          <ac:spMkLst>
            <pc:docMk/>
            <pc:sldMk cId="3581523167" sldId="256"/>
            <ac:spMk id="2" creationId="{35B097D4-6605-309C-C995-45DD41742E2D}"/>
          </ac:spMkLst>
        </pc:spChg>
        <pc:spChg chg="mod">
          <ac:chgData name="Thurston, Joel (jt9sz)" userId="0b817237-2e4a-4a07-ab95-9daea5bb5909" providerId="ADAL" clId="{A13A3E37-B7D6-4E77-ABC9-7623C0115AAB}" dt="2023-06-01T19:08:51.277" v="154"/>
          <ac:spMkLst>
            <pc:docMk/>
            <pc:sldMk cId="3581523167" sldId="256"/>
            <ac:spMk id="3" creationId="{DED1A4B1-726F-C48B-FBE1-800C31AAEC66}"/>
          </ac:spMkLst>
        </pc:spChg>
      </pc:sldChg>
      <pc:sldChg chg="modSp mod">
        <pc:chgData name="Thurston, Joel (jt9sz)" userId="0b817237-2e4a-4a07-ab95-9daea5bb5909" providerId="ADAL" clId="{A13A3E37-B7D6-4E77-ABC9-7623C0115AAB}" dt="2023-06-01T19:09:21.203" v="164" actId="2711"/>
        <pc:sldMkLst>
          <pc:docMk/>
          <pc:sldMk cId="1949409947" sldId="257"/>
        </pc:sldMkLst>
        <pc:spChg chg="mod">
          <ac:chgData name="Thurston, Joel (jt9sz)" userId="0b817237-2e4a-4a07-ab95-9daea5bb5909" providerId="ADAL" clId="{A13A3E37-B7D6-4E77-ABC9-7623C0115AAB}" dt="2023-06-01T19:09:21.203" v="164" actId="2711"/>
          <ac:spMkLst>
            <pc:docMk/>
            <pc:sldMk cId="1949409947" sldId="257"/>
            <ac:spMk id="4" creationId="{B5C59628-C545-852E-9FEC-A0B6F6B38455}"/>
          </ac:spMkLst>
        </pc:spChg>
        <pc:spChg chg="mod">
          <ac:chgData name="Thurston, Joel (jt9sz)" userId="0b817237-2e4a-4a07-ab95-9daea5bb5909" providerId="ADAL" clId="{A13A3E37-B7D6-4E77-ABC9-7623C0115AAB}" dt="2023-06-01T19:08:51.404" v="155" actId="27636"/>
          <ac:spMkLst>
            <pc:docMk/>
            <pc:sldMk cId="1949409947" sldId="257"/>
            <ac:spMk id="5" creationId="{C13F5AFC-4320-2651-A23F-F011B9718730}"/>
          </ac:spMkLst>
        </pc:spChg>
      </pc:sldChg>
      <pc:sldChg chg="modSp mod">
        <pc:chgData name="Thurston, Joel (jt9sz)" userId="0b817237-2e4a-4a07-ab95-9daea5bb5909" providerId="ADAL" clId="{A13A3E37-B7D6-4E77-ABC9-7623C0115AAB}" dt="2023-06-02T03:32:39.787" v="217" actId="404"/>
        <pc:sldMkLst>
          <pc:docMk/>
          <pc:sldMk cId="3131932281" sldId="258"/>
        </pc:sldMkLst>
        <pc:spChg chg="mod">
          <ac:chgData name="Thurston, Joel (jt9sz)" userId="0b817237-2e4a-4a07-ab95-9daea5bb5909" providerId="ADAL" clId="{A13A3E37-B7D6-4E77-ABC9-7623C0115AAB}" dt="2023-06-01T19:09:39.255" v="171" actId="20577"/>
          <ac:spMkLst>
            <pc:docMk/>
            <pc:sldMk cId="3131932281" sldId="258"/>
            <ac:spMk id="4" creationId="{F6086EBC-7990-53F9-F7D0-210327120B86}"/>
          </ac:spMkLst>
        </pc:spChg>
        <pc:spChg chg="mod">
          <ac:chgData name="Thurston, Joel (jt9sz)" userId="0b817237-2e4a-4a07-ab95-9daea5bb5909" providerId="ADAL" clId="{A13A3E37-B7D6-4E77-ABC9-7623C0115AAB}" dt="2023-06-02T03:32:39.787" v="217" actId="404"/>
          <ac:spMkLst>
            <pc:docMk/>
            <pc:sldMk cId="3131932281" sldId="258"/>
            <ac:spMk id="5" creationId="{FB9C3964-10A2-A6B8-93A7-8AE51A8514C3}"/>
          </ac:spMkLst>
        </pc:spChg>
        <pc:spChg chg="mod">
          <ac:chgData name="Thurston, Joel (jt9sz)" userId="0b817237-2e4a-4a07-ab95-9daea5bb5909" providerId="ADAL" clId="{A13A3E37-B7D6-4E77-ABC9-7623C0115AAB}" dt="2023-06-01T19:10:04.003" v="177" actId="113"/>
          <ac:spMkLst>
            <pc:docMk/>
            <pc:sldMk cId="3131932281" sldId="258"/>
            <ac:spMk id="6" creationId="{0EBF1065-424E-373D-8138-9B0AD3519548}"/>
          </ac:spMkLst>
        </pc:spChg>
      </pc:sldChg>
      <pc:sldChg chg="modSp del mod ord">
        <pc:chgData name="Thurston, Joel (jt9sz)" userId="0b817237-2e4a-4a07-ab95-9daea5bb5909" providerId="ADAL" clId="{A13A3E37-B7D6-4E77-ABC9-7623C0115AAB}" dt="2023-06-02T03:35:47.210" v="291" actId="47"/>
        <pc:sldMkLst>
          <pc:docMk/>
          <pc:sldMk cId="400497635" sldId="259"/>
        </pc:sldMkLst>
        <pc:spChg chg="mod">
          <ac:chgData name="Thurston, Joel (jt9sz)" userId="0b817237-2e4a-4a07-ab95-9daea5bb5909" providerId="ADAL" clId="{A13A3E37-B7D6-4E77-ABC9-7623C0115AAB}" dt="2023-06-02T03:32:16.037" v="209" actId="20577"/>
          <ac:spMkLst>
            <pc:docMk/>
            <pc:sldMk cId="400497635" sldId="259"/>
            <ac:spMk id="4" creationId="{F6086EBC-7990-53F9-F7D0-210327120B86}"/>
          </ac:spMkLst>
        </pc:spChg>
        <pc:spChg chg="mod">
          <ac:chgData name="Thurston, Joel (jt9sz)" userId="0b817237-2e4a-4a07-ab95-9daea5bb5909" providerId="ADAL" clId="{A13A3E37-B7D6-4E77-ABC9-7623C0115AAB}" dt="2023-06-02T03:34:22.097" v="238" actId="27636"/>
          <ac:spMkLst>
            <pc:docMk/>
            <pc:sldMk cId="400497635" sldId="259"/>
            <ac:spMk id="5" creationId="{FB9C3964-10A2-A6B8-93A7-8AE51A8514C3}"/>
          </ac:spMkLst>
        </pc:spChg>
        <pc:spChg chg="mod">
          <ac:chgData name="Thurston, Joel (jt9sz)" userId="0b817237-2e4a-4a07-ab95-9daea5bb5909" providerId="ADAL" clId="{A13A3E37-B7D6-4E77-ABC9-7623C0115AAB}" dt="2023-06-02T03:35:00.462" v="283" actId="21"/>
          <ac:spMkLst>
            <pc:docMk/>
            <pc:sldMk cId="400497635" sldId="259"/>
            <ac:spMk id="6" creationId="{0EBF1065-424E-373D-8138-9B0AD3519548}"/>
          </ac:spMkLst>
        </pc:spChg>
      </pc:sldChg>
      <pc:sldChg chg="modSp del mod">
        <pc:chgData name="Thurston, Joel (jt9sz)" userId="0b817237-2e4a-4a07-ab95-9daea5bb5909" providerId="ADAL" clId="{A13A3E37-B7D6-4E77-ABC9-7623C0115AAB}" dt="2023-06-02T03:35:48.668" v="292" actId="47"/>
        <pc:sldMkLst>
          <pc:docMk/>
          <pc:sldMk cId="3309235955" sldId="260"/>
        </pc:sldMkLst>
        <pc:spChg chg="mod">
          <ac:chgData name="Thurston, Joel (jt9sz)" userId="0b817237-2e4a-4a07-ab95-9daea5bb5909" providerId="ADAL" clId="{A13A3E37-B7D6-4E77-ABC9-7623C0115AAB}" dt="2023-06-01T19:08:51.277" v="154"/>
          <ac:spMkLst>
            <pc:docMk/>
            <pc:sldMk cId="3309235955" sldId="260"/>
            <ac:spMk id="2" creationId="{A8B878E7-FE23-AC13-8F27-8287BC329057}"/>
          </ac:spMkLst>
        </pc:spChg>
        <pc:spChg chg="mod">
          <ac:chgData name="Thurston, Joel (jt9sz)" userId="0b817237-2e4a-4a07-ab95-9daea5bb5909" providerId="ADAL" clId="{A13A3E37-B7D6-4E77-ABC9-7623C0115AAB}" dt="2023-06-01T19:08:51.277" v="154"/>
          <ac:spMkLst>
            <pc:docMk/>
            <pc:sldMk cId="3309235955" sldId="260"/>
            <ac:spMk id="3" creationId="{8479E804-BFF6-46DC-8890-4221529B04DC}"/>
          </ac:spMkLst>
        </pc:spChg>
      </pc:sldChg>
      <pc:sldChg chg="modSp mod">
        <pc:chgData name="Thurston, Joel (jt9sz)" userId="0b817237-2e4a-4a07-ab95-9daea5bb5909" providerId="ADAL" clId="{A13A3E37-B7D6-4E77-ABC9-7623C0115AAB}" dt="2023-06-02T03:40:38.025" v="544" actId="20577"/>
        <pc:sldMkLst>
          <pc:docMk/>
          <pc:sldMk cId="3822785449" sldId="261"/>
        </pc:sldMkLst>
        <pc:spChg chg="mod">
          <ac:chgData name="Thurston, Joel (jt9sz)" userId="0b817237-2e4a-4a07-ab95-9daea5bb5909" providerId="ADAL" clId="{A13A3E37-B7D6-4E77-ABC9-7623C0115AAB}" dt="2023-06-02T03:35:56.621" v="293" actId="2711"/>
          <ac:spMkLst>
            <pc:docMk/>
            <pc:sldMk cId="3822785449" sldId="261"/>
            <ac:spMk id="2" creationId="{F4870E6B-865D-76E2-C0FA-A12162BFD56A}"/>
          </ac:spMkLst>
        </pc:spChg>
        <pc:spChg chg="mod">
          <ac:chgData name="Thurston, Joel (jt9sz)" userId="0b817237-2e4a-4a07-ab95-9daea5bb5909" providerId="ADAL" clId="{A13A3E37-B7D6-4E77-ABC9-7623C0115AAB}" dt="2023-06-02T03:40:38.025" v="544" actId="20577"/>
          <ac:spMkLst>
            <pc:docMk/>
            <pc:sldMk cId="3822785449" sldId="261"/>
            <ac:spMk id="6" creationId="{2C4F0128-2F41-E573-32CD-F6ED6F775AA6}"/>
          </ac:spMkLst>
        </pc:spChg>
        <pc:spChg chg="mod">
          <ac:chgData name="Thurston, Joel (jt9sz)" userId="0b817237-2e4a-4a07-ab95-9daea5bb5909" providerId="ADAL" clId="{A13A3E37-B7D6-4E77-ABC9-7623C0115AAB}" dt="2023-06-02T03:37:55.332" v="439" actId="20577"/>
          <ac:spMkLst>
            <pc:docMk/>
            <pc:sldMk cId="3822785449" sldId="261"/>
            <ac:spMk id="7" creationId="{EDB88163-0980-E0E4-9337-D3BA0B27A29F}"/>
          </ac:spMkLst>
        </pc:spChg>
      </pc:sldChg>
      <pc:sldChg chg="modSp add mod ord">
        <pc:chgData name="Thurston, Joel (jt9sz)" userId="0b817237-2e4a-4a07-ab95-9daea5bb5909" providerId="ADAL" clId="{A13A3E37-B7D6-4E77-ABC9-7623C0115AAB}" dt="2023-06-02T16:08:32.037" v="545" actId="20577"/>
        <pc:sldMkLst>
          <pc:docMk/>
          <pc:sldMk cId="774746323" sldId="262"/>
        </pc:sldMkLst>
        <pc:spChg chg="mod">
          <ac:chgData name="Thurston, Joel (jt9sz)" userId="0b817237-2e4a-4a07-ab95-9daea5bb5909" providerId="ADAL" clId="{A13A3E37-B7D6-4E77-ABC9-7623C0115AAB}" dt="2023-06-02T03:31:50.178" v="203" actId="20577"/>
          <ac:spMkLst>
            <pc:docMk/>
            <pc:sldMk cId="774746323" sldId="262"/>
            <ac:spMk id="4" creationId="{F6086EBC-7990-53F9-F7D0-210327120B86}"/>
          </ac:spMkLst>
        </pc:spChg>
        <pc:spChg chg="mod">
          <ac:chgData name="Thurston, Joel (jt9sz)" userId="0b817237-2e4a-4a07-ab95-9daea5bb5909" providerId="ADAL" clId="{A13A3E37-B7D6-4E77-ABC9-7623C0115AAB}" dt="2023-06-02T03:32:47.142" v="221" actId="113"/>
          <ac:spMkLst>
            <pc:docMk/>
            <pc:sldMk cId="774746323" sldId="262"/>
            <ac:spMk id="5" creationId="{FB9C3964-10A2-A6B8-93A7-8AE51A8514C3}"/>
          </ac:spMkLst>
        </pc:spChg>
        <pc:spChg chg="mod">
          <ac:chgData name="Thurston, Joel (jt9sz)" userId="0b817237-2e4a-4a07-ab95-9daea5bb5909" providerId="ADAL" clId="{A13A3E37-B7D6-4E77-ABC9-7623C0115AAB}" dt="2023-06-02T16:08:32.037" v="545" actId="20577"/>
          <ac:spMkLst>
            <pc:docMk/>
            <pc:sldMk cId="774746323" sldId="262"/>
            <ac:spMk id="6" creationId="{0EBF1065-424E-373D-8138-9B0AD3519548}"/>
          </ac:spMkLst>
        </pc:spChg>
      </pc:sldChg>
      <pc:sldChg chg="modSp add mod">
        <pc:chgData name="Thurston, Joel (jt9sz)" userId="0b817237-2e4a-4a07-ab95-9daea5bb5909" providerId="ADAL" clId="{A13A3E37-B7D6-4E77-ABC9-7623C0115AAB}" dt="2023-06-02T03:35:22.365" v="290" actId="255"/>
        <pc:sldMkLst>
          <pc:docMk/>
          <pc:sldMk cId="883869469" sldId="263"/>
        </pc:sldMkLst>
        <pc:spChg chg="mod">
          <ac:chgData name="Thurston, Joel (jt9sz)" userId="0b817237-2e4a-4a07-ab95-9daea5bb5909" providerId="ADAL" clId="{A13A3E37-B7D6-4E77-ABC9-7623C0115AAB}" dt="2023-06-02T03:32:24.025" v="211" actId="20577"/>
          <ac:spMkLst>
            <pc:docMk/>
            <pc:sldMk cId="883869469" sldId="263"/>
            <ac:spMk id="4" creationId="{F6086EBC-7990-53F9-F7D0-210327120B86}"/>
          </ac:spMkLst>
        </pc:spChg>
        <pc:spChg chg="mod">
          <ac:chgData name="Thurston, Joel (jt9sz)" userId="0b817237-2e4a-4a07-ab95-9daea5bb5909" providerId="ADAL" clId="{A13A3E37-B7D6-4E77-ABC9-7623C0115AAB}" dt="2023-06-02T03:35:22.365" v="290" actId="255"/>
          <ac:spMkLst>
            <pc:docMk/>
            <pc:sldMk cId="883869469" sldId="263"/>
            <ac:spMk id="5" creationId="{FB9C3964-10A2-A6B8-93A7-8AE51A8514C3}"/>
          </ac:spMkLst>
        </pc:spChg>
        <pc:spChg chg="mod">
          <ac:chgData name="Thurston, Joel (jt9sz)" userId="0b817237-2e4a-4a07-ab95-9daea5bb5909" providerId="ADAL" clId="{A13A3E37-B7D6-4E77-ABC9-7623C0115AAB}" dt="2023-06-02T03:33:30.595" v="233" actId="113"/>
          <ac:spMkLst>
            <pc:docMk/>
            <pc:sldMk cId="883869469" sldId="263"/>
            <ac:spMk id="6" creationId="{0EBF1065-424E-373D-8138-9B0AD3519548}"/>
          </ac:spMkLst>
        </pc:spChg>
      </pc:sldChg>
      <pc:sldChg chg="modSp add mod">
        <pc:chgData name="Thurston, Joel (jt9sz)" userId="0b817237-2e4a-4a07-ab95-9daea5bb5909" providerId="ADAL" clId="{A13A3E37-B7D6-4E77-ABC9-7623C0115AAB}" dt="2023-06-02T03:35:02.736" v="286" actId="27636"/>
        <pc:sldMkLst>
          <pc:docMk/>
          <pc:sldMk cId="1299219526" sldId="264"/>
        </pc:sldMkLst>
        <pc:spChg chg="mod">
          <ac:chgData name="Thurston, Joel (jt9sz)" userId="0b817237-2e4a-4a07-ab95-9daea5bb5909" providerId="ADAL" clId="{A13A3E37-B7D6-4E77-ABC9-7623C0115AAB}" dt="2023-06-02T03:34:41.973" v="245" actId="20577"/>
          <ac:spMkLst>
            <pc:docMk/>
            <pc:sldMk cId="1299219526" sldId="264"/>
            <ac:spMk id="4" creationId="{F6086EBC-7990-53F9-F7D0-210327120B86}"/>
          </ac:spMkLst>
        </pc:spChg>
        <pc:spChg chg="mod">
          <ac:chgData name="Thurston, Joel (jt9sz)" userId="0b817237-2e4a-4a07-ab95-9daea5bb5909" providerId="ADAL" clId="{A13A3E37-B7D6-4E77-ABC9-7623C0115AAB}" dt="2023-06-02T03:35:02.735" v="285" actId="27636"/>
          <ac:spMkLst>
            <pc:docMk/>
            <pc:sldMk cId="1299219526" sldId="264"/>
            <ac:spMk id="5" creationId="{FB9C3964-10A2-A6B8-93A7-8AE51A8514C3}"/>
          </ac:spMkLst>
        </pc:spChg>
        <pc:spChg chg="mod">
          <ac:chgData name="Thurston, Joel (jt9sz)" userId="0b817237-2e4a-4a07-ab95-9daea5bb5909" providerId="ADAL" clId="{A13A3E37-B7D6-4E77-ABC9-7623C0115AAB}" dt="2023-06-02T03:35:02.736" v="286" actId="27636"/>
          <ac:spMkLst>
            <pc:docMk/>
            <pc:sldMk cId="1299219526" sldId="264"/>
            <ac:spMk id="6" creationId="{0EBF1065-424E-373D-8138-9B0AD3519548}"/>
          </ac:spMkLst>
        </pc:spChg>
      </pc:sldChg>
      <pc:sldChg chg="modSp add mod">
        <pc:chgData name="Thurston, Joel (jt9sz)" userId="0b817237-2e4a-4a07-ab95-9daea5bb5909" providerId="ADAL" clId="{A13A3E37-B7D6-4E77-ABC9-7623C0115AAB}" dt="2023-06-02T03:39:46.840" v="496" actId="20577"/>
        <pc:sldMkLst>
          <pc:docMk/>
          <pc:sldMk cId="962499211" sldId="265"/>
        </pc:sldMkLst>
        <pc:spChg chg="mod">
          <ac:chgData name="Thurston, Joel (jt9sz)" userId="0b817237-2e4a-4a07-ab95-9daea5bb5909" providerId="ADAL" clId="{A13A3E37-B7D6-4E77-ABC9-7623C0115AAB}" dt="2023-06-02T03:38:33.085" v="465" actId="20577"/>
          <ac:spMkLst>
            <pc:docMk/>
            <pc:sldMk cId="962499211" sldId="265"/>
            <ac:spMk id="2" creationId="{F4870E6B-865D-76E2-C0FA-A12162BFD56A}"/>
          </ac:spMkLst>
        </pc:spChg>
        <pc:spChg chg="mod">
          <ac:chgData name="Thurston, Joel (jt9sz)" userId="0b817237-2e4a-4a07-ab95-9daea5bb5909" providerId="ADAL" clId="{A13A3E37-B7D6-4E77-ABC9-7623C0115AAB}" dt="2023-06-02T03:38:53.673" v="486" actId="20577"/>
          <ac:spMkLst>
            <pc:docMk/>
            <pc:sldMk cId="962499211" sldId="265"/>
            <ac:spMk id="6" creationId="{2C4F0128-2F41-E573-32CD-F6ED6F775AA6}"/>
          </ac:spMkLst>
        </pc:spChg>
        <pc:spChg chg="mod">
          <ac:chgData name="Thurston, Joel (jt9sz)" userId="0b817237-2e4a-4a07-ab95-9daea5bb5909" providerId="ADAL" clId="{A13A3E37-B7D6-4E77-ABC9-7623C0115AAB}" dt="2023-06-02T03:39:46.840" v="496" actId="20577"/>
          <ac:spMkLst>
            <pc:docMk/>
            <pc:sldMk cId="962499211" sldId="265"/>
            <ac:spMk id="7" creationId="{EDB88163-0980-E0E4-9337-D3BA0B27A29F}"/>
          </ac:spMkLst>
        </pc:spChg>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6/2/2023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79978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6/2/2023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6075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AE507A8-A5CF-4D38-AB86-7EDDA87A85D4}" type="datetime1">
              <a:rPr lang="en-US" smtClean="0"/>
              <a:t>6/2/2023</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285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6/2/2023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789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6/2/2023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8697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6/2/2023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87346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6/2/2023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81050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6/2/2023</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606321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6/2/2023</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0696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6/2/2023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23538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6/2/2023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551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073ED0CC-082F-4160-86E5-0D6041F12778}" type="datetime1">
              <a:rPr lang="en-US" smtClean="0"/>
              <a:t>6/2/2023</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64008066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21" name="Picture 3">
            <a:extLst>
              <a:ext uri="{FF2B5EF4-FFF2-40B4-BE49-F238E27FC236}">
                <a16:creationId xmlns:a16="http://schemas.microsoft.com/office/drawing/2014/main" id="{1A11FE44-DD8C-2D93-49D4-3D618A9F858C}"/>
              </a:ext>
            </a:extLst>
          </p:cNvPr>
          <p:cNvPicPr>
            <a:picLocks noChangeAspect="1"/>
          </p:cNvPicPr>
          <p:nvPr/>
        </p:nvPicPr>
        <p:blipFill rotWithShape="1">
          <a:blip r:embed="rId3">
            <a:alphaModFix amt="35000"/>
          </a:blip>
          <a:srcRect t="25000"/>
          <a:stretch/>
        </p:blipFill>
        <p:spPr>
          <a:xfrm>
            <a:off x="20" y="10"/>
            <a:ext cx="12191980" cy="6857990"/>
          </a:xfrm>
          <a:prstGeom prst="rect">
            <a:avLst/>
          </a:prstGeom>
        </p:spPr>
      </p:pic>
      <p:sp>
        <p:nvSpPr>
          <p:cNvPr id="2" name="Title 1">
            <a:extLst>
              <a:ext uri="{FF2B5EF4-FFF2-40B4-BE49-F238E27FC236}">
                <a16:creationId xmlns:a16="http://schemas.microsoft.com/office/drawing/2014/main" id="{35B097D4-6605-309C-C995-45DD41742E2D}"/>
              </a:ext>
            </a:extLst>
          </p:cNvPr>
          <p:cNvSpPr>
            <a:spLocks noGrp="1"/>
          </p:cNvSpPr>
          <p:nvPr>
            <p:ph type="ctrTitle"/>
          </p:nvPr>
        </p:nvSpPr>
        <p:spPr/>
        <p:txBody>
          <a:bodyPr>
            <a:normAutofit/>
          </a:bodyPr>
          <a:lstStyle/>
          <a:p>
            <a:r>
              <a:rPr lang="en-US" dirty="0">
                <a:latin typeface="Apple II Screen Typeface" panose="02000609000000000000" pitchFamily="49" charset="0"/>
              </a:rPr>
              <a:t>Disarmament</a:t>
            </a:r>
          </a:p>
        </p:txBody>
      </p:sp>
      <p:sp>
        <p:nvSpPr>
          <p:cNvPr id="3" name="Subtitle 2">
            <a:extLst>
              <a:ext uri="{FF2B5EF4-FFF2-40B4-BE49-F238E27FC236}">
                <a16:creationId xmlns:a16="http://schemas.microsoft.com/office/drawing/2014/main" id="{DED1A4B1-726F-C48B-FBE1-800C31AAEC66}"/>
              </a:ext>
            </a:extLst>
          </p:cNvPr>
          <p:cNvSpPr>
            <a:spLocks noGrp="1"/>
          </p:cNvSpPr>
          <p:nvPr>
            <p:ph type="subTitle" idx="1"/>
          </p:nvPr>
        </p:nvSpPr>
        <p:spPr/>
        <p:txBody>
          <a:bodyPr>
            <a:normAutofit/>
          </a:bodyPr>
          <a:lstStyle/>
          <a:p>
            <a:endParaRPr lang="en-US" dirty="0"/>
          </a:p>
        </p:txBody>
      </p:sp>
    </p:spTree>
    <p:extLst>
      <p:ext uri="{BB962C8B-B14F-4D97-AF65-F5344CB8AC3E}">
        <p14:creationId xmlns:p14="http://schemas.microsoft.com/office/powerpoint/2010/main" val="3581523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C59628-C545-852E-9FEC-A0B6F6B38455}"/>
              </a:ext>
            </a:extLst>
          </p:cNvPr>
          <p:cNvSpPr>
            <a:spLocks noGrp="1"/>
          </p:cNvSpPr>
          <p:nvPr>
            <p:ph type="title"/>
          </p:nvPr>
        </p:nvSpPr>
        <p:spPr/>
        <p:txBody>
          <a:bodyPr/>
          <a:lstStyle/>
          <a:p>
            <a:r>
              <a:rPr lang="en-US" dirty="0">
                <a:latin typeface="Apple II Screen Typeface" panose="02000609000000000000" pitchFamily="49" charset="0"/>
              </a:rPr>
              <a:t>Introduction</a:t>
            </a:r>
          </a:p>
        </p:txBody>
      </p:sp>
      <p:sp>
        <p:nvSpPr>
          <p:cNvPr id="5" name="Content Placeholder 4">
            <a:extLst>
              <a:ext uri="{FF2B5EF4-FFF2-40B4-BE49-F238E27FC236}">
                <a16:creationId xmlns:a16="http://schemas.microsoft.com/office/drawing/2014/main" id="{C13F5AFC-4320-2651-A23F-F011B9718730}"/>
              </a:ext>
            </a:extLst>
          </p:cNvPr>
          <p:cNvSpPr>
            <a:spLocks noGrp="1"/>
          </p:cNvSpPr>
          <p:nvPr>
            <p:ph idx="1"/>
          </p:nvPr>
        </p:nvSpPr>
        <p:spPr/>
        <p:txBody>
          <a:bodyPr>
            <a:normAutofit/>
          </a:bodyPr>
          <a:lstStyle/>
          <a:p>
            <a:r>
              <a:rPr lang="en-US" dirty="0">
                <a:latin typeface="X Typewriter" panose="02000609000000000000" pitchFamily="49" charset="0"/>
              </a:rPr>
              <a:t>You will be divided into two groups. Each group will have the opportunity to make decisions about a series of “moves.” The outcome of those moves will be determined by the choice that both groups make.</a:t>
            </a:r>
          </a:p>
          <a:p>
            <a:r>
              <a:rPr lang="en-US" dirty="0">
                <a:latin typeface="X Typewriter" panose="02000609000000000000" pitchFamily="49" charset="0"/>
              </a:rPr>
              <a:t>Neither group can independently determine the outcomes of the situation.</a:t>
            </a:r>
          </a:p>
          <a:p>
            <a:r>
              <a:rPr lang="en-US" dirty="0">
                <a:latin typeface="X Typewriter" panose="02000609000000000000" pitchFamily="49" charset="0"/>
              </a:rPr>
              <a:t>The nature of each group’s choices and how well each group performs in this exercise will be determined by:</a:t>
            </a:r>
          </a:p>
          <a:p>
            <a:pPr lvl="1"/>
            <a:r>
              <a:rPr lang="en-US" dirty="0">
                <a:latin typeface="X Typewriter" panose="02000609000000000000" pitchFamily="49" charset="0"/>
              </a:rPr>
              <a:t>Each group’s behavior towards the other group</a:t>
            </a:r>
          </a:p>
          <a:p>
            <a:pPr lvl="1"/>
            <a:r>
              <a:rPr lang="en-US" dirty="0">
                <a:latin typeface="X Typewriter" panose="02000609000000000000" pitchFamily="49" charset="0"/>
              </a:rPr>
              <a:t>Communication between the groups</a:t>
            </a:r>
          </a:p>
        </p:txBody>
      </p:sp>
    </p:spTree>
    <p:extLst>
      <p:ext uri="{BB962C8B-B14F-4D97-AF65-F5344CB8AC3E}">
        <p14:creationId xmlns:p14="http://schemas.microsoft.com/office/powerpoint/2010/main" val="1949409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6EBC-7990-53F9-F7D0-210327120B86}"/>
              </a:ext>
            </a:extLst>
          </p:cNvPr>
          <p:cNvSpPr>
            <a:spLocks noGrp="1"/>
          </p:cNvSpPr>
          <p:nvPr>
            <p:ph type="title"/>
          </p:nvPr>
        </p:nvSpPr>
        <p:spPr/>
        <p:txBody>
          <a:bodyPr/>
          <a:lstStyle/>
          <a:p>
            <a:r>
              <a:rPr lang="en-US" dirty="0">
                <a:latin typeface="Apple II Screen Typeface" panose="02000609000000000000" pitchFamily="49" charset="0"/>
              </a:rPr>
              <a:t>Step 1</a:t>
            </a:r>
          </a:p>
        </p:txBody>
      </p:sp>
      <p:sp>
        <p:nvSpPr>
          <p:cNvPr id="5" name="Content Placeholder 4">
            <a:extLst>
              <a:ext uri="{FF2B5EF4-FFF2-40B4-BE49-F238E27FC236}">
                <a16:creationId xmlns:a16="http://schemas.microsoft.com/office/drawing/2014/main" id="{FB9C3964-10A2-A6B8-93A7-8AE51A8514C3}"/>
              </a:ext>
            </a:extLst>
          </p:cNvPr>
          <p:cNvSpPr>
            <a:spLocks noGrp="1"/>
          </p:cNvSpPr>
          <p:nvPr>
            <p:ph sz="half" idx="1"/>
          </p:nvPr>
        </p:nvSpPr>
        <p:spPr/>
        <p:txBody>
          <a:bodyPr>
            <a:normAutofit/>
          </a:bodyPr>
          <a:lstStyle/>
          <a:p>
            <a:r>
              <a:rPr lang="en-US" sz="2400" b="1" dirty="0">
                <a:latin typeface="X Typewriter" panose="02000609000000000000" pitchFamily="49" charset="0"/>
              </a:rPr>
              <a:t>Determine Team Members</a:t>
            </a:r>
          </a:p>
        </p:txBody>
      </p:sp>
      <p:sp>
        <p:nvSpPr>
          <p:cNvPr id="6" name="Content Placeholder 5">
            <a:extLst>
              <a:ext uri="{FF2B5EF4-FFF2-40B4-BE49-F238E27FC236}">
                <a16:creationId xmlns:a16="http://schemas.microsoft.com/office/drawing/2014/main" id="{0EBF1065-424E-373D-8138-9B0AD3519548}"/>
              </a:ext>
            </a:extLst>
          </p:cNvPr>
          <p:cNvSpPr>
            <a:spLocks noGrp="1"/>
          </p:cNvSpPr>
          <p:nvPr>
            <p:ph sz="half" idx="2"/>
          </p:nvPr>
        </p:nvSpPr>
        <p:spPr/>
        <p:txBody>
          <a:bodyPr/>
          <a:lstStyle/>
          <a:p>
            <a:r>
              <a:rPr lang="en-US" dirty="0">
                <a:latin typeface="X Typewriter" panose="02000609000000000000" pitchFamily="49" charset="0"/>
              </a:rPr>
              <a:t>Draw a card from the deck. Everyone that draws a red suited card will be on the </a:t>
            </a:r>
            <a:r>
              <a:rPr lang="en-US" b="1" dirty="0">
                <a:solidFill>
                  <a:srgbClr val="C00000"/>
                </a:solidFill>
                <a:latin typeface="X Typewriter" panose="02000609000000000000" pitchFamily="49" charset="0"/>
              </a:rPr>
              <a:t>RED TEAM</a:t>
            </a:r>
            <a:r>
              <a:rPr lang="en-US" dirty="0">
                <a:latin typeface="X Typewriter" panose="02000609000000000000" pitchFamily="49" charset="0"/>
              </a:rPr>
              <a:t>. Everyone that draws a black suited card will be on the </a:t>
            </a:r>
            <a:r>
              <a:rPr lang="en-US" b="1" dirty="0">
                <a:latin typeface="X Typewriter" panose="02000609000000000000" pitchFamily="49" charset="0"/>
              </a:rPr>
              <a:t>BLACK TEAM</a:t>
            </a:r>
            <a:r>
              <a:rPr lang="en-US" dirty="0">
                <a:latin typeface="X Typewriter" panose="02000609000000000000" pitchFamily="49" charset="0"/>
              </a:rPr>
              <a:t>.</a:t>
            </a:r>
          </a:p>
          <a:p>
            <a:r>
              <a:rPr lang="en-US" dirty="0">
                <a:latin typeface="X Typewriter" panose="02000609000000000000" pitchFamily="49" charset="0"/>
              </a:rPr>
              <a:t>Rearrange yourselves so that you are sitting with members of your team.</a:t>
            </a:r>
          </a:p>
        </p:txBody>
      </p:sp>
    </p:spTree>
    <p:extLst>
      <p:ext uri="{BB962C8B-B14F-4D97-AF65-F5344CB8AC3E}">
        <p14:creationId xmlns:p14="http://schemas.microsoft.com/office/powerpoint/2010/main" val="3131932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6EBC-7990-53F9-F7D0-210327120B86}"/>
              </a:ext>
            </a:extLst>
          </p:cNvPr>
          <p:cNvSpPr>
            <a:spLocks noGrp="1"/>
          </p:cNvSpPr>
          <p:nvPr>
            <p:ph type="title"/>
          </p:nvPr>
        </p:nvSpPr>
        <p:spPr/>
        <p:txBody>
          <a:bodyPr/>
          <a:lstStyle/>
          <a:p>
            <a:r>
              <a:rPr lang="en-US" dirty="0">
                <a:latin typeface="Apple II Screen Typeface" panose="02000609000000000000" pitchFamily="49" charset="0"/>
              </a:rPr>
              <a:t>Step 2</a:t>
            </a:r>
          </a:p>
        </p:txBody>
      </p:sp>
      <p:sp>
        <p:nvSpPr>
          <p:cNvPr id="5" name="Content Placeholder 4">
            <a:extLst>
              <a:ext uri="{FF2B5EF4-FFF2-40B4-BE49-F238E27FC236}">
                <a16:creationId xmlns:a16="http://schemas.microsoft.com/office/drawing/2014/main" id="{FB9C3964-10A2-A6B8-93A7-8AE51A8514C3}"/>
              </a:ext>
            </a:extLst>
          </p:cNvPr>
          <p:cNvSpPr>
            <a:spLocks noGrp="1"/>
          </p:cNvSpPr>
          <p:nvPr>
            <p:ph sz="half" idx="1"/>
          </p:nvPr>
        </p:nvSpPr>
        <p:spPr/>
        <p:txBody>
          <a:bodyPr>
            <a:normAutofit/>
          </a:bodyPr>
          <a:lstStyle/>
          <a:p>
            <a:r>
              <a:rPr lang="en-US" sz="2400" b="1" dirty="0">
                <a:latin typeface="X Typewriter" panose="02000609000000000000" pitchFamily="49" charset="0"/>
              </a:rPr>
              <a:t>Review the Rules</a:t>
            </a:r>
          </a:p>
          <a:p>
            <a:r>
              <a:rPr lang="en-US" sz="2400" b="1" dirty="0">
                <a:latin typeface="X Typewriter" panose="02000609000000000000" pitchFamily="49" charset="0"/>
              </a:rPr>
              <a:t>15 minutes</a:t>
            </a:r>
          </a:p>
        </p:txBody>
      </p:sp>
      <p:sp>
        <p:nvSpPr>
          <p:cNvPr id="6" name="Content Placeholder 5">
            <a:extLst>
              <a:ext uri="{FF2B5EF4-FFF2-40B4-BE49-F238E27FC236}">
                <a16:creationId xmlns:a16="http://schemas.microsoft.com/office/drawing/2014/main" id="{0EBF1065-424E-373D-8138-9B0AD3519548}"/>
              </a:ext>
            </a:extLst>
          </p:cNvPr>
          <p:cNvSpPr>
            <a:spLocks noGrp="1"/>
          </p:cNvSpPr>
          <p:nvPr>
            <p:ph sz="half" idx="2"/>
          </p:nvPr>
        </p:nvSpPr>
        <p:spPr/>
        <p:txBody>
          <a:bodyPr>
            <a:normAutofit/>
          </a:bodyPr>
          <a:lstStyle/>
          <a:p>
            <a:r>
              <a:rPr lang="en-US" dirty="0">
                <a:latin typeface="X Typewriter" panose="02000609000000000000" pitchFamily="49" charset="0"/>
              </a:rPr>
              <a:t>Read the instructions you have been given carefully. When you have finished reading the instructions, Joel will answer any questions you have.</a:t>
            </a:r>
          </a:p>
          <a:p>
            <a:r>
              <a:rPr lang="en-US" dirty="0">
                <a:latin typeface="X Typewriter" panose="02000609000000000000" pitchFamily="49" charset="0"/>
              </a:rPr>
              <a:t>You will be given additional time to discuss the rules with your teammates and plan the strategy your team will follow.</a:t>
            </a:r>
          </a:p>
        </p:txBody>
      </p:sp>
    </p:spTree>
    <p:extLst>
      <p:ext uri="{BB962C8B-B14F-4D97-AF65-F5344CB8AC3E}">
        <p14:creationId xmlns:p14="http://schemas.microsoft.com/office/powerpoint/2010/main" val="774746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6EBC-7990-53F9-F7D0-210327120B86}"/>
              </a:ext>
            </a:extLst>
          </p:cNvPr>
          <p:cNvSpPr>
            <a:spLocks noGrp="1"/>
          </p:cNvSpPr>
          <p:nvPr>
            <p:ph type="title"/>
          </p:nvPr>
        </p:nvSpPr>
        <p:spPr/>
        <p:txBody>
          <a:bodyPr/>
          <a:lstStyle/>
          <a:p>
            <a:r>
              <a:rPr lang="en-US" dirty="0">
                <a:latin typeface="Apple II Screen Typeface" panose="02000609000000000000" pitchFamily="49" charset="0"/>
              </a:rPr>
              <a:t>Step 3</a:t>
            </a:r>
            <a:endParaRPr lang="en-US" dirty="0"/>
          </a:p>
        </p:txBody>
      </p:sp>
      <p:sp>
        <p:nvSpPr>
          <p:cNvPr id="5" name="Content Placeholder 4">
            <a:extLst>
              <a:ext uri="{FF2B5EF4-FFF2-40B4-BE49-F238E27FC236}">
                <a16:creationId xmlns:a16="http://schemas.microsoft.com/office/drawing/2014/main" id="{FB9C3964-10A2-A6B8-93A7-8AE51A8514C3}"/>
              </a:ext>
            </a:extLst>
          </p:cNvPr>
          <p:cNvSpPr>
            <a:spLocks noGrp="1"/>
          </p:cNvSpPr>
          <p:nvPr>
            <p:ph sz="half" idx="1"/>
          </p:nvPr>
        </p:nvSpPr>
        <p:spPr/>
        <p:txBody>
          <a:bodyPr>
            <a:normAutofit fontScale="85000" lnSpcReduction="20000"/>
          </a:bodyPr>
          <a:lstStyle/>
          <a:p>
            <a:r>
              <a:rPr lang="en-US" sz="2400" b="1" dirty="0">
                <a:latin typeface="X Typewriter" panose="02000609000000000000" pitchFamily="49" charset="0"/>
              </a:rPr>
              <a:t>Assign roles</a:t>
            </a:r>
          </a:p>
          <a:p>
            <a:r>
              <a:rPr lang="en-US" sz="2400" b="1" dirty="0">
                <a:latin typeface="X Typewriter" panose="02000609000000000000" pitchFamily="49" charset="0"/>
              </a:rPr>
              <a:t>5 minutes</a:t>
            </a:r>
          </a:p>
        </p:txBody>
      </p:sp>
      <p:sp>
        <p:nvSpPr>
          <p:cNvPr id="6" name="Content Placeholder 5">
            <a:extLst>
              <a:ext uri="{FF2B5EF4-FFF2-40B4-BE49-F238E27FC236}">
                <a16:creationId xmlns:a16="http://schemas.microsoft.com/office/drawing/2014/main" id="{0EBF1065-424E-373D-8138-9B0AD3519548}"/>
              </a:ext>
            </a:extLst>
          </p:cNvPr>
          <p:cNvSpPr>
            <a:spLocks noGrp="1"/>
          </p:cNvSpPr>
          <p:nvPr>
            <p:ph sz="half" idx="2"/>
          </p:nvPr>
        </p:nvSpPr>
        <p:spPr/>
        <p:txBody>
          <a:bodyPr>
            <a:normAutofit fontScale="85000" lnSpcReduction="20000"/>
          </a:bodyPr>
          <a:lstStyle/>
          <a:p>
            <a:r>
              <a:rPr lang="en-US" dirty="0">
                <a:latin typeface="X Typewriter" panose="02000609000000000000" pitchFamily="49" charset="0"/>
              </a:rPr>
              <a:t>Select people to fill the following roles. People holding each role can be changed at any time by the decision of the team.</a:t>
            </a:r>
          </a:p>
          <a:p>
            <a:pPr lvl="1"/>
            <a:r>
              <a:rPr lang="en-US" b="1" dirty="0">
                <a:latin typeface="X Typewriter" panose="02000609000000000000" pitchFamily="49" charset="0"/>
              </a:rPr>
              <a:t>Negotiator</a:t>
            </a:r>
            <a:r>
              <a:rPr lang="en-US" dirty="0">
                <a:latin typeface="X Typewriter" panose="02000609000000000000" pitchFamily="49" charset="0"/>
              </a:rPr>
              <a:t> – handle activities stated under “the negotiations” section of the rules</a:t>
            </a:r>
          </a:p>
          <a:p>
            <a:pPr lvl="1"/>
            <a:r>
              <a:rPr lang="en-US" b="1" dirty="0">
                <a:latin typeface="X Typewriter" panose="02000609000000000000" pitchFamily="49" charset="0"/>
              </a:rPr>
              <a:t>Spokesperson</a:t>
            </a:r>
            <a:r>
              <a:rPr lang="en-US" dirty="0">
                <a:latin typeface="X Typewriter" panose="02000609000000000000" pitchFamily="49" charset="0"/>
              </a:rPr>
              <a:t> – communicate decisions to the facilitator about team moves, attacks, initiation or acceptance of negotiations, etc.</a:t>
            </a:r>
          </a:p>
          <a:p>
            <a:pPr lvl="1"/>
            <a:r>
              <a:rPr lang="en-US" b="1" dirty="0">
                <a:latin typeface="X Typewriter" panose="02000609000000000000" pitchFamily="49" charset="0"/>
              </a:rPr>
              <a:t>Record Keeper </a:t>
            </a:r>
            <a:r>
              <a:rPr lang="en-US" dirty="0">
                <a:latin typeface="X Typewriter" panose="02000609000000000000" pitchFamily="49" charset="0"/>
              </a:rPr>
              <a:t>– record team moves and keep running accounts of the team's treasury</a:t>
            </a:r>
          </a:p>
          <a:p>
            <a:r>
              <a:rPr lang="en-US" dirty="0">
                <a:latin typeface="X Typewriter" panose="02000609000000000000" pitchFamily="49" charset="0"/>
              </a:rPr>
              <a:t>The facilitator will only listen to the team spokesperson!</a:t>
            </a:r>
          </a:p>
          <a:p>
            <a:r>
              <a:rPr lang="en-US" dirty="0">
                <a:latin typeface="X Typewriter" panose="02000609000000000000" pitchFamily="49" charset="0"/>
              </a:rPr>
              <a:t>The spokesperson and negotiator cannot be the same person.</a:t>
            </a:r>
          </a:p>
        </p:txBody>
      </p:sp>
    </p:spTree>
    <p:extLst>
      <p:ext uri="{BB962C8B-B14F-4D97-AF65-F5344CB8AC3E}">
        <p14:creationId xmlns:p14="http://schemas.microsoft.com/office/powerpoint/2010/main" val="883869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6EBC-7990-53F9-F7D0-210327120B86}"/>
              </a:ext>
            </a:extLst>
          </p:cNvPr>
          <p:cNvSpPr>
            <a:spLocks noGrp="1"/>
          </p:cNvSpPr>
          <p:nvPr>
            <p:ph type="title"/>
          </p:nvPr>
        </p:nvSpPr>
        <p:spPr/>
        <p:txBody>
          <a:bodyPr/>
          <a:lstStyle/>
          <a:p>
            <a:r>
              <a:rPr lang="en-US" dirty="0">
                <a:latin typeface="Apple II Screen Typeface" panose="02000609000000000000" pitchFamily="49" charset="0"/>
              </a:rPr>
              <a:t>Step 4</a:t>
            </a:r>
            <a:endParaRPr lang="en-US" dirty="0"/>
          </a:p>
        </p:txBody>
      </p:sp>
      <p:sp>
        <p:nvSpPr>
          <p:cNvPr id="5" name="Content Placeholder 4">
            <a:extLst>
              <a:ext uri="{FF2B5EF4-FFF2-40B4-BE49-F238E27FC236}">
                <a16:creationId xmlns:a16="http://schemas.microsoft.com/office/drawing/2014/main" id="{FB9C3964-10A2-A6B8-93A7-8AE51A8514C3}"/>
              </a:ext>
            </a:extLst>
          </p:cNvPr>
          <p:cNvSpPr>
            <a:spLocks noGrp="1"/>
          </p:cNvSpPr>
          <p:nvPr>
            <p:ph sz="half" idx="1"/>
          </p:nvPr>
        </p:nvSpPr>
        <p:spPr/>
        <p:txBody>
          <a:bodyPr>
            <a:normAutofit/>
          </a:bodyPr>
          <a:lstStyle/>
          <a:p>
            <a:r>
              <a:rPr lang="en-US" sz="2400" b="1" dirty="0">
                <a:latin typeface="X Typewriter" panose="02000609000000000000" pitchFamily="49" charset="0"/>
              </a:rPr>
              <a:t>Discuss your strategy</a:t>
            </a:r>
          </a:p>
          <a:p>
            <a:r>
              <a:rPr lang="en-US" sz="2400" b="1" dirty="0">
                <a:latin typeface="X Typewriter" panose="02000609000000000000" pitchFamily="49" charset="0"/>
              </a:rPr>
              <a:t>10 minutes</a:t>
            </a:r>
          </a:p>
        </p:txBody>
      </p:sp>
      <p:sp>
        <p:nvSpPr>
          <p:cNvPr id="6" name="Content Placeholder 5">
            <a:extLst>
              <a:ext uri="{FF2B5EF4-FFF2-40B4-BE49-F238E27FC236}">
                <a16:creationId xmlns:a16="http://schemas.microsoft.com/office/drawing/2014/main" id="{0EBF1065-424E-373D-8138-9B0AD3519548}"/>
              </a:ext>
            </a:extLst>
          </p:cNvPr>
          <p:cNvSpPr>
            <a:spLocks noGrp="1"/>
          </p:cNvSpPr>
          <p:nvPr>
            <p:ph sz="half" idx="2"/>
          </p:nvPr>
        </p:nvSpPr>
        <p:spPr/>
        <p:txBody>
          <a:bodyPr>
            <a:normAutofit/>
          </a:bodyPr>
          <a:lstStyle/>
          <a:p>
            <a:r>
              <a:rPr lang="en-US" dirty="0">
                <a:latin typeface="X Typewriter" panose="02000609000000000000" pitchFamily="49" charset="0"/>
              </a:rPr>
              <a:t>Each team should discuss how you want to play, what the other team might do, and how that affects your strategy. Decide on your first move that you will make for the first round, whether or not you want to negotiate, and what you might say to the other team, if you or they initiate negotiations.</a:t>
            </a:r>
          </a:p>
        </p:txBody>
      </p:sp>
    </p:spTree>
    <p:extLst>
      <p:ext uri="{BB962C8B-B14F-4D97-AF65-F5344CB8AC3E}">
        <p14:creationId xmlns:p14="http://schemas.microsoft.com/office/powerpoint/2010/main" val="1299219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70E6B-865D-76E2-C0FA-A12162BFD56A}"/>
              </a:ext>
            </a:extLst>
          </p:cNvPr>
          <p:cNvSpPr>
            <a:spLocks noGrp="1"/>
          </p:cNvSpPr>
          <p:nvPr>
            <p:ph type="title"/>
          </p:nvPr>
        </p:nvSpPr>
        <p:spPr/>
        <p:txBody>
          <a:bodyPr/>
          <a:lstStyle/>
          <a:p>
            <a:r>
              <a:rPr lang="en-US" dirty="0">
                <a:latin typeface="Apple II Screen Typeface" panose="02000609000000000000" pitchFamily="49" charset="0"/>
              </a:rPr>
              <a:t>Round 1 – Move 1</a:t>
            </a:r>
          </a:p>
        </p:txBody>
      </p:sp>
      <p:sp>
        <p:nvSpPr>
          <p:cNvPr id="6" name="Content Placeholder 5">
            <a:extLst>
              <a:ext uri="{FF2B5EF4-FFF2-40B4-BE49-F238E27FC236}">
                <a16:creationId xmlns:a16="http://schemas.microsoft.com/office/drawing/2014/main" id="{2C4F0128-2F41-E573-32CD-F6ED6F775AA6}"/>
              </a:ext>
            </a:extLst>
          </p:cNvPr>
          <p:cNvSpPr>
            <a:spLocks noGrp="1"/>
          </p:cNvSpPr>
          <p:nvPr>
            <p:ph sz="half" idx="1"/>
          </p:nvPr>
        </p:nvSpPr>
        <p:spPr/>
        <p:txBody>
          <a:bodyPr>
            <a:normAutofit/>
          </a:bodyPr>
          <a:lstStyle/>
          <a:p>
            <a:r>
              <a:rPr lang="en-US" dirty="0">
                <a:latin typeface="X Typewriter" panose="02000609000000000000" pitchFamily="49" charset="0"/>
              </a:rPr>
              <a:t>Make your first move!</a:t>
            </a:r>
          </a:p>
          <a:p>
            <a:r>
              <a:rPr lang="en-US" dirty="0">
                <a:latin typeface="X Typewriter" panose="02000609000000000000" pitchFamily="49" charset="0"/>
              </a:rPr>
              <a:t>Your have three minutes to decide on your first move and arm/disarm zero, one, or two cards.</a:t>
            </a:r>
          </a:p>
          <a:p>
            <a:r>
              <a:rPr lang="en-US" dirty="0">
                <a:latin typeface="X Typewriter" panose="02000609000000000000" pitchFamily="49" charset="0"/>
              </a:rPr>
              <a:t>Following the three-minute decision period, you have 30 seconds to call for negotiations and</a:t>
            </a:r>
            <a:r>
              <a:rPr lang="en-US">
                <a:latin typeface="X Typewriter" panose="02000609000000000000" pitchFamily="49" charset="0"/>
              </a:rPr>
              <a:t>/or decide </a:t>
            </a:r>
            <a:r>
              <a:rPr lang="en-US" dirty="0">
                <a:latin typeface="X Typewriter" panose="02000609000000000000" pitchFamily="49" charset="0"/>
              </a:rPr>
              <a:t>if you will attack.</a:t>
            </a:r>
          </a:p>
        </p:txBody>
      </p:sp>
      <p:sp>
        <p:nvSpPr>
          <p:cNvPr id="7" name="Content Placeholder 6">
            <a:extLst>
              <a:ext uri="{FF2B5EF4-FFF2-40B4-BE49-F238E27FC236}">
                <a16:creationId xmlns:a16="http://schemas.microsoft.com/office/drawing/2014/main" id="{EDB88163-0980-E0E4-9337-D3BA0B27A29F}"/>
              </a:ext>
            </a:extLst>
          </p:cNvPr>
          <p:cNvSpPr>
            <a:spLocks noGrp="1"/>
          </p:cNvSpPr>
          <p:nvPr>
            <p:ph sz="half" idx="2"/>
          </p:nvPr>
        </p:nvSpPr>
        <p:spPr/>
        <p:txBody>
          <a:bodyPr>
            <a:normAutofit/>
          </a:bodyPr>
          <a:lstStyle/>
          <a:p>
            <a:r>
              <a:rPr lang="en-US" dirty="0">
                <a:latin typeface="X Typewriter" panose="02000609000000000000" pitchFamily="49" charset="0"/>
              </a:rPr>
              <a:t>If there is no attack or negotiations, we will proceed to the second move.</a:t>
            </a:r>
          </a:p>
          <a:p>
            <a:r>
              <a:rPr lang="en-US" dirty="0">
                <a:latin typeface="X Typewriter" panose="02000609000000000000" pitchFamily="49" charset="0"/>
              </a:rPr>
              <a:t>Joel is keeping time and will notify you at</a:t>
            </a:r>
          </a:p>
          <a:p>
            <a:pPr lvl="1"/>
            <a:r>
              <a:rPr lang="en-US" dirty="0">
                <a:latin typeface="X Typewriter" panose="02000609000000000000" pitchFamily="49" charset="0"/>
              </a:rPr>
              <a:t>2 minutes</a:t>
            </a:r>
          </a:p>
          <a:p>
            <a:pPr lvl="1"/>
            <a:r>
              <a:rPr lang="en-US" dirty="0">
                <a:latin typeface="X Typewriter" panose="02000609000000000000" pitchFamily="49" charset="0"/>
              </a:rPr>
              <a:t>1 minute</a:t>
            </a:r>
          </a:p>
          <a:p>
            <a:pPr lvl="1"/>
            <a:r>
              <a:rPr lang="en-US" dirty="0">
                <a:latin typeface="X Typewriter" panose="02000609000000000000" pitchFamily="49" charset="0"/>
              </a:rPr>
              <a:t>30 seconds</a:t>
            </a:r>
          </a:p>
          <a:p>
            <a:pPr lvl="1"/>
            <a:r>
              <a:rPr lang="en-US" dirty="0">
                <a:latin typeface="X Typewriter" panose="02000609000000000000" pitchFamily="49" charset="0"/>
              </a:rPr>
              <a:t>10 seconds</a:t>
            </a:r>
          </a:p>
        </p:txBody>
      </p:sp>
    </p:spTree>
    <p:extLst>
      <p:ext uri="{BB962C8B-B14F-4D97-AF65-F5344CB8AC3E}">
        <p14:creationId xmlns:p14="http://schemas.microsoft.com/office/powerpoint/2010/main" val="3822785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70E6B-865D-76E2-C0FA-A12162BFD56A}"/>
              </a:ext>
            </a:extLst>
          </p:cNvPr>
          <p:cNvSpPr>
            <a:spLocks noGrp="1"/>
          </p:cNvSpPr>
          <p:nvPr>
            <p:ph type="title"/>
          </p:nvPr>
        </p:nvSpPr>
        <p:spPr/>
        <p:txBody>
          <a:bodyPr/>
          <a:lstStyle/>
          <a:p>
            <a:r>
              <a:rPr lang="en-US" dirty="0">
                <a:latin typeface="Apple II Screen Typeface" panose="02000609000000000000" pitchFamily="49" charset="0"/>
              </a:rPr>
              <a:t>REMEMBER</a:t>
            </a:r>
          </a:p>
        </p:txBody>
      </p:sp>
      <p:sp>
        <p:nvSpPr>
          <p:cNvPr id="6" name="Content Placeholder 5">
            <a:extLst>
              <a:ext uri="{FF2B5EF4-FFF2-40B4-BE49-F238E27FC236}">
                <a16:creationId xmlns:a16="http://schemas.microsoft.com/office/drawing/2014/main" id="{2C4F0128-2F41-E573-32CD-F6ED6F775AA6}"/>
              </a:ext>
            </a:extLst>
          </p:cNvPr>
          <p:cNvSpPr>
            <a:spLocks noGrp="1"/>
          </p:cNvSpPr>
          <p:nvPr>
            <p:ph sz="half" idx="1"/>
          </p:nvPr>
        </p:nvSpPr>
        <p:spPr/>
        <p:txBody>
          <a:bodyPr>
            <a:normAutofit/>
          </a:bodyPr>
          <a:lstStyle/>
          <a:p>
            <a:r>
              <a:rPr lang="en-US" dirty="0">
                <a:latin typeface="X Typewriter" panose="02000609000000000000" pitchFamily="49" charset="0"/>
              </a:rPr>
              <a:t>There are mandatory negotiations after moves 3 and 6</a:t>
            </a:r>
          </a:p>
          <a:p>
            <a:r>
              <a:rPr lang="en-US" dirty="0">
                <a:latin typeface="X Typewriter" panose="02000609000000000000" pitchFamily="49" charset="0"/>
              </a:rPr>
              <a:t>There will be seven moves unless there is an attack</a:t>
            </a:r>
          </a:p>
        </p:txBody>
      </p:sp>
      <p:sp>
        <p:nvSpPr>
          <p:cNvPr id="7" name="Content Placeholder 6">
            <a:extLst>
              <a:ext uri="{FF2B5EF4-FFF2-40B4-BE49-F238E27FC236}">
                <a16:creationId xmlns:a16="http://schemas.microsoft.com/office/drawing/2014/main" id="{EDB88163-0980-E0E4-9337-D3BA0B27A29F}"/>
              </a:ext>
            </a:extLst>
          </p:cNvPr>
          <p:cNvSpPr>
            <a:spLocks noGrp="1"/>
          </p:cNvSpPr>
          <p:nvPr>
            <p:ph sz="half" idx="2"/>
          </p:nvPr>
        </p:nvSpPr>
        <p:spPr/>
        <p:txBody>
          <a:bodyPr>
            <a:normAutofit/>
          </a:bodyPr>
          <a:lstStyle/>
          <a:p>
            <a:r>
              <a:rPr lang="en-US" dirty="0">
                <a:latin typeface="X Typewriter" panose="02000609000000000000" pitchFamily="49" charset="0"/>
              </a:rPr>
              <a:t>After an attack or the end of the seventh move, Joel will announce how many weapons each team has armed</a:t>
            </a:r>
          </a:p>
          <a:p>
            <a:r>
              <a:rPr lang="en-US" dirty="0">
                <a:latin typeface="X Typewriter" panose="02000609000000000000" pitchFamily="49" charset="0"/>
              </a:rPr>
              <a:t>Money (if used) will be transferred from one team's treasury to the other, or to/from the World Bank</a:t>
            </a:r>
          </a:p>
        </p:txBody>
      </p:sp>
    </p:spTree>
    <p:extLst>
      <p:ext uri="{BB962C8B-B14F-4D97-AF65-F5344CB8AC3E}">
        <p14:creationId xmlns:p14="http://schemas.microsoft.com/office/powerpoint/2010/main" val="9624992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6" ma:contentTypeDescription="Create a new document." ma:contentTypeScope="" ma:versionID="e12403c31acac8bd87567a5eb6d8d393">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7704fff892d3eff62f8741d377d9f709"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0BC73E-0123-4B02-B433-D6C137F91BB9}">
  <ds:schemaRefs>
    <ds:schemaRef ds:uri="http://schemas.microsoft.com/sharepoint/v3/contenttype/forms"/>
  </ds:schemaRefs>
</ds:datastoreItem>
</file>

<file path=customXml/itemProps2.xml><?xml version="1.0" encoding="utf-8"?>
<ds:datastoreItem xmlns:ds="http://schemas.openxmlformats.org/officeDocument/2006/customXml" ds:itemID="{08D81FC2-52C0-4BAA-839E-93B6C38D40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2657dd-b8a5-4c99-8d51-b0b9d254c989"/>
    <ds:schemaRef ds:uri="5ba80a41-9917-4a22-8f13-cb051ddce6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600</TotalTime>
  <Words>513</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Apple II Screen Typeface</vt:lpstr>
      <vt:lpstr>Rockwell</vt:lpstr>
      <vt:lpstr>Rockwell Condensed</vt:lpstr>
      <vt:lpstr>Wingdings</vt:lpstr>
      <vt:lpstr>X Typewriter</vt:lpstr>
      <vt:lpstr>Wood Type</vt:lpstr>
      <vt:lpstr>Disarmament</vt:lpstr>
      <vt:lpstr>Introduction</vt:lpstr>
      <vt:lpstr>Step 1</vt:lpstr>
      <vt:lpstr>Step 2</vt:lpstr>
      <vt:lpstr>Step 3</vt:lpstr>
      <vt:lpstr>Step 4</vt:lpstr>
      <vt:lpstr>Round 1 – Move 1</vt:lpstr>
      <vt:lpstr>REMEMBER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Disarmament Exercise</dc:title>
  <dc:creator>Thurston, Joel (jt9sz)</dc:creator>
  <cp:lastModifiedBy>Thurston, Joel (jt9sz)</cp:lastModifiedBy>
  <cp:revision>4</cp:revision>
  <dcterms:created xsi:type="dcterms:W3CDTF">2023-05-30T01:17:10Z</dcterms:created>
  <dcterms:modified xsi:type="dcterms:W3CDTF">2023-06-02T16:08:42Z</dcterms:modified>
</cp:coreProperties>
</file>
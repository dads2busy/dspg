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1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4"/>
    <p:restoredTop sz="94609"/>
  </p:normalViewPr>
  <p:slideViewPr>
    <p:cSldViewPr snapToGrid="0" snapToObjects="1">
      <p:cViewPr varScale="1">
        <p:scale>
          <a:sx n="151" d="100"/>
          <a:sy n="151" d="100"/>
        </p:scale>
        <p:origin x="6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E3F9CA-708E-CA44-B26C-337BA000866C}" type="datetimeFigureOut">
              <a:rPr lang="en-US" smtClean="0"/>
              <a:t>5/23/17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132B7-6172-1945-B7BF-5B96AF534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375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132B7-6172-1945-B7BF-5B96AF534E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73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132B7-6172-1945-B7BF-5B96AF534E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859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5E26-E36A-5C4E-A29C-A5693E17F1ED}" type="datetimeFigureOut">
              <a:rPr lang="en-US" smtClean="0"/>
              <a:t>5/23/17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D734F-E2DB-3D4B-B19A-2295CBE5C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18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5E26-E36A-5C4E-A29C-A5693E17F1ED}" type="datetimeFigureOut">
              <a:rPr lang="en-US" smtClean="0"/>
              <a:t>5/23/17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D734F-E2DB-3D4B-B19A-2295CBE5C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061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5E26-E36A-5C4E-A29C-A5693E17F1ED}" type="datetimeFigureOut">
              <a:rPr lang="en-US" smtClean="0"/>
              <a:t>5/23/17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D734F-E2DB-3D4B-B19A-2295CBE5C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96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5E26-E36A-5C4E-A29C-A5693E17F1ED}" type="datetimeFigureOut">
              <a:rPr lang="en-US" smtClean="0"/>
              <a:t>5/23/17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D734F-E2DB-3D4B-B19A-2295CBE5C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39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5E26-E36A-5C4E-A29C-A5693E17F1ED}" type="datetimeFigureOut">
              <a:rPr lang="en-US" smtClean="0"/>
              <a:t>5/23/17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D734F-E2DB-3D4B-B19A-2295CBE5C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7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5E26-E36A-5C4E-A29C-A5693E17F1ED}" type="datetimeFigureOut">
              <a:rPr lang="en-US" smtClean="0"/>
              <a:t>5/23/17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D734F-E2DB-3D4B-B19A-2295CBE5C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751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5E26-E36A-5C4E-A29C-A5693E17F1ED}" type="datetimeFigureOut">
              <a:rPr lang="en-US" smtClean="0"/>
              <a:t>5/23/17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D734F-E2DB-3D4B-B19A-2295CBE5C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17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5E26-E36A-5C4E-A29C-A5693E17F1ED}" type="datetimeFigureOut">
              <a:rPr lang="en-US" smtClean="0"/>
              <a:t>5/23/17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D734F-E2DB-3D4B-B19A-2295CBE5C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31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5E26-E36A-5C4E-A29C-A5693E17F1ED}" type="datetimeFigureOut">
              <a:rPr lang="en-US" smtClean="0"/>
              <a:t>5/23/17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D734F-E2DB-3D4B-B19A-2295CBE5C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41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5E26-E36A-5C4E-A29C-A5693E17F1ED}" type="datetimeFigureOut">
              <a:rPr lang="en-US" smtClean="0"/>
              <a:t>5/23/17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D734F-E2DB-3D4B-B19A-2295CBE5C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14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5E26-E36A-5C4E-A29C-A5693E17F1ED}" type="datetimeFigureOut">
              <a:rPr lang="en-US" smtClean="0"/>
              <a:t>5/23/17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D734F-E2DB-3D4B-B19A-2295CBE5C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46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225E26-E36A-5C4E-A29C-A5693E17F1ED}" type="datetimeFigureOut">
              <a:rPr lang="en-US" smtClean="0"/>
              <a:t>5/23/17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D734F-E2DB-3D4B-B19A-2295CBE5C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06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4" Type="http://schemas.openxmlformats.org/officeDocument/2006/relationships/image" Target="../media/image3.tiff"/><Relationship Id="rId5" Type="http://schemas.openxmlformats.org/officeDocument/2006/relationships/image" Target="../media/image4.tiff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4" Type="http://schemas.openxmlformats.org/officeDocument/2006/relationships/image" Target="../media/image4.tif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4" Type="http://schemas.openxmlformats.org/officeDocument/2006/relationships/image" Target="../media/image4.tif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4" Type="http://schemas.openxmlformats.org/officeDocument/2006/relationships/image" Target="../media/image3.tiff"/><Relationship Id="rId5" Type="http://schemas.openxmlformats.org/officeDocument/2006/relationships/image" Target="../media/image4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4" Type="http://schemas.openxmlformats.org/officeDocument/2006/relationships/image" Target="../media/image2.tiff"/><Relationship Id="rId5" Type="http://schemas.openxmlformats.org/officeDocument/2006/relationships/image" Target="../media/image3.tiff"/><Relationship Id="rId6" Type="http://schemas.openxmlformats.org/officeDocument/2006/relationships/image" Target="../media/image4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7998" y="1059123"/>
            <a:ext cx="7958667" cy="2387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Data Federation for </a:t>
            </a:r>
            <a:br>
              <a:rPr lang="en-US" dirty="0" smtClean="0"/>
            </a:br>
            <a:r>
              <a:rPr lang="en-US" dirty="0" smtClean="0"/>
              <a:t>Human Service Client Characterization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766" y="3730564"/>
            <a:ext cx="3395133" cy="16013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8834" y="491064"/>
            <a:ext cx="2806700" cy="18711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8834" y="2511157"/>
            <a:ext cx="2806699" cy="18711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1211" y="4531250"/>
            <a:ext cx="2804321" cy="186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341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467" y="373592"/>
            <a:ext cx="7975600" cy="1325563"/>
          </a:xfrm>
        </p:spPr>
        <p:txBody>
          <a:bodyPr>
            <a:normAutofit/>
          </a:bodyPr>
          <a:lstStyle/>
          <a:p>
            <a:r>
              <a:rPr lang="en-US" sz="3600" dirty="0" smtClean="0"/>
              <a:t>Data Federation for </a:t>
            </a:r>
            <a:br>
              <a:rPr lang="en-US" sz="3600" dirty="0" smtClean="0"/>
            </a:br>
            <a:r>
              <a:rPr lang="en-US" sz="3600" dirty="0" smtClean="0"/>
              <a:t>Human Service Client Characterization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467" y="1825625"/>
            <a:ext cx="8128001" cy="481224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Arlington DHS </a:t>
            </a:r>
            <a:r>
              <a:rPr lang="en-US" dirty="0"/>
              <a:t>has a 'no wrong door' philosophy meaning customers can sign-up for any DHS service from any DHS </a:t>
            </a:r>
            <a:r>
              <a:rPr lang="en-US" dirty="0" smtClean="0"/>
              <a:t>department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  <a:effectLst/>
              </a:rPr>
              <a:t>Data collected from multiple locations into different systems</a:t>
            </a:r>
          </a:p>
          <a:p>
            <a:r>
              <a:rPr lang="en-US" dirty="0" smtClean="0"/>
              <a:t>Arlington DHS client data is managed in multiple systems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their own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those provided by the Commonwealth of Virginia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those provided by the Federal Government</a:t>
            </a:r>
          </a:p>
          <a:p>
            <a:r>
              <a:rPr lang="en-US" dirty="0" smtClean="0"/>
              <a:t>Depending on the type of data collected, different Privacy laws apply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FERPA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Family Educational Rights and Privacy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Act)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HIPAA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Health Insurance Portability and Accountability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Act)</a:t>
            </a:r>
          </a:p>
          <a:p>
            <a:r>
              <a:rPr lang="en-US" dirty="0" smtClean="0"/>
              <a:t>Something seemingly simple, Characterizing DHS Clients, is NOT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8834" y="491064"/>
            <a:ext cx="2806700" cy="18711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8834" y="2511157"/>
            <a:ext cx="2806699" cy="18711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1211" y="4531250"/>
            <a:ext cx="2804321" cy="186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68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468" y="1825624"/>
            <a:ext cx="7933266" cy="457517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In </a:t>
            </a:r>
            <a:r>
              <a:rPr lang="en-US" dirty="0"/>
              <a:t>identifying and describing DHS customers, we will seek to </a:t>
            </a:r>
            <a:r>
              <a:rPr lang="en-US" b="1" dirty="0" smtClean="0"/>
              <a:t>repurpose</a:t>
            </a:r>
            <a:r>
              <a:rPr lang="en-US" dirty="0" smtClean="0"/>
              <a:t> DHS </a:t>
            </a:r>
            <a:r>
              <a:rPr lang="en-US" dirty="0"/>
              <a:t>administrative datasets to answer the following questions: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On any given day, how many customers is DHS serving? 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What are the demographics of the customers that they are serving? 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How does the daily distribution of customer compare with overall county demographics?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What subpopulations may be emerging as new pockets of needed services?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What eligible individuals may be being missed by DHS services?</a:t>
            </a:r>
          </a:p>
          <a:p>
            <a:r>
              <a:rPr lang="en-US" dirty="0"/>
              <a:t>Answers to these questions will help DHS align resources and needed services, as well as target further </a:t>
            </a:r>
            <a:r>
              <a:rPr lang="en-US" dirty="0" smtClean="0"/>
              <a:t>outreach</a:t>
            </a:r>
            <a:r>
              <a:rPr lang="en-US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8834" y="491064"/>
            <a:ext cx="2806700" cy="18711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8834" y="2511157"/>
            <a:ext cx="2806699" cy="18711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1211" y="4531250"/>
            <a:ext cx="2804321" cy="1869547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516467" y="373592"/>
            <a:ext cx="797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smtClean="0"/>
              <a:t>Data Federation for </a:t>
            </a:r>
            <a:br>
              <a:rPr lang="en-US" sz="3600" smtClean="0"/>
            </a:br>
            <a:r>
              <a:rPr lang="en-US" sz="3600" smtClean="0"/>
              <a:t>Human Service Client Characterization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90752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467" y="1791758"/>
            <a:ext cx="8212666" cy="4351338"/>
          </a:xfrm>
        </p:spPr>
        <p:txBody>
          <a:bodyPr>
            <a:noAutofit/>
          </a:bodyPr>
          <a:lstStyle/>
          <a:p>
            <a:r>
              <a:rPr lang="en-US" sz="3200" dirty="0" smtClean="0"/>
              <a:t>Project Goals</a:t>
            </a:r>
          </a:p>
          <a:p>
            <a:pPr lvl="1"/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</a:rPr>
              <a:t>Demonstrate Probabilistic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D</a:t>
            </a: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</a:rPr>
              <a:t>ata Federation between two DHS systems not typically linked (e.g. State and Local Systems)</a:t>
            </a:r>
          </a:p>
          <a:p>
            <a:pPr lvl="1"/>
            <a:r>
              <a:rPr lang="en-US" sz="2800" dirty="0" smtClean="0"/>
              <a:t>Demonstrate PRIVACY PROTECTED </a:t>
            </a:r>
            <a:r>
              <a:rPr lang="en-US" sz="2800" dirty="0" smtClean="0"/>
              <a:t>Probabilistic Data Federation between two DHS systems not </a:t>
            </a:r>
            <a:r>
              <a:rPr lang="en-US" sz="2800" b="1" dirty="0" smtClean="0"/>
              <a:t>allowed</a:t>
            </a:r>
            <a:r>
              <a:rPr lang="en-US" sz="2800" dirty="0" smtClean="0"/>
              <a:t> to link (e.g. Systems protected by different privacy laws)</a:t>
            </a:r>
            <a:endParaRPr lang="en-US" sz="2800" dirty="0" smtClean="0"/>
          </a:p>
          <a:p>
            <a:pPr lvl="1"/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</a:rPr>
              <a:t>Profile and Prepare linked data sets for Exploration</a:t>
            </a:r>
          </a:p>
          <a:p>
            <a:pPr lvl="1"/>
            <a:r>
              <a:rPr lang="en-US" sz="2800" dirty="0" smtClean="0"/>
              <a:t>Characterize Human Service Clients in a way that has never been done before!</a:t>
            </a:r>
          </a:p>
          <a:p>
            <a:pPr lvl="1"/>
            <a:endParaRPr lang="en-US" sz="2800" dirty="0" smtClean="0"/>
          </a:p>
          <a:p>
            <a:pPr lvl="1"/>
            <a:endParaRPr lang="en-US" sz="28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16467" y="373592"/>
            <a:ext cx="7975600" cy="1325563"/>
          </a:xfrm>
        </p:spPr>
        <p:txBody>
          <a:bodyPr>
            <a:normAutofit/>
          </a:bodyPr>
          <a:lstStyle/>
          <a:p>
            <a:r>
              <a:rPr lang="en-US" sz="3600" dirty="0" smtClean="0"/>
              <a:t>Data Federation for </a:t>
            </a:r>
            <a:br>
              <a:rPr lang="en-US" sz="3600" dirty="0" smtClean="0"/>
            </a:br>
            <a:r>
              <a:rPr lang="en-US" sz="3600" dirty="0" smtClean="0"/>
              <a:t>Human Service Client Characterization</a:t>
            </a:r>
            <a:endParaRPr lang="en-US" sz="3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8834" y="491064"/>
            <a:ext cx="2806700" cy="18711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8834" y="2511157"/>
            <a:ext cx="2806699" cy="18711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1211" y="4531250"/>
            <a:ext cx="2804321" cy="186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344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467" y="1699155"/>
            <a:ext cx="7975600" cy="3085457"/>
          </a:xfrm>
        </p:spPr>
        <p:txBody>
          <a:bodyPr>
            <a:noAutofit/>
          </a:bodyPr>
          <a:lstStyle/>
          <a:p>
            <a:r>
              <a:rPr lang="en-US" dirty="0" smtClean="0"/>
              <a:t>Project Sponsors/Stakeholders</a:t>
            </a:r>
          </a:p>
          <a:p>
            <a:pPr lvl="1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Anita Friedman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, Director of Human Services, Arlington 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County</a:t>
            </a:r>
          </a:p>
          <a:p>
            <a:pPr lvl="1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Michael-</a:t>
            </a:r>
            <a:r>
              <a:rPr lang="en-US" sz="2000" b="1" dirty="0" err="1">
                <a:solidFill>
                  <a:schemeClr val="bg1">
                    <a:lumMod val="50000"/>
                  </a:schemeClr>
                </a:solidFill>
              </a:rPr>
              <a:t>dharam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 Irwin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, Quality Assurance Manager, Department of Human Services, Arlington 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County</a:t>
            </a:r>
          </a:p>
          <a:p>
            <a:pPr lvl="1"/>
            <a:r>
              <a:rPr lang="en-US" sz="2000" b="1" dirty="0" smtClean="0">
                <a:solidFill>
                  <a:schemeClr val="bg1">
                    <a:lumMod val="50000"/>
                  </a:schemeClr>
                </a:solidFill>
              </a:rPr>
              <a:t>Martha </a:t>
            </a:r>
            <a:r>
              <a:rPr lang="en-US" sz="2000" b="1" dirty="0" err="1" smtClean="0">
                <a:solidFill>
                  <a:schemeClr val="bg1">
                    <a:lumMod val="50000"/>
                  </a:schemeClr>
                </a:solidFill>
              </a:rPr>
              <a:t>Coello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, IT Manager, Finance and Information Systems Division, Department of Human Services, 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Arlington County</a:t>
            </a:r>
          </a:p>
          <a:p>
            <a:r>
              <a:rPr lang="en-US" sz="2400" dirty="0" smtClean="0"/>
              <a:t>Project Leader</a:t>
            </a:r>
          </a:p>
          <a:p>
            <a:pPr lvl="1"/>
            <a:r>
              <a:rPr lang="en-US" sz="2000" dirty="0" smtClean="0"/>
              <a:t>Aaron D. Schroeder, Ph.D., M.P.A., A.A.S.W. (All-Around Swell Guy)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700" y="4886212"/>
            <a:ext cx="3395133" cy="16013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8834" y="491064"/>
            <a:ext cx="2806700" cy="18711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8834" y="2511157"/>
            <a:ext cx="2806699" cy="18711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1211" y="4531250"/>
            <a:ext cx="2804321" cy="1869547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16467" y="373592"/>
            <a:ext cx="7975600" cy="1325563"/>
          </a:xfrm>
        </p:spPr>
        <p:txBody>
          <a:bodyPr>
            <a:normAutofit/>
          </a:bodyPr>
          <a:lstStyle/>
          <a:p>
            <a:r>
              <a:rPr lang="en-US" sz="3600" dirty="0" smtClean="0"/>
              <a:t>Data Federation for </a:t>
            </a:r>
            <a:br>
              <a:rPr lang="en-US" sz="3600" dirty="0" smtClean="0"/>
            </a:br>
            <a:r>
              <a:rPr lang="en-US" sz="3600" dirty="0" smtClean="0"/>
              <a:t>Human Service Client Characterization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23922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273</Words>
  <Application>Microsoft Macintosh PowerPoint</Application>
  <PresentationFormat>Widescreen</PresentationFormat>
  <Paragraphs>35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Calibri Light</vt:lpstr>
      <vt:lpstr>Arial</vt:lpstr>
      <vt:lpstr>Office Theme</vt:lpstr>
      <vt:lpstr>Data Federation for  Human Service Client Characterization</vt:lpstr>
      <vt:lpstr>Data Federation for  Human Service Client Characterization</vt:lpstr>
      <vt:lpstr>PowerPoint Presentation</vt:lpstr>
      <vt:lpstr>Data Federation for  Human Service Client Characterization</vt:lpstr>
      <vt:lpstr>Data Federation for  Human Service Client Characterization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Federation for  Human Service Client Characterization</dc:title>
  <dc:creator>Aaron Schroeder</dc:creator>
  <cp:lastModifiedBy>Aaron Schroeder</cp:lastModifiedBy>
  <cp:revision>7</cp:revision>
  <dcterms:created xsi:type="dcterms:W3CDTF">2017-05-23T10:39:27Z</dcterms:created>
  <dcterms:modified xsi:type="dcterms:W3CDTF">2017-05-23T11:51:19Z</dcterms:modified>
</cp:coreProperties>
</file>
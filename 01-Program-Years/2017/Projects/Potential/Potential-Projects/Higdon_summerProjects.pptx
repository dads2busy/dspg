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-9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E1B8-E7F3-674A-A925-258169006027}" type="datetimeFigureOut">
              <a:rPr lang="en-US" smtClean="0"/>
              <a:t>4/25/17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151D3-217A-F944-9BE1-73F27704D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232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E1B8-E7F3-674A-A925-258169006027}" type="datetimeFigureOut">
              <a:rPr lang="en-US" smtClean="0"/>
              <a:t>4/25/17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151D3-217A-F944-9BE1-73F27704D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26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E1B8-E7F3-674A-A925-258169006027}" type="datetimeFigureOut">
              <a:rPr lang="en-US" smtClean="0"/>
              <a:t>4/25/17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151D3-217A-F944-9BE1-73F27704D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343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E1B8-E7F3-674A-A925-258169006027}" type="datetimeFigureOut">
              <a:rPr lang="en-US" smtClean="0"/>
              <a:t>4/25/17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151D3-217A-F944-9BE1-73F27704D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42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E1B8-E7F3-674A-A925-258169006027}" type="datetimeFigureOut">
              <a:rPr lang="en-US" smtClean="0"/>
              <a:t>4/25/17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151D3-217A-F944-9BE1-73F27704D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06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E1B8-E7F3-674A-A925-258169006027}" type="datetimeFigureOut">
              <a:rPr lang="en-US" smtClean="0"/>
              <a:t>4/25/17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151D3-217A-F944-9BE1-73F27704D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34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E1B8-E7F3-674A-A925-258169006027}" type="datetimeFigureOut">
              <a:rPr lang="en-US" smtClean="0"/>
              <a:t>4/25/17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151D3-217A-F944-9BE1-73F27704D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076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E1B8-E7F3-674A-A925-258169006027}" type="datetimeFigureOut">
              <a:rPr lang="en-US" smtClean="0"/>
              <a:t>4/25/17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151D3-217A-F944-9BE1-73F27704D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85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E1B8-E7F3-674A-A925-258169006027}" type="datetimeFigureOut">
              <a:rPr lang="en-US" smtClean="0"/>
              <a:t>4/25/17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151D3-217A-F944-9BE1-73F27704D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97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E1B8-E7F3-674A-A925-258169006027}" type="datetimeFigureOut">
              <a:rPr lang="en-US" smtClean="0"/>
              <a:t>4/25/17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151D3-217A-F944-9BE1-73F27704D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087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E1B8-E7F3-674A-A925-258169006027}" type="datetimeFigureOut">
              <a:rPr lang="en-US" smtClean="0"/>
              <a:t>4/25/17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151D3-217A-F944-9BE1-73F27704D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39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6E1B8-E7F3-674A-A925-258169006027}" type="datetimeFigureOut">
              <a:rPr lang="en-US" smtClean="0"/>
              <a:t>4/25/17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4151D3-217A-F944-9BE1-73F27704D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03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 couple of possible summer projects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Dave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976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68706"/>
            <a:ext cx="8229600" cy="909477"/>
          </a:xfrm>
        </p:spPr>
        <p:txBody>
          <a:bodyPr/>
          <a:lstStyle/>
          <a:p>
            <a:r>
              <a:rPr lang="en-US" dirty="0" smtClean="0"/>
              <a:t>How many people on the beach?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978182"/>
            <a:ext cx="8229600" cy="5199809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Work with City of San Diego Lifeguards</a:t>
            </a:r>
          </a:p>
          <a:p>
            <a:r>
              <a:rPr lang="en-US" dirty="0" smtClean="0"/>
              <a:t>They want to be estimate how many people use the beach on a given day.</a:t>
            </a:r>
          </a:p>
          <a:p>
            <a:pPr lvl="1"/>
            <a:r>
              <a:rPr lang="en-US" dirty="0" smtClean="0"/>
              <a:t>Would like the estimation approach to be easy, but relatively accurate</a:t>
            </a:r>
          </a:p>
          <a:p>
            <a:pPr lvl="1"/>
            <a:r>
              <a:rPr lang="en-US" dirty="0" smtClean="0"/>
              <a:t>They have 7 different beaches they need the counts for</a:t>
            </a:r>
          </a:p>
          <a:p>
            <a:r>
              <a:rPr lang="en-US" dirty="0" smtClean="0"/>
              <a:t>One approach, use photos taken from the main lifeguard station to estimate how many people are on the beach at the time the photo was taken.</a:t>
            </a:r>
          </a:p>
          <a:p>
            <a:pPr lvl="1"/>
            <a:r>
              <a:rPr lang="en-US" dirty="0" smtClean="0"/>
              <a:t>Would like to use machine learning methods to:</a:t>
            </a:r>
          </a:p>
          <a:p>
            <a:pPr lvl="2"/>
            <a:r>
              <a:rPr lang="en-US" dirty="0" smtClean="0"/>
              <a:t>Count number of people in the identified region</a:t>
            </a:r>
          </a:p>
          <a:p>
            <a:pPr lvl="2"/>
            <a:r>
              <a:rPr lang="en-US" dirty="0" smtClean="0"/>
              <a:t>Automatically identify an area over which to count people</a:t>
            </a:r>
          </a:p>
          <a:p>
            <a:pPr lvl="2"/>
            <a:r>
              <a:rPr lang="en-US" dirty="0" smtClean="0"/>
              <a:t>Given the region and the count, provide an estimate of the total on the beach.</a:t>
            </a:r>
          </a:p>
          <a:p>
            <a:pPr lvl="1"/>
            <a:r>
              <a:rPr lang="en-US" dirty="0" smtClean="0"/>
              <a:t>How do we use ML (or other analytics) to count people in the photo?</a:t>
            </a:r>
          </a:p>
          <a:p>
            <a:pPr lvl="1"/>
            <a:r>
              <a:rPr lang="en-US" dirty="0" smtClean="0"/>
              <a:t>How many photos are required?</a:t>
            </a:r>
          </a:p>
          <a:p>
            <a:pPr lvl="1"/>
            <a:r>
              <a:rPr lang="en-US" dirty="0" smtClean="0"/>
              <a:t>How much training is needed for ML approach to work?</a:t>
            </a:r>
          </a:p>
          <a:p>
            <a:pPr lvl="1"/>
            <a:r>
              <a:rPr lang="en-US" dirty="0" smtClean="0"/>
              <a:t>Can we make an app that automatically does this, producing a crowd estimate (with uncertainty bounds)?</a:t>
            </a:r>
          </a:p>
          <a:p>
            <a:r>
              <a:rPr lang="en-US" dirty="0" smtClean="0"/>
              <a:t>Skills needed: Working with images; use of machine learning tools (R, python, </a:t>
            </a:r>
            <a:r>
              <a:rPr lang="mr-IN" dirty="0" smtClean="0"/>
              <a:t>…</a:t>
            </a:r>
            <a:r>
              <a:rPr lang="en-US" dirty="0" smtClean="0"/>
              <a:t>);  Would be nice to have ability or willingness to develop an app for an </a:t>
            </a:r>
            <a:r>
              <a:rPr lang="en-US" dirty="0" err="1" smtClean="0"/>
              <a:t>iphone</a:t>
            </a:r>
            <a:r>
              <a:rPr lang="en-US" dirty="0" smtClean="0"/>
              <a:t> (or other phone).</a:t>
            </a:r>
          </a:p>
        </p:txBody>
      </p:sp>
    </p:spTree>
    <p:extLst>
      <p:ext uri="{BB962C8B-B14F-4D97-AF65-F5344CB8AC3E}">
        <p14:creationId xmlns:p14="http://schemas.microsoft.com/office/powerpoint/2010/main" val="1387697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383"/>
            <a:ext cx="8229600" cy="857994"/>
          </a:xfrm>
        </p:spPr>
        <p:txBody>
          <a:bodyPr/>
          <a:lstStyle/>
          <a:p>
            <a:r>
              <a:rPr lang="en-US" dirty="0" smtClean="0"/>
              <a:t>Where are the people in Arlington?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2377"/>
            <a:ext cx="8229600" cy="5714642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Many of our projects with Arlington County (AC) would benefit by knowing where the people are over the course of a day.</a:t>
            </a:r>
          </a:p>
          <a:p>
            <a:pPr lvl="1"/>
            <a:r>
              <a:rPr lang="en-US" dirty="0" smtClean="0"/>
              <a:t>Rates for crimes, EMS calls, resource usage all depend on who is where.</a:t>
            </a:r>
          </a:p>
          <a:p>
            <a:pPr lvl="1"/>
            <a:r>
              <a:rPr lang="en-US" dirty="0" smtClean="0"/>
              <a:t>Some AC funds are allocated based on the number of people that work in AC.</a:t>
            </a:r>
          </a:p>
          <a:p>
            <a:r>
              <a:rPr lang="en-US" dirty="0" smtClean="0"/>
              <a:t>Key Questions include:</a:t>
            </a:r>
          </a:p>
          <a:p>
            <a:pPr lvl="1"/>
            <a:r>
              <a:rPr lang="en-US" dirty="0" smtClean="0"/>
              <a:t>How many non-AC residents come to Arlington each day?  Where do they go?</a:t>
            </a:r>
          </a:p>
          <a:p>
            <a:pPr lvl="1"/>
            <a:r>
              <a:rPr lang="en-US" dirty="0" smtClean="0"/>
              <a:t>How many AC residents commute outside of Arlington.</a:t>
            </a:r>
          </a:p>
          <a:p>
            <a:pPr lvl="1"/>
            <a:r>
              <a:rPr lang="en-US" dirty="0" smtClean="0"/>
              <a:t>How does the population grow and shift from day to night?</a:t>
            </a:r>
          </a:p>
          <a:p>
            <a:pPr lvl="1"/>
            <a:r>
              <a:rPr lang="en-US" dirty="0" smtClean="0"/>
              <a:t>Do the demographics change over the course of a day?  How?</a:t>
            </a:r>
          </a:p>
          <a:p>
            <a:pPr lvl="1"/>
            <a:r>
              <a:rPr lang="en-US" dirty="0" smtClean="0"/>
              <a:t>What happens on weekends.</a:t>
            </a:r>
          </a:p>
          <a:p>
            <a:r>
              <a:rPr lang="en-US" dirty="0" smtClean="0"/>
              <a:t>What data can we use to get a better idea of this?</a:t>
            </a:r>
          </a:p>
          <a:p>
            <a:pPr lvl="1"/>
            <a:r>
              <a:rPr lang="en-US" dirty="0" smtClean="0"/>
              <a:t>Government surveys; traffic counts; metro usage; other things?</a:t>
            </a:r>
          </a:p>
          <a:p>
            <a:r>
              <a:rPr lang="en-US" dirty="0" smtClean="0"/>
              <a:t>Goal: work with SDAL researchers to develop innovative approaches to better determine the flows of people through AC.	</a:t>
            </a:r>
          </a:p>
          <a:p>
            <a:pPr lvl="1"/>
            <a:r>
              <a:rPr lang="en-US" dirty="0" smtClean="0"/>
              <a:t>perhaps a map of population estimates by location and time over AC for a typical weekday, and a typical weekend.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98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394</Words>
  <Application>Microsoft Macintosh PowerPoint</Application>
  <PresentationFormat>On-screen Show (4:3)</PresentationFormat>
  <Paragraphs>31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A couple of possible summer projects</vt:lpstr>
      <vt:lpstr>How many people on the beach?</vt:lpstr>
      <vt:lpstr>Where are the people in Arlington?</vt:lpstr>
    </vt:vector>
  </TitlesOfParts>
  <Company>Virginia Tech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couple of possible summer projects</dc:title>
  <dc:creator>Dave Higdon</dc:creator>
  <cp:lastModifiedBy>Dave Higdon</cp:lastModifiedBy>
  <cp:revision>3</cp:revision>
  <dcterms:created xsi:type="dcterms:W3CDTF">2017-04-25T21:31:16Z</dcterms:created>
  <dcterms:modified xsi:type="dcterms:W3CDTF">2017-04-25T21:53:13Z</dcterms:modified>
</cp:coreProperties>
</file>
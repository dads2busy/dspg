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2062400"/>
  <p:notesSz cx="6858000" cy="9144000"/>
  <p:defaultTextStyle>
    <a:defPPr>
      <a:defRPr lang="en-US"/>
    </a:defPPr>
    <a:lvl1pPr marL="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1pPr>
    <a:lvl2pPr marL="1887322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2pPr>
    <a:lvl3pPr marL="377464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3pPr>
    <a:lvl4pPr marL="5661965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4pPr>
    <a:lvl5pPr marL="7549286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5pPr>
    <a:lvl6pPr marL="9436608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6pPr>
    <a:lvl7pPr marL="1132393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7pPr>
    <a:lvl8pPr marL="13211251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8pPr>
    <a:lvl9pPr marL="1509857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32"/>
    <p:restoredTop sz="96756"/>
  </p:normalViewPr>
  <p:slideViewPr>
    <p:cSldViewPr snapToGrid="0" snapToObjects="1">
      <p:cViewPr varScale="1">
        <p:scale>
          <a:sx n="36" d="100"/>
          <a:sy n="36" d="100"/>
        </p:scale>
        <p:origin x="315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883826"/>
            <a:ext cx="31089600" cy="14643947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40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486402"/>
            <a:ext cx="31546800" cy="17496787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8148716"/>
            <a:ext cx="31546800" cy="9201147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39442"/>
            <a:ext cx="31546800" cy="813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311133"/>
            <a:ext cx="15473360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364460"/>
            <a:ext cx="15473360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311133"/>
            <a:ext cx="15549564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364460"/>
            <a:ext cx="15549564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6056216"/>
            <a:ext cx="18516600" cy="29891567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6056216"/>
            <a:ext cx="18516600" cy="29891567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39433"/>
            <a:ext cx="7886700" cy="356459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39433"/>
            <a:ext cx="23202900" cy="356459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20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39442"/>
            <a:ext cx="31546800" cy="813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C1-B353-8145-9E0D-8C1E1A5522AC}" type="datetimeFigureOut">
              <a:rPr lang="en-US" smtClean="0"/>
              <a:t>7/12/17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985623"/>
            <a:ext cx="123444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7270614"/>
            <a:ext cx="16489266" cy="19863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8" y="15755260"/>
            <a:ext cx="34233346" cy="19778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7270614"/>
            <a:ext cx="16489266" cy="198633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24399423"/>
            <a:ext cx="16489266" cy="198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24399423"/>
            <a:ext cx="16489266" cy="198633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32921631"/>
            <a:ext cx="16489266" cy="198633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32921631"/>
            <a:ext cx="16489266" cy="1986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48288" y="658368"/>
            <a:ext cx="197510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</a:t>
            </a:r>
            <a:r>
              <a:rPr lang="en-US" sz="20000" b="0" i="0" baseline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 caps 200pt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48288" y="2353145"/>
            <a:ext cx="197510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</a:t>
            </a:r>
            <a:r>
              <a:rPr lang="en-US" sz="20000" b="0" i="0" baseline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 caps 200pt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9241" y="721802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2393" y="8585731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49241" y="15634765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2393" y="17002475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16890" y="721802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990042" y="8585731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241" y="24346830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2393" y="25714540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916890" y="24346830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990042" y="25714540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49241" y="32869038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22393" y="34236748"/>
            <a:ext cx="123626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16890" y="32869038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990042" y="34236748"/>
            <a:ext cx="12362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16890" y="17002475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8288" y="5019205"/>
            <a:ext cx="19751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40pt</a:t>
            </a:r>
            <a:endParaRPr lang="en-US" sz="4000" b="0" i="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582</Words>
  <Application>Microsoft Macintosh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Blanch Caps</vt:lpstr>
      <vt:lpstr>Calibri</vt:lpstr>
      <vt:lpstr>Calibri Light</vt:lpstr>
      <vt:lpstr>Raleway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xandershanks@yahoo.com</dc:creator>
  <cp:lastModifiedBy>xandershanks@yahoo.com</cp:lastModifiedBy>
  <cp:revision>4</cp:revision>
  <dcterms:created xsi:type="dcterms:W3CDTF">2017-07-12T21:21:51Z</dcterms:created>
  <dcterms:modified xsi:type="dcterms:W3CDTF">2017-07-12T21:36:02Z</dcterms:modified>
</cp:coreProperties>
</file>
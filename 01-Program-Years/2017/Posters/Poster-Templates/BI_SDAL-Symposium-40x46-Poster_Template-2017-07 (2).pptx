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42062400" cx="36576000"/>
  <p:notesSz cx="6858000" cy="9144000"/>
  <p:embeddedFontLst>
    <p:embeddedFont>
      <p:font typeface="Raleway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font" Target="fonts/Raleway-regular.fntdata"/><Relationship Id="rId7" Type="http://schemas.openxmlformats.org/officeDocument/2006/relationships/font" Target="fonts/Raleway-bold.fntdata"/><Relationship Id="rId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Slide">
  <p:cSld name="1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6576001" cy="4206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2743200" y="6883826"/>
            <a:ext cx="31089601" cy="1464394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572000" y="22092500"/>
            <a:ext cx="27432000" cy="101553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2514600" y="11197167"/>
            <a:ext cx="31546801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495552" y="10486402"/>
            <a:ext cx="31546801" cy="1749678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495552" y="28148716"/>
            <a:ext cx="31546801" cy="92011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8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8000"/>
              <a:buFont typeface="Arial"/>
              <a:buNone/>
              <a:defRPr b="0" i="0" sz="7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2514600" y="11197167"/>
            <a:ext cx="15544800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18516600" y="11197167"/>
            <a:ext cx="15544800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2519364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519368" y="10311133"/>
            <a:ext cx="15473361" cy="50533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2519368" y="15364459"/>
            <a:ext cx="15473361" cy="22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18516602" y="10311133"/>
            <a:ext cx="15549564" cy="50533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4" type="body"/>
          </p:nvPr>
        </p:nvSpPr>
        <p:spPr>
          <a:xfrm>
            <a:off x="18516602" y="15364459"/>
            <a:ext cx="15549564" cy="22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2519364" y="2804160"/>
            <a:ext cx="11796712" cy="9814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15549564" y="6056216"/>
            <a:ext cx="18516601" cy="298915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14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Arial"/>
              <a:buChar char="•"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398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36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36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36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36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36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36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2519364" y="2804160"/>
            <a:ext cx="11796712" cy="9814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15549564" y="6056216"/>
            <a:ext cx="18516601" cy="298915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4943897" y="8767870"/>
            <a:ext cx="26688206" cy="31546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 rot="5400000">
            <a:off x="12295083" y="16119053"/>
            <a:ext cx="3564594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 rot="5400000">
            <a:off x="-3706919" y="8460953"/>
            <a:ext cx="35645940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14600" y="11197167"/>
            <a:ext cx="31546801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2" y="7270614"/>
            <a:ext cx="16489265" cy="198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368" y="15755259"/>
            <a:ext cx="34233347" cy="1977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08441" y="7270614"/>
            <a:ext cx="16489265" cy="198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2" y="24399423"/>
            <a:ext cx="16489265" cy="198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08441" y="24399423"/>
            <a:ext cx="16489265" cy="198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2" y="32921631"/>
            <a:ext cx="16489200" cy="1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08441" y="32921631"/>
            <a:ext cx="16489265" cy="198633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1448288" y="658368"/>
            <a:ext cx="197511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0" u="none" cap="none" strike="noStrike">
                <a:solidFill>
                  <a:srgbClr val="141F22"/>
                </a:solidFill>
                <a:latin typeface="Arial"/>
                <a:ea typeface="Arial"/>
                <a:cs typeface="Arial"/>
                <a:sym typeface="Arial"/>
              </a:rPr>
              <a:t>Blanch caps 200pt</a:t>
            </a:r>
            <a:endParaRPr b="0" i="0" sz="20000">
              <a:solidFill>
                <a:srgbClr val="141F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0542838" y="3185195"/>
            <a:ext cx="197511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0">
                <a:solidFill>
                  <a:srgbClr val="141F22"/>
                </a:solidFill>
                <a:latin typeface="Arial"/>
                <a:ea typeface="Arial"/>
                <a:cs typeface="Arial"/>
                <a:sym typeface="Arial"/>
              </a:rPr>
              <a:t>Blanch</a:t>
            </a:r>
            <a:r>
              <a:rPr b="0" i="0" lang="en-US" sz="20000">
                <a:solidFill>
                  <a:srgbClr val="141F22"/>
                </a:solidFill>
                <a:latin typeface="Arial"/>
                <a:ea typeface="Arial"/>
                <a:cs typeface="Arial"/>
                <a:sym typeface="Arial"/>
              </a:rPr>
              <a:t> caps 200pt</a:t>
            </a:r>
            <a:endParaRPr b="0" i="0" sz="20000">
              <a:solidFill>
                <a:srgbClr val="141F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849241" y="7218021"/>
            <a:ext cx="123626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922393" y="8585731"/>
            <a:ext cx="12362688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360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849241" y="15634766"/>
            <a:ext cx="123626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922393" y="17002475"/>
            <a:ext cx="12362688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360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9916891" y="7218021"/>
            <a:ext cx="123626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9990042" y="8585731"/>
            <a:ext cx="12362688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360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849241" y="24346830"/>
            <a:ext cx="123626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922393" y="25714541"/>
            <a:ext cx="12362688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360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9916891" y="24346830"/>
            <a:ext cx="123626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9990042" y="25714541"/>
            <a:ext cx="12362688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360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849241" y="32869038"/>
            <a:ext cx="123626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922393" y="34236747"/>
            <a:ext cx="1236268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9916891" y="32869038"/>
            <a:ext cx="123626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9990042" y="34236747"/>
            <a:ext cx="1236268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9916891" y="17002475"/>
            <a:ext cx="12362688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Font typeface="Trebuchet MS"/>
              <a:buNone/>
            </a:pPr>
            <a:r>
              <a:rPr b="0" i="0" lang="en-US" sz="360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360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1448288" y="5019205"/>
            <a:ext cx="1975104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Raleway 40pt</a:t>
            </a:r>
            <a:endParaRPr b="0" i="0" sz="4000">
              <a:solidFill>
                <a:srgbClr val="7F7F7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
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</p:sldIdLst>
  <p:sldSz cx="42062400" cy="36576000"/>
  <p:notesSz cx="6858000" cy="9144000"/>
  <p:defaultTextStyle>
    <a:defPPr>
      <a:defRPr lang="en-US"/>
    </a:defPPr>
    <a:lvl1pPr marL="0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1pPr>
    <a:lvl2pPr marL="1887322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2pPr>
    <a:lvl3pPr marL="3774643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3pPr>
    <a:lvl4pPr marL="5661965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4pPr>
    <a:lvl5pPr marL="7549286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5pPr>
    <a:lvl6pPr marL="9436608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6pPr>
    <a:lvl7pPr marL="11323930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7pPr>
    <a:lvl8pPr marL="13211251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8pPr>
    <a:lvl9pPr marL="15098573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6432"/>
    <p:restoredTop sz="96756"/>
  </p:normalViewPr>
  <p:slideViewPr>
    <p:cSldViewPr snapToGrid="0" snapToObjects="1">
      <p:cViewPr varScale="1">
        <p:scale>
          <a:sx n="22" d="100"/>
          <a:sy n="22" d="100"/>
        </p:scale>
        <p:origin x="284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54680" y="5985936"/>
            <a:ext cx="35753040" cy="12733867"/>
          </a:xfrm>
        </p:spPr>
        <p:txBody>
          <a:bodyPr anchor="b"/>
          <a:lstStyle>
            <a:lvl1pPr algn="ctr">
              <a:defRPr sz="27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7800" y="19210869"/>
            <a:ext cx="31546800" cy="8830731"/>
          </a:xfrm>
        </p:spPr>
        <p:txBody>
          <a:bodyPr/>
          <a:lstStyle>
            <a:lvl1pPr marL="0" indent="0" algn="ctr">
              <a:buNone/>
              <a:defRPr sz="11040"/>
            </a:lvl1pPr>
            <a:lvl2pPr marL="2103120" indent="0" algn="ctr">
              <a:buNone/>
              <a:defRPr sz="9200"/>
            </a:lvl2pPr>
            <a:lvl3pPr marL="4206240" indent="0" algn="ctr">
              <a:buNone/>
              <a:defRPr sz="8280"/>
            </a:lvl3pPr>
            <a:lvl4pPr marL="6309360" indent="0" algn="ctr">
              <a:buNone/>
              <a:defRPr sz="7360"/>
            </a:lvl4pPr>
            <a:lvl5pPr marL="8412480" indent="0" algn="ctr">
              <a:buNone/>
              <a:defRPr sz="7360"/>
            </a:lvl5pPr>
            <a:lvl6pPr marL="10515600" indent="0" algn="ctr">
              <a:buNone/>
              <a:defRPr sz="7360"/>
            </a:lvl6pPr>
            <a:lvl7pPr marL="12618720" indent="0" algn="ctr">
              <a:buNone/>
              <a:defRPr sz="7360"/>
            </a:lvl7pPr>
            <a:lvl8pPr marL="14721840" indent="0" algn="ctr">
              <a:buNone/>
              <a:defRPr sz="7360"/>
            </a:lvl8pPr>
            <a:lvl9pPr marL="16824960" indent="0" algn="ctr">
              <a:buNone/>
              <a:defRPr sz="73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9885" y="9118611"/>
            <a:ext cx="36278820" cy="15214597"/>
          </a:xfrm>
        </p:spPr>
        <p:txBody>
          <a:bodyPr anchor="b"/>
          <a:lstStyle>
            <a:lvl1pPr>
              <a:defRPr sz="27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9885" y="24477144"/>
            <a:ext cx="36278820" cy="8000997"/>
          </a:xfrm>
        </p:spPr>
        <p:txBody>
          <a:bodyPr/>
          <a:lstStyle>
            <a:lvl1pPr marL="0" indent="0">
              <a:buNone/>
              <a:defRPr sz="11040">
                <a:solidFill>
                  <a:schemeClr val="tx1"/>
                </a:solidFill>
              </a:defRPr>
            </a:lvl1pPr>
            <a:lvl2pPr marL="2103120" indent="0">
              <a:buNone/>
              <a:defRPr sz="9200">
                <a:solidFill>
                  <a:schemeClr val="tx1">
                    <a:tint val="75000"/>
                  </a:schemeClr>
                </a:solidFill>
              </a:defRPr>
            </a:lvl2pPr>
            <a:lvl3pPr marL="4206240" indent="0">
              <a:buNone/>
              <a:defRPr sz="8280">
                <a:solidFill>
                  <a:schemeClr val="tx1">
                    <a:tint val="75000"/>
                  </a:schemeClr>
                </a:solidFill>
              </a:defRPr>
            </a:lvl3pPr>
            <a:lvl4pPr marL="6309360" indent="0">
              <a:buNone/>
              <a:defRPr sz="7360">
                <a:solidFill>
                  <a:schemeClr val="tx1">
                    <a:tint val="75000"/>
                  </a:schemeClr>
                </a:solidFill>
              </a:defRPr>
            </a:lvl4pPr>
            <a:lvl5pPr marL="8412480" indent="0">
              <a:buNone/>
              <a:defRPr sz="7360">
                <a:solidFill>
                  <a:schemeClr val="tx1">
                    <a:tint val="75000"/>
                  </a:schemeClr>
                </a:solidFill>
              </a:defRPr>
            </a:lvl5pPr>
            <a:lvl6pPr marL="10515600" indent="0">
              <a:buNone/>
              <a:defRPr sz="7360">
                <a:solidFill>
                  <a:schemeClr val="tx1">
                    <a:tint val="75000"/>
                  </a:schemeClr>
                </a:solidFill>
              </a:defRPr>
            </a:lvl6pPr>
            <a:lvl7pPr marL="12618720" indent="0">
              <a:buNone/>
              <a:defRPr sz="7360">
                <a:solidFill>
                  <a:schemeClr val="tx1">
                    <a:tint val="75000"/>
                  </a:schemeClr>
                </a:solidFill>
              </a:defRPr>
            </a:lvl7pPr>
            <a:lvl8pPr marL="14721840" indent="0">
              <a:buNone/>
              <a:defRPr sz="7360">
                <a:solidFill>
                  <a:schemeClr val="tx1">
                    <a:tint val="75000"/>
                  </a:schemeClr>
                </a:solidFill>
              </a:defRPr>
            </a:lvl8pPr>
            <a:lvl9pPr marL="16824960" indent="0">
              <a:buNone/>
              <a:defRPr sz="7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91790" y="9736667"/>
            <a:ext cx="17876520" cy="232071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294090" y="9736667"/>
            <a:ext cx="17876520" cy="232071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7269" y="1947342"/>
            <a:ext cx="36278820" cy="70696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7273" y="8966203"/>
            <a:ext cx="17794364" cy="4394197"/>
          </a:xfrm>
        </p:spPr>
        <p:txBody>
          <a:bodyPr anchor="b"/>
          <a:lstStyle>
            <a:lvl1pPr marL="0" indent="0">
              <a:buNone/>
              <a:defRPr sz="11040" b="1"/>
            </a:lvl1pPr>
            <a:lvl2pPr marL="2103120" indent="0">
              <a:buNone/>
              <a:defRPr sz="9200" b="1"/>
            </a:lvl2pPr>
            <a:lvl3pPr marL="4206240" indent="0">
              <a:buNone/>
              <a:defRPr sz="8280" b="1"/>
            </a:lvl3pPr>
            <a:lvl4pPr marL="6309360" indent="0">
              <a:buNone/>
              <a:defRPr sz="7360" b="1"/>
            </a:lvl4pPr>
            <a:lvl5pPr marL="8412480" indent="0">
              <a:buNone/>
              <a:defRPr sz="7360" b="1"/>
            </a:lvl5pPr>
            <a:lvl6pPr marL="10515600" indent="0">
              <a:buNone/>
              <a:defRPr sz="7360" b="1"/>
            </a:lvl6pPr>
            <a:lvl7pPr marL="12618720" indent="0">
              <a:buNone/>
              <a:defRPr sz="7360" b="1"/>
            </a:lvl7pPr>
            <a:lvl8pPr marL="14721840" indent="0">
              <a:buNone/>
              <a:defRPr sz="7360" b="1"/>
            </a:lvl8pPr>
            <a:lvl9pPr marL="16824960" indent="0">
              <a:buNone/>
              <a:defRPr sz="73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97273" y="13360400"/>
            <a:ext cx="17794364" cy="196511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294092" y="8966203"/>
            <a:ext cx="17881999" cy="4394197"/>
          </a:xfrm>
        </p:spPr>
        <p:txBody>
          <a:bodyPr anchor="b"/>
          <a:lstStyle>
            <a:lvl1pPr marL="0" indent="0">
              <a:buNone/>
              <a:defRPr sz="11040" b="1"/>
            </a:lvl1pPr>
            <a:lvl2pPr marL="2103120" indent="0">
              <a:buNone/>
              <a:defRPr sz="9200" b="1"/>
            </a:lvl2pPr>
            <a:lvl3pPr marL="4206240" indent="0">
              <a:buNone/>
              <a:defRPr sz="8280" b="1"/>
            </a:lvl3pPr>
            <a:lvl4pPr marL="6309360" indent="0">
              <a:buNone/>
              <a:defRPr sz="7360" b="1"/>
            </a:lvl4pPr>
            <a:lvl5pPr marL="8412480" indent="0">
              <a:buNone/>
              <a:defRPr sz="7360" b="1"/>
            </a:lvl5pPr>
            <a:lvl6pPr marL="10515600" indent="0">
              <a:buNone/>
              <a:defRPr sz="7360" b="1"/>
            </a:lvl6pPr>
            <a:lvl7pPr marL="12618720" indent="0">
              <a:buNone/>
              <a:defRPr sz="7360" b="1"/>
            </a:lvl7pPr>
            <a:lvl8pPr marL="14721840" indent="0">
              <a:buNone/>
              <a:defRPr sz="7360" b="1"/>
            </a:lvl8pPr>
            <a:lvl9pPr marL="16824960" indent="0">
              <a:buNone/>
              <a:defRPr sz="73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294092" y="13360400"/>
            <a:ext cx="17881999" cy="196511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7/14/17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7/14/17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7/14/17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7269" y="2438400"/>
            <a:ext cx="13566219" cy="8534400"/>
          </a:xfrm>
        </p:spPr>
        <p:txBody>
          <a:bodyPr anchor="b"/>
          <a:lstStyle>
            <a:lvl1pPr>
              <a:defRPr sz="147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1999" y="5266275"/>
            <a:ext cx="21294090" cy="25992667"/>
          </a:xfrm>
        </p:spPr>
        <p:txBody>
          <a:bodyPr/>
          <a:lstStyle>
            <a:lvl1pPr>
              <a:defRPr sz="14720"/>
            </a:lvl1pPr>
            <a:lvl2pPr>
              <a:defRPr sz="12880"/>
            </a:lvl2pPr>
            <a:lvl3pPr>
              <a:defRPr sz="11040"/>
            </a:lvl3pPr>
            <a:lvl4pPr>
              <a:defRPr sz="9200"/>
            </a:lvl4pPr>
            <a:lvl5pPr>
              <a:defRPr sz="9200"/>
            </a:lvl5pPr>
            <a:lvl6pPr>
              <a:defRPr sz="9200"/>
            </a:lvl6pPr>
            <a:lvl7pPr>
              <a:defRPr sz="9200"/>
            </a:lvl7pPr>
            <a:lvl8pPr>
              <a:defRPr sz="9200"/>
            </a:lvl8pPr>
            <a:lvl9pPr>
              <a:defRPr sz="9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97269" y="10972800"/>
            <a:ext cx="13566219" cy="20328469"/>
          </a:xfrm>
        </p:spPr>
        <p:txBody>
          <a:bodyPr/>
          <a:lstStyle>
            <a:lvl1pPr marL="0" indent="0">
              <a:buNone/>
              <a:defRPr sz="7360"/>
            </a:lvl1pPr>
            <a:lvl2pPr marL="2103120" indent="0">
              <a:buNone/>
              <a:defRPr sz="6440"/>
            </a:lvl2pPr>
            <a:lvl3pPr marL="4206240" indent="0">
              <a:buNone/>
              <a:defRPr sz="5520"/>
            </a:lvl3pPr>
            <a:lvl4pPr marL="6309360" indent="0">
              <a:buNone/>
              <a:defRPr sz="4600"/>
            </a:lvl4pPr>
            <a:lvl5pPr marL="8412480" indent="0">
              <a:buNone/>
              <a:defRPr sz="4600"/>
            </a:lvl5pPr>
            <a:lvl6pPr marL="10515600" indent="0">
              <a:buNone/>
              <a:defRPr sz="4600"/>
            </a:lvl6pPr>
            <a:lvl7pPr marL="12618720" indent="0">
              <a:buNone/>
              <a:defRPr sz="4600"/>
            </a:lvl7pPr>
            <a:lvl8pPr marL="14721840" indent="0">
              <a:buNone/>
              <a:defRPr sz="4600"/>
            </a:lvl8pPr>
            <a:lvl9pPr marL="16824960" indent="0">
              <a:buNone/>
              <a:defRPr sz="4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7269" y="2438400"/>
            <a:ext cx="13566219" cy="8534400"/>
          </a:xfrm>
        </p:spPr>
        <p:txBody>
          <a:bodyPr anchor="b"/>
          <a:lstStyle>
            <a:lvl1pPr>
              <a:defRPr sz="147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81999" y="5266275"/>
            <a:ext cx="21294090" cy="25992667"/>
          </a:xfrm>
        </p:spPr>
        <p:txBody>
          <a:bodyPr anchor="t"/>
          <a:lstStyle>
            <a:lvl1pPr marL="0" indent="0">
              <a:buNone/>
              <a:defRPr sz="14720"/>
            </a:lvl1pPr>
            <a:lvl2pPr marL="2103120" indent="0">
              <a:buNone/>
              <a:defRPr sz="12880"/>
            </a:lvl2pPr>
            <a:lvl3pPr marL="4206240" indent="0">
              <a:buNone/>
              <a:defRPr sz="11040"/>
            </a:lvl3pPr>
            <a:lvl4pPr marL="6309360" indent="0">
              <a:buNone/>
              <a:defRPr sz="9200"/>
            </a:lvl4pPr>
            <a:lvl5pPr marL="8412480" indent="0">
              <a:buNone/>
              <a:defRPr sz="9200"/>
            </a:lvl5pPr>
            <a:lvl6pPr marL="10515600" indent="0">
              <a:buNone/>
              <a:defRPr sz="9200"/>
            </a:lvl6pPr>
            <a:lvl7pPr marL="12618720" indent="0">
              <a:buNone/>
              <a:defRPr sz="9200"/>
            </a:lvl7pPr>
            <a:lvl8pPr marL="14721840" indent="0">
              <a:buNone/>
              <a:defRPr sz="9200"/>
            </a:lvl8pPr>
            <a:lvl9pPr marL="16824960" indent="0">
              <a:buNone/>
              <a:defRPr sz="92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97269" y="10972800"/>
            <a:ext cx="13566219" cy="20328469"/>
          </a:xfrm>
        </p:spPr>
        <p:txBody>
          <a:bodyPr/>
          <a:lstStyle>
            <a:lvl1pPr marL="0" indent="0">
              <a:buNone/>
              <a:defRPr sz="7360"/>
            </a:lvl1pPr>
            <a:lvl2pPr marL="2103120" indent="0">
              <a:buNone/>
              <a:defRPr sz="6440"/>
            </a:lvl2pPr>
            <a:lvl3pPr marL="4206240" indent="0">
              <a:buNone/>
              <a:defRPr sz="5520"/>
            </a:lvl3pPr>
            <a:lvl4pPr marL="6309360" indent="0">
              <a:buNone/>
              <a:defRPr sz="4600"/>
            </a:lvl4pPr>
            <a:lvl5pPr marL="8412480" indent="0">
              <a:buNone/>
              <a:defRPr sz="4600"/>
            </a:lvl5pPr>
            <a:lvl6pPr marL="10515600" indent="0">
              <a:buNone/>
              <a:defRPr sz="4600"/>
            </a:lvl6pPr>
            <a:lvl7pPr marL="12618720" indent="0">
              <a:buNone/>
              <a:defRPr sz="4600"/>
            </a:lvl7pPr>
            <a:lvl8pPr marL="14721840" indent="0">
              <a:buNone/>
              <a:defRPr sz="4600"/>
            </a:lvl8pPr>
            <a:lvl9pPr marL="16824960" indent="0">
              <a:buNone/>
              <a:defRPr sz="4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100907" y="1947334"/>
            <a:ext cx="9069705" cy="3099646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91792" y="1947334"/>
            <a:ext cx="26683335" cy="3099646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2062400" cy="36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852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1790" y="1947342"/>
            <a:ext cx="36278820" cy="7069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1790" y="9736667"/>
            <a:ext cx="36278820" cy="23207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91790" y="33900542"/>
            <a:ext cx="9464040" cy="1947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064C1-B353-8145-9E0D-8C1E1A5522AC}" type="datetimeFigureOut">
              <a:rPr lang="en-US" smtClean="0"/>
              <a:t>7/14/17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933170" y="33900542"/>
            <a:ext cx="14196060" cy="1947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706570" y="33900542"/>
            <a:ext cx="9464040" cy="1947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18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4206240" rtl="0" eaLnBrk="1" latinLnBrk="0" hangingPunct="1">
        <a:lnSpc>
          <a:spcPct val="90000"/>
        </a:lnSpc>
        <a:spcBef>
          <a:spcPct val="0"/>
        </a:spcBef>
        <a:buNone/>
        <a:defRPr sz="202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51560" indent="-1051560" algn="l" defTabSz="4206240" rtl="0" eaLnBrk="1" latinLnBrk="0" hangingPunct="1">
        <a:lnSpc>
          <a:spcPct val="90000"/>
        </a:lnSpc>
        <a:spcBef>
          <a:spcPts val="4600"/>
        </a:spcBef>
        <a:buFont typeface="Arial" panose="020B0604020202020204" pitchFamily="34" charset="0"/>
        <a:buChar char="•"/>
        <a:defRPr sz="12880" kern="1200">
          <a:solidFill>
            <a:schemeClr val="tx1"/>
          </a:solidFill>
          <a:latin typeface="+mn-lt"/>
          <a:ea typeface="+mn-ea"/>
          <a:cs typeface="+mn-cs"/>
        </a:defRPr>
      </a:lvl1pPr>
      <a:lvl2pPr marL="315468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11040" kern="1200">
          <a:solidFill>
            <a:schemeClr val="tx1"/>
          </a:solidFill>
          <a:latin typeface="+mn-lt"/>
          <a:ea typeface="+mn-ea"/>
          <a:cs typeface="+mn-cs"/>
        </a:defRPr>
      </a:lvl2pPr>
      <a:lvl3pPr marL="525780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3pPr>
      <a:lvl4pPr marL="736092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8280" kern="1200">
          <a:solidFill>
            <a:schemeClr val="tx1"/>
          </a:solidFill>
          <a:latin typeface="+mn-lt"/>
          <a:ea typeface="+mn-ea"/>
          <a:cs typeface="+mn-cs"/>
        </a:defRPr>
      </a:lvl4pPr>
      <a:lvl5pPr marL="946404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8280" kern="1200">
          <a:solidFill>
            <a:schemeClr val="tx1"/>
          </a:solidFill>
          <a:latin typeface="+mn-lt"/>
          <a:ea typeface="+mn-ea"/>
          <a:cs typeface="+mn-cs"/>
        </a:defRPr>
      </a:lvl5pPr>
      <a:lvl6pPr marL="1156716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8280" kern="1200">
          <a:solidFill>
            <a:schemeClr val="tx1"/>
          </a:solidFill>
          <a:latin typeface="+mn-lt"/>
          <a:ea typeface="+mn-ea"/>
          <a:cs typeface="+mn-cs"/>
        </a:defRPr>
      </a:lvl6pPr>
      <a:lvl7pPr marL="1367028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8280" kern="1200">
          <a:solidFill>
            <a:schemeClr val="tx1"/>
          </a:solidFill>
          <a:latin typeface="+mn-lt"/>
          <a:ea typeface="+mn-ea"/>
          <a:cs typeface="+mn-cs"/>
        </a:defRPr>
      </a:lvl7pPr>
      <a:lvl8pPr marL="1577340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8280" kern="1200">
          <a:solidFill>
            <a:schemeClr val="tx1"/>
          </a:solidFill>
          <a:latin typeface="+mn-lt"/>
          <a:ea typeface="+mn-ea"/>
          <a:cs typeface="+mn-cs"/>
        </a:defRPr>
      </a:lvl8pPr>
      <a:lvl9pPr marL="1787652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82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1pPr>
      <a:lvl2pPr marL="210312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2pPr>
      <a:lvl3pPr marL="420624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4pPr>
      <a:lvl5pPr marL="841248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5pPr>
      <a:lvl6pPr marL="1051560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6pPr>
      <a:lvl7pPr marL="1261872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7pPr>
      <a:lvl8pPr marL="1472184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8pPr>
      <a:lvl9pPr marL="1682496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11" y="8386173"/>
            <a:ext cx="18962656" cy="228428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73" y="17737021"/>
            <a:ext cx="39368348" cy="227454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4707" y="8386173"/>
            <a:ext cx="18962656" cy="228428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11" y="27146155"/>
            <a:ext cx="18962656" cy="228428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4707" y="27146155"/>
            <a:ext cx="18962656" cy="2284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47576" y="87603"/>
            <a:ext cx="22713696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0" dirty="0">
                <a:solidFill>
                  <a:srgbClr val="141F22"/>
                </a:solidFill>
                <a:latin typeface="Blanch Caps" charset="0"/>
                <a:ea typeface="Blanch Caps" charset="0"/>
                <a:cs typeface="Blanch Caps" charset="0"/>
              </a:rPr>
              <a:t>Blanch caps 200pt</a:t>
            </a:r>
            <a:endParaRPr lang="en-US" sz="23000" dirty="0">
              <a:solidFill>
                <a:srgbClr val="141F22"/>
              </a:solidFill>
              <a:latin typeface="Blanch Caps" charset="0"/>
              <a:ea typeface="Blanch Caps" charset="0"/>
              <a:cs typeface="Blanch Caps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547576" y="2036597"/>
            <a:ext cx="22713696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0" dirty="0">
                <a:solidFill>
                  <a:srgbClr val="141F22"/>
                </a:solidFill>
                <a:latin typeface="Blanch Caps" charset="0"/>
                <a:ea typeface="Blanch Caps" charset="0"/>
                <a:cs typeface="Blanch Caps" charset="0"/>
              </a:rPr>
              <a:t>Blanch caps 200pt</a:t>
            </a:r>
            <a:endParaRPr lang="en-US" sz="23000" dirty="0">
              <a:solidFill>
                <a:srgbClr val="141F22"/>
              </a:solidFill>
              <a:latin typeface="Blanch Caps" charset="0"/>
              <a:ea typeface="Blanch Caps" charset="0"/>
              <a:cs typeface="Blanch Caps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26627" y="8325691"/>
            <a:ext cx="14217091" cy="941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520" dirty="0" err="1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Raleway</a:t>
            </a:r>
            <a:r>
              <a:rPr lang="en-US" sz="5520" dirty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 48pt</a:t>
            </a:r>
            <a:endParaRPr lang="en-US" sz="552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10752" y="9898558"/>
            <a:ext cx="14217091" cy="7100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endParaRPr lang="en-US" sz="4140" dirty="0">
              <a:solidFill>
                <a:srgbClr val="141F22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6627" y="17598452"/>
            <a:ext cx="14217091" cy="941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520" dirty="0" err="1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Raleway</a:t>
            </a:r>
            <a:r>
              <a:rPr lang="en-US" sz="5520" dirty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 48pt</a:t>
            </a:r>
            <a:endParaRPr lang="en-US" sz="552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10752" y="19171318"/>
            <a:ext cx="14217091" cy="7100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endParaRPr lang="en-US" sz="4140" dirty="0">
              <a:solidFill>
                <a:srgbClr val="141F22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904424" y="8325691"/>
            <a:ext cx="14217091" cy="941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520" dirty="0" err="1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Raleway</a:t>
            </a:r>
            <a:r>
              <a:rPr lang="en-US" sz="5520" dirty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 48pt</a:t>
            </a:r>
            <a:endParaRPr lang="en-US" sz="552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988548" y="9898558"/>
            <a:ext cx="14217091" cy="7100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endParaRPr lang="en-US" sz="4140" dirty="0">
              <a:solidFill>
                <a:srgbClr val="141F22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26627" y="27085674"/>
            <a:ext cx="14217091" cy="941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520" dirty="0" err="1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Raleway</a:t>
            </a:r>
            <a:r>
              <a:rPr lang="en-US" sz="5520" dirty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 48pt</a:t>
            </a:r>
            <a:endParaRPr lang="en-US" sz="552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10752" y="28658541"/>
            <a:ext cx="14217091" cy="264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904424" y="27085674"/>
            <a:ext cx="14217091" cy="941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520" dirty="0" err="1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Raleway</a:t>
            </a:r>
            <a:r>
              <a:rPr lang="en-US" sz="5520" dirty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 48pt</a:t>
            </a:r>
            <a:endParaRPr lang="en-US" sz="552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988548" y="28658541"/>
            <a:ext cx="14217091" cy="3914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904424" y="19171318"/>
            <a:ext cx="14217091" cy="7100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r>
              <a:rPr lang="en-US" sz="414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defTabSz="4340839">
              <a:defRPr/>
            </a:pPr>
            <a:endParaRPr lang="en-US" sz="4140" dirty="0">
              <a:solidFill>
                <a:srgbClr val="141F22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47576" y="5102565"/>
            <a:ext cx="227136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Raleway</a:t>
            </a:r>
            <a:r>
              <a:rPr lang="en-US" sz="4600" dirty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 40pt</a:t>
            </a:r>
            <a:endParaRPr lang="en-US" sz="4600" dirty="0">
              <a:solidFill>
                <a:schemeClr val="tx1">
                  <a:lumMod val="50000"/>
                  <a:lumOff val="50000"/>
                </a:schemeClr>
              </a:solidFill>
              <a:latin typeface="Raleway" charset="0"/>
              <a:ea typeface="Raleway" charset="0"/>
              <a:cs typeface="Ralewa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14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418</Words>
  <Application>Microsoft Macintosh PowerPoint</Application>
  <PresentationFormat>Custom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Blanch Caps</vt:lpstr>
      <vt:lpstr>Calibri</vt:lpstr>
      <vt:lpstr>Calibri Light</vt:lpstr>
      <vt:lpstr>Raleway</vt:lpstr>
      <vt:lpstr>Trebuchet MS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xandershanks@yahoo.com</dc:creator>
  <cp:lastModifiedBy>Alex Crookshanks</cp:lastModifiedBy>
  <cp:revision>5</cp:revision>
  <dcterms:created xsi:type="dcterms:W3CDTF">2017-07-12T21:21:51Z</dcterms:created>
  <dcterms:modified xsi:type="dcterms:W3CDTF">2017-07-14T14:20:11Z</dcterms:modified>
</cp:coreProperties>
</file>
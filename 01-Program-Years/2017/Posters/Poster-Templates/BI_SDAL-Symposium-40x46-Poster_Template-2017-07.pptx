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36576000" cy="42062400"/>
  <p:notesSz cx="6858000" cy="9144000"/>
  <p:defaultTextStyle>
    <a:defPPr>
      <a:defRPr lang="en-US"/>
    </a:defPPr>
    <a:lvl1pPr marL="0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1pPr>
    <a:lvl2pPr marL="1887322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2pPr>
    <a:lvl3pPr marL="3774643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3pPr>
    <a:lvl4pPr marL="5661965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4pPr>
    <a:lvl5pPr marL="7549286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5pPr>
    <a:lvl6pPr marL="9436608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6pPr>
    <a:lvl7pPr marL="11323930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7pPr>
    <a:lvl8pPr marL="13211251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8pPr>
    <a:lvl9pPr marL="15098573" algn="l" defTabSz="3774643" rtl="0" eaLnBrk="1" latinLnBrk="0" hangingPunct="1">
      <a:defRPr sz="743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1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6432"/>
    <p:restoredTop sz="96756"/>
  </p:normalViewPr>
  <p:slideViewPr>
    <p:cSldViewPr snapToGrid="0" snapToObjects="1">
      <p:cViewPr varScale="1">
        <p:scale>
          <a:sx n="31" d="100"/>
          <a:sy n="31" d="100"/>
        </p:scale>
        <p:origin x="2960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0" y="6883826"/>
            <a:ext cx="31089600" cy="14643947"/>
          </a:xfrm>
        </p:spPr>
        <p:txBody>
          <a:bodyPr anchor="b"/>
          <a:lstStyle>
            <a:lvl1pPr algn="ctr">
              <a:defRPr sz="2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22092500"/>
            <a:ext cx="27432000" cy="10155340"/>
          </a:xfrm>
        </p:spPr>
        <p:txBody>
          <a:bodyPr/>
          <a:lstStyle>
            <a:lvl1pPr marL="0" indent="0" algn="ctr">
              <a:buNone/>
              <a:defRPr sz="9600"/>
            </a:lvl1pPr>
            <a:lvl2pPr marL="1828800" indent="0" algn="ctr">
              <a:buNone/>
              <a:defRPr sz="8000"/>
            </a:lvl2pPr>
            <a:lvl3pPr marL="3657600" indent="0" algn="ctr">
              <a:buNone/>
              <a:defRPr sz="7200"/>
            </a:lvl3pPr>
            <a:lvl4pPr marL="5486400" indent="0" algn="ctr">
              <a:buNone/>
              <a:defRPr sz="6400"/>
            </a:lvl4pPr>
            <a:lvl5pPr marL="7315200" indent="0" algn="ctr">
              <a:buNone/>
              <a:defRPr sz="6400"/>
            </a:lvl5pPr>
            <a:lvl6pPr marL="9144000" indent="0" algn="ctr">
              <a:buNone/>
              <a:defRPr sz="6400"/>
            </a:lvl6pPr>
            <a:lvl7pPr marL="10972800" indent="0" algn="ctr">
              <a:buNone/>
              <a:defRPr sz="6400"/>
            </a:lvl7pPr>
            <a:lvl8pPr marL="12801600" indent="0" algn="ctr">
              <a:buNone/>
              <a:defRPr sz="6400"/>
            </a:lvl8pPr>
            <a:lvl9pPr marL="14630400" indent="0" algn="ctr">
              <a:buNone/>
              <a:defRPr sz="64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7/13/17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7/13/17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2" y="10486402"/>
            <a:ext cx="31546800" cy="17496787"/>
          </a:xfrm>
        </p:spPr>
        <p:txBody>
          <a:bodyPr anchor="b"/>
          <a:lstStyle>
            <a:lvl1pPr>
              <a:defRPr sz="2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2" y="28148716"/>
            <a:ext cx="31546800" cy="9201147"/>
          </a:xfrm>
        </p:spPr>
        <p:txBody>
          <a:bodyPr/>
          <a:lstStyle>
            <a:lvl1pPr marL="0" indent="0">
              <a:buNone/>
              <a:defRPr sz="9600">
                <a:solidFill>
                  <a:schemeClr val="tx1"/>
                </a:solidFill>
              </a:defRPr>
            </a:lvl1pPr>
            <a:lvl2pPr marL="1828800" indent="0">
              <a:buNone/>
              <a:defRPr sz="8000">
                <a:solidFill>
                  <a:schemeClr val="tx1">
                    <a:tint val="75000"/>
                  </a:schemeClr>
                </a:solidFill>
              </a:defRPr>
            </a:lvl2pPr>
            <a:lvl3pPr marL="365760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3pPr>
            <a:lvl4pPr marL="54864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4pPr>
            <a:lvl5pPr marL="73152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5pPr>
            <a:lvl6pPr marL="91440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6pPr>
            <a:lvl7pPr marL="109728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7pPr>
            <a:lvl8pPr marL="128016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8pPr>
            <a:lvl9pPr marL="146304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7/13/17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0" y="11197167"/>
            <a:ext cx="15544800" cy="266882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0" y="11197167"/>
            <a:ext cx="15544800" cy="266882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7/13/17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2239442"/>
            <a:ext cx="31546800" cy="81301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68" y="10311133"/>
            <a:ext cx="15473360" cy="5053327"/>
          </a:xfrm>
        </p:spPr>
        <p:txBody>
          <a:bodyPr anchor="b"/>
          <a:lstStyle>
            <a:lvl1pPr marL="0" indent="0">
              <a:buNone/>
              <a:defRPr sz="9600" b="1"/>
            </a:lvl1pPr>
            <a:lvl2pPr marL="1828800" indent="0">
              <a:buNone/>
              <a:defRPr sz="8000" b="1"/>
            </a:lvl2pPr>
            <a:lvl3pPr marL="3657600" indent="0">
              <a:buNone/>
              <a:defRPr sz="7200" b="1"/>
            </a:lvl3pPr>
            <a:lvl4pPr marL="5486400" indent="0">
              <a:buNone/>
              <a:defRPr sz="6400" b="1"/>
            </a:lvl4pPr>
            <a:lvl5pPr marL="7315200" indent="0">
              <a:buNone/>
              <a:defRPr sz="6400" b="1"/>
            </a:lvl5pPr>
            <a:lvl6pPr marL="9144000" indent="0">
              <a:buNone/>
              <a:defRPr sz="6400" b="1"/>
            </a:lvl6pPr>
            <a:lvl7pPr marL="10972800" indent="0">
              <a:buNone/>
              <a:defRPr sz="6400" b="1"/>
            </a:lvl7pPr>
            <a:lvl8pPr marL="12801600" indent="0">
              <a:buNone/>
              <a:defRPr sz="6400" b="1"/>
            </a:lvl8pPr>
            <a:lvl9pPr marL="14630400" indent="0">
              <a:buNone/>
              <a:defRPr sz="6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68" y="15364460"/>
            <a:ext cx="15473360" cy="225988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2" y="10311133"/>
            <a:ext cx="15549564" cy="5053327"/>
          </a:xfrm>
        </p:spPr>
        <p:txBody>
          <a:bodyPr anchor="b"/>
          <a:lstStyle>
            <a:lvl1pPr marL="0" indent="0">
              <a:buNone/>
              <a:defRPr sz="9600" b="1"/>
            </a:lvl1pPr>
            <a:lvl2pPr marL="1828800" indent="0">
              <a:buNone/>
              <a:defRPr sz="8000" b="1"/>
            </a:lvl2pPr>
            <a:lvl3pPr marL="3657600" indent="0">
              <a:buNone/>
              <a:defRPr sz="7200" b="1"/>
            </a:lvl3pPr>
            <a:lvl4pPr marL="5486400" indent="0">
              <a:buNone/>
              <a:defRPr sz="6400" b="1"/>
            </a:lvl4pPr>
            <a:lvl5pPr marL="7315200" indent="0">
              <a:buNone/>
              <a:defRPr sz="6400" b="1"/>
            </a:lvl5pPr>
            <a:lvl6pPr marL="9144000" indent="0">
              <a:buNone/>
              <a:defRPr sz="6400" b="1"/>
            </a:lvl6pPr>
            <a:lvl7pPr marL="10972800" indent="0">
              <a:buNone/>
              <a:defRPr sz="6400" b="1"/>
            </a:lvl7pPr>
            <a:lvl8pPr marL="12801600" indent="0">
              <a:buNone/>
              <a:defRPr sz="6400" b="1"/>
            </a:lvl8pPr>
            <a:lvl9pPr marL="14630400" indent="0">
              <a:buNone/>
              <a:defRPr sz="6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2" y="15364460"/>
            <a:ext cx="15549564" cy="225988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7/13/17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7/13/17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7/13/17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2804160"/>
            <a:ext cx="11796712" cy="9814560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4" y="6056216"/>
            <a:ext cx="18516600" cy="29891567"/>
          </a:xfrm>
        </p:spPr>
        <p:txBody>
          <a:bodyPr/>
          <a:lstStyle>
            <a:lvl1pPr>
              <a:defRPr sz="12800"/>
            </a:lvl1pPr>
            <a:lvl2pPr>
              <a:defRPr sz="11200"/>
            </a:lvl2pPr>
            <a:lvl3pPr>
              <a:defRPr sz="9600"/>
            </a:lvl3pPr>
            <a:lvl4pPr>
              <a:defRPr sz="8000"/>
            </a:lvl4pPr>
            <a:lvl5pPr>
              <a:defRPr sz="8000"/>
            </a:lvl5pPr>
            <a:lvl6pPr>
              <a:defRPr sz="8000"/>
            </a:lvl6pPr>
            <a:lvl7pPr>
              <a:defRPr sz="8000"/>
            </a:lvl7pPr>
            <a:lvl8pPr>
              <a:defRPr sz="8000"/>
            </a:lvl8pPr>
            <a:lvl9pPr>
              <a:defRPr sz="8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4" y="12618720"/>
            <a:ext cx="11796712" cy="23377740"/>
          </a:xfrm>
        </p:spPr>
        <p:txBody>
          <a:bodyPr/>
          <a:lstStyle>
            <a:lvl1pPr marL="0" indent="0">
              <a:buNone/>
              <a:defRPr sz="6400"/>
            </a:lvl1pPr>
            <a:lvl2pPr marL="1828800" indent="0">
              <a:buNone/>
              <a:defRPr sz="5600"/>
            </a:lvl2pPr>
            <a:lvl3pPr marL="3657600" indent="0">
              <a:buNone/>
              <a:defRPr sz="4800"/>
            </a:lvl3pPr>
            <a:lvl4pPr marL="5486400" indent="0">
              <a:buNone/>
              <a:defRPr sz="4000"/>
            </a:lvl4pPr>
            <a:lvl5pPr marL="7315200" indent="0">
              <a:buNone/>
              <a:defRPr sz="4000"/>
            </a:lvl5pPr>
            <a:lvl6pPr marL="9144000" indent="0">
              <a:buNone/>
              <a:defRPr sz="4000"/>
            </a:lvl6pPr>
            <a:lvl7pPr marL="10972800" indent="0">
              <a:buNone/>
              <a:defRPr sz="4000"/>
            </a:lvl7pPr>
            <a:lvl8pPr marL="12801600" indent="0">
              <a:buNone/>
              <a:defRPr sz="4000"/>
            </a:lvl8pPr>
            <a:lvl9pPr marL="14630400" indent="0">
              <a:buNone/>
              <a:defRPr sz="4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7/13/17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2804160"/>
            <a:ext cx="11796712" cy="9814560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4" y="6056216"/>
            <a:ext cx="18516600" cy="29891567"/>
          </a:xfrm>
        </p:spPr>
        <p:txBody>
          <a:bodyPr anchor="t"/>
          <a:lstStyle>
            <a:lvl1pPr marL="0" indent="0">
              <a:buNone/>
              <a:defRPr sz="12800"/>
            </a:lvl1pPr>
            <a:lvl2pPr marL="1828800" indent="0">
              <a:buNone/>
              <a:defRPr sz="11200"/>
            </a:lvl2pPr>
            <a:lvl3pPr marL="3657600" indent="0">
              <a:buNone/>
              <a:defRPr sz="9600"/>
            </a:lvl3pPr>
            <a:lvl4pPr marL="5486400" indent="0">
              <a:buNone/>
              <a:defRPr sz="8000"/>
            </a:lvl4pPr>
            <a:lvl5pPr marL="7315200" indent="0">
              <a:buNone/>
              <a:defRPr sz="8000"/>
            </a:lvl5pPr>
            <a:lvl6pPr marL="9144000" indent="0">
              <a:buNone/>
              <a:defRPr sz="8000"/>
            </a:lvl6pPr>
            <a:lvl7pPr marL="10972800" indent="0">
              <a:buNone/>
              <a:defRPr sz="8000"/>
            </a:lvl7pPr>
            <a:lvl8pPr marL="12801600" indent="0">
              <a:buNone/>
              <a:defRPr sz="8000"/>
            </a:lvl8pPr>
            <a:lvl9pPr marL="14630400" indent="0">
              <a:buNone/>
              <a:defRPr sz="8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4" y="12618720"/>
            <a:ext cx="11796712" cy="23377740"/>
          </a:xfrm>
        </p:spPr>
        <p:txBody>
          <a:bodyPr/>
          <a:lstStyle>
            <a:lvl1pPr marL="0" indent="0">
              <a:buNone/>
              <a:defRPr sz="6400"/>
            </a:lvl1pPr>
            <a:lvl2pPr marL="1828800" indent="0">
              <a:buNone/>
              <a:defRPr sz="5600"/>
            </a:lvl2pPr>
            <a:lvl3pPr marL="3657600" indent="0">
              <a:buNone/>
              <a:defRPr sz="4800"/>
            </a:lvl3pPr>
            <a:lvl4pPr marL="5486400" indent="0">
              <a:buNone/>
              <a:defRPr sz="4000"/>
            </a:lvl4pPr>
            <a:lvl5pPr marL="7315200" indent="0">
              <a:buNone/>
              <a:defRPr sz="4000"/>
            </a:lvl5pPr>
            <a:lvl6pPr marL="9144000" indent="0">
              <a:buNone/>
              <a:defRPr sz="4000"/>
            </a:lvl6pPr>
            <a:lvl7pPr marL="10972800" indent="0">
              <a:buNone/>
              <a:defRPr sz="4000"/>
            </a:lvl7pPr>
            <a:lvl8pPr marL="12801600" indent="0">
              <a:buNone/>
              <a:defRPr sz="4000"/>
            </a:lvl8pPr>
            <a:lvl9pPr marL="14630400" indent="0">
              <a:buNone/>
              <a:defRPr sz="4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7/13/17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7/13/17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2" y="2239433"/>
            <a:ext cx="7886700" cy="3564594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2" y="2239433"/>
            <a:ext cx="23202900" cy="3564594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064C1-B353-8145-9E0D-8C1E1A5522AC}" type="datetimeFigureOut">
              <a:rPr lang="en-US" smtClean="0"/>
              <a:t>7/13/17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420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370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2239442"/>
            <a:ext cx="31546800" cy="813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11197167"/>
            <a:ext cx="31546800" cy="26688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0" y="38985623"/>
            <a:ext cx="8229600" cy="22394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4064C1-B353-8145-9E0D-8C1E1A5522AC}" type="datetimeFigureOut">
              <a:rPr lang="en-US" smtClean="0"/>
              <a:t>7/13/17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0" y="38985623"/>
            <a:ext cx="12344400" cy="22394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0" y="38985623"/>
            <a:ext cx="8229600" cy="22394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8CD70-5C8C-C840-A212-0CD80A20E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554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3657600" rtl="0" eaLnBrk="1" latinLnBrk="0" hangingPunct="1">
        <a:lnSpc>
          <a:spcPct val="90000"/>
        </a:lnSpc>
        <a:spcBef>
          <a:spcPct val="0"/>
        </a:spcBef>
        <a:buNone/>
        <a:defRPr sz="17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0" indent="-914400" algn="l" defTabSz="3657600" rtl="0" eaLnBrk="1" latinLnBrk="0" hangingPunct="1">
        <a:lnSpc>
          <a:spcPct val="90000"/>
        </a:lnSpc>
        <a:spcBef>
          <a:spcPts val="4000"/>
        </a:spcBef>
        <a:buFont typeface="Arial" panose="020B0604020202020204" pitchFamily="34" charset="0"/>
        <a:buChar char="•"/>
        <a:defRPr sz="112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8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emf"/><Relationship Id="rId3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792" y="7270614"/>
            <a:ext cx="16489266" cy="198633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68" y="15755260"/>
            <a:ext cx="34233346" cy="197786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8441" y="7270614"/>
            <a:ext cx="16489266" cy="198633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792" y="24399423"/>
            <a:ext cx="16489266" cy="198633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8441" y="24399423"/>
            <a:ext cx="16489266" cy="198633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792" y="32921631"/>
            <a:ext cx="16489266" cy="198633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8441" y="32921631"/>
            <a:ext cx="16489266" cy="19863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48288" y="658368"/>
            <a:ext cx="1975104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0" b="0" i="0" dirty="0" smtClean="0">
                <a:solidFill>
                  <a:srgbClr val="141F22"/>
                </a:solidFill>
                <a:latin typeface="Blanch Caps" charset="0"/>
                <a:ea typeface="Blanch Caps" charset="0"/>
                <a:cs typeface="Blanch Caps" charset="0"/>
              </a:rPr>
              <a:t>Blanch</a:t>
            </a:r>
            <a:r>
              <a:rPr lang="en-US" sz="20000" b="0" i="0" baseline="0" dirty="0" smtClean="0">
                <a:solidFill>
                  <a:srgbClr val="141F22"/>
                </a:solidFill>
                <a:latin typeface="Blanch Caps" charset="0"/>
                <a:ea typeface="Blanch Caps" charset="0"/>
                <a:cs typeface="Blanch Caps" charset="0"/>
              </a:rPr>
              <a:t> caps 200pt</a:t>
            </a:r>
            <a:endParaRPr lang="en-US" sz="20000" b="0" i="0" dirty="0">
              <a:solidFill>
                <a:srgbClr val="141F22"/>
              </a:solidFill>
              <a:latin typeface="Blanch Caps" charset="0"/>
              <a:ea typeface="Blanch Caps" charset="0"/>
              <a:cs typeface="Blanch Caps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48288" y="2353145"/>
            <a:ext cx="1975104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0" b="0" i="0" dirty="0" smtClean="0">
                <a:solidFill>
                  <a:srgbClr val="141F22"/>
                </a:solidFill>
                <a:latin typeface="Blanch Caps" charset="0"/>
                <a:ea typeface="Blanch Caps" charset="0"/>
                <a:cs typeface="Blanch Caps" charset="0"/>
              </a:rPr>
              <a:t>Blanch</a:t>
            </a:r>
            <a:r>
              <a:rPr lang="en-US" sz="20000" b="0" i="0" baseline="0" dirty="0" smtClean="0">
                <a:solidFill>
                  <a:srgbClr val="141F22"/>
                </a:solidFill>
                <a:latin typeface="Blanch Caps" charset="0"/>
                <a:ea typeface="Blanch Caps" charset="0"/>
                <a:cs typeface="Blanch Caps" charset="0"/>
              </a:rPr>
              <a:t> caps 200pt</a:t>
            </a:r>
            <a:endParaRPr lang="en-US" sz="20000" b="0" i="0" dirty="0">
              <a:solidFill>
                <a:srgbClr val="141F22"/>
              </a:solidFill>
              <a:latin typeface="Blanch Caps" charset="0"/>
              <a:ea typeface="Blanch Caps" charset="0"/>
              <a:cs typeface="Blanch Caps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49241" y="7218021"/>
            <a:ext cx="123626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0" i="0" dirty="0" err="1" smtClean="0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Raleway</a:t>
            </a:r>
            <a:r>
              <a:rPr lang="en-US" sz="4800" b="0" i="0" dirty="0" smtClean="0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 48pt</a:t>
            </a:r>
            <a:endParaRPr lang="en-US" sz="4800" b="0" i="0" dirty="0">
              <a:solidFill>
                <a:srgbClr val="141F22"/>
              </a:solidFill>
              <a:latin typeface="Raleway" charset="0"/>
              <a:ea typeface="Raleway" charset="0"/>
              <a:cs typeface="Raleway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22393" y="8585731"/>
            <a:ext cx="1236268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0" i="0" dirty="0" smtClean="0">
              <a:solidFill>
                <a:srgbClr val="141F22"/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49241" y="15634765"/>
            <a:ext cx="123626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0" i="0" dirty="0" err="1" smtClean="0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Raleway</a:t>
            </a:r>
            <a:r>
              <a:rPr lang="en-US" sz="4800" b="0" i="0" dirty="0" smtClean="0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 48pt</a:t>
            </a:r>
            <a:endParaRPr lang="en-US" sz="4800" b="0" i="0" dirty="0">
              <a:solidFill>
                <a:srgbClr val="141F22"/>
              </a:solidFill>
              <a:latin typeface="Raleway" charset="0"/>
              <a:ea typeface="Raleway" charset="0"/>
              <a:cs typeface="Raleway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22393" y="17002475"/>
            <a:ext cx="1236268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0" i="0" dirty="0" smtClean="0">
              <a:solidFill>
                <a:srgbClr val="141F22"/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9916890" y="7218021"/>
            <a:ext cx="123626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0" i="0" dirty="0" err="1" smtClean="0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Raleway</a:t>
            </a:r>
            <a:r>
              <a:rPr lang="en-US" sz="4800" b="0" i="0" dirty="0" smtClean="0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 48pt</a:t>
            </a:r>
            <a:endParaRPr lang="en-US" sz="4800" b="0" i="0" dirty="0">
              <a:solidFill>
                <a:srgbClr val="141F22"/>
              </a:solidFill>
              <a:latin typeface="Raleway" charset="0"/>
              <a:ea typeface="Raleway" charset="0"/>
              <a:cs typeface="Raleway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990042" y="8585731"/>
            <a:ext cx="1236268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0" i="0" dirty="0" smtClean="0">
              <a:solidFill>
                <a:srgbClr val="141F22"/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49241" y="24346830"/>
            <a:ext cx="123626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0" i="0" dirty="0" err="1" smtClean="0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Raleway</a:t>
            </a:r>
            <a:r>
              <a:rPr lang="en-US" sz="4800" b="0" i="0" dirty="0" smtClean="0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 48pt</a:t>
            </a:r>
            <a:endParaRPr lang="en-US" sz="4800" b="0" i="0" dirty="0">
              <a:solidFill>
                <a:srgbClr val="141F22"/>
              </a:solidFill>
              <a:latin typeface="Raleway" charset="0"/>
              <a:ea typeface="Raleway" charset="0"/>
              <a:cs typeface="Raleway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922393" y="25714540"/>
            <a:ext cx="1236268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0" i="0" dirty="0" smtClean="0">
              <a:solidFill>
                <a:srgbClr val="141F22"/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9916890" y="24346830"/>
            <a:ext cx="123626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0" i="0" dirty="0" err="1" smtClean="0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Raleway</a:t>
            </a:r>
            <a:r>
              <a:rPr lang="en-US" sz="4800" b="0" i="0" dirty="0" smtClean="0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 48pt</a:t>
            </a:r>
            <a:endParaRPr lang="en-US" sz="4800" b="0" i="0" dirty="0">
              <a:solidFill>
                <a:srgbClr val="141F22"/>
              </a:solidFill>
              <a:latin typeface="Raleway" charset="0"/>
              <a:ea typeface="Raleway" charset="0"/>
              <a:cs typeface="Raleway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9990042" y="25714540"/>
            <a:ext cx="1236268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0" i="0" dirty="0" smtClean="0">
              <a:solidFill>
                <a:srgbClr val="141F22"/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849241" y="32869038"/>
            <a:ext cx="123626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0" i="0" dirty="0" err="1" smtClean="0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Raleway</a:t>
            </a:r>
            <a:r>
              <a:rPr lang="en-US" sz="4800" b="0" i="0" dirty="0" smtClean="0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 48pt</a:t>
            </a:r>
            <a:endParaRPr lang="en-US" sz="4800" b="0" i="0" dirty="0">
              <a:solidFill>
                <a:srgbClr val="141F22"/>
              </a:solidFill>
              <a:latin typeface="Raleway" charset="0"/>
              <a:ea typeface="Raleway" charset="0"/>
              <a:cs typeface="Raleway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22393" y="34236748"/>
            <a:ext cx="123626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916890" y="32869038"/>
            <a:ext cx="123626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0" i="0" dirty="0" err="1" smtClean="0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Raleway</a:t>
            </a:r>
            <a:r>
              <a:rPr lang="en-US" sz="4800" b="0" i="0" dirty="0" smtClean="0">
                <a:solidFill>
                  <a:srgbClr val="141F22"/>
                </a:solidFill>
                <a:latin typeface="Raleway" charset="0"/>
                <a:ea typeface="Raleway" charset="0"/>
                <a:cs typeface="Raleway" charset="0"/>
              </a:rPr>
              <a:t> 48pt</a:t>
            </a:r>
            <a:endParaRPr lang="en-US" sz="4800" b="0" i="0" dirty="0">
              <a:solidFill>
                <a:srgbClr val="141F22"/>
              </a:solidFill>
              <a:latin typeface="Raleway" charset="0"/>
              <a:ea typeface="Raleway" charset="0"/>
              <a:cs typeface="Raleway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9990042" y="34236748"/>
            <a:ext cx="123626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916890" y="17002475"/>
            <a:ext cx="1236268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0" i="0" dirty="0" smtClean="0">
                <a:solidFill>
                  <a:srgbClr val="141F22"/>
                </a:solidFill>
                <a:latin typeface="Trebuchet MS" charset="0"/>
                <a:ea typeface="Trebuchet MS" charset="0"/>
                <a:cs typeface="Trebuchet MS" charset="0"/>
              </a:rPr>
              <a:t>Trebuchet 36 Trebuchet 36 Trebuchet 36 Trebuchet 36</a:t>
            </a:r>
          </a:p>
          <a:p>
            <a:pPr marL="0" marR="0" indent="0" algn="l" defTabSz="37746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0" i="0" dirty="0" smtClean="0">
              <a:solidFill>
                <a:srgbClr val="141F22"/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48288" y="5019205"/>
            <a:ext cx="197510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0" i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Raleway</a:t>
            </a:r>
            <a:r>
              <a:rPr lang="en-US" sz="4000" b="0" i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Raleway" charset="0"/>
                <a:ea typeface="Raleway" charset="0"/>
                <a:cs typeface="Raleway" charset="0"/>
              </a:rPr>
              <a:t> 40pt</a:t>
            </a:r>
            <a:endParaRPr lang="en-US" sz="4000" b="0" i="0" dirty="0">
              <a:solidFill>
                <a:schemeClr val="tx1">
                  <a:lumMod val="50000"/>
                  <a:lumOff val="50000"/>
                </a:schemeClr>
              </a:solidFill>
              <a:latin typeface="Raleway" charset="0"/>
              <a:ea typeface="Raleway" charset="0"/>
              <a:cs typeface="Ralewa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14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10273</TotalTime>
  <Words>582</Words>
  <Application>Microsoft Macintosh PowerPoint</Application>
  <PresentationFormat>Custom</PresentationFormat>
  <Paragraphs>80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Blanch Caps</vt:lpstr>
      <vt:lpstr>Calibri</vt:lpstr>
      <vt:lpstr>Calibri Light</vt:lpstr>
      <vt:lpstr>Trebuchet MS</vt:lpstr>
      <vt:lpstr>Arial</vt:lpstr>
      <vt:lpstr>Raleway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15.0025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xandershanks@yahoo.com</dc:creator>
  <cp:lastModifiedBy>Gizem Korkmaz</cp:lastModifiedBy>
  <cp:revision>4</cp:revision>
  <dcterms:created xsi:type="dcterms:W3CDTF">2017-07-12T21:21:51Z</dcterms:created>
  <dcterms:modified xsi:type="dcterms:W3CDTF">2017-07-20T17:19:39Z</dcterms:modified>
</cp:coreProperties>
</file>
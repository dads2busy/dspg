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</p:sldIdLst>
  <p:sldSz cy="36576000" cx="42062400"/>
  <p:notesSz cx="6858000" cy="9144000"/>
  <p:embeddedFontLst>
    <p:embeddedFont>
      <p:font typeface="Raleway"/>
      <p:regular r:id="rId6"/>
      <p:bold r:id="rId7"/>
      <p:italic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aleway-boldItalic.fntdata"/><Relationship Id="rId5" Type="http://schemas.openxmlformats.org/officeDocument/2006/relationships/slide" Target="slides/slide1.xml"/><Relationship Id="rId6" Type="http://schemas.openxmlformats.org/officeDocument/2006/relationships/font" Target="fonts/Raleway-regular.fntdata"/><Relationship Id="rId7" Type="http://schemas.openxmlformats.org/officeDocument/2006/relationships/font" Target="fonts/Raleway-bold.fntdata"/><Relationship Id="rId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Title Slide">
  <p:cSld name="1_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42062399" cy="3657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3154680" y="5985936"/>
            <a:ext cx="35753039" cy="1273386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5257800" y="19210869"/>
            <a:ext cx="31546801" cy="88307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lnSpc>
                <a:spcPct val="90000"/>
              </a:lnSpc>
              <a:spcBef>
                <a:spcPts val="4600"/>
              </a:spcBef>
              <a:spcAft>
                <a:spcPts val="0"/>
              </a:spcAft>
              <a:buClr>
                <a:schemeClr val="dk1"/>
              </a:buClr>
              <a:buSzPts val="12880"/>
              <a:buFont typeface="Arial"/>
              <a:buNone/>
              <a:defRPr b="0" i="0" sz="110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" lvl="1" marL="2103120" marR="0" rtl="0" algn="ctr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40"/>
              <a:buFont typeface="Arial"/>
              <a:buNone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540" lvl="2" marL="4206240" marR="0" rtl="0" algn="ctr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59" lvl="3" marL="6309360" marR="0" rtl="0" algn="ctr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0" i="0" sz="7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080" lvl="4" marL="8412480" marR="0" rtl="0" algn="ctr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0" i="0" sz="7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0515600" marR="0" rtl="0" algn="ctr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0" i="0" sz="7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619" lvl="6" marL="12618720" marR="0" rtl="0" algn="ctr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0" i="0" sz="7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539" lvl="7" marL="14721839" marR="0" rtl="0" algn="ctr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0" i="0" sz="7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" lvl="8" marL="16824960" marR="0" rtl="0" algn="ctr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0" i="0" sz="7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2891790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13933170" y="33900541"/>
            <a:ext cx="1419606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29706569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2891790" y="1947342"/>
            <a:ext cx="36278821" cy="7069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2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2891790" y="9736667"/>
            <a:ext cx="36278821" cy="232071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1046480" lvl="0" marL="457200" marR="0" rtl="0" algn="l">
              <a:lnSpc>
                <a:spcPct val="90000"/>
              </a:lnSpc>
              <a:spcBef>
                <a:spcPts val="4600"/>
              </a:spcBef>
              <a:spcAft>
                <a:spcPts val="0"/>
              </a:spcAft>
              <a:buClr>
                <a:schemeClr val="dk1"/>
              </a:buClr>
              <a:buSzPts val="12880"/>
              <a:buFont typeface="Arial"/>
              <a:buChar char="•"/>
              <a:defRPr b="0" i="0" sz="128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929639" lvl="1" marL="914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40"/>
              <a:buFont typeface="Arial"/>
              <a:buChar char="•"/>
              <a:defRPr b="0" i="0" sz="110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12800" lvl="2" marL="1371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•"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54380" lvl="3" marL="1828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54380" lvl="4" marL="22860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54379" lvl="5" marL="27432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54379" lvl="6" marL="3200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54379" lvl="7" marL="3657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54379" lvl="8" marL="4114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2891790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13933170" y="33900541"/>
            <a:ext cx="1419606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29706569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2869885" y="9118611"/>
            <a:ext cx="36278821" cy="1521459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2869885" y="24477144"/>
            <a:ext cx="36278821" cy="80009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600"/>
              </a:spcBef>
              <a:spcAft>
                <a:spcPts val="0"/>
              </a:spcAft>
              <a:buClr>
                <a:schemeClr val="dk1"/>
              </a:buClr>
              <a:buSzPts val="12880"/>
              <a:buFont typeface="Arial"/>
              <a:buNone/>
              <a:defRPr b="0" i="0" sz="110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11040"/>
              <a:buFont typeface="Arial"/>
              <a:buNone/>
              <a:defRPr b="0" i="0" sz="9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200"/>
              <a:buFont typeface="Arial"/>
              <a:buNone/>
              <a:defRPr b="0" i="0" sz="82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8280"/>
              <a:buFont typeface="Arial"/>
              <a:buNone/>
              <a:defRPr b="0" i="0" sz="73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8280"/>
              <a:buFont typeface="Arial"/>
              <a:buNone/>
              <a:defRPr b="0" i="0" sz="73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8280"/>
              <a:buFont typeface="Arial"/>
              <a:buNone/>
              <a:defRPr b="0" i="0" sz="73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8280"/>
              <a:buFont typeface="Arial"/>
              <a:buNone/>
              <a:defRPr b="0" i="0" sz="73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8280"/>
              <a:buFont typeface="Arial"/>
              <a:buNone/>
              <a:defRPr b="0" i="0" sz="73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8280"/>
              <a:buFont typeface="Arial"/>
              <a:buNone/>
              <a:defRPr b="0" i="0" sz="73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2891790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13933170" y="33900541"/>
            <a:ext cx="1419606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29706569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2891790" y="1947342"/>
            <a:ext cx="36278821" cy="7069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2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2891790" y="9736667"/>
            <a:ext cx="17876520" cy="232071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1046480" lvl="0" marL="457200" marR="0" rtl="0" algn="l">
              <a:lnSpc>
                <a:spcPct val="90000"/>
              </a:lnSpc>
              <a:spcBef>
                <a:spcPts val="4600"/>
              </a:spcBef>
              <a:spcAft>
                <a:spcPts val="0"/>
              </a:spcAft>
              <a:buClr>
                <a:schemeClr val="dk1"/>
              </a:buClr>
              <a:buSzPts val="12880"/>
              <a:buFont typeface="Arial"/>
              <a:buChar char="•"/>
              <a:defRPr b="0" i="0" sz="128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929639" lvl="1" marL="914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40"/>
              <a:buFont typeface="Arial"/>
              <a:buChar char="•"/>
              <a:defRPr b="0" i="0" sz="110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12800" lvl="2" marL="1371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•"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54380" lvl="3" marL="1828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54380" lvl="4" marL="22860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54379" lvl="5" marL="27432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54379" lvl="6" marL="3200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54379" lvl="7" marL="3657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54379" lvl="8" marL="4114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21294091" y="9736667"/>
            <a:ext cx="17876520" cy="232071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1046480" lvl="0" marL="457200" marR="0" rtl="0" algn="l">
              <a:lnSpc>
                <a:spcPct val="90000"/>
              </a:lnSpc>
              <a:spcBef>
                <a:spcPts val="4600"/>
              </a:spcBef>
              <a:spcAft>
                <a:spcPts val="0"/>
              </a:spcAft>
              <a:buClr>
                <a:schemeClr val="dk1"/>
              </a:buClr>
              <a:buSzPts val="12880"/>
              <a:buFont typeface="Arial"/>
              <a:buChar char="•"/>
              <a:defRPr b="0" i="0" sz="128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929639" lvl="1" marL="914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40"/>
              <a:buFont typeface="Arial"/>
              <a:buChar char="•"/>
              <a:defRPr b="0" i="0" sz="110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12800" lvl="2" marL="1371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•"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54380" lvl="3" marL="1828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54380" lvl="4" marL="22860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54379" lvl="5" marL="27432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54379" lvl="6" marL="3200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54379" lvl="7" marL="3657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54379" lvl="8" marL="4114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2891790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13933170" y="33900541"/>
            <a:ext cx="1419606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29706569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2897269" y="1947342"/>
            <a:ext cx="36278821" cy="7069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2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897273" y="8966203"/>
            <a:ext cx="17794364" cy="439419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600"/>
              </a:spcBef>
              <a:spcAft>
                <a:spcPts val="0"/>
              </a:spcAft>
              <a:buClr>
                <a:schemeClr val="dk1"/>
              </a:buClr>
              <a:buSzPts val="12880"/>
              <a:buFont typeface="Arial"/>
              <a:buNone/>
              <a:defRPr b="1" i="0" sz="110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40"/>
              <a:buFont typeface="Arial"/>
              <a:buNone/>
              <a:defRPr b="1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None/>
              <a:defRPr b="1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1" i="0" sz="7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1" i="0" sz="7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1" i="0" sz="7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1" i="0" sz="7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1" i="0" sz="7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1" i="0" sz="7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2897273" y="13360400"/>
            <a:ext cx="17794364" cy="196511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1046480" lvl="0" marL="457200" marR="0" rtl="0" algn="l">
              <a:lnSpc>
                <a:spcPct val="90000"/>
              </a:lnSpc>
              <a:spcBef>
                <a:spcPts val="4600"/>
              </a:spcBef>
              <a:spcAft>
                <a:spcPts val="0"/>
              </a:spcAft>
              <a:buClr>
                <a:schemeClr val="dk1"/>
              </a:buClr>
              <a:buSzPts val="12880"/>
              <a:buFont typeface="Arial"/>
              <a:buChar char="•"/>
              <a:defRPr b="0" i="0" sz="128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929639" lvl="1" marL="914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40"/>
              <a:buFont typeface="Arial"/>
              <a:buChar char="•"/>
              <a:defRPr b="0" i="0" sz="110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12800" lvl="2" marL="1371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•"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54380" lvl="3" marL="1828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54380" lvl="4" marL="22860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54379" lvl="5" marL="27432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54379" lvl="6" marL="3200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54379" lvl="7" marL="3657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54379" lvl="8" marL="4114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3" type="body"/>
          </p:nvPr>
        </p:nvSpPr>
        <p:spPr>
          <a:xfrm>
            <a:off x="21294092" y="8966203"/>
            <a:ext cx="17881999" cy="439419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600"/>
              </a:spcBef>
              <a:spcAft>
                <a:spcPts val="0"/>
              </a:spcAft>
              <a:buClr>
                <a:schemeClr val="dk1"/>
              </a:buClr>
              <a:buSzPts val="12880"/>
              <a:buFont typeface="Arial"/>
              <a:buNone/>
              <a:defRPr b="1" i="0" sz="110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40"/>
              <a:buFont typeface="Arial"/>
              <a:buNone/>
              <a:defRPr b="1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None/>
              <a:defRPr b="1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1" i="0" sz="7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1" i="0" sz="7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1" i="0" sz="7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1" i="0" sz="7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1" i="0" sz="7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1" i="0" sz="7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4" type="body"/>
          </p:nvPr>
        </p:nvSpPr>
        <p:spPr>
          <a:xfrm>
            <a:off x="21294092" y="13360400"/>
            <a:ext cx="17881999" cy="196511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1046480" lvl="0" marL="457200" marR="0" rtl="0" algn="l">
              <a:lnSpc>
                <a:spcPct val="90000"/>
              </a:lnSpc>
              <a:spcBef>
                <a:spcPts val="4600"/>
              </a:spcBef>
              <a:spcAft>
                <a:spcPts val="0"/>
              </a:spcAft>
              <a:buClr>
                <a:schemeClr val="dk1"/>
              </a:buClr>
              <a:buSzPts val="12880"/>
              <a:buFont typeface="Arial"/>
              <a:buChar char="•"/>
              <a:defRPr b="0" i="0" sz="128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929639" lvl="1" marL="914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40"/>
              <a:buFont typeface="Arial"/>
              <a:buChar char="•"/>
              <a:defRPr b="0" i="0" sz="110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12800" lvl="2" marL="1371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•"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54380" lvl="3" marL="1828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54380" lvl="4" marL="22860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54379" lvl="5" marL="27432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54379" lvl="6" marL="3200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54379" lvl="7" marL="3657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54379" lvl="8" marL="4114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0" type="dt"/>
          </p:nvPr>
        </p:nvSpPr>
        <p:spPr>
          <a:xfrm>
            <a:off x="2891790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13933170" y="33900541"/>
            <a:ext cx="1419606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29706569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2891790" y="1947342"/>
            <a:ext cx="36278821" cy="7069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2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9" name="Google Shape;49;p8"/>
          <p:cNvSpPr txBox="1"/>
          <p:nvPr>
            <p:ph idx="10" type="dt"/>
          </p:nvPr>
        </p:nvSpPr>
        <p:spPr>
          <a:xfrm>
            <a:off x="2891790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11" type="ftr"/>
          </p:nvPr>
        </p:nvSpPr>
        <p:spPr>
          <a:xfrm>
            <a:off x="13933170" y="33900541"/>
            <a:ext cx="1419606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29706569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idx="10" type="dt"/>
          </p:nvPr>
        </p:nvSpPr>
        <p:spPr>
          <a:xfrm>
            <a:off x="2891790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1" type="ftr"/>
          </p:nvPr>
        </p:nvSpPr>
        <p:spPr>
          <a:xfrm>
            <a:off x="13933170" y="33900541"/>
            <a:ext cx="1419606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29706569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2897269" y="2438400"/>
            <a:ext cx="13566218" cy="853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7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17881998" y="5266275"/>
            <a:ext cx="21294090" cy="259926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1163320" lvl="0" marL="457200" marR="0" rtl="0" algn="l">
              <a:lnSpc>
                <a:spcPct val="90000"/>
              </a:lnSpc>
              <a:spcBef>
                <a:spcPts val="4600"/>
              </a:spcBef>
              <a:spcAft>
                <a:spcPts val="0"/>
              </a:spcAft>
              <a:buClr>
                <a:schemeClr val="dk1"/>
              </a:buClr>
              <a:buSzPts val="14720"/>
              <a:buFont typeface="Arial"/>
              <a:buChar char="•"/>
              <a:defRPr b="0" i="0" sz="147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46480" lvl="1" marL="914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2880"/>
              <a:buFont typeface="Arial"/>
              <a:buChar char="•"/>
              <a:defRPr b="0" i="0" sz="128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929639" lvl="2" marL="1371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40"/>
              <a:buFont typeface="Arial"/>
              <a:buChar char="•"/>
              <a:defRPr b="0" i="0" sz="110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12800" lvl="3" marL="1828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•"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12800" lvl="4" marL="22860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•"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12800" lvl="5" marL="27432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•"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12800" lvl="6" marL="3200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•"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12800" lvl="7" marL="3657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•"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12800" lvl="8" marL="4114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•"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0"/>
          <p:cNvSpPr txBox="1"/>
          <p:nvPr>
            <p:ph idx="2" type="body"/>
          </p:nvPr>
        </p:nvSpPr>
        <p:spPr>
          <a:xfrm>
            <a:off x="2897269" y="10972800"/>
            <a:ext cx="13566218" cy="2032846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600"/>
              </a:spcBef>
              <a:spcAft>
                <a:spcPts val="0"/>
              </a:spcAft>
              <a:buClr>
                <a:schemeClr val="dk1"/>
              </a:buClr>
              <a:buSzPts val="12880"/>
              <a:buFont typeface="Arial"/>
              <a:buNone/>
              <a:defRPr b="0" i="0" sz="7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40"/>
              <a:buFont typeface="Arial"/>
              <a:buNone/>
              <a:defRPr b="0" i="0" sz="6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None/>
              <a:defRPr b="0" i="0" sz="5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0" i="0" sz="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0" i="0" sz="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0" i="0" sz="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0" i="0" sz="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0" i="0" sz="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0" i="0" sz="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0"/>
          <p:cNvSpPr txBox="1"/>
          <p:nvPr>
            <p:ph idx="10" type="dt"/>
          </p:nvPr>
        </p:nvSpPr>
        <p:spPr>
          <a:xfrm>
            <a:off x="2891790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11" type="ftr"/>
          </p:nvPr>
        </p:nvSpPr>
        <p:spPr>
          <a:xfrm>
            <a:off x="13933170" y="33900541"/>
            <a:ext cx="1419606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29706569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2897269" y="2438400"/>
            <a:ext cx="13566218" cy="853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7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11"/>
          <p:cNvSpPr/>
          <p:nvPr>
            <p:ph idx="2" type="pic"/>
          </p:nvPr>
        </p:nvSpPr>
        <p:spPr>
          <a:xfrm>
            <a:off x="17881998" y="5266275"/>
            <a:ext cx="21294090" cy="259926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4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7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20" lvl="1" marL="210312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8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540" lvl="2" marL="420624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10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59" lvl="3" marL="630936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080" lvl="4" marL="841248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0515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619" lvl="6" marL="1261872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539" lvl="7" marL="14721839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" lvl="8" marL="1682496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2897269" y="10972800"/>
            <a:ext cx="13566218" cy="2032846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4600"/>
              </a:spcBef>
              <a:spcAft>
                <a:spcPts val="0"/>
              </a:spcAft>
              <a:buClr>
                <a:schemeClr val="dk1"/>
              </a:buClr>
              <a:buSzPts val="12880"/>
              <a:buFont typeface="Arial"/>
              <a:buNone/>
              <a:defRPr b="0" i="0" sz="7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40"/>
              <a:buFont typeface="Arial"/>
              <a:buNone/>
              <a:defRPr b="0" i="0" sz="6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None/>
              <a:defRPr b="0" i="0" sz="5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0" i="0" sz="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0" i="0" sz="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0" i="0" sz="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0" i="0" sz="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0" i="0" sz="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None/>
              <a:defRPr b="0" i="0" sz="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2891790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13933170" y="33900541"/>
            <a:ext cx="1419606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29706569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2891790" y="1947342"/>
            <a:ext cx="36278821" cy="7069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2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9427631" y="3200825"/>
            <a:ext cx="23207136" cy="362788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1046480" lvl="0" marL="457200" marR="0" rtl="0" algn="l">
              <a:lnSpc>
                <a:spcPct val="90000"/>
              </a:lnSpc>
              <a:spcBef>
                <a:spcPts val="4600"/>
              </a:spcBef>
              <a:spcAft>
                <a:spcPts val="0"/>
              </a:spcAft>
              <a:buClr>
                <a:schemeClr val="dk1"/>
              </a:buClr>
              <a:buSzPts val="12880"/>
              <a:buFont typeface="Arial"/>
              <a:buChar char="•"/>
              <a:defRPr b="0" i="0" sz="128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929639" lvl="1" marL="914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40"/>
              <a:buFont typeface="Arial"/>
              <a:buChar char="•"/>
              <a:defRPr b="0" i="0" sz="110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12800" lvl="2" marL="1371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•"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54380" lvl="3" marL="1828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54380" lvl="4" marL="22860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54379" lvl="5" marL="27432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54379" lvl="6" marL="3200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54379" lvl="7" marL="3657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54379" lvl="8" marL="4114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2891790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3933170" y="33900541"/>
            <a:ext cx="1419606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29706569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title"/>
          </p:nvPr>
        </p:nvSpPr>
        <p:spPr>
          <a:xfrm rot="5400000">
            <a:off x="19137526" y="12910716"/>
            <a:ext cx="30996469" cy="9069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2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8" name="Google Shape;78;p13"/>
          <p:cNvSpPr txBox="1"/>
          <p:nvPr>
            <p:ph idx="1" type="body"/>
          </p:nvPr>
        </p:nvSpPr>
        <p:spPr>
          <a:xfrm rot="5400000">
            <a:off x="735226" y="4103900"/>
            <a:ext cx="30996469" cy="266833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1046480" lvl="0" marL="457200" marR="0" rtl="0" algn="l">
              <a:lnSpc>
                <a:spcPct val="90000"/>
              </a:lnSpc>
              <a:spcBef>
                <a:spcPts val="4600"/>
              </a:spcBef>
              <a:spcAft>
                <a:spcPts val="0"/>
              </a:spcAft>
              <a:buClr>
                <a:schemeClr val="dk1"/>
              </a:buClr>
              <a:buSzPts val="12880"/>
              <a:buFont typeface="Arial"/>
              <a:buChar char="•"/>
              <a:defRPr b="0" i="0" sz="128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929639" lvl="1" marL="914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40"/>
              <a:buFont typeface="Arial"/>
              <a:buChar char="•"/>
              <a:defRPr b="0" i="0" sz="110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12800" lvl="2" marL="1371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•"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54380" lvl="3" marL="1828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54380" lvl="4" marL="22860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54379" lvl="5" marL="27432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54379" lvl="6" marL="3200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54379" lvl="7" marL="3657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54379" lvl="8" marL="4114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10" type="dt"/>
          </p:nvPr>
        </p:nvSpPr>
        <p:spPr>
          <a:xfrm>
            <a:off x="2891790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3"/>
          <p:cNvSpPr txBox="1"/>
          <p:nvPr>
            <p:ph idx="11" type="ftr"/>
          </p:nvPr>
        </p:nvSpPr>
        <p:spPr>
          <a:xfrm>
            <a:off x="13933170" y="33900541"/>
            <a:ext cx="1419606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29706569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552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91790" y="1947342"/>
            <a:ext cx="36278821" cy="7069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2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91790" y="9736667"/>
            <a:ext cx="36278821" cy="232071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1046480" lvl="0" marL="457200" marR="0" rtl="0" algn="l">
              <a:lnSpc>
                <a:spcPct val="90000"/>
              </a:lnSpc>
              <a:spcBef>
                <a:spcPts val="4600"/>
              </a:spcBef>
              <a:spcAft>
                <a:spcPts val="0"/>
              </a:spcAft>
              <a:buClr>
                <a:schemeClr val="dk1"/>
              </a:buClr>
              <a:buSzPts val="12880"/>
              <a:buFont typeface="Arial"/>
              <a:buChar char="•"/>
              <a:defRPr b="0" i="0" sz="128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929639" lvl="1" marL="914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40"/>
              <a:buFont typeface="Arial"/>
              <a:buChar char="•"/>
              <a:defRPr b="0" i="0" sz="110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12800" lvl="2" marL="1371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•"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54380" lvl="3" marL="1828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54380" lvl="4" marL="22860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54379" lvl="5" marL="27432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54379" lvl="6" marL="32004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54379" lvl="7" marL="36576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54379" lvl="8" marL="4114800" marR="0" rtl="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8280"/>
              <a:buFont typeface="Arial"/>
              <a:buChar char="•"/>
              <a:defRPr b="0" i="0" sz="8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891790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3933170" y="33900541"/>
            <a:ext cx="1419606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22" lvl="1" marL="188732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42" lvl="2" marL="377464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464" lvl="3" marL="566196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85" lvl="4" marL="754928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7" lvl="5" marL="943660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29" lvl="6" marL="1132393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50" lvl="7" marL="1321125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972" lvl="8" marL="1509857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29706569" y="33900541"/>
            <a:ext cx="9464040" cy="1947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5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5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5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5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5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5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5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5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5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911" y="8386173"/>
            <a:ext cx="18962656" cy="228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973" y="17737020"/>
            <a:ext cx="39368348" cy="2274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54706" y="8386173"/>
            <a:ext cx="18962656" cy="228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911" y="27146156"/>
            <a:ext cx="18962656" cy="228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54706" y="27146156"/>
            <a:ext cx="18962656" cy="228428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11547576" y="87603"/>
            <a:ext cx="22713696" cy="363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0" u="none" cap="none" strike="noStrike">
                <a:solidFill>
                  <a:srgbClr val="141F22"/>
                </a:solidFill>
                <a:latin typeface="Arial"/>
                <a:ea typeface="Arial"/>
                <a:cs typeface="Arial"/>
                <a:sym typeface="Arial"/>
              </a:rPr>
              <a:t>Blanch caps 200pt</a:t>
            </a:r>
            <a:endParaRPr sz="23000">
              <a:solidFill>
                <a:srgbClr val="141F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1547576" y="2036597"/>
            <a:ext cx="22713696" cy="363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0">
                <a:solidFill>
                  <a:srgbClr val="141F22"/>
                </a:solidFill>
                <a:latin typeface="Arial"/>
                <a:ea typeface="Arial"/>
                <a:cs typeface="Arial"/>
                <a:sym typeface="Arial"/>
              </a:rPr>
              <a:t>Blanch caps 200pt</a:t>
            </a:r>
            <a:endParaRPr sz="23000">
              <a:solidFill>
                <a:srgbClr val="141F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126627" y="8325691"/>
            <a:ext cx="14217091" cy="941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2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Raleway 48pt</a:t>
            </a:r>
            <a:endParaRPr sz="552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210752" y="9898558"/>
            <a:ext cx="14217091" cy="7100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4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126627" y="17598452"/>
            <a:ext cx="14217091" cy="941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2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Raleway 48pt</a:t>
            </a:r>
            <a:endParaRPr sz="552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210752" y="19171319"/>
            <a:ext cx="14217091" cy="7100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4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2904423" y="8325691"/>
            <a:ext cx="14217091" cy="941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2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Raleway 48pt</a:t>
            </a:r>
            <a:endParaRPr sz="552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22988548" y="9898558"/>
            <a:ext cx="14217091" cy="7100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4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2126627" y="27085675"/>
            <a:ext cx="14217091" cy="941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2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Raleway 48pt</a:t>
            </a:r>
            <a:endParaRPr sz="552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2210752" y="28658541"/>
            <a:ext cx="14217091" cy="2640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22904423" y="27085675"/>
            <a:ext cx="14217091" cy="941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2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Raleway 48pt</a:t>
            </a:r>
            <a:endParaRPr sz="552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22988548" y="28658541"/>
            <a:ext cx="14217091" cy="39149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22904423" y="19171319"/>
            <a:ext cx="14217091" cy="7100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0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Trebuchet 36 Trebuchet 36 Trebuchet 36 Trebuchet 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40">
              <a:solidFill>
                <a:srgbClr val="141F2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1547576" y="5102565"/>
            <a:ext cx="22713696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Raleway 40pt</a:t>
            </a:r>
            <a:endParaRPr sz="4600">
              <a:solidFill>
                <a:srgbClr val="7F7F7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

<file path=[Content_Types].xml><?xml version="1.0" encoding="utf-8"?>
<Types xmlns="http://schemas.openxmlformats.org/package/2006/content-types">
  <Default Extension="xml" ContentType="application/xml"/>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
  </p:notesMasterIdLst>
  <p:sldIdLst>
    <p:sldId id="256" r:id="rId2"/>
  </p:sldIdLst>
  <p:sldSz cx="36576000" cy="42062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902"/>
    <p:restoredTop sz="94578"/>
  </p:normalViewPr>
  <p:slideViewPr>
    <p:cSldViewPr snapToGrid="0" snapToObjects="1">
      <p:cViewPr>
        <p:scale>
          <a:sx n="40" d="100"/>
          <a:sy n="40" d="100"/>
        </p:scale>
        <p:origin x="116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166350373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Shape 8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84" name="Shape 84"/>
          <p:cNvSpPr>
            <a:spLocks noGrp="1" noRot="1" noChangeAspect="1"/>
          </p:cNvSpPr>
          <p:nvPr>
            <p:ph type="sldImg" idx="2"/>
          </p:nvPr>
        </p:nvSpPr>
        <p:spPr>
          <a:xfrm>
            <a:off x="1938338" y="685800"/>
            <a:ext cx="29813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707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Title Slide">
    <p:spTree>
      <p:nvGrpSpPr>
        <p:cNvPr id="1" name="Shape 11"/>
        <p:cNvGrpSpPr/>
        <p:nvPr/>
      </p:nvGrpSpPr>
      <p:grpSpPr>
        <a:xfrm>
          <a:off x="0" y="0"/>
          <a:ext cx="0" cy="0"/>
          <a:chOff x="0" y="0"/>
          <a:chExt cx="0" cy="0"/>
        </a:xfrm>
      </p:grpSpPr>
      <p:pic>
        <p:nvPicPr>
          <p:cNvPr id="12" name="Shape 12"/>
          <p:cNvPicPr preferRelativeResize="0"/>
          <p:nvPr/>
        </p:nvPicPr>
        <p:blipFill rotWithShape="1">
          <a:blip r:embed="rId2">
            <a:alphaModFix/>
          </a:blip>
          <a:srcRect/>
          <a:stretch/>
        </p:blipFill>
        <p:spPr>
          <a:xfrm>
            <a:off x="0" y="0"/>
            <a:ext cx="36576001" cy="4206239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3"/>
        <p:cNvGrpSpPr/>
        <p:nvPr/>
      </p:nvGrpSpPr>
      <p:grpSpPr>
        <a:xfrm>
          <a:off x="0" y="0"/>
          <a:ext cx="0" cy="0"/>
          <a:chOff x="0" y="0"/>
          <a:chExt cx="0" cy="0"/>
        </a:xfrm>
      </p:grpSpPr>
      <p:sp>
        <p:nvSpPr>
          <p:cNvPr id="14" name="Shape 14"/>
          <p:cNvSpPr txBox="1">
            <a:spLocks noGrp="1"/>
          </p:cNvSpPr>
          <p:nvPr>
            <p:ph type="ctrTitle"/>
          </p:nvPr>
        </p:nvSpPr>
        <p:spPr>
          <a:xfrm>
            <a:off x="2743200" y="6883825"/>
            <a:ext cx="31089600" cy="14643947"/>
          </a:xfrm>
          <a:prstGeom prst="rect">
            <a:avLst/>
          </a:prstGeom>
          <a:noFill/>
          <a:ln>
            <a:noFill/>
          </a:ln>
        </p:spPr>
        <p:txBody>
          <a:bodyPr lIns="91425" tIns="91425" rIns="91425" bIns="91425" anchor="b" anchorCtr="0"/>
          <a:lstStyle>
            <a:lvl1pPr marL="0" marR="0" lvl="0" indent="0" algn="ctr" rtl="0">
              <a:lnSpc>
                <a:spcPct val="90000"/>
              </a:lnSpc>
              <a:spcBef>
                <a:spcPts val="0"/>
              </a:spcBef>
              <a:buClr>
                <a:schemeClr val="dk1"/>
              </a:buClr>
              <a:buFont typeface="Calibri"/>
              <a:buNone/>
              <a:defRPr sz="24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5" name="Shape 15"/>
          <p:cNvSpPr txBox="1">
            <a:spLocks noGrp="1"/>
          </p:cNvSpPr>
          <p:nvPr>
            <p:ph type="subTitle" idx="1"/>
          </p:nvPr>
        </p:nvSpPr>
        <p:spPr>
          <a:xfrm>
            <a:off x="4572000" y="22092500"/>
            <a:ext cx="27432000" cy="10155339"/>
          </a:xfrm>
          <a:prstGeom prst="rect">
            <a:avLst/>
          </a:prstGeom>
          <a:noFill/>
          <a:ln>
            <a:noFill/>
          </a:ln>
        </p:spPr>
        <p:txBody>
          <a:bodyPr lIns="91425" tIns="91425" rIns="91425" bIns="91425" anchor="t" anchorCtr="0"/>
          <a:lstStyle>
            <a:lvl1pPr marL="0" marR="0" lvl="0" indent="0" algn="ctr" rtl="0">
              <a:lnSpc>
                <a:spcPct val="90000"/>
              </a:lnSpc>
              <a:spcBef>
                <a:spcPts val="4000"/>
              </a:spcBef>
              <a:buClr>
                <a:schemeClr val="dk1"/>
              </a:buClr>
              <a:buFont typeface="Arial"/>
              <a:buNone/>
              <a:defRPr sz="9600" b="0" i="0" u="none" strike="noStrike" cap="none">
                <a:solidFill>
                  <a:schemeClr val="dk1"/>
                </a:solidFill>
                <a:latin typeface="Calibri"/>
                <a:ea typeface="Calibri"/>
                <a:cs typeface="Calibri"/>
                <a:sym typeface="Calibri"/>
              </a:defRPr>
            </a:lvl1pPr>
            <a:lvl2pPr marL="1828800" marR="0" lvl="1" indent="0" algn="ctr"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2pPr>
            <a:lvl3pPr marL="3657600" marR="0" lvl="2" indent="0" algn="ctr" rtl="0">
              <a:lnSpc>
                <a:spcPct val="90000"/>
              </a:lnSpc>
              <a:spcBef>
                <a:spcPts val="2000"/>
              </a:spcBef>
              <a:buClr>
                <a:schemeClr val="dk1"/>
              </a:buClr>
              <a:buFont typeface="Arial"/>
              <a:buNone/>
              <a:defRPr sz="7200" b="0" i="0" u="none" strike="noStrike" cap="none">
                <a:solidFill>
                  <a:schemeClr val="dk1"/>
                </a:solidFill>
                <a:latin typeface="Calibri"/>
                <a:ea typeface="Calibri"/>
                <a:cs typeface="Calibri"/>
                <a:sym typeface="Calibri"/>
              </a:defRPr>
            </a:lvl3pPr>
            <a:lvl4pPr marL="5486400" marR="0" lvl="3"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4pPr>
            <a:lvl5pPr marL="7315200" marR="0" lvl="4"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5pPr>
            <a:lvl6pPr marL="9144000" marR="0" lvl="5"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6pPr>
            <a:lvl7pPr marL="10972800" marR="0" lvl="6"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7pPr>
            <a:lvl8pPr marL="12801600" marR="0" lvl="7"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8pPr>
            <a:lvl9pPr marL="14630400" marR="0" lvl="8" indent="0" algn="ctr" rtl="0">
              <a:lnSpc>
                <a:spcPct val="90000"/>
              </a:lnSpc>
              <a:spcBef>
                <a:spcPts val="2000"/>
              </a:spcBef>
              <a:buClr>
                <a:schemeClr val="dk1"/>
              </a:buClr>
              <a:buFont typeface="Arial"/>
              <a:buNone/>
              <a:defRPr sz="6400" b="0" i="0" u="none" strike="noStrike" cap="none">
                <a:solidFill>
                  <a:schemeClr val="dk1"/>
                </a:solidFill>
                <a:latin typeface="Calibri"/>
                <a:ea typeface="Calibri"/>
                <a:cs typeface="Calibri"/>
                <a:sym typeface="Calibri"/>
              </a:defRPr>
            </a:lvl9pPr>
          </a:lstStyle>
          <a:p>
            <a:endParaRPr/>
          </a:p>
        </p:txBody>
      </p:sp>
      <p:sp>
        <p:nvSpPr>
          <p:cNvPr id="16" name="Shape 16"/>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17" name="Shape 17"/>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18" name="Shape 18"/>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2495551" y="10486402"/>
            <a:ext cx="31546800" cy="17496787"/>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24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7" name="Shape 27"/>
          <p:cNvSpPr txBox="1">
            <a:spLocks noGrp="1"/>
          </p:cNvSpPr>
          <p:nvPr>
            <p:ph type="body" idx="1"/>
          </p:nvPr>
        </p:nvSpPr>
        <p:spPr>
          <a:xfrm>
            <a:off x="2495551" y="28148715"/>
            <a:ext cx="31546800" cy="9201147"/>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96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rgbClr val="888888"/>
              </a:buClr>
              <a:buFont typeface="Arial"/>
              <a:buNone/>
              <a:defRPr sz="8000" b="0" i="0" u="none" strike="noStrike" cap="none">
                <a:solidFill>
                  <a:srgbClr val="888888"/>
                </a:solidFill>
                <a:latin typeface="Calibri"/>
                <a:ea typeface="Calibri"/>
                <a:cs typeface="Calibri"/>
                <a:sym typeface="Calibri"/>
              </a:defRPr>
            </a:lvl2pPr>
            <a:lvl3pPr marL="3657600" marR="0" lvl="2" indent="0" algn="l" rtl="0">
              <a:lnSpc>
                <a:spcPct val="90000"/>
              </a:lnSpc>
              <a:spcBef>
                <a:spcPts val="2000"/>
              </a:spcBef>
              <a:buClr>
                <a:srgbClr val="888888"/>
              </a:buClr>
              <a:buFont typeface="Arial"/>
              <a:buNone/>
              <a:defRPr sz="7200" b="0" i="0" u="none" strike="noStrike" cap="none">
                <a:solidFill>
                  <a:srgbClr val="888888"/>
                </a:solidFill>
                <a:latin typeface="Calibri"/>
                <a:ea typeface="Calibri"/>
                <a:cs typeface="Calibri"/>
                <a:sym typeface="Calibri"/>
              </a:defRPr>
            </a:lvl3pPr>
            <a:lvl4pPr marL="5486400" marR="0" lvl="3"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4pPr>
            <a:lvl5pPr marL="7315200" marR="0" lvl="4"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5pPr>
            <a:lvl6pPr marL="9144000" marR="0" lvl="5"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6pPr>
            <a:lvl7pPr marL="10972800" marR="0" lvl="6"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7pPr>
            <a:lvl8pPr marL="12801600" marR="0" lvl="7"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8pPr>
            <a:lvl9pPr marL="14630400" marR="0" lvl="8" indent="0" algn="l" rtl="0">
              <a:lnSpc>
                <a:spcPct val="90000"/>
              </a:lnSpc>
              <a:spcBef>
                <a:spcPts val="2000"/>
              </a:spcBef>
              <a:buClr>
                <a:srgbClr val="888888"/>
              </a:buClr>
              <a:buFont typeface="Arial"/>
              <a:buNone/>
              <a:defRPr sz="6400" b="0" i="0" u="none" strike="noStrike" cap="none">
                <a:solidFill>
                  <a:srgbClr val="888888"/>
                </a:solidFill>
                <a:latin typeface="Calibri"/>
                <a:ea typeface="Calibri"/>
                <a:cs typeface="Calibri"/>
                <a:sym typeface="Calibri"/>
              </a:defRPr>
            </a:lvl9pPr>
          </a:lstStyle>
          <a:p>
            <a:endParaRPr/>
          </a:p>
        </p:txBody>
      </p:sp>
      <p:sp>
        <p:nvSpPr>
          <p:cNvPr id="28" name="Shape 28"/>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29" name="Shape 29"/>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30" name="Shape 30"/>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3" name="Shape 33"/>
          <p:cNvSpPr txBox="1">
            <a:spLocks noGrp="1"/>
          </p:cNvSpPr>
          <p:nvPr>
            <p:ph type="body" idx="1"/>
          </p:nvPr>
        </p:nvSpPr>
        <p:spPr>
          <a:xfrm>
            <a:off x="2514600" y="11197167"/>
            <a:ext cx="15544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34" name="Shape 34"/>
          <p:cNvSpPr txBox="1">
            <a:spLocks noGrp="1"/>
          </p:cNvSpPr>
          <p:nvPr>
            <p:ph type="body" idx="2"/>
          </p:nvPr>
        </p:nvSpPr>
        <p:spPr>
          <a:xfrm>
            <a:off x="18516600" y="11197167"/>
            <a:ext cx="15544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35" name="Shape 35"/>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36" name="Shape 36"/>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37" name="Shape 37"/>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2519364"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0" name="Shape 40"/>
          <p:cNvSpPr txBox="1">
            <a:spLocks noGrp="1"/>
          </p:cNvSpPr>
          <p:nvPr>
            <p:ph type="body" idx="1"/>
          </p:nvPr>
        </p:nvSpPr>
        <p:spPr>
          <a:xfrm>
            <a:off x="2519367" y="10311132"/>
            <a:ext cx="15473360" cy="5053326"/>
          </a:xfrm>
          <a:prstGeom prst="rect">
            <a:avLst/>
          </a:prstGeom>
          <a:noFill/>
          <a:ln>
            <a:noFill/>
          </a:ln>
        </p:spPr>
        <p:txBody>
          <a:bodyPr lIns="91425" tIns="91425" rIns="91425" bIns="91425" anchor="b" anchorCtr="0"/>
          <a:lstStyle>
            <a:lvl1pPr marL="0" marR="0" lvl="0" indent="0" algn="l" rtl="0">
              <a:lnSpc>
                <a:spcPct val="90000"/>
              </a:lnSpc>
              <a:spcBef>
                <a:spcPts val="4000"/>
              </a:spcBef>
              <a:buClr>
                <a:schemeClr val="dk1"/>
              </a:buClr>
              <a:buFont typeface="Arial"/>
              <a:buNone/>
              <a:defRPr sz="9600" b="1"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8000" b="1"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7200" b="1"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9pPr>
          </a:lstStyle>
          <a:p>
            <a:endParaRPr/>
          </a:p>
        </p:txBody>
      </p:sp>
      <p:sp>
        <p:nvSpPr>
          <p:cNvPr id="41" name="Shape 41"/>
          <p:cNvSpPr txBox="1">
            <a:spLocks noGrp="1"/>
          </p:cNvSpPr>
          <p:nvPr>
            <p:ph type="body" idx="2"/>
          </p:nvPr>
        </p:nvSpPr>
        <p:spPr>
          <a:xfrm>
            <a:off x="2519367" y="15364459"/>
            <a:ext cx="15473360" cy="225988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42" name="Shape 42"/>
          <p:cNvSpPr txBox="1">
            <a:spLocks noGrp="1"/>
          </p:cNvSpPr>
          <p:nvPr>
            <p:ph type="body" idx="3"/>
          </p:nvPr>
        </p:nvSpPr>
        <p:spPr>
          <a:xfrm>
            <a:off x="18516601" y="10311132"/>
            <a:ext cx="15549563" cy="5053326"/>
          </a:xfrm>
          <a:prstGeom prst="rect">
            <a:avLst/>
          </a:prstGeom>
          <a:noFill/>
          <a:ln>
            <a:noFill/>
          </a:ln>
        </p:spPr>
        <p:txBody>
          <a:bodyPr lIns="91425" tIns="91425" rIns="91425" bIns="91425" anchor="b" anchorCtr="0"/>
          <a:lstStyle>
            <a:lvl1pPr marL="0" marR="0" lvl="0" indent="0" algn="l" rtl="0">
              <a:lnSpc>
                <a:spcPct val="90000"/>
              </a:lnSpc>
              <a:spcBef>
                <a:spcPts val="4000"/>
              </a:spcBef>
              <a:buClr>
                <a:schemeClr val="dk1"/>
              </a:buClr>
              <a:buFont typeface="Arial"/>
              <a:buNone/>
              <a:defRPr sz="9600" b="1"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8000" b="1"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7200" b="1"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6400" b="1" i="0" u="none" strike="noStrike" cap="none">
                <a:solidFill>
                  <a:schemeClr val="dk1"/>
                </a:solidFill>
                <a:latin typeface="Calibri"/>
                <a:ea typeface="Calibri"/>
                <a:cs typeface="Calibri"/>
                <a:sym typeface="Calibri"/>
              </a:defRPr>
            </a:lvl9pPr>
          </a:lstStyle>
          <a:p>
            <a:endParaRPr/>
          </a:p>
        </p:txBody>
      </p:sp>
      <p:sp>
        <p:nvSpPr>
          <p:cNvPr id="43" name="Shape 43"/>
          <p:cNvSpPr txBox="1">
            <a:spLocks noGrp="1"/>
          </p:cNvSpPr>
          <p:nvPr>
            <p:ph type="body" idx="4"/>
          </p:nvPr>
        </p:nvSpPr>
        <p:spPr>
          <a:xfrm>
            <a:off x="18516601" y="15364459"/>
            <a:ext cx="15549563" cy="225988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44" name="Shape 44"/>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45" name="Shape 45"/>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46" name="Shape 46"/>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0" name="Shape 50"/>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1" name="Shape 51"/>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2"/>
        <p:cNvGrpSpPr/>
        <p:nvPr/>
      </p:nvGrpSpPr>
      <p:grpSpPr>
        <a:xfrm>
          <a:off x="0" y="0"/>
          <a:ext cx="0" cy="0"/>
          <a:chOff x="0" y="0"/>
          <a:chExt cx="0" cy="0"/>
        </a:xfrm>
      </p:grpSpPr>
      <p:sp>
        <p:nvSpPr>
          <p:cNvPr id="53" name="Shape 53"/>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4" name="Shape 54"/>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55" name="Shape 55"/>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6"/>
        <p:cNvGrpSpPr/>
        <p:nvPr/>
      </p:nvGrpSpPr>
      <p:grpSpPr>
        <a:xfrm>
          <a:off x="0" y="0"/>
          <a:ext cx="0" cy="0"/>
          <a:chOff x="0" y="0"/>
          <a:chExt cx="0" cy="0"/>
        </a:xfrm>
      </p:grpSpPr>
      <p:sp>
        <p:nvSpPr>
          <p:cNvPr id="57" name="Shape 57"/>
          <p:cNvSpPr txBox="1">
            <a:spLocks noGrp="1"/>
          </p:cNvSpPr>
          <p:nvPr>
            <p:ph type="title"/>
          </p:nvPr>
        </p:nvSpPr>
        <p:spPr>
          <a:xfrm>
            <a:off x="2519364" y="2804159"/>
            <a:ext cx="11796712" cy="981455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128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8" name="Shape 58"/>
          <p:cNvSpPr txBox="1">
            <a:spLocks noGrp="1"/>
          </p:cNvSpPr>
          <p:nvPr>
            <p:ph type="body" idx="1"/>
          </p:nvPr>
        </p:nvSpPr>
        <p:spPr>
          <a:xfrm>
            <a:off x="15549564" y="6056216"/>
            <a:ext cx="18516600" cy="29891567"/>
          </a:xfrm>
          <a:prstGeom prst="rect">
            <a:avLst/>
          </a:prstGeom>
          <a:noFill/>
          <a:ln>
            <a:noFill/>
          </a:ln>
        </p:spPr>
        <p:txBody>
          <a:bodyPr lIns="91425" tIns="91425" rIns="91425" bIns="91425" anchor="t" anchorCtr="0"/>
          <a:lstStyle>
            <a:lvl1pPr marL="914400" marR="0" lvl="0" indent="-101600" algn="l" rtl="0">
              <a:lnSpc>
                <a:spcPct val="90000"/>
              </a:lnSpc>
              <a:spcBef>
                <a:spcPts val="4000"/>
              </a:spcBef>
              <a:buClr>
                <a:schemeClr val="dk1"/>
              </a:buClr>
              <a:buSzPct val="100000"/>
              <a:buFont typeface="Arial"/>
              <a:buChar char="•"/>
              <a:defRPr sz="12800" b="0" i="0" u="none" strike="noStrike" cap="none">
                <a:solidFill>
                  <a:schemeClr val="dk1"/>
                </a:solidFill>
                <a:latin typeface="Calibri"/>
                <a:ea typeface="Calibri"/>
                <a:cs typeface="Calibri"/>
                <a:sym typeface="Calibri"/>
              </a:defRPr>
            </a:lvl1pPr>
            <a:lvl2pPr marL="2743200" marR="0" lvl="1" indent="-203200" algn="l" rtl="0">
              <a:lnSpc>
                <a:spcPct val="90000"/>
              </a:lnSpc>
              <a:spcBef>
                <a:spcPts val="2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2pPr>
            <a:lvl3pPr marL="4572000" marR="0" lvl="2"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3pPr>
            <a:lvl4pPr marL="6400800" marR="0" lvl="3"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4pPr>
            <a:lvl5pPr marL="8229600" marR="0" lvl="4"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5pPr>
            <a:lvl6pPr marL="10058400" marR="0" lvl="5"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6pPr>
            <a:lvl7pPr marL="11887200" marR="0" lvl="6"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7pPr>
            <a:lvl8pPr marL="13716000" marR="0" lvl="7"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8pPr>
            <a:lvl9pPr marL="15544800" marR="0" lvl="8"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9pPr>
          </a:lstStyle>
          <a:p>
            <a:endParaRPr/>
          </a:p>
        </p:txBody>
      </p:sp>
      <p:sp>
        <p:nvSpPr>
          <p:cNvPr id="59" name="Shape 59"/>
          <p:cNvSpPr txBox="1">
            <a:spLocks noGrp="1"/>
          </p:cNvSpPr>
          <p:nvPr>
            <p:ph type="body" idx="2"/>
          </p:nvPr>
        </p:nvSpPr>
        <p:spPr>
          <a:xfrm>
            <a:off x="2519364" y="12618720"/>
            <a:ext cx="11796712" cy="23377740"/>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64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5600" b="0"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4800" b="0"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60" name="Shape 60"/>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1" name="Shape 61"/>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2" name="Shape 62"/>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3"/>
        <p:cNvGrpSpPr/>
        <p:nvPr/>
      </p:nvGrpSpPr>
      <p:grpSpPr>
        <a:xfrm>
          <a:off x="0" y="0"/>
          <a:ext cx="0" cy="0"/>
          <a:chOff x="0" y="0"/>
          <a:chExt cx="0" cy="0"/>
        </a:xfrm>
      </p:grpSpPr>
      <p:sp>
        <p:nvSpPr>
          <p:cNvPr id="64" name="Shape 64"/>
          <p:cNvSpPr txBox="1">
            <a:spLocks noGrp="1"/>
          </p:cNvSpPr>
          <p:nvPr>
            <p:ph type="title"/>
          </p:nvPr>
        </p:nvSpPr>
        <p:spPr>
          <a:xfrm>
            <a:off x="2519364" y="2804159"/>
            <a:ext cx="11796712" cy="981455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128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5" name="Shape 65"/>
          <p:cNvSpPr>
            <a:spLocks noGrp="1"/>
          </p:cNvSpPr>
          <p:nvPr>
            <p:ph type="pic" idx="2"/>
          </p:nvPr>
        </p:nvSpPr>
        <p:spPr>
          <a:xfrm>
            <a:off x="15549564" y="6056216"/>
            <a:ext cx="18516600" cy="29891567"/>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128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11200" b="0"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9600" b="0"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8000" b="0" i="0" u="none" strike="noStrike" cap="none">
                <a:solidFill>
                  <a:schemeClr val="dk1"/>
                </a:solidFill>
                <a:latin typeface="Calibri"/>
                <a:ea typeface="Calibri"/>
                <a:cs typeface="Calibri"/>
                <a:sym typeface="Calibri"/>
              </a:defRPr>
            </a:lvl9pPr>
          </a:lstStyle>
          <a:p>
            <a:endParaRPr/>
          </a:p>
        </p:txBody>
      </p:sp>
      <p:sp>
        <p:nvSpPr>
          <p:cNvPr id="66" name="Shape 66"/>
          <p:cNvSpPr txBox="1">
            <a:spLocks noGrp="1"/>
          </p:cNvSpPr>
          <p:nvPr>
            <p:ph type="body" idx="1"/>
          </p:nvPr>
        </p:nvSpPr>
        <p:spPr>
          <a:xfrm>
            <a:off x="2519364" y="12618720"/>
            <a:ext cx="11796712" cy="23377740"/>
          </a:xfrm>
          <a:prstGeom prst="rect">
            <a:avLst/>
          </a:prstGeom>
          <a:noFill/>
          <a:ln>
            <a:noFill/>
          </a:ln>
        </p:spPr>
        <p:txBody>
          <a:bodyPr lIns="91425" tIns="91425" rIns="91425" bIns="91425" anchor="t" anchorCtr="0"/>
          <a:lstStyle>
            <a:lvl1pPr marL="0" marR="0" lvl="0" indent="0" algn="l" rtl="0">
              <a:lnSpc>
                <a:spcPct val="90000"/>
              </a:lnSpc>
              <a:spcBef>
                <a:spcPts val="4000"/>
              </a:spcBef>
              <a:buClr>
                <a:schemeClr val="dk1"/>
              </a:buClr>
              <a:buFont typeface="Arial"/>
              <a:buNone/>
              <a:defRPr sz="6400" b="0" i="0" u="none" strike="noStrike" cap="none">
                <a:solidFill>
                  <a:schemeClr val="dk1"/>
                </a:solidFill>
                <a:latin typeface="Calibri"/>
                <a:ea typeface="Calibri"/>
                <a:cs typeface="Calibri"/>
                <a:sym typeface="Calibri"/>
              </a:defRPr>
            </a:lvl1pPr>
            <a:lvl2pPr marL="1828800" marR="0" lvl="1" indent="0" algn="l" rtl="0">
              <a:lnSpc>
                <a:spcPct val="90000"/>
              </a:lnSpc>
              <a:spcBef>
                <a:spcPts val="2000"/>
              </a:spcBef>
              <a:buClr>
                <a:schemeClr val="dk1"/>
              </a:buClr>
              <a:buFont typeface="Arial"/>
              <a:buNone/>
              <a:defRPr sz="5600" b="0" i="0" u="none" strike="noStrike" cap="none">
                <a:solidFill>
                  <a:schemeClr val="dk1"/>
                </a:solidFill>
                <a:latin typeface="Calibri"/>
                <a:ea typeface="Calibri"/>
                <a:cs typeface="Calibri"/>
                <a:sym typeface="Calibri"/>
              </a:defRPr>
            </a:lvl2pPr>
            <a:lvl3pPr marL="3657600" marR="0" lvl="2" indent="0" algn="l" rtl="0">
              <a:lnSpc>
                <a:spcPct val="90000"/>
              </a:lnSpc>
              <a:spcBef>
                <a:spcPts val="2000"/>
              </a:spcBef>
              <a:buClr>
                <a:schemeClr val="dk1"/>
              </a:buClr>
              <a:buFont typeface="Arial"/>
              <a:buNone/>
              <a:defRPr sz="4800" b="0" i="0" u="none" strike="noStrike" cap="none">
                <a:solidFill>
                  <a:schemeClr val="dk1"/>
                </a:solidFill>
                <a:latin typeface="Calibri"/>
                <a:ea typeface="Calibri"/>
                <a:cs typeface="Calibri"/>
                <a:sym typeface="Calibri"/>
              </a:defRPr>
            </a:lvl3pPr>
            <a:lvl4pPr marL="5486400" marR="0" lvl="3"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4pPr>
            <a:lvl5pPr marL="7315200" marR="0" lvl="4"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5pPr>
            <a:lvl6pPr marL="9144000" marR="0" lvl="5"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6pPr>
            <a:lvl7pPr marL="10972800" marR="0" lvl="6"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7pPr>
            <a:lvl8pPr marL="12801600" marR="0" lvl="7"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8pPr>
            <a:lvl9pPr marL="14630400" marR="0" lvl="8" indent="0" algn="l" rtl="0">
              <a:lnSpc>
                <a:spcPct val="90000"/>
              </a:lnSpc>
              <a:spcBef>
                <a:spcPts val="2000"/>
              </a:spcBef>
              <a:buClr>
                <a:schemeClr val="dk1"/>
              </a:buClr>
              <a:buFont typeface="Arial"/>
              <a:buNone/>
              <a:defRPr sz="4000" b="0" i="0" u="none" strike="noStrike" cap="none">
                <a:solidFill>
                  <a:schemeClr val="dk1"/>
                </a:solidFill>
                <a:latin typeface="Calibri"/>
                <a:ea typeface="Calibri"/>
                <a:cs typeface="Calibri"/>
                <a:sym typeface="Calibri"/>
              </a:defRPr>
            </a:lvl9pPr>
          </a:lstStyle>
          <a:p>
            <a:endParaRPr/>
          </a:p>
        </p:txBody>
      </p:sp>
      <p:sp>
        <p:nvSpPr>
          <p:cNvPr id="67" name="Shape 67"/>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8" name="Shape 68"/>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69" name="Shape 69"/>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2" name="Shape 72"/>
          <p:cNvSpPr txBox="1">
            <a:spLocks noGrp="1"/>
          </p:cNvSpPr>
          <p:nvPr>
            <p:ph type="body" idx="1"/>
          </p:nvPr>
        </p:nvSpPr>
        <p:spPr>
          <a:xfrm rot="5400000">
            <a:off x="4943896" y="8767869"/>
            <a:ext cx="26688205" cy="31546800"/>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73" name="Shape 73"/>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74" name="Shape 74"/>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75" name="Shape 75"/>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6"/>
        <p:cNvGrpSpPr/>
        <p:nvPr/>
      </p:nvGrpSpPr>
      <p:grpSpPr>
        <a:xfrm>
          <a:off x="0" y="0"/>
          <a:ext cx="0" cy="0"/>
          <a:chOff x="0" y="0"/>
          <a:chExt cx="0" cy="0"/>
        </a:xfrm>
      </p:grpSpPr>
      <p:sp>
        <p:nvSpPr>
          <p:cNvPr id="77" name="Shape 77"/>
          <p:cNvSpPr txBox="1">
            <a:spLocks noGrp="1"/>
          </p:cNvSpPr>
          <p:nvPr>
            <p:ph type="title"/>
          </p:nvPr>
        </p:nvSpPr>
        <p:spPr>
          <a:xfrm rot="5400000">
            <a:off x="12295083" y="16119052"/>
            <a:ext cx="35645939" cy="788670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8" name="Shape 78"/>
          <p:cNvSpPr txBox="1">
            <a:spLocks noGrp="1"/>
          </p:cNvSpPr>
          <p:nvPr>
            <p:ph type="body" idx="1"/>
          </p:nvPr>
        </p:nvSpPr>
        <p:spPr>
          <a:xfrm rot="5400000">
            <a:off x="-3706918" y="8460952"/>
            <a:ext cx="35645939" cy="23202900"/>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79" name="Shape 79"/>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80" name="Shape 80"/>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81" name="Shape 81"/>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a:solidFill>
                  <a:srgbClr val="888888"/>
                </a:solidFill>
                <a:latin typeface="Calibri"/>
                <a:ea typeface="Calibri"/>
                <a:cs typeface="Calibri"/>
                <a:sym typeface="Calibri"/>
              </a:rPr>
              <a:t>‹#›</a:t>
            </a:fld>
            <a:endParaRPr lang="en-US" sz="4800">
              <a:solidFill>
                <a:srgbClr val="88888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2514600" y="2239441"/>
            <a:ext cx="31546800" cy="8130120"/>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176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 name="Shape 7"/>
          <p:cNvSpPr txBox="1">
            <a:spLocks noGrp="1"/>
          </p:cNvSpPr>
          <p:nvPr>
            <p:ph type="body" idx="1"/>
          </p:nvPr>
        </p:nvSpPr>
        <p:spPr>
          <a:xfrm>
            <a:off x="2514600" y="11197167"/>
            <a:ext cx="31546800" cy="26688205"/>
          </a:xfrm>
          <a:prstGeom prst="rect">
            <a:avLst/>
          </a:prstGeom>
          <a:noFill/>
          <a:ln>
            <a:noFill/>
          </a:ln>
        </p:spPr>
        <p:txBody>
          <a:bodyPr lIns="91425" tIns="91425" rIns="91425" bIns="91425" anchor="t" anchorCtr="0"/>
          <a:lstStyle>
            <a:lvl1pPr marL="914400" marR="0" lvl="0" indent="-203200" algn="l" rtl="0">
              <a:lnSpc>
                <a:spcPct val="90000"/>
              </a:lnSpc>
              <a:spcBef>
                <a:spcPts val="4000"/>
              </a:spcBef>
              <a:buClr>
                <a:schemeClr val="dk1"/>
              </a:buClr>
              <a:buSzPct val="100000"/>
              <a:buFont typeface="Arial"/>
              <a:buChar char="•"/>
              <a:defRPr sz="11200" b="0" i="0" u="none" strike="noStrike" cap="none">
                <a:solidFill>
                  <a:schemeClr val="dk1"/>
                </a:solidFill>
                <a:latin typeface="Calibri"/>
                <a:ea typeface="Calibri"/>
                <a:cs typeface="Calibri"/>
                <a:sym typeface="Calibri"/>
              </a:defRPr>
            </a:lvl1pPr>
            <a:lvl2pPr marL="2743200" marR="0" lvl="1" indent="-304800" algn="l" rtl="0">
              <a:lnSpc>
                <a:spcPct val="90000"/>
              </a:lnSpc>
              <a:spcBef>
                <a:spcPts val="2000"/>
              </a:spcBef>
              <a:buClr>
                <a:schemeClr val="dk1"/>
              </a:buClr>
              <a:buSzPct val="100000"/>
              <a:buFont typeface="Arial"/>
              <a:buChar char="•"/>
              <a:defRPr sz="9600" b="0" i="0" u="none" strike="noStrike" cap="none">
                <a:solidFill>
                  <a:schemeClr val="dk1"/>
                </a:solidFill>
                <a:latin typeface="Calibri"/>
                <a:ea typeface="Calibri"/>
                <a:cs typeface="Calibri"/>
                <a:sym typeface="Calibri"/>
              </a:defRPr>
            </a:lvl2pPr>
            <a:lvl3pPr marL="4572000" marR="0" lvl="2" indent="-406400" algn="l" rtl="0">
              <a:lnSpc>
                <a:spcPct val="90000"/>
              </a:lnSpc>
              <a:spcBef>
                <a:spcPts val="2000"/>
              </a:spcBef>
              <a:buClr>
                <a:schemeClr val="dk1"/>
              </a:buClr>
              <a:buSzPct val="100000"/>
              <a:buFont typeface="Arial"/>
              <a:buChar char="•"/>
              <a:defRPr sz="8000" b="0" i="0" u="none" strike="noStrike" cap="none">
                <a:solidFill>
                  <a:schemeClr val="dk1"/>
                </a:solidFill>
                <a:latin typeface="Calibri"/>
                <a:ea typeface="Calibri"/>
                <a:cs typeface="Calibri"/>
                <a:sym typeface="Calibri"/>
              </a:defRPr>
            </a:lvl3pPr>
            <a:lvl4pPr marL="6400800" marR="0" lvl="3"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4pPr>
            <a:lvl5pPr marL="8229600" marR="0" lvl="4"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5pPr>
            <a:lvl6pPr marL="10058400" marR="0" lvl="5"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6pPr>
            <a:lvl7pPr marL="11887200" marR="0" lvl="6"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7pPr>
            <a:lvl8pPr marL="13716000" marR="0" lvl="7"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8pPr>
            <a:lvl9pPr marL="15544800" marR="0" lvl="8" indent="-457200" algn="l" rtl="0">
              <a:lnSpc>
                <a:spcPct val="90000"/>
              </a:lnSpc>
              <a:spcBef>
                <a:spcPts val="2000"/>
              </a:spcBef>
              <a:buClr>
                <a:schemeClr val="dk1"/>
              </a:buClr>
              <a:buSzPct val="1000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dt" idx="10"/>
          </p:nvPr>
        </p:nvSpPr>
        <p:spPr>
          <a:xfrm>
            <a:off x="2514600" y="38985621"/>
            <a:ext cx="8229600" cy="2239432"/>
          </a:xfrm>
          <a:prstGeom prst="rect">
            <a:avLst/>
          </a:prstGeom>
          <a:noFill/>
          <a:ln>
            <a:noFill/>
          </a:ln>
        </p:spPr>
        <p:txBody>
          <a:bodyPr lIns="91425" tIns="91425" rIns="91425" bIns="91425" anchor="ctr" anchorCtr="0"/>
          <a:lstStyle>
            <a:lvl1pPr marL="0" marR="0" lvl="0" indent="0" algn="l" rtl="0">
              <a:spcBef>
                <a:spcPts val="0"/>
              </a:spcBef>
              <a:buNone/>
              <a:defRPr sz="4800" b="0" i="0" u="none" strike="noStrike" cap="none">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9" name="Shape 9"/>
          <p:cNvSpPr txBox="1">
            <a:spLocks noGrp="1"/>
          </p:cNvSpPr>
          <p:nvPr>
            <p:ph type="ftr" idx="11"/>
          </p:nvPr>
        </p:nvSpPr>
        <p:spPr>
          <a:xfrm>
            <a:off x="12115800" y="38985621"/>
            <a:ext cx="12344399" cy="2239432"/>
          </a:xfrm>
          <a:prstGeom prst="rect">
            <a:avLst/>
          </a:prstGeom>
          <a:noFill/>
          <a:ln>
            <a:noFill/>
          </a:ln>
        </p:spPr>
        <p:txBody>
          <a:bodyPr lIns="91425" tIns="91425" rIns="91425" bIns="91425" anchor="ctr" anchorCtr="0"/>
          <a:lstStyle>
            <a:lvl1pPr marL="0" marR="0" lvl="0" indent="0" algn="ctr" rtl="0">
              <a:spcBef>
                <a:spcPts val="0"/>
              </a:spcBef>
              <a:buNone/>
              <a:defRPr sz="4800" b="0" i="0" u="none" strike="noStrike" cap="none">
                <a:solidFill>
                  <a:srgbClr val="888888"/>
                </a:solidFill>
                <a:latin typeface="Calibri"/>
                <a:ea typeface="Calibri"/>
                <a:cs typeface="Calibri"/>
                <a:sym typeface="Calibri"/>
              </a:defRPr>
            </a:lvl1pPr>
            <a:lvl2pPr marL="1887322" marR="0" lvl="1" indent="-7722" algn="l" rtl="0">
              <a:spcBef>
                <a:spcPts val="0"/>
              </a:spcBef>
              <a:buNone/>
              <a:defRPr sz="7430" b="0" i="0" u="none" strike="noStrike" cap="none">
                <a:solidFill>
                  <a:schemeClr val="dk1"/>
                </a:solidFill>
                <a:latin typeface="Calibri"/>
                <a:ea typeface="Calibri"/>
                <a:cs typeface="Calibri"/>
                <a:sym typeface="Calibri"/>
              </a:defRPr>
            </a:lvl2pPr>
            <a:lvl3pPr marL="3774642" marR="0" lvl="2" indent="-2742" algn="l" rtl="0">
              <a:spcBef>
                <a:spcPts val="0"/>
              </a:spcBef>
              <a:buNone/>
              <a:defRPr sz="7430" b="0" i="0" u="none" strike="noStrike" cap="none">
                <a:solidFill>
                  <a:schemeClr val="dk1"/>
                </a:solidFill>
                <a:latin typeface="Calibri"/>
                <a:ea typeface="Calibri"/>
                <a:cs typeface="Calibri"/>
                <a:sym typeface="Calibri"/>
              </a:defRPr>
            </a:lvl3pPr>
            <a:lvl4pPr marL="5661965" marR="0" lvl="3" indent="-10464" algn="l" rtl="0">
              <a:spcBef>
                <a:spcPts val="0"/>
              </a:spcBef>
              <a:buNone/>
              <a:defRPr sz="7430" b="0" i="0" u="none" strike="noStrike" cap="none">
                <a:solidFill>
                  <a:schemeClr val="dk1"/>
                </a:solidFill>
                <a:latin typeface="Calibri"/>
                <a:ea typeface="Calibri"/>
                <a:cs typeface="Calibri"/>
                <a:sym typeface="Calibri"/>
              </a:defRPr>
            </a:lvl4pPr>
            <a:lvl5pPr marL="7549285" marR="0" lvl="4" indent="-5485" algn="l" rtl="0">
              <a:spcBef>
                <a:spcPts val="0"/>
              </a:spcBef>
              <a:buNone/>
              <a:defRPr sz="7430" b="0" i="0" u="none" strike="noStrike" cap="none">
                <a:solidFill>
                  <a:schemeClr val="dk1"/>
                </a:solidFill>
                <a:latin typeface="Calibri"/>
                <a:ea typeface="Calibri"/>
                <a:cs typeface="Calibri"/>
                <a:sym typeface="Calibri"/>
              </a:defRPr>
            </a:lvl5pPr>
            <a:lvl6pPr marL="9436608" marR="0" lvl="5" indent="-507" algn="l" rtl="0">
              <a:spcBef>
                <a:spcPts val="0"/>
              </a:spcBef>
              <a:buNone/>
              <a:defRPr sz="7430" b="0" i="0" u="none" strike="noStrike" cap="none">
                <a:solidFill>
                  <a:schemeClr val="dk1"/>
                </a:solidFill>
                <a:latin typeface="Calibri"/>
                <a:ea typeface="Calibri"/>
                <a:cs typeface="Calibri"/>
                <a:sym typeface="Calibri"/>
              </a:defRPr>
            </a:lvl6pPr>
            <a:lvl7pPr marL="11323930" marR="0" lvl="6" indent="-8229" algn="l" rtl="0">
              <a:spcBef>
                <a:spcPts val="0"/>
              </a:spcBef>
              <a:buNone/>
              <a:defRPr sz="7430" b="0" i="0" u="none" strike="noStrike" cap="none">
                <a:solidFill>
                  <a:schemeClr val="dk1"/>
                </a:solidFill>
                <a:latin typeface="Calibri"/>
                <a:ea typeface="Calibri"/>
                <a:cs typeface="Calibri"/>
                <a:sym typeface="Calibri"/>
              </a:defRPr>
            </a:lvl7pPr>
            <a:lvl8pPr marL="13211251" marR="0" lvl="7" indent="-3250" algn="l" rtl="0">
              <a:spcBef>
                <a:spcPts val="0"/>
              </a:spcBef>
              <a:buNone/>
              <a:defRPr sz="7430" b="0" i="0" u="none" strike="noStrike" cap="none">
                <a:solidFill>
                  <a:schemeClr val="dk1"/>
                </a:solidFill>
                <a:latin typeface="Calibri"/>
                <a:ea typeface="Calibri"/>
                <a:cs typeface="Calibri"/>
                <a:sym typeface="Calibri"/>
              </a:defRPr>
            </a:lvl8pPr>
            <a:lvl9pPr marL="15098573" marR="0" lvl="8" indent="-10972" algn="l" rtl="0">
              <a:spcBef>
                <a:spcPts val="0"/>
              </a:spcBef>
              <a:buNone/>
              <a:defRPr sz="7430" b="0" i="0" u="none" strike="noStrike" cap="none">
                <a:solidFill>
                  <a:schemeClr val="dk1"/>
                </a:solidFill>
                <a:latin typeface="Calibri"/>
                <a:ea typeface="Calibri"/>
                <a:cs typeface="Calibri"/>
                <a:sym typeface="Calibri"/>
              </a:defRPr>
            </a:lvl9pPr>
          </a:lstStyle>
          <a:p>
            <a:endParaRPr/>
          </a:p>
        </p:txBody>
      </p:sp>
      <p:sp>
        <p:nvSpPr>
          <p:cNvPr id="10" name="Shape 10"/>
          <p:cNvSpPr txBox="1">
            <a:spLocks noGrp="1"/>
          </p:cNvSpPr>
          <p:nvPr>
            <p:ph type="sldNum" idx="12"/>
          </p:nvPr>
        </p:nvSpPr>
        <p:spPr>
          <a:xfrm>
            <a:off x="25831800" y="38985621"/>
            <a:ext cx="8229600" cy="2239432"/>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4800" b="0" i="0" u="none" strike="noStrike" cap="none">
                <a:solidFill>
                  <a:srgbClr val="888888"/>
                </a:solidFill>
                <a:latin typeface="Calibri"/>
                <a:ea typeface="Calibri"/>
                <a:cs typeface="Calibri"/>
                <a:sym typeface="Calibri"/>
              </a:rPr>
              <a:t>‹#›</a:t>
            </a:fld>
            <a:endParaRPr lang="en-US" sz="4800" b="0" i="0" u="none" strike="noStrike" cap="none">
              <a:solidFill>
                <a:srgbClr val="888888"/>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hyperlink" Target="http://nationalequityatlas.org" TargetMode="External"/><Relationship Id="rId7" Type="http://schemas.openxmlformats.org/officeDocument/2006/relationships/hyperlink" Target="http://thrivingcities.com" TargetMode="External"/><Relationship Id="rId8" Type="http://schemas.openxmlformats.org/officeDocument/2006/relationships/image" Target="../media/image5.png"/><Relationship Id="rId9" Type="http://schemas.openxmlformats.org/officeDocument/2006/relationships/image" Target="../media/image6.jp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30" name="Picture 29">
            <a:extLst>
              <a:ext uri="{FF2B5EF4-FFF2-40B4-BE49-F238E27FC236}">
                <a16:creationId xmlns="" xmlns:a16="http://schemas.microsoft.com/office/drawing/2014/main" id="{D6514BF2-33FC-4BCB-B9FB-64400900BE09}"/>
              </a:ext>
            </a:extLst>
          </p:cNvPr>
          <p:cNvPicPr>
            <a:picLocks noChangeAspect="1"/>
          </p:cNvPicPr>
          <p:nvPr/>
        </p:nvPicPr>
        <p:blipFill>
          <a:blip r:embed="rId3"/>
          <a:stretch>
            <a:fillRect/>
          </a:stretch>
        </p:blipFill>
        <p:spPr>
          <a:xfrm>
            <a:off x="917267" y="27142988"/>
            <a:ext cx="20028023" cy="1097280"/>
          </a:xfrm>
          <a:prstGeom prst="rect">
            <a:avLst/>
          </a:prstGeom>
        </p:spPr>
      </p:pic>
      <p:pic>
        <p:nvPicPr>
          <p:cNvPr id="29" name="Picture 28">
            <a:extLst>
              <a:ext uri="{FF2B5EF4-FFF2-40B4-BE49-F238E27FC236}">
                <a16:creationId xmlns="" xmlns:a16="http://schemas.microsoft.com/office/drawing/2014/main" id="{D6514BF2-33FC-4BCB-B9FB-64400900BE09}"/>
              </a:ext>
            </a:extLst>
          </p:cNvPr>
          <p:cNvPicPr>
            <a:picLocks noChangeAspect="1"/>
          </p:cNvPicPr>
          <p:nvPr/>
        </p:nvPicPr>
        <p:blipFill>
          <a:blip r:embed="rId3"/>
          <a:stretch>
            <a:fillRect/>
          </a:stretch>
        </p:blipFill>
        <p:spPr>
          <a:xfrm>
            <a:off x="917267" y="17312004"/>
            <a:ext cx="20028023" cy="1097280"/>
          </a:xfrm>
          <a:prstGeom prst="rect">
            <a:avLst/>
          </a:prstGeom>
        </p:spPr>
      </p:pic>
      <p:pic>
        <p:nvPicPr>
          <p:cNvPr id="24" name="Picture 23">
            <a:extLst>
              <a:ext uri="{FF2B5EF4-FFF2-40B4-BE49-F238E27FC236}">
                <a16:creationId xmlns="" xmlns:a16="http://schemas.microsoft.com/office/drawing/2014/main" id="{D6514BF2-33FC-4BCB-B9FB-64400900BE09}"/>
              </a:ext>
            </a:extLst>
          </p:cNvPr>
          <p:cNvPicPr>
            <a:picLocks noChangeAspect="1"/>
          </p:cNvPicPr>
          <p:nvPr/>
        </p:nvPicPr>
        <p:blipFill>
          <a:blip r:embed="rId3"/>
          <a:stretch>
            <a:fillRect/>
          </a:stretch>
        </p:blipFill>
        <p:spPr>
          <a:xfrm>
            <a:off x="585185" y="6129704"/>
            <a:ext cx="33380039" cy="1828800"/>
          </a:xfrm>
          <a:prstGeom prst="rect">
            <a:avLst/>
          </a:prstGeom>
        </p:spPr>
      </p:pic>
      <p:pic>
        <p:nvPicPr>
          <p:cNvPr id="88" name="Shape 88"/>
          <p:cNvPicPr preferRelativeResize="0"/>
          <p:nvPr/>
        </p:nvPicPr>
        <p:blipFill>
          <a:blip r:embed="rId4">
            <a:alphaModFix/>
          </a:blip>
          <a:stretch>
            <a:fillRect/>
          </a:stretch>
        </p:blipFill>
        <p:spPr>
          <a:xfrm>
            <a:off x="14241522" y="8138205"/>
            <a:ext cx="21068089" cy="30821766"/>
          </a:xfrm>
          <a:prstGeom prst="rect">
            <a:avLst/>
          </a:prstGeom>
          <a:noFill/>
          <a:ln>
            <a:noFill/>
          </a:ln>
        </p:spPr>
      </p:pic>
      <p:pic>
        <p:nvPicPr>
          <p:cNvPr id="89" name="Shape 89"/>
          <p:cNvPicPr preferRelativeResize="0"/>
          <p:nvPr/>
        </p:nvPicPr>
        <p:blipFill>
          <a:blip r:embed="rId5">
            <a:alphaModFix/>
          </a:blip>
          <a:stretch>
            <a:fillRect/>
          </a:stretch>
        </p:blipFill>
        <p:spPr>
          <a:xfrm>
            <a:off x="390675" y="10230850"/>
            <a:ext cx="14213094" cy="6670599"/>
          </a:xfrm>
          <a:prstGeom prst="rect">
            <a:avLst/>
          </a:prstGeom>
          <a:noFill/>
          <a:ln>
            <a:noFill/>
          </a:ln>
        </p:spPr>
      </p:pic>
      <p:sp>
        <p:nvSpPr>
          <p:cNvPr id="92" name="Shape 92"/>
          <p:cNvSpPr txBox="1"/>
          <p:nvPr/>
        </p:nvSpPr>
        <p:spPr>
          <a:xfrm>
            <a:off x="11448302" y="1750575"/>
            <a:ext cx="23784000" cy="3170100"/>
          </a:xfrm>
          <a:prstGeom prst="rect">
            <a:avLst/>
          </a:prstGeom>
          <a:noFill/>
          <a:ln>
            <a:noFill/>
          </a:ln>
        </p:spPr>
        <p:txBody>
          <a:bodyPr lIns="91425" tIns="45700" rIns="91425" bIns="45700" anchor="t" anchorCtr="0">
            <a:noAutofit/>
          </a:bodyPr>
          <a:lstStyle/>
          <a:p>
            <a:pPr marL="0" marR="0" lvl="0" indent="0" algn="l" rtl="0">
              <a:lnSpc>
                <a:spcPct val="50000"/>
              </a:lnSpc>
              <a:spcBef>
                <a:spcPts val="0"/>
              </a:spcBef>
              <a:buSzPct val="25000"/>
              <a:buNone/>
            </a:pPr>
            <a:r>
              <a:rPr lang="en-US" sz="20000" dirty="0">
                <a:solidFill>
                  <a:srgbClr val="141F22"/>
                </a:solidFill>
                <a:latin typeface="Blanch Caps" charset="0"/>
                <a:ea typeface="Blanch Caps" charset="0"/>
                <a:cs typeface="Blanch Caps" charset="0"/>
              </a:rPr>
              <a:t>Defining and Measuring Equity in Alexandria, VA</a:t>
            </a:r>
          </a:p>
        </p:txBody>
      </p:sp>
      <p:sp>
        <p:nvSpPr>
          <p:cNvPr id="93" name="Shape 93"/>
          <p:cNvSpPr txBox="1"/>
          <p:nvPr/>
        </p:nvSpPr>
        <p:spPr>
          <a:xfrm>
            <a:off x="1849241" y="6031477"/>
            <a:ext cx="12362700"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dirty="0">
                <a:solidFill>
                  <a:srgbClr val="141F22"/>
                </a:solidFill>
                <a:latin typeface="Raleway"/>
                <a:ea typeface="Raleway"/>
                <a:cs typeface="Raleway"/>
                <a:sym typeface="Raleway"/>
              </a:rPr>
              <a:t>Introduction</a:t>
            </a:r>
          </a:p>
        </p:txBody>
      </p:sp>
      <p:sp>
        <p:nvSpPr>
          <p:cNvPr id="94" name="Shape 94"/>
          <p:cNvSpPr txBox="1"/>
          <p:nvPr/>
        </p:nvSpPr>
        <p:spPr>
          <a:xfrm>
            <a:off x="1922400" y="7322981"/>
            <a:ext cx="32701200" cy="2577600"/>
          </a:xfrm>
          <a:prstGeom prst="rect">
            <a:avLst/>
          </a:prstGeom>
          <a:noFill/>
          <a:ln>
            <a:noFill/>
          </a:ln>
        </p:spPr>
        <p:txBody>
          <a:bodyPr lIns="91425" tIns="45700" rIns="91425" bIns="45700" anchor="t" anchorCtr="0">
            <a:noAutofit/>
          </a:bodyPr>
          <a:lstStyle/>
          <a:p>
            <a:pPr lvl="0" rtl="0">
              <a:buNone/>
            </a:pPr>
            <a:r>
              <a:rPr lang="en-US" sz="3600" dirty="0">
                <a:solidFill>
                  <a:schemeClr val="dk2"/>
                </a:solidFill>
                <a:latin typeface="Trebuchet MS"/>
                <a:ea typeface="Trebuchet MS"/>
                <a:cs typeface="Trebuchet MS"/>
                <a:sym typeface="Trebuchet MS"/>
              </a:rPr>
              <a:t>Equity is imperative to the well-being of citizens, and hence an important policy consideration. The City of Alexandria is striving towards combating inequity in their community. We conducted a literature review to better understand how equity is defined and measured. Our goal is to explain how these definitions and indicators of inequity manifest themselves in Alexandria. We wish to provide recommendations to the city about forming an actionable definition of equity, and collecting the most pertinent data to measure it.</a:t>
            </a:r>
          </a:p>
        </p:txBody>
      </p:sp>
      <p:sp>
        <p:nvSpPr>
          <p:cNvPr id="95" name="Shape 95"/>
          <p:cNvSpPr txBox="1"/>
          <p:nvPr/>
        </p:nvSpPr>
        <p:spPr>
          <a:xfrm>
            <a:off x="11448302" y="4803890"/>
            <a:ext cx="23527512" cy="1573179"/>
          </a:xfrm>
          <a:prstGeom prst="rect">
            <a:avLst/>
          </a:prstGeom>
          <a:noFill/>
          <a:ln>
            <a:noFill/>
          </a:ln>
        </p:spPr>
        <p:txBody>
          <a:bodyPr lIns="91425" tIns="45700" rIns="91425" bIns="45700" anchor="t" anchorCtr="0">
            <a:noAutofit/>
          </a:bodyPr>
          <a:lstStyle/>
          <a:p>
            <a:pPr lvl="0">
              <a:buSzPct val="25000"/>
            </a:pPr>
            <a:r>
              <a:rPr lang="en-US" sz="3600" spc="-150" dirty="0" smtClean="0">
                <a:solidFill>
                  <a:srgbClr val="7F7F7F"/>
                </a:solidFill>
                <a:latin typeface="Raleway"/>
                <a:ea typeface="Raleway"/>
                <a:cs typeface="Raleway"/>
                <a:sym typeface="Raleway"/>
              </a:rPr>
              <a:t>Ronnie </a:t>
            </a:r>
            <a:r>
              <a:rPr lang="en-US" sz="3600" spc="-150" dirty="0" err="1">
                <a:solidFill>
                  <a:srgbClr val="7F7F7F"/>
                </a:solidFill>
                <a:latin typeface="Raleway"/>
                <a:ea typeface="Raleway"/>
                <a:cs typeface="Raleway"/>
                <a:sym typeface="Raleway"/>
              </a:rPr>
              <a:t>Fecso</a:t>
            </a:r>
            <a:r>
              <a:rPr lang="en-US" sz="3600" spc="-150" dirty="0">
                <a:solidFill>
                  <a:srgbClr val="7F7F7F"/>
                </a:solidFill>
                <a:latin typeface="Raleway"/>
                <a:ea typeface="Raleway"/>
                <a:cs typeface="Raleway"/>
                <a:sym typeface="Raleway"/>
              </a:rPr>
              <a:t> (VT), Daniel Wilkin (VT), </a:t>
            </a:r>
            <a:r>
              <a:rPr lang="en-US" sz="3600" spc="-150" dirty="0" err="1">
                <a:solidFill>
                  <a:srgbClr val="7F7F7F"/>
                </a:solidFill>
                <a:latin typeface="Raleway"/>
                <a:ea typeface="Raleway"/>
                <a:cs typeface="Raleway"/>
                <a:sym typeface="Raleway"/>
              </a:rPr>
              <a:t>Sayali</a:t>
            </a:r>
            <a:r>
              <a:rPr lang="en-US" sz="3600" spc="-150" dirty="0">
                <a:solidFill>
                  <a:srgbClr val="7F7F7F"/>
                </a:solidFill>
                <a:latin typeface="Raleway"/>
                <a:ea typeface="Raleway"/>
                <a:cs typeface="Raleway"/>
                <a:sym typeface="Raleway"/>
              </a:rPr>
              <a:t> </a:t>
            </a:r>
            <a:r>
              <a:rPr lang="en-US" sz="3600" spc="-150" dirty="0" err="1">
                <a:solidFill>
                  <a:srgbClr val="7F7F7F"/>
                </a:solidFill>
                <a:latin typeface="Raleway"/>
                <a:ea typeface="Raleway"/>
                <a:cs typeface="Raleway"/>
                <a:sym typeface="Raleway"/>
              </a:rPr>
              <a:t>Phadke</a:t>
            </a:r>
            <a:r>
              <a:rPr lang="en-US" sz="3600" spc="-150" dirty="0">
                <a:solidFill>
                  <a:srgbClr val="7F7F7F"/>
                </a:solidFill>
                <a:latin typeface="Raleway"/>
                <a:ea typeface="Raleway"/>
                <a:cs typeface="Raleway"/>
                <a:sym typeface="Raleway"/>
              </a:rPr>
              <a:t> (PSU</a:t>
            </a:r>
            <a:r>
              <a:rPr lang="en-US" sz="3600" spc="-150" dirty="0" smtClean="0">
                <a:solidFill>
                  <a:srgbClr val="7F7F7F"/>
                </a:solidFill>
                <a:latin typeface="Raleway"/>
                <a:ea typeface="Raleway"/>
                <a:cs typeface="Raleway"/>
                <a:sym typeface="Raleway"/>
              </a:rPr>
              <a:t>) </a:t>
            </a:r>
            <a:endParaRPr lang="en-US" sz="3600" spc="-150" dirty="0" smtClean="0">
              <a:solidFill>
                <a:srgbClr val="7F7F7F"/>
              </a:solidFill>
              <a:latin typeface="Raleway"/>
              <a:ea typeface="Raleway"/>
              <a:cs typeface="Raleway"/>
              <a:sym typeface="Raleway"/>
            </a:endParaRPr>
          </a:p>
          <a:p>
            <a:pPr lvl="0">
              <a:buSzPct val="25000"/>
            </a:pPr>
            <a:r>
              <a:rPr lang="en-US" sz="3600" spc="-150" dirty="0" smtClean="0">
                <a:solidFill>
                  <a:srgbClr val="7F7F7F"/>
                </a:solidFill>
                <a:latin typeface="Raleway"/>
                <a:ea typeface="Raleway"/>
                <a:cs typeface="Raleway"/>
                <a:sym typeface="Raleway"/>
              </a:rPr>
              <a:t>with </a:t>
            </a:r>
            <a:r>
              <a:rPr lang="en-US" sz="3600" spc="-150" dirty="0">
                <a:solidFill>
                  <a:srgbClr val="7F7F7F"/>
                </a:solidFill>
                <a:latin typeface="Raleway"/>
                <a:ea typeface="Raleway"/>
                <a:cs typeface="Raleway"/>
                <a:sym typeface="Raleway"/>
              </a:rPr>
              <a:t>Mark Orr (SDAL</a:t>
            </a:r>
            <a:r>
              <a:rPr lang="en-US" sz="3600" spc="-150" dirty="0" smtClean="0">
                <a:solidFill>
                  <a:srgbClr val="7F7F7F"/>
                </a:solidFill>
                <a:latin typeface="Raleway"/>
                <a:ea typeface="Raleway"/>
                <a:cs typeface="Raleway"/>
                <a:sym typeface="Raleway"/>
              </a:rPr>
              <a:t>) and Stephanie </a:t>
            </a:r>
            <a:r>
              <a:rPr lang="en-US" sz="3600" spc="-150" dirty="0" smtClean="0">
                <a:solidFill>
                  <a:srgbClr val="7F7F7F"/>
                </a:solidFill>
                <a:latin typeface="Raleway"/>
                <a:ea typeface="Raleway"/>
                <a:cs typeface="Raleway"/>
                <a:sym typeface="Raleway"/>
              </a:rPr>
              <a:t>Shipp (SDAL</a:t>
            </a:r>
            <a:r>
              <a:rPr lang="en-US" sz="3600" spc="-150" dirty="0" smtClean="0">
                <a:solidFill>
                  <a:srgbClr val="7F7F7F"/>
                </a:solidFill>
                <a:latin typeface="Raleway"/>
                <a:ea typeface="Raleway"/>
                <a:cs typeface="Raleway"/>
                <a:sym typeface="Raleway"/>
              </a:rPr>
              <a:t>) </a:t>
            </a:r>
          </a:p>
          <a:p>
            <a:pPr lvl="0">
              <a:buSzPct val="25000"/>
            </a:pPr>
            <a:r>
              <a:rPr lang="en-US" sz="3600" spc="-150" dirty="0" smtClean="0">
                <a:solidFill>
                  <a:srgbClr val="7F7F7F"/>
                </a:solidFill>
                <a:latin typeface="Raleway"/>
                <a:ea typeface="Raleway"/>
                <a:cs typeface="Raleway"/>
                <a:sym typeface="Raleway"/>
              </a:rPr>
              <a:t>Sponsor: </a:t>
            </a:r>
            <a:r>
              <a:rPr lang="en-US" sz="3600" spc="-150" dirty="0">
                <a:solidFill>
                  <a:srgbClr val="7F7F7F"/>
                </a:solidFill>
                <a:latin typeface="Raleway"/>
                <a:ea typeface="Raleway"/>
                <a:cs typeface="Raleway"/>
                <a:sym typeface="Raleway"/>
              </a:rPr>
              <a:t>Emily </a:t>
            </a:r>
            <a:r>
              <a:rPr lang="en-US" sz="3600" spc="-150" dirty="0" err="1" smtClean="0">
                <a:solidFill>
                  <a:srgbClr val="7F7F7F"/>
                </a:solidFill>
                <a:latin typeface="Raleway"/>
                <a:ea typeface="Raleway"/>
                <a:cs typeface="Raleway"/>
                <a:sym typeface="Raleway"/>
              </a:rPr>
              <a:t>Molfino</a:t>
            </a:r>
            <a:r>
              <a:rPr lang="en-US" sz="3600" spc="-150" dirty="0" smtClean="0">
                <a:solidFill>
                  <a:srgbClr val="7F7F7F"/>
                </a:solidFill>
                <a:latin typeface="Raleway"/>
                <a:ea typeface="Raleway"/>
                <a:cs typeface="Raleway"/>
                <a:sym typeface="Raleway"/>
              </a:rPr>
              <a:t>, City </a:t>
            </a:r>
            <a:r>
              <a:rPr lang="en-US" sz="3600" spc="-150" dirty="0">
                <a:solidFill>
                  <a:srgbClr val="7F7F7F"/>
                </a:solidFill>
                <a:latin typeface="Raleway"/>
                <a:ea typeface="Raleway"/>
                <a:cs typeface="Raleway"/>
                <a:sym typeface="Raleway"/>
              </a:rPr>
              <a:t>of </a:t>
            </a:r>
            <a:r>
              <a:rPr lang="en-US" sz="3600" spc="-150" dirty="0" smtClean="0">
                <a:solidFill>
                  <a:srgbClr val="7F7F7F"/>
                </a:solidFill>
                <a:latin typeface="Raleway"/>
                <a:ea typeface="Raleway"/>
                <a:cs typeface="Raleway"/>
                <a:sym typeface="Raleway"/>
              </a:rPr>
              <a:t>Alexandria</a:t>
            </a:r>
            <a:endParaRPr lang="en-US" sz="3600" spc="-150" dirty="0">
              <a:solidFill>
                <a:srgbClr val="7F7F7F"/>
              </a:solidFill>
              <a:latin typeface="Raleway"/>
              <a:ea typeface="Raleway"/>
              <a:cs typeface="Raleway"/>
              <a:sym typeface="Raleway"/>
            </a:endParaRPr>
          </a:p>
        </p:txBody>
      </p:sp>
      <p:sp>
        <p:nvSpPr>
          <p:cNvPr id="96" name="Shape 96"/>
          <p:cNvSpPr txBox="1"/>
          <p:nvPr/>
        </p:nvSpPr>
        <p:spPr>
          <a:xfrm>
            <a:off x="1667925" y="16543175"/>
            <a:ext cx="11658600" cy="708000"/>
          </a:xfrm>
          <a:prstGeom prst="rect">
            <a:avLst/>
          </a:prstGeom>
          <a:noFill/>
          <a:ln>
            <a:noFill/>
          </a:ln>
        </p:spPr>
        <p:txBody>
          <a:bodyPr lIns="91425" tIns="91425" rIns="91425" bIns="91425" anchor="t" anchorCtr="0">
            <a:noAutofit/>
          </a:bodyPr>
          <a:lstStyle/>
          <a:p>
            <a:pPr lvl="0" algn="ctr">
              <a:spcBef>
                <a:spcPts val="0"/>
              </a:spcBef>
              <a:buNone/>
            </a:pPr>
            <a:r>
              <a:rPr lang="en-US" sz="3600">
                <a:latin typeface="Trebuchet MS"/>
                <a:ea typeface="Trebuchet MS"/>
                <a:cs typeface="Trebuchet MS"/>
                <a:sym typeface="Trebuchet MS"/>
              </a:rPr>
              <a:t>Various ways of understanding equity</a:t>
            </a:r>
          </a:p>
        </p:txBody>
      </p:sp>
      <p:sp>
        <p:nvSpPr>
          <p:cNvPr id="98" name="Shape 98"/>
          <p:cNvSpPr txBox="1"/>
          <p:nvPr/>
        </p:nvSpPr>
        <p:spPr>
          <a:xfrm>
            <a:off x="1489575" y="28044326"/>
            <a:ext cx="13856100" cy="1279800"/>
          </a:xfrm>
          <a:prstGeom prst="rect">
            <a:avLst/>
          </a:prstGeom>
          <a:noFill/>
          <a:ln>
            <a:noFill/>
          </a:ln>
        </p:spPr>
        <p:txBody>
          <a:bodyPr lIns="91425" tIns="91425" rIns="91425" bIns="91425" anchor="t" anchorCtr="0">
            <a:noAutofit/>
          </a:bodyPr>
          <a:lstStyle/>
          <a:p>
            <a:pPr lvl="0" algn="ctr" rtl="0">
              <a:spcBef>
                <a:spcPts val="0"/>
              </a:spcBef>
              <a:buNone/>
            </a:pPr>
            <a:r>
              <a:rPr lang="en-US" sz="3600">
                <a:latin typeface="Trebuchet MS"/>
                <a:ea typeface="Trebuchet MS"/>
                <a:cs typeface="Trebuchet MS"/>
                <a:sym typeface="Trebuchet MS"/>
              </a:rPr>
              <a:t>Generalization of WHO’s Conceptual Framework on the Social Determinants of Health: (WHO 2010, 6)</a:t>
            </a:r>
          </a:p>
        </p:txBody>
      </p:sp>
      <p:sp>
        <p:nvSpPr>
          <p:cNvPr id="99" name="Shape 99"/>
          <p:cNvSpPr txBox="1"/>
          <p:nvPr/>
        </p:nvSpPr>
        <p:spPr>
          <a:xfrm>
            <a:off x="1849241" y="19227048"/>
            <a:ext cx="12062702" cy="7813436"/>
          </a:xfrm>
          <a:prstGeom prst="rect">
            <a:avLst/>
          </a:prstGeom>
          <a:noFill/>
          <a:ln>
            <a:noFill/>
          </a:ln>
        </p:spPr>
        <p:txBody>
          <a:bodyPr lIns="91425" tIns="45700" rIns="91425" bIns="45700" anchor="t" anchorCtr="0">
            <a:noAutofit/>
          </a:bodyPr>
          <a:lstStyle/>
          <a:p>
            <a:pPr marL="457200" lvl="0" indent="-457200" rtl="0">
              <a:spcBef>
                <a:spcPts val="800"/>
              </a:spcBef>
              <a:buClr>
                <a:schemeClr val="dk2"/>
              </a:buClr>
              <a:buSzPct val="100000"/>
              <a:buFont typeface="Trebuchet MS"/>
              <a:buChar char="●"/>
            </a:pPr>
            <a:r>
              <a:rPr lang="en-US" sz="3600" dirty="0">
                <a:solidFill>
                  <a:schemeClr val="dk2"/>
                </a:solidFill>
                <a:latin typeface="Trebuchet MS"/>
                <a:ea typeface="Trebuchet MS"/>
                <a:cs typeface="Trebuchet MS"/>
                <a:sym typeface="Trebuchet MS"/>
              </a:rPr>
              <a:t>Recent (2013 onwards) academic literature </a:t>
            </a:r>
            <a:r>
              <a:rPr lang="en-US" sz="3600" dirty="0" smtClean="0">
                <a:solidFill>
                  <a:schemeClr val="dk2"/>
                </a:solidFill>
                <a:latin typeface="Trebuchet MS"/>
                <a:ea typeface="Trebuchet MS"/>
                <a:cs typeface="Trebuchet MS"/>
                <a:sym typeface="Trebuchet MS"/>
              </a:rPr>
              <a:t>with </a:t>
            </a:r>
            <a:r>
              <a:rPr lang="en-US" sz="3600" dirty="0">
                <a:solidFill>
                  <a:schemeClr val="dk2"/>
                </a:solidFill>
                <a:latin typeface="Trebuchet MS"/>
                <a:ea typeface="Trebuchet MS"/>
                <a:cs typeface="Trebuchet MS"/>
                <a:sym typeface="Trebuchet MS"/>
              </a:rPr>
              <a:t>international scope:</a:t>
            </a:r>
          </a:p>
          <a:p>
            <a:pPr marL="914400" lvl="1" indent="-457200" rtl="0">
              <a:spcBef>
                <a:spcPts val="800"/>
              </a:spcBef>
              <a:buClr>
                <a:schemeClr val="dk2"/>
              </a:buClr>
              <a:buSzPct val="100000"/>
              <a:buFont typeface="Trebuchet MS"/>
              <a:buChar char="○"/>
            </a:pPr>
            <a:r>
              <a:rPr lang="en-US" sz="3600" dirty="0">
                <a:solidFill>
                  <a:schemeClr val="dk2"/>
                </a:solidFill>
                <a:latin typeface="Trebuchet MS"/>
                <a:ea typeface="Trebuchet MS"/>
                <a:cs typeface="Trebuchet MS"/>
                <a:sym typeface="Trebuchet MS"/>
              </a:rPr>
              <a:t>Sociology and Demography</a:t>
            </a:r>
          </a:p>
          <a:p>
            <a:pPr marL="914400" lvl="1" indent="-457200" rtl="0">
              <a:spcBef>
                <a:spcPts val="800"/>
              </a:spcBef>
              <a:buClr>
                <a:schemeClr val="dk2"/>
              </a:buClr>
              <a:buSzPct val="100000"/>
              <a:buFont typeface="Trebuchet MS"/>
              <a:buChar char="○"/>
            </a:pPr>
            <a:r>
              <a:rPr lang="en-US" sz="3600" dirty="0" smtClean="0">
                <a:solidFill>
                  <a:schemeClr val="dk2"/>
                </a:solidFill>
                <a:latin typeface="Trebuchet MS"/>
                <a:ea typeface="Trebuchet MS"/>
                <a:cs typeface="Trebuchet MS"/>
                <a:sym typeface="Trebuchet MS"/>
              </a:rPr>
              <a:t>Public </a:t>
            </a:r>
            <a:r>
              <a:rPr lang="en-US" sz="3600" dirty="0">
                <a:solidFill>
                  <a:schemeClr val="dk2"/>
                </a:solidFill>
                <a:latin typeface="Trebuchet MS"/>
                <a:ea typeface="Trebuchet MS"/>
                <a:cs typeface="Trebuchet MS"/>
                <a:sym typeface="Trebuchet MS"/>
              </a:rPr>
              <a:t>Health</a:t>
            </a:r>
          </a:p>
          <a:p>
            <a:pPr marL="457200" lvl="0" indent="-457200" rtl="0">
              <a:spcBef>
                <a:spcPts val="800"/>
              </a:spcBef>
              <a:buClr>
                <a:schemeClr val="dk2"/>
              </a:buClr>
              <a:buSzPct val="100000"/>
              <a:buFont typeface="Trebuchet MS"/>
              <a:buChar char="●"/>
            </a:pPr>
            <a:r>
              <a:rPr lang="en-US" sz="3600" dirty="0" smtClean="0">
                <a:solidFill>
                  <a:schemeClr val="dk2"/>
                </a:solidFill>
                <a:latin typeface="Trebuchet MS"/>
                <a:ea typeface="Trebuchet MS"/>
                <a:cs typeface="Trebuchet MS"/>
                <a:sym typeface="Trebuchet MS"/>
              </a:rPr>
              <a:t>Government </a:t>
            </a:r>
            <a:r>
              <a:rPr lang="en-US" sz="3600" dirty="0">
                <a:solidFill>
                  <a:schemeClr val="dk2"/>
                </a:solidFill>
                <a:latin typeface="Trebuchet MS"/>
                <a:ea typeface="Trebuchet MS"/>
                <a:cs typeface="Trebuchet MS"/>
                <a:sym typeface="Trebuchet MS"/>
              </a:rPr>
              <a:t>reports:</a:t>
            </a:r>
          </a:p>
          <a:p>
            <a:pPr marL="914400" lvl="1" indent="-457200" rtl="0">
              <a:spcBef>
                <a:spcPts val="800"/>
              </a:spcBef>
              <a:buClr>
                <a:schemeClr val="dk2"/>
              </a:buClr>
              <a:buSzPct val="100000"/>
              <a:buFont typeface="Trebuchet MS"/>
              <a:buChar char="○"/>
            </a:pPr>
            <a:r>
              <a:rPr lang="en-US" sz="3600" dirty="0">
                <a:solidFill>
                  <a:schemeClr val="dk2"/>
                </a:solidFill>
                <a:latin typeface="Trebuchet MS"/>
                <a:ea typeface="Trebuchet MS"/>
                <a:cs typeface="Trebuchet MS"/>
                <a:sym typeface="Trebuchet MS"/>
              </a:rPr>
              <a:t>County and state level reports</a:t>
            </a:r>
          </a:p>
          <a:p>
            <a:pPr marL="1371600" lvl="2" indent="-457200" rtl="0">
              <a:spcBef>
                <a:spcPts val="400"/>
              </a:spcBef>
              <a:buClr>
                <a:schemeClr val="dk2"/>
              </a:buClr>
              <a:buSzPct val="100000"/>
              <a:buChar char="■"/>
            </a:pPr>
            <a:r>
              <a:rPr lang="en-US" sz="3600" dirty="0">
                <a:solidFill>
                  <a:schemeClr val="dk2"/>
                </a:solidFill>
                <a:latin typeface="Trebuchet MS"/>
                <a:ea typeface="Trebuchet MS"/>
                <a:cs typeface="Trebuchet MS"/>
                <a:sym typeface="Trebuchet MS"/>
              </a:rPr>
              <a:t>King’s county, WA</a:t>
            </a:r>
          </a:p>
          <a:p>
            <a:pPr marL="1371600" lvl="2" indent="-457200" rtl="0">
              <a:spcBef>
                <a:spcPts val="400"/>
              </a:spcBef>
              <a:buClr>
                <a:schemeClr val="dk2"/>
              </a:buClr>
              <a:buSzPct val="100000"/>
              <a:buChar char="■"/>
            </a:pPr>
            <a:r>
              <a:rPr lang="en-US" sz="3600" dirty="0" smtClean="0">
                <a:solidFill>
                  <a:schemeClr val="dk2"/>
                </a:solidFill>
                <a:latin typeface="Trebuchet MS"/>
                <a:ea typeface="Trebuchet MS"/>
                <a:cs typeface="Trebuchet MS"/>
                <a:sym typeface="Trebuchet MS"/>
              </a:rPr>
              <a:t>Dane </a:t>
            </a:r>
            <a:r>
              <a:rPr lang="en-US" sz="3600" dirty="0">
                <a:solidFill>
                  <a:schemeClr val="dk2"/>
                </a:solidFill>
                <a:latin typeface="Trebuchet MS"/>
                <a:ea typeface="Trebuchet MS"/>
                <a:cs typeface="Trebuchet MS"/>
                <a:sym typeface="Trebuchet MS"/>
              </a:rPr>
              <a:t>county, WI</a:t>
            </a:r>
          </a:p>
          <a:p>
            <a:pPr marL="1371600" lvl="2" indent="-457200" rtl="0">
              <a:spcBef>
                <a:spcPts val="400"/>
              </a:spcBef>
              <a:buClr>
                <a:schemeClr val="dk2"/>
              </a:buClr>
              <a:buSzPct val="100000"/>
              <a:buChar char="■"/>
            </a:pPr>
            <a:r>
              <a:rPr lang="en-US" sz="3600" dirty="0" smtClean="0">
                <a:solidFill>
                  <a:schemeClr val="dk2"/>
                </a:solidFill>
                <a:latin typeface="Trebuchet MS"/>
                <a:ea typeface="Trebuchet MS"/>
                <a:cs typeface="Trebuchet MS"/>
                <a:sym typeface="Trebuchet MS"/>
              </a:rPr>
              <a:t>San </a:t>
            </a:r>
            <a:r>
              <a:rPr lang="en-US" sz="3600" dirty="0">
                <a:solidFill>
                  <a:schemeClr val="dk2"/>
                </a:solidFill>
                <a:latin typeface="Trebuchet MS"/>
                <a:ea typeface="Trebuchet MS"/>
                <a:cs typeface="Trebuchet MS"/>
                <a:sym typeface="Trebuchet MS"/>
              </a:rPr>
              <a:t>Francisco, CA</a:t>
            </a:r>
          </a:p>
          <a:p>
            <a:pPr marL="457200" lvl="0" indent="-457200" rtl="0">
              <a:spcBef>
                <a:spcPts val="400"/>
              </a:spcBef>
              <a:buClr>
                <a:schemeClr val="dk2"/>
              </a:buClr>
              <a:buSzPct val="100000"/>
              <a:buFont typeface="Trebuchet MS"/>
              <a:buChar char="●"/>
            </a:pPr>
            <a:r>
              <a:rPr lang="en-US" sz="3600" dirty="0">
                <a:solidFill>
                  <a:schemeClr val="dk2"/>
                </a:solidFill>
                <a:latin typeface="Trebuchet MS"/>
                <a:ea typeface="Trebuchet MS"/>
                <a:cs typeface="Trebuchet MS"/>
                <a:sym typeface="Trebuchet MS"/>
              </a:rPr>
              <a:t>Academic resources:</a:t>
            </a:r>
          </a:p>
          <a:p>
            <a:pPr marL="914400" lvl="1" indent="-457200" rtl="0">
              <a:spcBef>
                <a:spcPts val="400"/>
              </a:spcBef>
              <a:buClr>
                <a:schemeClr val="dk2"/>
              </a:buClr>
              <a:buSzPct val="100000"/>
              <a:buChar char="○"/>
            </a:pPr>
            <a:r>
              <a:rPr lang="en-US" sz="3600" u="sng" dirty="0">
                <a:solidFill>
                  <a:schemeClr val="hlink"/>
                </a:solidFill>
                <a:latin typeface="Trebuchet MS"/>
                <a:ea typeface="Trebuchet MS"/>
                <a:cs typeface="Trebuchet MS"/>
                <a:sym typeface="Trebuchet MS"/>
                <a:hlinkClick r:id="rId6"/>
              </a:rPr>
              <a:t>http://nationalequityatlas.org</a:t>
            </a:r>
          </a:p>
          <a:p>
            <a:pPr marL="914400" lvl="1" indent="-457200" rtl="0">
              <a:spcBef>
                <a:spcPts val="400"/>
              </a:spcBef>
              <a:buClr>
                <a:schemeClr val="dk2"/>
              </a:buClr>
              <a:buSzPct val="100000"/>
              <a:buChar char="○"/>
            </a:pPr>
            <a:r>
              <a:rPr lang="en-US" sz="3600" u="sng" dirty="0">
                <a:solidFill>
                  <a:schemeClr val="hlink"/>
                </a:solidFill>
                <a:latin typeface="Trebuchet MS"/>
                <a:ea typeface="Trebuchet MS"/>
                <a:cs typeface="Trebuchet MS"/>
                <a:sym typeface="Trebuchet MS"/>
                <a:hlinkClick r:id="rId7"/>
              </a:rPr>
              <a:t>http://thrivingcities.com</a:t>
            </a:r>
          </a:p>
          <a:p>
            <a:pPr marL="0" marR="0" lvl="0" indent="0" algn="l" rtl="0">
              <a:spcBef>
                <a:spcPts val="0"/>
              </a:spcBef>
              <a:spcAft>
                <a:spcPts val="0"/>
              </a:spcAft>
              <a:buClr>
                <a:schemeClr val="dk1"/>
              </a:buClr>
              <a:buFont typeface="Calibri"/>
              <a:buNone/>
            </a:pPr>
            <a:endParaRPr sz="3600" dirty="0">
              <a:solidFill>
                <a:srgbClr val="141F22"/>
              </a:solidFill>
              <a:latin typeface="Trebuchet MS"/>
              <a:ea typeface="Trebuchet MS"/>
              <a:cs typeface="Trebuchet MS"/>
              <a:sym typeface="Trebuchet MS"/>
            </a:endParaRPr>
          </a:p>
        </p:txBody>
      </p:sp>
      <p:sp>
        <p:nvSpPr>
          <p:cNvPr id="100" name="Shape 100"/>
          <p:cNvSpPr txBox="1"/>
          <p:nvPr/>
        </p:nvSpPr>
        <p:spPr>
          <a:xfrm>
            <a:off x="1849241" y="18071077"/>
            <a:ext cx="12362700" cy="8310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800">
                <a:solidFill>
                  <a:srgbClr val="141F22"/>
                </a:solidFill>
                <a:latin typeface="Raleway"/>
                <a:ea typeface="Raleway"/>
                <a:cs typeface="Raleway"/>
                <a:sym typeface="Raleway"/>
              </a:rPr>
              <a:t>Literature review</a:t>
            </a:r>
          </a:p>
        </p:txBody>
      </p:sp>
      <p:sp>
        <p:nvSpPr>
          <p:cNvPr id="101" name="Shape 101"/>
          <p:cNvSpPr txBox="1"/>
          <p:nvPr/>
        </p:nvSpPr>
        <p:spPr>
          <a:xfrm>
            <a:off x="15345675" y="12691622"/>
            <a:ext cx="6921600" cy="831000"/>
          </a:xfrm>
          <a:prstGeom prst="rect">
            <a:avLst/>
          </a:prstGeom>
          <a:noFill/>
          <a:ln>
            <a:noFill/>
          </a:ln>
        </p:spPr>
        <p:txBody>
          <a:bodyPr lIns="91425" tIns="91425" rIns="91425" bIns="91425" anchor="t" anchorCtr="0">
            <a:noAutofit/>
          </a:bodyPr>
          <a:lstStyle/>
          <a:p>
            <a:pPr lvl="0" algn="ctr" rtl="0">
              <a:spcBef>
                <a:spcPts val="0"/>
              </a:spcBef>
              <a:buNone/>
            </a:pPr>
            <a:r>
              <a:rPr lang="en-US" sz="4000" dirty="0">
                <a:latin typeface="Trebuchet MS"/>
                <a:ea typeface="Trebuchet MS"/>
                <a:cs typeface="Trebuchet MS"/>
                <a:sym typeface="Trebuchet MS"/>
              </a:rPr>
              <a:t>Measuring equity</a:t>
            </a:r>
          </a:p>
        </p:txBody>
      </p:sp>
      <p:pic>
        <p:nvPicPr>
          <p:cNvPr id="102" name="Shape 102"/>
          <p:cNvPicPr preferRelativeResize="0"/>
          <p:nvPr/>
        </p:nvPicPr>
        <p:blipFill>
          <a:blip r:embed="rId8">
            <a:alphaModFix/>
          </a:blip>
          <a:stretch>
            <a:fillRect/>
          </a:stretch>
        </p:blipFill>
        <p:spPr>
          <a:xfrm>
            <a:off x="317000" y="29216707"/>
            <a:ext cx="17448486" cy="9455644"/>
          </a:xfrm>
          <a:prstGeom prst="rect">
            <a:avLst/>
          </a:prstGeom>
          <a:noFill/>
          <a:ln>
            <a:noFill/>
          </a:ln>
        </p:spPr>
      </p:pic>
      <p:pic>
        <p:nvPicPr>
          <p:cNvPr id="19" name="Picture 1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623049" y="39428498"/>
            <a:ext cx="3621185" cy="1589639"/>
          </a:xfrm>
          <a:prstGeom prst="rect">
            <a:avLst/>
          </a:prstGeom>
        </p:spPr>
      </p:pic>
      <p:sp>
        <p:nvSpPr>
          <p:cNvPr id="20" name="Shape 99"/>
          <p:cNvSpPr txBox="1"/>
          <p:nvPr/>
        </p:nvSpPr>
        <p:spPr>
          <a:xfrm>
            <a:off x="8216941" y="20282174"/>
            <a:ext cx="4105695" cy="1541750"/>
          </a:xfrm>
          <a:prstGeom prst="rect">
            <a:avLst/>
          </a:prstGeom>
          <a:noFill/>
          <a:ln>
            <a:noFill/>
          </a:ln>
        </p:spPr>
        <p:txBody>
          <a:bodyPr lIns="91425" tIns="45700" rIns="91425" bIns="45700" anchor="t" anchorCtr="0">
            <a:noAutofit/>
          </a:bodyPr>
          <a:lstStyle/>
          <a:p>
            <a:pPr marL="914400" lvl="1" indent="-457200" rtl="0">
              <a:spcBef>
                <a:spcPts val="800"/>
              </a:spcBef>
              <a:buClr>
                <a:schemeClr val="dk2"/>
              </a:buClr>
              <a:buSzPct val="100000"/>
              <a:buFont typeface="Trebuchet MS"/>
              <a:buChar char="○"/>
            </a:pPr>
            <a:r>
              <a:rPr lang="en-US" sz="3600" dirty="0" smtClean="0">
                <a:solidFill>
                  <a:schemeClr val="dk2"/>
                </a:solidFill>
                <a:latin typeface="Trebuchet MS"/>
                <a:ea typeface="Trebuchet MS"/>
                <a:cs typeface="Trebuchet MS"/>
                <a:sym typeface="Trebuchet MS"/>
              </a:rPr>
              <a:t>Economics</a:t>
            </a:r>
            <a:endParaRPr lang="en-US" sz="3600" dirty="0">
              <a:solidFill>
                <a:schemeClr val="dk2"/>
              </a:solidFill>
              <a:latin typeface="Trebuchet MS"/>
              <a:ea typeface="Trebuchet MS"/>
              <a:cs typeface="Trebuchet MS"/>
              <a:sym typeface="Trebuchet MS"/>
            </a:endParaRPr>
          </a:p>
          <a:p>
            <a:pPr marL="914400" lvl="1" indent="-457200" rtl="0">
              <a:spcBef>
                <a:spcPts val="800"/>
              </a:spcBef>
              <a:buClr>
                <a:schemeClr val="dk2"/>
              </a:buClr>
              <a:buSzPct val="100000"/>
              <a:buFont typeface="Trebuchet MS"/>
              <a:buChar char="○"/>
            </a:pPr>
            <a:r>
              <a:rPr lang="en-US" sz="3600" dirty="0" smtClean="0">
                <a:solidFill>
                  <a:schemeClr val="dk2"/>
                </a:solidFill>
                <a:latin typeface="Trebuchet MS"/>
                <a:ea typeface="Trebuchet MS"/>
                <a:cs typeface="Trebuchet MS"/>
                <a:sym typeface="Trebuchet MS"/>
              </a:rPr>
              <a:t>Public Policy</a:t>
            </a:r>
            <a:endParaRPr lang="en-US" sz="3600" dirty="0">
              <a:solidFill>
                <a:schemeClr val="dk2"/>
              </a:solidFill>
              <a:latin typeface="Trebuchet MS"/>
              <a:ea typeface="Trebuchet MS"/>
              <a:cs typeface="Trebuchet MS"/>
              <a:sym typeface="Trebuchet MS"/>
            </a:endParaRPr>
          </a:p>
        </p:txBody>
      </p:sp>
      <p:sp>
        <p:nvSpPr>
          <p:cNvPr id="21" name="Shape 99"/>
          <p:cNvSpPr txBox="1"/>
          <p:nvPr/>
        </p:nvSpPr>
        <p:spPr>
          <a:xfrm>
            <a:off x="7588382" y="22832728"/>
            <a:ext cx="6685797" cy="1347871"/>
          </a:xfrm>
          <a:prstGeom prst="rect">
            <a:avLst/>
          </a:prstGeom>
          <a:noFill/>
          <a:ln>
            <a:noFill/>
          </a:ln>
        </p:spPr>
        <p:txBody>
          <a:bodyPr lIns="91425" tIns="45700" rIns="91425" bIns="45700" anchor="t" anchorCtr="0">
            <a:noAutofit/>
          </a:bodyPr>
          <a:lstStyle/>
          <a:p>
            <a:pPr marL="1371600" lvl="2" indent="-457200" rtl="0">
              <a:spcBef>
                <a:spcPts val="400"/>
              </a:spcBef>
              <a:buClr>
                <a:schemeClr val="dk2"/>
              </a:buClr>
              <a:buSzPct val="100000"/>
              <a:buChar char="■"/>
            </a:pPr>
            <a:r>
              <a:rPr lang="en-US" sz="3600" dirty="0" smtClean="0">
                <a:solidFill>
                  <a:schemeClr val="dk2"/>
                </a:solidFill>
                <a:latin typeface="Trebuchet MS"/>
                <a:ea typeface="Trebuchet MS"/>
                <a:cs typeface="Trebuchet MS"/>
                <a:sym typeface="Trebuchet MS"/>
              </a:rPr>
              <a:t>Multnomah </a:t>
            </a:r>
            <a:r>
              <a:rPr lang="en-US" sz="3600" dirty="0">
                <a:solidFill>
                  <a:schemeClr val="dk2"/>
                </a:solidFill>
                <a:latin typeface="Trebuchet MS"/>
                <a:ea typeface="Trebuchet MS"/>
                <a:cs typeface="Trebuchet MS"/>
                <a:sym typeface="Trebuchet MS"/>
              </a:rPr>
              <a:t>county, OR</a:t>
            </a:r>
          </a:p>
          <a:p>
            <a:pPr marL="1371600" lvl="2" indent="-457200" rtl="0">
              <a:spcBef>
                <a:spcPts val="400"/>
              </a:spcBef>
              <a:buClr>
                <a:schemeClr val="dk2"/>
              </a:buClr>
              <a:buSzPct val="100000"/>
              <a:buChar char="■"/>
            </a:pPr>
            <a:r>
              <a:rPr lang="en-US" sz="3600" dirty="0" smtClean="0">
                <a:solidFill>
                  <a:schemeClr val="dk2"/>
                </a:solidFill>
                <a:latin typeface="Trebuchet MS"/>
                <a:ea typeface="Trebuchet MS"/>
                <a:cs typeface="Trebuchet MS"/>
                <a:sym typeface="Trebuchet MS"/>
              </a:rPr>
              <a:t>Boston, MA</a:t>
            </a:r>
          </a:p>
        </p:txBody>
      </p:sp>
      <p:pic>
        <p:nvPicPr>
          <p:cNvPr id="26" name="Picture 25">
            <a:extLst>
              <a:ext uri="{FF2B5EF4-FFF2-40B4-BE49-F238E27FC236}">
                <a16:creationId xmlns="" xmlns:a16="http://schemas.microsoft.com/office/drawing/2014/main" id="{D6514BF2-33FC-4BCB-B9FB-64400900BE09}"/>
              </a:ext>
            </a:extLst>
          </p:cNvPr>
          <p:cNvPicPr>
            <a:picLocks noChangeAspect="1"/>
          </p:cNvPicPr>
          <p:nvPr/>
        </p:nvPicPr>
        <p:blipFill>
          <a:blip r:embed="rId3"/>
          <a:stretch>
            <a:fillRect/>
          </a:stretch>
        </p:blipFill>
        <p:spPr>
          <a:xfrm>
            <a:off x="917268" y="9645795"/>
            <a:ext cx="20028023" cy="10972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213</Words>
  <Application>Microsoft Macintosh PowerPoint</Application>
  <PresentationFormat>Custom</PresentationFormat>
  <Paragraphs>25</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Blanch Caps</vt:lpstr>
      <vt:lpstr>Calibri</vt:lpstr>
      <vt:lpstr>Trebuchet MS</vt:lpstr>
      <vt:lpstr>Arial</vt:lpstr>
      <vt:lpstr>Raleway</vt:lpstr>
      <vt:lpstr>Office Theme</vt:lpstr>
      <vt:lpstr>PowerPoint Presentation</vt:lpstr>
    </vt:vector>
  </TitlesOfParts>
  <LinksUpToDate>false</LinksUpToDate>
  <SharedDoc>false</SharedDoc>
  <HyperlinksChanged>false</HyperlinksChanged>
  <AppVersion>15.0025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Gizem Korkmaz</cp:lastModifiedBy>
  <cp:revision>12</cp:revision>
  <cp:lastPrinted>2017-07-21T19:41:33Z</cp:lastPrinted>
  <dcterms:modified xsi:type="dcterms:W3CDTF">2017-07-24T14:00:43Z</dcterms:modified>
</cp:coreProperties>
</file>